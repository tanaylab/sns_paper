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3192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3262477"/>
              <a:ext cx="9004821" cy="35259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44934" y="145504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44934" y="3169114"/>
              <a:ext cx="15945" cy="93362"/>
            </a:xfrm>
            <a:custGeom>
              <a:avLst/>
              <a:pathLst>
                <a:path w="15945" h="93362">
                  <a:moveTo>
                    <a:pt x="0" y="69929"/>
                  </a:moveTo>
                  <a:lnTo>
                    <a:pt x="3422" y="72690"/>
                  </a:lnTo>
                  <a:lnTo>
                    <a:pt x="6845" y="18962"/>
                  </a:lnTo>
                  <a:lnTo>
                    <a:pt x="10268" y="0"/>
                  </a:lnTo>
                  <a:lnTo>
                    <a:pt x="13691" y="49146"/>
                  </a:lnTo>
                  <a:lnTo>
                    <a:pt x="15945" y="9336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96168" y="3138137"/>
              <a:ext cx="24639" cy="124339"/>
            </a:xfrm>
            <a:custGeom>
              <a:avLst/>
              <a:pathLst>
                <a:path w="24639" h="124339">
                  <a:moveTo>
                    <a:pt x="0" y="124339"/>
                  </a:moveTo>
                  <a:lnTo>
                    <a:pt x="108" y="122545"/>
                  </a:lnTo>
                  <a:lnTo>
                    <a:pt x="3530" y="93108"/>
                  </a:lnTo>
                  <a:lnTo>
                    <a:pt x="6953" y="71806"/>
                  </a:lnTo>
                  <a:lnTo>
                    <a:pt x="10376" y="27142"/>
                  </a:lnTo>
                  <a:lnTo>
                    <a:pt x="13799" y="0"/>
                  </a:lnTo>
                  <a:lnTo>
                    <a:pt x="17221" y="70053"/>
                  </a:lnTo>
                  <a:lnTo>
                    <a:pt x="20644" y="117684"/>
                  </a:lnTo>
                  <a:lnTo>
                    <a:pt x="24067" y="116304"/>
                  </a:lnTo>
                  <a:lnTo>
                    <a:pt x="24639" y="12433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41158" y="3065361"/>
              <a:ext cx="70237" cy="197115"/>
            </a:xfrm>
            <a:custGeom>
              <a:avLst/>
              <a:pathLst>
                <a:path w="70237" h="197115">
                  <a:moveTo>
                    <a:pt x="0" y="197115"/>
                  </a:moveTo>
                  <a:lnTo>
                    <a:pt x="3036" y="109284"/>
                  </a:lnTo>
                  <a:lnTo>
                    <a:pt x="6459" y="17974"/>
                  </a:lnTo>
                  <a:lnTo>
                    <a:pt x="9882" y="7825"/>
                  </a:lnTo>
                  <a:lnTo>
                    <a:pt x="13305" y="27773"/>
                  </a:lnTo>
                  <a:lnTo>
                    <a:pt x="16728" y="0"/>
                  </a:lnTo>
                  <a:lnTo>
                    <a:pt x="20150" y="10166"/>
                  </a:lnTo>
                  <a:lnTo>
                    <a:pt x="23573" y="58739"/>
                  </a:lnTo>
                  <a:lnTo>
                    <a:pt x="26996" y="74131"/>
                  </a:lnTo>
                  <a:lnTo>
                    <a:pt x="30419" y="103292"/>
                  </a:lnTo>
                  <a:lnTo>
                    <a:pt x="33842" y="85867"/>
                  </a:lnTo>
                  <a:lnTo>
                    <a:pt x="37264" y="92420"/>
                  </a:lnTo>
                  <a:lnTo>
                    <a:pt x="40687" y="102397"/>
                  </a:lnTo>
                  <a:lnTo>
                    <a:pt x="44110" y="50963"/>
                  </a:lnTo>
                  <a:lnTo>
                    <a:pt x="47533" y="35980"/>
                  </a:lnTo>
                  <a:lnTo>
                    <a:pt x="50956" y="16201"/>
                  </a:lnTo>
                  <a:lnTo>
                    <a:pt x="54378" y="3694"/>
                  </a:lnTo>
                  <a:lnTo>
                    <a:pt x="57801" y="22408"/>
                  </a:lnTo>
                  <a:lnTo>
                    <a:pt x="61224" y="34736"/>
                  </a:lnTo>
                  <a:lnTo>
                    <a:pt x="64647" y="88043"/>
                  </a:lnTo>
                  <a:lnTo>
                    <a:pt x="68070" y="160098"/>
                  </a:lnTo>
                  <a:lnTo>
                    <a:pt x="70237" y="19711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1119" y="3021740"/>
              <a:ext cx="49918" cy="240737"/>
            </a:xfrm>
            <a:custGeom>
              <a:avLst/>
              <a:pathLst>
                <a:path w="49918" h="240737">
                  <a:moveTo>
                    <a:pt x="0" y="240737"/>
                  </a:moveTo>
                  <a:lnTo>
                    <a:pt x="256" y="237521"/>
                  </a:lnTo>
                  <a:lnTo>
                    <a:pt x="3678" y="145789"/>
                  </a:lnTo>
                  <a:lnTo>
                    <a:pt x="7101" y="146068"/>
                  </a:lnTo>
                  <a:lnTo>
                    <a:pt x="10524" y="115028"/>
                  </a:lnTo>
                  <a:lnTo>
                    <a:pt x="13947" y="24291"/>
                  </a:lnTo>
                  <a:lnTo>
                    <a:pt x="17370" y="0"/>
                  </a:lnTo>
                  <a:lnTo>
                    <a:pt x="20792" y="59846"/>
                  </a:lnTo>
                  <a:lnTo>
                    <a:pt x="24215" y="114678"/>
                  </a:lnTo>
                  <a:lnTo>
                    <a:pt x="27638" y="139947"/>
                  </a:lnTo>
                  <a:lnTo>
                    <a:pt x="31061" y="193780"/>
                  </a:lnTo>
                  <a:lnTo>
                    <a:pt x="34484" y="225872"/>
                  </a:lnTo>
                  <a:lnTo>
                    <a:pt x="37906" y="236476"/>
                  </a:lnTo>
                  <a:lnTo>
                    <a:pt x="41329" y="218506"/>
                  </a:lnTo>
                  <a:lnTo>
                    <a:pt x="44752" y="217742"/>
                  </a:lnTo>
                  <a:lnTo>
                    <a:pt x="48175" y="222603"/>
                  </a:lnTo>
                  <a:lnTo>
                    <a:pt x="49918" y="24073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75003" y="3161129"/>
              <a:ext cx="20559" cy="101347"/>
            </a:xfrm>
            <a:custGeom>
              <a:avLst/>
              <a:pathLst>
                <a:path w="20559" h="101347">
                  <a:moveTo>
                    <a:pt x="0" y="101347"/>
                  </a:moveTo>
                  <a:lnTo>
                    <a:pt x="1942" y="18152"/>
                  </a:lnTo>
                  <a:lnTo>
                    <a:pt x="5365" y="0"/>
                  </a:lnTo>
                  <a:lnTo>
                    <a:pt x="8787" y="41639"/>
                  </a:lnTo>
                  <a:lnTo>
                    <a:pt x="12210" y="30980"/>
                  </a:lnTo>
                  <a:lnTo>
                    <a:pt x="15633" y="43688"/>
                  </a:lnTo>
                  <a:lnTo>
                    <a:pt x="19056" y="69566"/>
                  </a:lnTo>
                  <a:lnTo>
                    <a:pt x="20559" y="10134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20743" y="145504"/>
              <a:ext cx="8177752" cy="3116972"/>
            </a:xfrm>
            <a:custGeom>
              <a:avLst/>
              <a:pathLst>
                <a:path w="8177752" h="3116972">
                  <a:moveTo>
                    <a:pt x="0" y="3116972"/>
                  </a:moveTo>
                  <a:lnTo>
                    <a:pt x="698" y="3115102"/>
                  </a:lnTo>
                  <a:lnTo>
                    <a:pt x="4121" y="3046196"/>
                  </a:lnTo>
                  <a:lnTo>
                    <a:pt x="7544" y="2964724"/>
                  </a:lnTo>
                  <a:lnTo>
                    <a:pt x="10966" y="2957863"/>
                  </a:lnTo>
                  <a:lnTo>
                    <a:pt x="14389" y="2958280"/>
                  </a:lnTo>
                  <a:lnTo>
                    <a:pt x="17812" y="2964889"/>
                  </a:lnTo>
                  <a:lnTo>
                    <a:pt x="21235" y="2931216"/>
                  </a:lnTo>
                  <a:lnTo>
                    <a:pt x="24658" y="2918023"/>
                  </a:lnTo>
                  <a:lnTo>
                    <a:pt x="28080" y="2950690"/>
                  </a:lnTo>
                  <a:lnTo>
                    <a:pt x="31503" y="2922433"/>
                  </a:lnTo>
                  <a:lnTo>
                    <a:pt x="34926" y="2908456"/>
                  </a:lnTo>
                  <a:lnTo>
                    <a:pt x="38349" y="2949051"/>
                  </a:lnTo>
                  <a:lnTo>
                    <a:pt x="41772" y="2987384"/>
                  </a:lnTo>
                  <a:lnTo>
                    <a:pt x="45194" y="3000987"/>
                  </a:lnTo>
                  <a:lnTo>
                    <a:pt x="48617" y="3039933"/>
                  </a:lnTo>
                  <a:lnTo>
                    <a:pt x="52040" y="3077797"/>
                  </a:lnTo>
                  <a:lnTo>
                    <a:pt x="55463" y="3091773"/>
                  </a:lnTo>
                  <a:lnTo>
                    <a:pt x="58886" y="3056027"/>
                  </a:lnTo>
                  <a:lnTo>
                    <a:pt x="62308" y="3016992"/>
                  </a:lnTo>
                  <a:lnTo>
                    <a:pt x="65731" y="3040107"/>
                  </a:lnTo>
                  <a:lnTo>
                    <a:pt x="69154" y="2980921"/>
                  </a:lnTo>
                  <a:lnTo>
                    <a:pt x="72577" y="2912616"/>
                  </a:lnTo>
                  <a:lnTo>
                    <a:pt x="76000" y="2898148"/>
                  </a:lnTo>
                  <a:lnTo>
                    <a:pt x="79422" y="2908190"/>
                  </a:lnTo>
                  <a:lnTo>
                    <a:pt x="82845" y="2948514"/>
                  </a:lnTo>
                  <a:lnTo>
                    <a:pt x="86268" y="2943465"/>
                  </a:lnTo>
                  <a:lnTo>
                    <a:pt x="89691" y="2946123"/>
                  </a:lnTo>
                  <a:lnTo>
                    <a:pt x="93113" y="2978181"/>
                  </a:lnTo>
                  <a:lnTo>
                    <a:pt x="96536" y="3006639"/>
                  </a:lnTo>
                  <a:lnTo>
                    <a:pt x="99959" y="3060779"/>
                  </a:lnTo>
                  <a:lnTo>
                    <a:pt x="103382" y="3077385"/>
                  </a:lnTo>
                  <a:lnTo>
                    <a:pt x="106805" y="3082082"/>
                  </a:lnTo>
                  <a:lnTo>
                    <a:pt x="110227" y="3064304"/>
                  </a:lnTo>
                  <a:lnTo>
                    <a:pt x="113650" y="3031610"/>
                  </a:lnTo>
                  <a:lnTo>
                    <a:pt x="117073" y="2985211"/>
                  </a:lnTo>
                  <a:lnTo>
                    <a:pt x="120496" y="2875865"/>
                  </a:lnTo>
                  <a:lnTo>
                    <a:pt x="123919" y="2806962"/>
                  </a:lnTo>
                  <a:lnTo>
                    <a:pt x="127341" y="2739227"/>
                  </a:lnTo>
                  <a:lnTo>
                    <a:pt x="130764" y="2753106"/>
                  </a:lnTo>
                  <a:lnTo>
                    <a:pt x="134187" y="2713911"/>
                  </a:lnTo>
                  <a:lnTo>
                    <a:pt x="137610" y="2636423"/>
                  </a:lnTo>
                  <a:lnTo>
                    <a:pt x="141033" y="2606859"/>
                  </a:lnTo>
                  <a:lnTo>
                    <a:pt x="144455" y="2587399"/>
                  </a:lnTo>
                  <a:lnTo>
                    <a:pt x="147878" y="2566997"/>
                  </a:lnTo>
                  <a:lnTo>
                    <a:pt x="151301" y="2543998"/>
                  </a:lnTo>
                  <a:lnTo>
                    <a:pt x="154724" y="2548838"/>
                  </a:lnTo>
                  <a:lnTo>
                    <a:pt x="158147" y="2600085"/>
                  </a:lnTo>
                  <a:lnTo>
                    <a:pt x="161569" y="2675935"/>
                  </a:lnTo>
                  <a:lnTo>
                    <a:pt x="164992" y="2755984"/>
                  </a:lnTo>
                  <a:lnTo>
                    <a:pt x="168415" y="2846871"/>
                  </a:lnTo>
                  <a:lnTo>
                    <a:pt x="171838" y="2878825"/>
                  </a:lnTo>
                  <a:lnTo>
                    <a:pt x="175261" y="2934911"/>
                  </a:lnTo>
                  <a:lnTo>
                    <a:pt x="178683" y="2913395"/>
                  </a:lnTo>
                  <a:lnTo>
                    <a:pt x="182106" y="2847728"/>
                  </a:lnTo>
                  <a:lnTo>
                    <a:pt x="185529" y="2766012"/>
                  </a:lnTo>
                  <a:lnTo>
                    <a:pt x="188952" y="2725390"/>
                  </a:lnTo>
                  <a:lnTo>
                    <a:pt x="192374" y="2693880"/>
                  </a:lnTo>
                  <a:lnTo>
                    <a:pt x="195797" y="2670880"/>
                  </a:lnTo>
                  <a:lnTo>
                    <a:pt x="199220" y="2736430"/>
                  </a:lnTo>
                  <a:lnTo>
                    <a:pt x="202643" y="2756162"/>
                  </a:lnTo>
                  <a:lnTo>
                    <a:pt x="206066" y="2791074"/>
                  </a:lnTo>
                  <a:lnTo>
                    <a:pt x="209488" y="2829563"/>
                  </a:lnTo>
                  <a:lnTo>
                    <a:pt x="212911" y="2891386"/>
                  </a:lnTo>
                  <a:lnTo>
                    <a:pt x="216334" y="2912033"/>
                  </a:lnTo>
                  <a:lnTo>
                    <a:pt x="219757" y="2787765"/>
                  </a:lnTo>
                  <a:lnTo>
                    <a:pt x="223180" y="2767483"/>
                  </a:lnTo>
                  <a:lnTo>
                    <a:pt x="226602" y="2799609"/>
                  </a:lnTo>
                  <a:lnTo>
                    <a:pt x="230025" y="2809337"/>
                  </a:lnTo>
                  <a:lnTo>
                    <a:pt x="233448" y="2791288"/>
                  </a:lnTo>
                  <a:lnTo>
                    <a:pt x="236871" y="2839088"/>
                  </a:lnTo>
                  <a:lnTo>
                    <a:pt x="240294" y="2998868"/>
                  </a:lnTo>
                  <a:lnTo>
                    <a:pt x="243716" y="3047881"/>
                  </a:lnTo>
                  <a:lnTo>
                    <a:pt x="247139" y="3056546"/>
                  </a:lnTo>
                  <a:lnTo>
                    <a:pt x="250562" y="3070853"/>
                  </a:lnTo>
                  <a:lnTo>
                    <a:pt x="253985" y="3099168"/>
                  </a:lnTo>
                  <a:lnTo>
                    <a:pt x="257408" y="3103160"/>
                  </a:lnTo>
                  <a:lnTo>
                    <a:pt x="260830" y="3108890"/>
                  </a:lnTo>
                  <a:lnTo>
                    <a:pt x="264253" y="3091547"/>
                  </a:lnTo>
                  <a:lnTo>
                    <a:pt x="267676" y="2979927"/>
                  </a:lnTo>
                  <a:lnTo>
                    <a:pt x="271099" y="2875299"/>
                  </a:lnTo>
                  <a:lnTo>
                    <a:pt x="274522" y="2848322"/>
                  </a:lnTo>
                  <a:lnTo>
                    <a:pt x="277944" y="2800930"/>
                  </a:lnTo>
                  <a:lnTo>
                    <a:pt x="281367" y="2727095"/>
                  </a:lnTo>
                  <a:lnTo>
                    <a:pt x="284790" y="2738255"/>
                  </a:lnTo>
                  <a:lnTo>
                    <a:pt x="288213" y="2786802"/>
                  </a:lnTo>
                  <a:lnTo>
                    <a:pt x="291635" y="2801177"/>
                  </a:lnTo>
                  <a:lnTo>
                    <a:pt x="295058" y="2796897"/>
                  </a:lnTo>
                  <a:lnTo>
                    <a:pt x="298481" y="2753594"/>
                  </a:lnTo>
                  <a:lnTo>
                    <a:pt x="301904" y="2730797"/>
                  </a:lnTo>
                  <a:lnTo>
                    <a:pt x="305327" y="2762762"/>
                  </a:lnTo>
                  <a:lnTo>
                    <a:pt x="308749" y="2810943"/>
                  </a:lnTo>
                  <a:lnTo>
                    <a:pt x="312172" y="2859443"/>
                  </a:lnTo>
                  <a:lnTo>
                    <a:pt x="315595" y="2794938"/>
                  </a:lnTo>
                  <a:lnTo>
                    <a:pt x="319018" y="2803329"/>
                  </a:lnTo>
                  <a:lnTo>
                    <a:pt x="322441" y="2766624"/>
                  </a:lnTo>
                  <a:lnTo>
                    <a:pt x="325863" y="2604669"/>
                  </a:lnTo>
                  <a:lnTo>
                    <a:pt x="329286" y="2468111"/>
                  </a:lnTo>
                  <a:lnTo>
                    <a:pt x="332709" y="2454142"/>
                  </a:lnTo>
                  <a:lnTo>
                    <a:pt x="336132" y="2515299"/>
                  </a:lnTo>
                  <a:lnTo>
                    <a:pt x="339555" y="2539306"/>
                  </a:lnTo>
                  <a:lnTo>
                    <a:pt x="342977" y="2624946"/>
                  </a:lnTo>
                  <a:lnTo>
                    <a:pt x="346400" y="2774303"/>
                  </a:lnTo>
                  <a:lnTo>
                    <a:pt x="349823" y="2895289"/>
                  </a:lnTo>
                  <a:lnTo>
                    <a:pt x="353246" y="2888797"/>
                  </a:lnTo>
                  <a:lnTo>
                    <a:pt x="356669" y="2893729"/>
                  </a:lnTo>
                  <a:lnTo>
                    <a:pt x="360091" y="2866361"/>
                  </a:lnTo>
                  <a:lnTo>
                    <a:pt x="363514" y="2807914"/>
                  </a:lnTo>
                  <a:lnTo>
                    <a:pt x="366937" y="2765641"/>
                  </a:lnTo>
                  <a:lnTo>
                    <a:pt x="370360" y="2734228"/>
                  </a:lnTo>
                  <a:lnTo>
                    <a:pt x="373783" y="2720093"/>
                  </a:lnTo>
                  <a:lnTo>
                    <a:pt x="377205" y="2685771"/>
                  </a:lnTo>
                  <a:lnTo>
                    <a:pt x="380628" y="2667090"/>
                  </a:lnTo>
                  <a:lnTo>
                    <a:pt x="384051" y="2655222"/>
                  </a:lnTo>
                  <a:lnTo>
                    <a:pt x="387474" y="2623062"/>
                  </a:lnTo>
                  <a:lnTo>
                    <a:pt x="390897" y="2614421"/>
                  </a:lnTo>
                  <a:lnTo>
                    <a:pt x="394319" y="2617316"/>
                  </a:lnTo>
                  <a:lnTo>
                    <a:pt x="397742" y="2662574"/>
                  </a:lnTo>
                  <a:lnTo>
                    <a:pt x="401165" y="2747760"/>
                  </a:lnTo>
                  <a:lnTo>
                    <a:pt x="404588" y="2797955"/>
                  </a:lnTo>
                  <a:lnTo>
                    <a:pt x="408010" y="2852546"/>
                  </a:lnTo>
                  <a:lnTo>
                    <a:pt x="411433" y="2841618"/>
                  </a:lnTo>
                  <a:lnTo>
                    <a:pt x="414856" y="2790011"/>
                  </a:lnTo>
                  <a:lnTo>
                    <a:pt x="418279" y="2741394"/>
                  </a:lnTo>
                  <a:lnTo>
                    <a:pt x="421702" y="2662633"/>
                  </a:lnTo>
                  <a:lnTo>
                    <a:pt x="425124" y="2652435"/>
                  </a:lnTo>
                  <a:lnTo>
                    <a:pt x="428547" y="2657944"/>
                  </a:lnTo>
                  <a:lnTo>
                    <a:pt x="431970" y="2668908"/>
                  </a:lnTo>
                  <a:lnTo>
                    <a:pt x="435393" y="2714605"/>
                  </a:lnTo>
                  <a:lnTo>
                    <a:pt x="438816" y="2726174"/>
                  </a:lnTo>
                  <a:lnTo>
                    <a:pt x="442238" y="2762096"/>
                  </a:lnTo>
                  <a:lnTo>
                    <a:pt x="445661" y="2772157"/>
                  </a:lnTo>
                  <a:lnTo>
                    <a:pt x="449084" y="2860022"/>
                  </a:lnTo>
                  <a:lnTo>
                    <a:pt x="452507" y="2953520"/>
                  </a:lnTo>
                  <a:lnTo>
                    <a:pt x="455930" y="2953098"/>
                  </a:lnTo>
                  <a:lnTo>
                    <a:pt x="459352" y="2955582"/>
                  </a:lnTo>
                  <a:lnTo>
                    <a:pt x="462775" y="3005869"/>
                  </a:lnTo>
                  <a:lnTo>
                    <a:pt x="466198" y="3010796"/>
                  </a:lnTo>
                  <a:lnTo>
                    <a:pt x="469621" y="2901661"/>
                  </a:lnTo>
                  <a:lnTo>
                    <a:pt x="473044" y="2804609"/>
                  </a:lnTo>
                  <a:lnTo>
                    <a:pt x="476466" y="2706086"/>
                  </a:lnTo>
                  <a:lnTo>
                    <a:pt x="479889" y="2594352"/>
                  </a:lnTo>
                  <a:lnTo>
                    <a:pt x="483312" y="2470817"/>
                  </a:lnTo>
                  <a:lnTo>
                    <a:pt x="486735" y="2383996"/>
                  </a:lnTo>
                  <a:lnTo>
                    <a:pt x="490158" y="2308150"/>
                  </a:lnTo>
                  <a:lnTo>
                    <a:pt x="493580" y="2271555"/>
                  </a:lnTo>
                  <a:lnTo>
                    <a:pt x="497003" y="2358740"/>
                  </a:lnTo>
                  <a:lnTo>
                    <a:pt x="500426" y="2410310"/>
                  </a:lnTo>
                  <a:lnTo>
                    <a:pt x="503849" y="2432727"/>
                  </a:lnTo>
                  <a:lnTo>
                    <a:pt x="507271" y="2451096"/>
                  </a:lnTo>
                  <a:lnTo>
                    <a:pt x="510694" y="2446431"/>
                  </a:lnTo>
                  <a:lnTo>
                    <a:pt x="514117" y="2387681"/>
                  </a:lnTo>
                  <a:lnTo>
                    <a:pt x="517540" y="2395287"/>
                  </a:lnTo>
                  <a:lnTo>
                    <a:pt x="520963" y="2434324"/>
                  </a:lnTo>
                  <a:lnTo>
                    <a:pt x="524385" y="2418360"/>
                  </a:lnTo>
                  <a:lnTo>
                    <a:pt x="527808" y="2464099"/>
                  </a:lnTo>
                  <a:lnTo>
                    <a:pt x="531231" y="2482707"/>
                  </a:lnTo>
                  <a:lnTo>
                    <a:pt x="534654" y="2473192"/>
                  </a:lnTo>
                  <a:lnTo>
                    <a:pt x="538077" y="2342320"/>
                  </a:lnTo>
                  <a:lnTo>
                    <a:pt x="541499" y="2334921"/>
                  </a:lnTo>
                  <a:lnTo>
                    <a:pt x="544922" y="2434374"/>
                  </a:lnTo>
                  <a:lnTo>
                    <a:pt x="548345" y="2499199"/>
                  </a:lnTo>
                  <a:lnTo>
                    <a:pt x="551768" y="2574224"/>
                  </a:lnTo>
                  <a:lnTo>
                    <a:pt x="555191" y="2706526"/>
                  </a:lnTo>
                  <a:lnTo>
                    <a:pt x="558613" y="2865728"/>
                  </a:lnTo>
                  <a:lnTo>
                    <a:pt x="562036" y="2854161"/>
                  </a:lnTo>
                  <a:lnTo>
                    <a:pt x="565459" y="2784210"/>
                  </a:lnTo>
                  <a:lnTo>
                    <a:pt x="568882" y="2671829"/>
                  </a:lnTo>
                  <a:lnTo>
                    <a:pt x="572305" y="2681533"/>
                  </a:lnTo>
                  <a:lnTo>
                    <a:pt x="575727" y="2758725"/>
                  </a:lnTo>
                  <a:lnTo>
                    <a:pt x="579150" y="2742756"/>
                  </a:lnTo>
                  <a:lnTo>
                    <a:pt x="582573" y="2812048"/>
                  </a:lnTo>
                  <a:lnTo>
                    <a:pt x="585996" y="2865396"/>
                  </a:lnTo>
                  <a:lnTo>
                    <a:pt x="589419" y="2830408"/>
                  </a:lnTo>
                  <a:lnTo>
                    <a:pt x="592841" y="2685183"/>
                  </a:lnTo>
                  <a:lnTo>
                    <a:pt x="596264" y="2620099"/>
                  </a:lnTo>
                  <a:lnTo>
                    <a:pt x="599687" y="2658806"/>
                  </a:lnTo>
                  <a:lnTo>
                    <a:pt x="603110" y="2521157"/>
                  </a:lnTo>
                  <a:lnTo>
                    <a:pt x="606533" y="2328218"/>
                  </a:lnTo>
                  <a:lnTo>
                    <a:pt x="609955" y="2317848"/>
                  </a:lnTo>
                  <a:lnTo>
                    <a:pt x="613378" y="2405362"/>
                  </a:lnTo>
                  <a:lnTo>
                    <a:pt x="616801" y="2323090"/>
                  </a:lnTo>
                  <a:lnTo>
                    <a:pt x="620224" y="2162266"/>
                  </a:lnTo>
                  <a:lnTo>
                    <a:pt x="623646" y="2111745"/>
                  </a:lnTo>
                  <a:lnTo>
                    <a:pt x="627069" y="2157147"/>
                  </a:lnTo>
                  <a:lnTo>
                    <a:pt x="630492" y="2116347"/>
                  </a:lnTo>
                  <a:lnTo>
                    <a:pt x="633915" y="2058554"/>
                  </a:lnTo>
                  <a:lnTo>
                    <a:pt x="637338" y="2075661"/>
                  </a:lnTo>
                  <a:lnTo>
                    <a:pt x="640760" y="2143303"/>
                  </a:lnTo>
                  <a:lnTo>
                    <a:pt x="644183" y="2291182"/>
                  </a:lnTo>
                  <a:lnTo>
                    <a:pt x="647606" y="2417038"/>
                  </a:lnTo>
                  <a:lnTo>
                    <a:pt x="651029" y="2534227"/>
                  </a:lnTo>
                  <a:lnTo>
                    <a:pt x="654452" y="2555731"/>
                  </a:lnTo>
                  <a:lnTo>
                    <a:pt x="657874" y="2465193"/>
                  </a:lnTo>
                  <a:lnTo>
                    <a:pt x="661297" y="2355703"/>
                  </a:lnTo>
                  <a:lnTo>
                    <a:pt x="664720" y="2264992"/>
                  </a:lnTo>
                  <a:lnTo>
                    <a:pt x="668143" y="2298816"/>
                  </a:lnTo>
                  <a:lnTo>
                    <a:pt x="671566" y="2364522"/>
                  </a:lnTo>
                  <a:lnTo>
                    <a:pt x="674988" y="2488597"/>
                  </a:lnTo>
                  <a:lnTo>
                    <a:pt x="678411" y="2599375"/>
                  </a:lnTo>
                  <a:lnTo>
                    <a:pt x="681834" y="2710388"/>
                  </a:lnTo>
                  <a:lnTo>
                    <a:pt x="685257" y="2798870"/>
                  </a:lnTo>
                  <a:lnTo>
                    <a:pt x="688680" y="2773392"/>
                  </a:lnTo>
                  <a:lnTo>
                    <a:pt x="692102" y="2630820"/>
                  </a:lnTo>
                  <a:lnTo>
                    <a:pt x="695525" y="2504174"/>
                  </a:lnTo>
                  <a:lnTo>
                    <a:pt x="698948" y="2456713"/>
                  </a:lnTo>
                  <a:lnTo>
                    <a:pt x="702371" y="2394859"/>
                  </a:lnTo>
                  <a:lnTo>
                    <a:pt x="705794" y="2280576"/>
                  </a:lnTo>
                  <a:lnTo>
                    <a:pt x="709216" y="2168259"/>
                  </a:lnTo>
                  <a:lnTo>
                    <a:pt x="712639" y="2171206"/>
                  </a:lnTo>
                  <a:lnTo>
                    <a:pt x="716062" y="2135057"/>
                  </a:lnTo>
                  <a:lnTo>
                    <a:pt x="719485" y="2113456"/>
                  </a:lnTo>
                  <a:lnTo>
                    <a:pt x="722907" y="2132420"/>
                  </a:lnTo>
                  <a:lnTo>
                    <a:pt x="726330" y="2182436"/>
                  </a:lnTo>
                  <a:lnTo>
                    <a:pt x="729753" y="2227179"/>
                  </a:lnTo>
                  <a:lnTo>
                    <a:pt x="733176" y="2285258"/>
                  </a:lnTo>
                  <a:lnTo>
                    <a:pt x="736599" y="2380957"/>
                  </a:lnTo>
                  <a:lnTo>
                    <a:pt x="740021" y="2539706"/>
                  </a:lnTo>
                  <a:lnTo>
                    <a:pt x="743444" y="2684813"/>
                  </a:lnTo>
                  <a:lnTo>
                    <a:pt x="746867" y="2701030"/>
                  </a:lnTo>
                  <a:lnTo>
                    <a:pt x="750290" y="2727867"/>
                  </a:lnTo>
                  <a:lnTo>
                    <a:pt x="753713" y="2804059"/>
                  </a:lnTo>
                  <a:lnTo>
                    <a:pt x="757135" y="2811668"/>
                  </a:lnTo>
                  <a:lnTo>
                    <a:pt x="760558" y="2739909"/>
                  </a:lnTo>
                  <a:lnTo>
                    <a:pt x="763981" y="2671018"/>
                  </a:lnTo>
                  <a:lnTo>
                    <a:pt x="767404" y="2739874"/>
                  </a:lnTo>
                  <a:lnTo>
                    <a:pt x="770827" y="2749133"/>
                  </a:lnTo>
                  <a:lnTo>
                    <a:pt x="774249" y="2674303"/>
                  </a:lnTo>
                  <a:lnTo>
                    <a:pt x="777672" y="2699931"/>
                  </a:lnTo>
                  <a:lnTo>
                    <a:pt x="781095" y="2644749"/>
                  </a:lnTo>
                  <a:lnTo>
                    <a:pt x="784518" y="2534546"/>
                  </a:lnTo>
                  <a:lnTo>
                    <a:pt x="787941" y="2452961"/>
                  </a:lnTo>
                  <a:lnTo>
                    <a:pt x="791363" y="2371458"/>
                  </a:lnTo>
                  <a:lnTo>
                    <a:pt x="794786" y="2318964"/>
                  </a:lnTo>
                  <a:lnTo>
                    <a:pt x="798209" y="2273555"/>
                  </a:lnTo>
                  <a:lnTo>
                    <a:pt x="801632" y="2360615"/>
                  </a:lnTo>
                  <a:lnTo>
                    <a:pt x="805055" y="2460572"/>
                  </a:lnTo>
                  <a:lnTo>
                    <a:pt x="808477" y="2492290"/>
                  </a:lnTo>
                  <a:lnTo>
                    <a:pt x="811900" y="2640595"/>
                  </a:lnTo>
                  <a:lnTo>
                    <a:pt x="815323" y="2686451"/>
                  </a:lnTo>
                  <a:lnTo>
                    <a:pt x="818746" y="2658239"/>
                  </a:lnTo>
                  <a:lnTo>
                    <a:pt x="822168" y="2608743"/>
                  </a:lnTo>
                  <a:lnTo>
                    <a:pt x="825591" y="2602050"/>
                  </a:lnTo>
                  <a:lnTo>
                    <a:pt x="829014" y="2678906"/>
                  </a:lnTo>
                  <a:lnTo>
                    <a:pt x="832437" y="2693515"/>
                  </a:lnTo>
                  <a:lnTo>
                    <a:pt x="835860" y="2790272"/>
                  </a:lnTo>
                  <a:lnTo>
                    <a:pt x="839282" y="2873716"/>
                  </a:lnTo>
                  <a:lnTo>
                    <a:pt x="842705" y="2883436"/>
                  </a:lnTo>
                  <a:lnTo>
                    <a:pt x="846128" y="2895481"/>
                  </a:lnTo>
                  <a:lnTo>
                    <a:pt x="849551" y="2869532"/>
                  </a:lnTo>
                  <a:lnTo>
                    <a:pt x="852974" y="2853237"/>
                  </a:lnTo>
                  <a:lnTo>
                    <a:pt x="856396" y="2779552"/>
                  </a:lnTo>
                  <a:lnTo>
                    <a:pt x="859819" y="2692804"/>
                  </a:lnTo>
                  <a:lnTo>
                    <a:pt x="863242" y="2581010"/>
                  </a:lnTo>
                  <a:lnTo>
                    <a:pt x="866665" y="2471864"/>
                  </a:lnTo>
                  <a:lnTo>
                    <a:pt x="870088" y="2373886"/>
                  </a:lnTo>
                  <a:lnTo>
                    <a:pt x="873510" y="2291502"/>
                  </a:lnTo>
                  <a:lnTo>
                    <a:pt x="876933" y="2350318"/>
                  </a:lnTo>
                  <a:lnTo>
                    <a:pt x="880356" y="2431760"/>
                  </a:lnTo>
                  <a:lnTo>
                    <a:pt x="883779" y="2526225"/>
                  </a:lnTo>
                  <a:lnTo>
                    <a:pt x="887202" y="2588837"/>
                  </a:lnTo>
                  <a:lnTo>
                    <a:pt x="890624" y="2592480"/>
                  </a:lnTo>
                  <a:lnTo>
                    <a:pt x="894047" y="2587041"/>
                  </a:lnTo>
                  <a:lnTo>
                    <a:pt x="897470" y="2496268"/>
                  </a:lnTo>
                  <a:lnTo>
                    <a:pt x="900893" y="2413904"/>
                  </a:lnTo>
                  <a:lnTo>
                    <a:pt x="904316" y="2456363"/>
                  </a:lnTo>
                  <a:lnTo>
                    <a:pt x="907738" y="2576682"/>
                  </a:lnTo>
                  <a:lnTo>
                    <a:pt x="911161" y="2642099"/>
                  </a:lnTo>
                  <a:lnTo>
                    <a:pt x="914584" y="2642940"/>
                  </a:lnTo>
                  <a:lnTo>
                    <a:pt x="918007" y="2646176"/>
                  </a:lnTo>
                  <a:lnTo>
                    <a:pt x="921430" y="2698387"/>
                  </a:lnTo>
                  <a:lnTo>
                    <a:pt x="924852" y="2681788"/>
                  </a:lnTo>
                  <a:lnTo>
                    <a:pt x="928275" y="2565348"/>
                  </a:lnTo>
                  <a:lnTo>
                    <a:pt x="931698" y="2415658"/>
                  </a:lnTo>
                  <a:lnTo>
                    <a:pt x="935121" y="2394835"/>
                  </a:lnTo>
                  <a:lnTo>
                    <a:pt x="938543" y="2392191"/>
                  </a:lnTo>
                  <a:lnTo>
                    <a:pt x="941966" y="2357072"/>
                  </a:lnTo>
                  <a:lnTo>
                    <a:pt x="945389" y="2306148"/>
                  </a:lnTo>
                  <a:lnTo>
                    <a:pt x="948812" y="2344342"/>
                  </a:lnTo>
                  <a:lnTo>
                    <a:pt x="952235" y="2488363"/>
                  </a:lnTo>
                  <a:lnTo>
                    <a:pt x="955657" y="2554668"/>
                  </a:lnTo>
                  <a:lnTo>
                    <a:pt x="959080" y="2655178"/>
                  </a:lnTo>
                  <a:lnTo>
                    <a:pt x="962503" y="2717227"/>
                  </a:lnTo>
                  <a:lnTo>
                    <a:pt x="965926" y="2777846"/>
                  </a:lnTo>
                  <a:lnTo>
                    <a:pt x="969349" y="2799700"/>
                  </a:lnTo>
                  <a:lnTo>
                    <a:pt x="972771" y="2813045"/>
                  </a:lnTo>
                  <a:lnTo>
                    <a:pt x="976194" y="2789700"/>
                  </a:lnTo>
                  <a:lnTo>
                    <a:pt x="979617" y="2696936"/>
                  </a:lnTo>
                  <a:lnTo>
                    <a:pt x="983040" y="2661781"/>
                  </a:lnTo>
                  <a:lnTo>
                    <a:pt x="986463" y="2623361"/>
                  </a:lnTo>
                  <a:lnTo>
                    <a:pt x="989885" y="2558684"/>
                  </a:lnTo>
                  <a:lnTo>
                    <a:pt x="993308" y="2436144"/>
                  </a:lnTo>
                  <a:lnTo>
                    <a:pt x="996731" y="2361025"/>
                  </a:lnTo>
                  <a:lnTo>
                    <a:pt x="1000154" y="2360535"/>
                  </a:lnTo>
                  <a:lnTo>
                    <a:pt x="1003577" y="2337776"/>
                  </a:lnTo>
                  <a:lnTo>
                    <a:pt x="1006999" y="2344820"/>
                  </a:lnTo>
                  <a:lnTo>
                    <a:pt x="1010422" y="2419820"/>
                  </a:lnTo>
                  <a:lnTo>
                    <a:pt x="1013845" y="2579133"/>
                  </a:lnTo>
                  <a:lnTo>
                    <a:pt x="1017268" y="2724842"/>
                  </a:lnTo>
                  <a:lnTo>
                    <a:pt x="1020691" y="2818444"/>
                  </a:lnTo>
                  <a:lnTo>
                    <a:pt x="1024113" y="2883870"/>
                  </a:lnTo>
                  <a:lnTo>
                    <a:pt x="1027536" y="2886270"/>
                  </a:lnTo>
                  <a:lnTo>
                    <a:pt x="1030959" y="2836108"/>
                  </a:lnTo>
                  <a:lnTo>
                    <a:pt x="1034382" y="2755670"/>
                  </a:lnTo>
                  <a:lnTo>
                    <a:pt x="1037804" y="2666978"/>
                  </a:lnTo>
                  <a:lnTo>
                    <a:pt x="1041227" y="2649293"/>
                  </a:lnTo>
                  <a:lnTo>
                    <a:pt x="1044650" y="2669168"/>
                  </a:lnTo>
                  <a:lnTo>
                    <a:pt x="1048073" y="2705487"/>
                  </a:lnTo>
                  <a:lnTo>
                    <a:pt x="1051496" y="2711069"/>
                  </a:lnTo>
                  <a:lnTo>
                    <a:pt x="1054918" y="2667176"/>
                  </a:lnTo>
                  <a:lnTo>
                    <a:pt x="1058341" y="2641300"/>
                  </a:lnTo>
                  <a:lnTo>
                    <a:pt x="1061764" y="2620675"/>
                  </a:lnTo>
                  <a:lnTo>
                    <a:pt x="1065187" y="2520875"/>
                  </a:lnTo>
                  <a:lnTo>
                    <a:pt x="1068610" y="2465504"/>
                  </a:lnTo>
                  <a:lnTo>
                    <a:pt x="1072032" y="2444668"/>
                  </a:lnTo>
                  <a:lnTo>
                    <a:pt x="1075455" y="2471813"/>
                  </a:lnTo>
                  <a:lnTo>
                    <a:pt x="1078878" y="2524253"/>
                  </a:lnTo>
                  <a:lnTo>
                    <a:pt x="1082301" y="2444519"/>
                  </a:lnTo>
                  <a:lnTo>
                    <a:pt x="1085724" y="2360761"/>
                  </a:lnTo>
                  <a:lnTo>
                    <a:pt x="1089146" y="2268610"/>
                  </a:lnTo>
                  <a:lnTo>
                    <a:pt x="1092569" y="2171829"/>
                  </a:lnTo>
                  <a:lnTo>
                    <a:pt x="1095992" y="2101713"/>
                  </a:lnTo>
                  <a:lnTo>
                    <a:pt x="1099415" y="2065743"/>
                  </a:lnTo>
                  <a:lnTo>
                    <a:pt x="1102838" y="2134765"/>
                  </a:lnTo>
                  <a:lnTo>
                    <a:pt x="1106260" y="2242376"/>
                  </a:lnTo>
                  <a:lnTo>
                    <a:pt x="1109683" y="2296469"/>
                  </a:lnTo>
                  <a:lnTo>
                    <a:pt x="1113106" y="2373584"/>
                  </a:lnTo>
                  <a:lnTo>
                    <a:pt x="1116529" y="2517806"/>
                  </a:lnTo>
                  <a:lnTo>
                    <a:pt x="1119952" y="2639096"/>
                  </a:lnTo>
                  <a:lnTo>
                    <a:pt x="1123374" y="2628577"/>
                  </a:lnTo>
                  <a:lnTo>
                    <a:pt x="1126797" y="2592727"/>
                  </a:lnTo>
                  <a:lnTo>
                    <a:pt x="1130220" y="2550899"/>
                  </a:lnTo>
                  <a:lnTo>
                    <a:pt x="1133643" y="2506692"/>
                  </a:lnTo>
                  <a:lnTo>
                    <a:pt x="1137065" y="2457143"/>
                  </a:lnTo>
                  <a:lnTo>
                    <a:pt x="1140488" y="2315240"/>
                  </a:lnTo>
                  <a:lnTo>
                    <a:pt x="1143911" y="2242402"/>
                  </a:lnTo>
                  <a:lnTo>
                    <a:pt x="1147334" y="2270297"/>
                  </a:lnTo>
                  <a:lnTo>
                    <a:pt x="1150757" y="2279780"/>
                  </a:lnTo>
                  <a:lnTo>
                    <a:pt x="1154179" y="2271986"/>
                  </a:lnTo>
                  <a:lnTo>
                    <a:pt x="1157602" y="2238293"/>
                  </a:lnTo>
                  <a:lnTo>
                    <a:pt x="1161025" y="2219078"/>
                  </a:lnTo>
                  <a:lnTo>
                    <a:pt x="1164448" y="2181212"/>
                  </a:lnTo>
                  <a:lnTo>
                    <a:pt x="1167871" y="2125665"/>
                  </a:lnTo>
                  <a:lnTo>
                    <a:pt x="1171293" y="2166728"/>
                  </a:lnTo>
                  <a:lnTo>
                    <a:pt x="1174716" y="2287057"/>
                  </a:lnTo>
                  <a:lnTo>
                    <a:pt x="1178139" y="2301336"/>
                  </a:lnTo>
                  <a:lnTo>
                    <a:pt x="1181562" y="2387537"/>
                  </a:lnTo>
                  <a:lnTo>
                    <a:pt x="1184985" y="2453258"/>
                  </a:lnTo>
                  <a:lnTo>
                    <a:pt x="1188407" y="2475800"/>
                  </a:lnTo>
                  <a:lnTo>
                    <a:pt x="1191830" y="2533964"/>
                  </a:lnTo>
                  <a:lnTo>
                    <a:pt x="1195253" y="2482072"/>
                  </a:lnTo>
                  <a:lnTo>
                    <a:pt x="1198676" y="2475236"/>
                  </a:lnTo>
                  <a:lnTo>
                    <a:pt x="1202099" y="2405779"/>
                  </a:lnTo>
                  <a:lnTo>
                    <a:pt x="1205521" y="2279913"/>
                  </a:lnTo>
                  <a:lnTo>
                    <a:pt x="1208944" y="2269398"/>
                  </a:lnTo>
                  <a:lnTo>
                    <a:pt x="1212367" y="2320396"/>
                  </a:lnTo>
                  <a:lnTo>
                    <a:pt x="1215790" y="2437097"/>
                  </a:lnTo>
                  <a:lnTo>
                    <a:pt x="1219213" y="2471635"/>
                  </a:lnTo>
                  <a:lnTo>
                    <a:pt x="1222635" y="2499990"/>
                  </a:lnTo>
                  <a:lnTo>
                    <a:pt x="1226058" y="2655138"/>
                  </a:lnTo>
                  <a:lnTo>
                    <a:pt x="1229481" y="2686018"/>
                  </a:lnTo>
                  <a:lnTo>
                    <a:pt x="1232904" y="2636855"/>
                  </a:lnTo>
                  <a:lnTo>
                    <a:pt x="1236327" y="2633691"/>
                  </a:lnTo>
                  <a:lnTo>
                    <a:pt x="1239749" y="2767065"/>
                  </a:lnTo>
                  <a:lnTo>
                    <a:pt x="1243172" y="2889185"/>
                  </a:lnTo>
                  <a:lnTo>
                    <a:pt x="1246595" y="2957347"/>
                  </a:lnTo>
                  <a:lnTo>
                    <a:pt x="1250018" y="3053316"/>
                  </a:lnTo>
                  <a:lnTo>
                    <a:pt x="1253440" y="3080409"/>
                  </a:lnTo>
                  <a:lnTo>
                    <a:pt x="1256863" y="3002601"/>
                  </a:lnTo>
                  <a:lnTo>
                    <a:pt x="1260286" y="2841764"/>
                  </a:lnTo>
                  <a:lnTo>
                    <a:pt x="1263709" y="2689183"/>
                  </a:lnTo>
                  <a:lnTo>
                    <a:pt x="1267132" y="2474868"/>
                  </a:lnTo>
                  <a:lnTo>
                    <a:pt x="1270554" y="2298877"/>
                  </a:lnTo>
                  <a:lnTo>
                    <a:pt x="1273977" y="2180511"/>
                  </a:lnTo>
                  <a:lnTo>
                    <a:pt x="1277400" y="2111763"/>
                  </a:lnTo>
                  <a:lnTo>
                    <a:pt x="1280823" y="2108410"/>
                  </a:lnTo>
                  <a:lnTo>
                    <a:pt x="1284246" y="2174001"/>
                  </a:lnTo>
                  <a:lnTo>
                    <a:pt x="1287668" y="2330897"/>
                  </a:lnTo>
                  <a:lnTo>
                    <a:pt x="1291091" y="2443311"/>
                  </a:lnTo>
                  <a:lnTo>
                    <a:pt x="1294514" y="2566738"/>
                  </a:lnTo>
                  <a:lnTo>
                    <a:pt x="1297937" y="2595394"/>
                  </a:lnTo>
                  <a:lnTo>
                    <a:pt x="1301360" y="2545950"/>
                  </a:lnTo>
                  <a:lnTo>
                    <a:pt x="1304782" y="2503530"/>
                  </a:lnTo>
                  <a:lnTo>
                    <a:pt x="1308205" y="2443125"/>
                  </a:lnTo>
                  <a:lnTo>
                    <a:pt x="1311628" y="2353116"/>
                  </a:lnTo>
                  <a:lnTo>
                    <a:pt x="1315051" y="2223018"/>
                  </a:lnTo>
                  <a:lnTo>
                    <a:pt x="1318474" y="2209023"/>
                  </a:lnTo>
                  <a:lnTo>
                    <a:pt x="1321896" y="2244128"/>
                  </a:lnTo>
                  <a:lnTo>
                    <a:pt x="1325319" y="2250182"/>
                  </a:lnTo>
                  <a:lnTo>
                    <a:pt x="1328742" y="2339178"/>
                  </a:lnTo>
                  <a:lnTo>
                    <a:pt x="1332165" y="2380496"/>
                  </a:lnTo>
                  <a:lnTo>
                    <a:pt x="1335588" y="2333545"/>
                  </a:lnTo>
                  <a:lnTo>
                    <a:pt x="1339010" y="2280631"/>
                  </a:lnTo>
                  <a:lnTo>
                    <a:pt x="1342433" y="2176632"/>
                  </a:lnTo>
                  <a:lnTo>
                    <a:pt x="1345856" y="2070751"/>
                  </a:lnTo>
                  <a:lnTo>
                    <a:pt x="1349279" y="1926671"/>
                  </a:lnTo>
                  <a:lnTo>
                    <a:pt x="1352701" y="1927350"/>
                  </a:lnTo>
                  <a:lnTo>
                    <a:pt x="1356124" y="1977530"/>
                  </a:lnTo>
                  <a:lnTo>
                    <a:pt x="1359547" y="1973172"/>
                  </a:lnTo>
                  <a:lnTo>
                    <a:pt x="1362970" y="2056334"/>
                  </a:lnTo>
                  <a:lnTo>
                    <a:pt x="1366393" y="2114136"/>
                  </a:lnTo>
                  <a:lnTo>
                    <a:pt x="1369815" y="2238748"/>
                  </a:lnTo>
                  <a:lnTo>
                    <a:pt x="1373238" y="2356270"/>
                  </a:lnTo>
                  <a:lnTo>
                    <a:pt x="1376661" y="2489997"/>
                  </a:lnTo>
                  <a:lnTo>
                    <a:pt x="1380084" y="2579570"/>
                  </a:lnTo>
                  <a:lnTo>
                    <a:pt x="1383507" y="2625875"/>
                  </a:lnTo>
                  <a:lnTo>
                    <a:pt x="1386929" y="2593379"/>
                  </a:lnTo>
                  <a:lnTo>
                    <a:pt x="1390352" y="2432642"/>
                  </a:lnTo>
                  <a:lnTo>
                    <a:pt x="1393775" y="2278113"/>
                  </a:lnTo>
                  <a:lnTo>
                    <a:pt x="1397198" y="2151476"/>
                  </a:lnTo>
                  <a:lnTo>
                    <a:pt x="1400621" y="2102115"/>
                  </a:lnTo>
                  <a:lnTo>
                    <a:pt x="1404043" y="2031873"/>
                  </a:lnTo>
                  <a:lnTo>
                    <a:pt x="1407466" y="2002718"/>
                  </a:lnTo>
                  <a:lnTo>
                    <a:pt x="1410889" y="1996901"/>
                  </a:lnTo>
                  <a:lnTo>
                    <a:pt x="1414312" y="1900692"/>
                  </a:lnTo>
                  <a:lnTo>
                    <a:pt x="1417735" y="1776564"/>
                  </a:lnTo>
                  <a:lnTo>
                    <a:pt x="1421157" y="1697467"/>
                  </a:lnTo>
                  <a:lnTo>
                    <a:pt x="1424580" y="1712754"/>
                  </a:lnTo>
                  <a:lnTo>
                    <a:pt x="1428003" y="1751768"/>
                  </a:lnTo>
                  <a:lnTo>
                    <a:pt x="1431426" y="1783432"/>
                  </a:lnTo>
                  <a:lnTo>
                    <a:pt x="1434849" y="1824252"/>
                  </a:lnTo>
                  <a:lnTo>
                    <a:pt x="1438271" y="1898478"/>
                  </a:lnTo>
                  <a:lnTo>
                    <a:pt x="1441694" y="1922325"/>
                  </a:lnTo>
                  <a:lnTo>
                    <a:pt x="1445117" y="1850078"/>
                  </a:lnTo>
                  <a:lnTo>
                    <a:pt x="1448540" y="1794431"/>
                  </a:lnTo>
                  <a:lnTo>
                    <a:pt x="1451962" y="1831906"/>
                  </a:lnTo>
                  <a:lnTo>
                    <a:pt x="1455385" y="1942161"/>
                  </a:lnTo>
                  <a:lnTo>
                    <a:pt x="1458808" y="2089986"/>
                  </a:lnTo>
                  <a:lnTo>
                    <a:pt x="1462231" y="2169114"/>
                  </a:lnTo>
                  <a:lnTo>
                    <a:pt x="1465654" y="2183288"/>
                  </a:lnTo>
                  <a:lnTo>
                    <a:pt x="1469076" y="2220517"/>
                  </a:lnTo>
                  <a:lnTo>
                    <a:pt x="1472499" y="2233700"/>
                  </a:lnTo>
                  <a:lnTo>
                    <a:pt x="1475922" y="2185971"/>
                  </a:lnTo>
                  <a:lnTo>
                    <a:pt x="1479345" y="2074250"/>
                  </a:lnTo>
                  <a:lnTo>
                    <a:pt x="1482768" y="1984173"/>
                  </a:lnTo>
                  <a:lnTo>
                    <a:pt x="1486190" y="1965019"/>
                  </a:lnTo>
                  <a:lnTo>
                    <a:pt x="1489613" y="1987988"/>
                  </a:lnTo>
                  <a:lnTo>
                    <a:pt x="1493036" y="1982316"/>
                  </a:lnTo>
                  <a:lnTo>
                    <a:pt x="1496459" y="2025328"/>
                  </a:lnTo>
                  <a:lnTo>
                    <a:pt x="1499882" y="2034781"/>
                  </a:lnTo>
                  <a:lnTo>
                    <a:pt x="1503304" y="2077063"/>
                  </a:lnTo>
                  <a:lnTo>
                    <a:pt x="1506727" y="2124579"/>
                  </a:lnTo>
                  <a:lnTo>
                    <a:pt x="1510150" y="2089833"/>
                  </a:lnTo>
                  <a:lnTo>
                    <a:pt x="1513573" y="1981056"/>
                  </a:lnTo>
                  <a:lnTo>
                    <a:pt x="1516996" y="1839664"/>
                  </a:lnTo>
                  <a:lnTo>
                    <a:pt x="1520418" y="1757408"/>
                  </a:lnTo>
                  <a:lnTo>
                    <a:pt x="1523841" y="1718692"/>
                  </a:lnTo>
                  <a:lnTo>
                    <a:pt x="1527264" y="1653479"/>
                  </a:lnTo>
                  <a:lnTo>
                    <a:pt x="1530687" y="1530320"/>
                  </a:lnTo>
                  <a:lnTo>
                    <a:pt x="1534110" y="1484343"/>
                  </a:lnTo>
                  <a:lnTo>
                    <a:pt x="1537532" y="1443181"/>
                  </a:lnTo>
                  <a:lnTo>
                    <a:pt x="1540955" y="1400679"/>
                  </a:lnTo>
                  <a:lnTo>
                    <a:pt x="1544378" y="1338649"/>
                  </a:lnTo>
                  <a:lnTo>
                    <a:pt x="1547801" y="1283408"/>
                  </a:lnTo>
                  <a:lnTo>
                    <a:pt x="1551224" y="1274493"/>
                  </a:lnTo>
                  <a:lnTo>
                    <a:pt x="1554646" y="1226464"/>
                  </a:lnTo>
                  <a:lnTo>
                    <a:pt x="1558069" y="1208953"/>
                  </a:lnTo>
                  <a:lnTo>
                    <a:pt x="1561492" y="1226339"/>
                  </a:lnTo>
                  <a:lnTo>
                    <a:pt x="1564915" y="1211837"/>
                  </a:lnTo>
                  <a:lnTo>
                    <a:pt x="1568337" y="1259742"/>
                  </a:lnTo>
                  <a:lnTo>
                    <a:pt x="1571760" y="1335858"/>
                  </a:lnTo>
                  <a:lnTo>
                    <a:pt x="1575183" y="1425097"/>
                  </a:lnTo>
                  <a:lnTo>
                    <a:pt x="1578606" y="1469772"/>
                  </a:lnTo>
                  <a:lnTo>
                    <a:pt x="1582029" y="1541594"/>
                  </a:lnTo>
                  <a:lnTo>
                    <a:pt x="1585451" y="1632516"/>
                  </a:lnTo>
                  <a:lnTo>
                    <a:pt x="1588874" y="1615568"/>
                  </a:lnTo>
                  <a:lnTo>
                    <a:pt x="1592297" y="1619247"/>
                  </a:lnTo>
                  <a:lnTo>
                    <a:pt x="1595720" y="1665293"/>
                  </a:lnTo>
                  <a:lnTo>
                    <a:pt x="1599143" y="1728947"/>
                  </a:lnTo>
                  <a:lnTo>
                    <a:pt x="1602565" y="1848251"/>
                  </a:lnTo>
                  <a:lnTo>
                    <a:pt x="1605988" y="1990668"/>
                  </a:lnTo>
                  <a:lnTo>
                    <a:pt x="1609411" y="2067236"/>
                  </a:lnTo>
                  <a:lnTo>
                    <a:pt x="1612834" y="2008184"/>
                  </a:lnTo>
                  <a:lnTo>
                    <a:pt x="1616257" y="1891731"/>
                  </a:lnTo>
                  <a:lnTo>
                    <a:pt x="1619679" y="1779813"/>
                  </a:lnTo>
                  <a:lnTo>
                    <a:pt x="1623102" y="1557397"/>
                  </a:lnTo>
                  <a:lnTo>
                    <a:pt x="1626525" y="1339209"/>
                  </a:lnTo>
                  <a:lnTo>
                    <a:pt x="1629948" y="1243732"/>
                  </a:lnTo>
                  <a:lnTo>
                    <a:pt x="1633371" y="1273131"/>
                  </a:lnTo>
                  <a:lnTo>
                    <a:pt x="1636793" y="1288313"/>
                  </a:lnTo>
                  <a:lnTo>
                    <a:pt x="1640216" y="1286079"/>
                  </a:lnTo>
                  <a:lnTo>
                    <a:pt x="1643639" y="1231304"/>
                  </a:lnTo>
                  <a:lnTo>
                    <a:pt x="1647062" y="1164196"/>
                  </a:lnTo>
                  <a:lnTo>
                    <a:pt x="1650485" y="1164181"/>
                  </a:lnTo>
                  <a:lnTo>
                    <a:pt x="1653907" y="1176342"/>
                  </a:lnTo>
                  <a:lnTo>
                    <a:pt x="1657330" y="1240426"/>
                  </a:lnTo>
                  <a:lnTo>
                    <a:pt x="1660753" y="1296992"/>
                  </a:lnTo>
                  <a:lnTo>
                    <a:pt x="1664176" y="1434677"/>
                  </a:lnTo>
                  <a:lnTo>
                    <a:pt x="1667598" y="1565849"/>
                  </a:lnTo>
                  <a:lnTo>
                    <a:pt x="1671021" y="1542978"/>
                  </a:lnTo>
                  <a:lnTo>
                    <a:pt x="1674444" y="1448477"/>
                  </a:lnTo>
                  <a:lnTo>
                    <a:pt x="1677867" y="1335908"/>
                  </a:lnTo>
                  <a:lnTo>
                    <a:pt x="1681290" y="1253028"/>
                  </a:lnTo>
                  <a:lnTo>
                    <a:pt x="1684712" y="1199240"/>
                  </a:lnTo>
                  <a:lnTo>
                    <a:pt x="1688135" y="1250792"/>
                  </a:lnTo>
                  <a:lnTo>
                    <a:pt x="1691558" y="1430330"/>
                  </a:lnTo>
                  <a:lnTo>
                    <a:pt x="1694981" y="1700396"/>
                  </a:lnTo>
                  <a:lnTo>
                    <a:pt x="1698404" y="1977198"/>
                  </a:lnTo>
                  <a:lnTo>
                    <a:pt x="1701826" y="2146918"/>
                  </a:lnTo>
                  <a:lnTo>
                    <a:pt x="1705249" y="2153726"/>
                  </a:lnTo>
                  <a:lnTo>
                    <a:pt x="1708672" y="2077791"/>
                  </a:lnTo>
                  <a:lnTo>
                    <a:pt x="1712095" y="2040294"/>
                  </a:lnTo>
                  <a:lnTo>
                    <a:pt x="1715518" y="1889779"/>
                  </a:lnTo>
                  <a:lnTo>
                    <a:pt x="1718940" y="1697906"/>
                  </a:lnTo>
                  <a:lnTo>
                    <a:pt x="1722363" y="1597346"/>
                  </a:lnTo>
                  <a:lnTo>
                    <a:pt x="1725786" y="1731475"/>
                  </a:lnTo>
                  <a:lnTo>
                    <a:pt x="1729209" y="1840917"/>
                  </a:lnTo>
                  <a:lnTo>
                    <a:pt x="1732632" y="1841522"/>
                  </a:lnTo>
                  <a:lnTo>
                    <a:pt x="1736054" y="1957456"/>
                  </a:lnTo>
                  <a:lnTo>
                    <a:pt x="1739477" y="2052193"/>
                  </a:lnTo>
                  <a:lnTo>
                    <a:pt x="1742900" y="2078432"/>
                  </a:lnTo>
                  <a:lnTo>
                    <a:pt x="1746323" y="1949759"/>
                  </a:lnTo>
                  <a:lnTo>
                    <a:pt x="1749746" y="1759887"/>
                  </a:lnTo>
                  <a:lnTo>
                    <a:pt x="1753168" y="1639288"/>
                  </a:lnTo>
                  <a:lnTo>
                    <a:pt x="1756591" y="1553909"/>
                  </a:lnTo>
                  <a:lnTo>
                    <a:pt x="1760014" y="1557628"/>
                  </a:lnTo>
                  <a:lnTo>
                    <a:pt x="1763437" y="1578259"/>
                  </a:lnTo>
                  <a:lnTo>
                    <a:pt x="1766859" y="1643234"/>
                  </a:lnTo>
                  <a:lnTo>
                    <a:pt x="1770282" y="1801639"/>
                  </a:lnTo>
                  <a:lnTo>
                    <a:pt x="1773705" y="1982816"/>
                  </a:lnTo>
                  <a:lnTo>
                    <a:pt x="1777128" y="1936973"/>
                  </a:lnTo>
                  <a:lnTo>
                    <a:pt x="1780551" y="1885795"/>
                  </a:lnTo>
                  <a:lnTo>
                    <a:pt x="1783973" y="1870412"/>
                  </a:lnTo>
                  <a:lnTo>
                    <a:pt x="1787396" y="1842781"/>
                  </a:lnTo>
                  <a:lnTo>
                    <a:pt x="1790819" y="1800177"/>
                  </a:lnTo>
                  <a:lnTo>
                    <a:pt x="1794242" y="1669486"/>
                  </a:lnTo>
                  <a:lnTo>
                    <a:pt x="1797665" y="1606188"/>
                  </a:lnTo>
                  <a:lnTo>
                    <a:pt x="1801087" y="1436476"/>
                  </a:lnTo>
                  <a:lnTo>
                    <a:pt x="1804510" y="1351822"/>
                  </a:lnTo>
                  <a:lnTo>
                    <a:pt x="1807933" y="1296912"/>
                  </a:lnTo>
                  <a:lnTo>
                    <a:pt x="1811356" y="1219092"/>
                  </a:lnTo>
                  <a:lnTo>
                    <a:pt x="1814779" y="1163986"/>
                  </a:lnTo>
                  <a:lnTo>
                    <a:pt x="1818201" y="1193922"/>
                  </a:lnTo>
                  <a:lnTo>
                    <a:pt x="1821624" y="1298631"/>
                  </a:lnTo>
                  <a:lnTo>
                    <a:pt x="1825047" y="1321895"/>
                  </a:lnTo>
                  <a:lnTo>
                    <a:pt x="1828470" y="1282178"/>
                  </a:lnTo>
                  <a:lnTo>
                    <a:pt x="1831893" y="1269747"/>
                  </a:lnTo>
                  <a:lnTo>
                    <a:pt x="1835315" y="1342007"/>
                  </a:lnTo>
                  <a:lnTo>
                    <a:pt x="1838738" y="1427094"/>
                  </a:lnTo>
                  <a:lnTo>
                    <a:pt x="1842161" y="1443135"/>
                  </a:lnTo>
                  <a:lnTo>
                    <a:pt x="1845584" y="1487575"/>
                  </a:lnTo>
                  <a:lnTo>
                    <a:pt x="1849007" y="1572978"/>
                  </a:lnTo>
                  <a:lnTo>
                    <a:pt x="1852429" y="1535270"/>
                  </a:lnTo>
                  <a:lnTo>
                    <a:pt x="1855852" y="1439692"/>
                  </a:lnTo>
                  <a:lnTo>
                    <a:pt x="1859275" y="1335906"/>
                  </a:lnTo>
                  <a:lnTo>
                    <a:pt x="1862698" y="1280354"/>
                  </a:lnTo>
                  <a:lnTo>
                    <a:pt x="1866121" y="1209118"/>
                  </a:lnTo>
                  <a:lnTo>
                    <a:pt x="1869543" y="1120502"/>
                  </a:lnTo>
                  <a:lnTo>
                    <a:pt x="1872966" y="1106064"/>
                  </a:lnTo>
                  <a:lnTo>
                    <a:pt x="1876389" y="1054233"/>
                  </a:lnTo>
                  <a:lnTo>
                    <a:pt x="1879812" y="980401"/>
                  </a:lnTo>
                  <a:lnTo>
                    <a:pt x="1883234" y="891911"/>
                  </a:lnTo>
                  <a:lnTo>
                    <a:pt x="1886657" y="784992"/>
                  </a:lnTo>
                  <a:lnTo>
                    <a:pt x="1890080" y="721196"/>
                  </a:lnTo>
                  <a:lnTo>
                    <a:pt x="1893503" y="677874"/>
                  </a:lnTo>
                  <a:lnTo>
                    <a:pt x="1896926" y="663114"/>
                  </a:lnTo>
                  <a:lnTo>
                    <a:pt x="1900348" y="728463"/>
                  </a:lnTo>
                  <a:lnTo>
                    <a:pt x="1903771" y="808830"/>
                  </a:lnTo>
                  <a:lnTo>
                    <a:pt x="1907194" y="909491"/>
                  </a:lnTo>
                  <a:lnTo>
                    <a:pt x="1910617" y="1029587"/>
                  </a:lnTo>
                  <a:lnTo>
                    <a:pt x="1914040" y="1160403"/>
                  </a:lnTo>
                  <a:lnTo>
                    <a:pt x="1917462" y="1202493"/>
                  </a:lnTo>
                  <a:lnTo>
                    <a:pt x="1920885" y="1156759"/>
                  </a:lnTo>
                  <a:lnTo>
                    <a:pt x="1924308" y="1109808"/>
                  </a:lnTo>
                  <a:lnTo>
                    <a:pt x="1927731" y="1029058"/>
                  </a:lnTo>
                  <a:lnTo>
                    <a:pt x="1931154" y="897822"/>
                  </a:lnTo>
                  <a:lnTo>
                    <a:pt x="1934576" y="778697"/>
                  </a:lnTo>
                  <a:lnTo>
                    <a:pt x="1937999" y="881625"/>
                  </a:lnTo>
                  <a:lnTo>
                    <a:pt x="1941422" y="999521"/>
                  </a:lnTo>
                  <a:lnTo>
                    <a:pt x="1944845" y="1077657"/>
                  </a:lnTo>
                  <a:lnTo>
                    <a:pt x="1948268" y="1091795"/>
                  </a:lnTo>
                  <a:lnTo>
                    <a:pt x="1951690" y="1075350"/>
                  </a:lnTo>
                  <a:lnTo>
                    <a:pt x="1955113" y="1022019"/>
                  </a:lnTo>
                  <a:lnTo>
                    <a:pt x="1958536" y="874520"/>
                  </a:lnTo>
                  <a:lnTo>
                    <a:pt x="1961959" y="726585"/>
                  </a:lnTo>
                  <a:lnTo>
                    <a:pt x="1965382" y="589780"/>
                  </a:lnTo>
                  <a:lnTo>
                    <a:pt x="1968804" y="516275"/>
                  </a:lnTo>
                  <a:lnTo>
                    <a:pt x="1972227" y="437688"/>
                  </a:lnTo>
                  <a:lnTo>
                    <a:pt x="1975650" y="385391"/>
                  </a:lnTo>
                  <a:lnTo>
                    <a:pt x="1979073" y="253749"/>
                  </a:lnTo>
                  <a:lnTo>
                    <a:pt x="1982495" y="170424"/>
                  </a:lnTo>
                  <a:lnTo>
                    <a:pt x="1985918" y="161549"/>
                  </a:lnTo>
                  <a:lnTo>
                    <a:pt x="1989341" y="165044"/>
                  </a:lnTo>
                  <a:lnTo>
                    <a:pt x="1992764" y="276362"/>
                  </a:lnTo>
                  <a:lnTo>
                    <a:pt x="1996187" y="339330"/>
                  </a:lnTo>
                  <a:lnTo>
                    <a:pt x="1999609" y="370654"/>
                  </a:lnTo>
                  <a:lnTo>
                    <a:pt x="2003032" y="417570"/>
                  </a:lnTo>
                  <a:lnTo>
                    <a:pt x="2006455" y="478898"/>
                  </a:lnTo>
                  <a:lnTo>
                    <a:pt x="2009878" y="517282"/>
                  </a:lnTo>
                  <a:lnTo>
                    <a:pt x="2013301" y="450956"/>
                  </a:lnTo>
                  <a:lnTo>
                    <a:pt x="2016723" y="510621"/>
                  </a:lnTo>
                  <a:lnTo>
                    <a:pt x="2020146" y="676108"/>
                  </a:lnTo>
                  <a:lnTo>
                    <a:pt x="2023569" y="677283"/>
                  </a:lnTo>
                  <a:lnTo>
                    <a:pt x="2026992" y="597215"/>
                  </a:lnTo>
                  <a:lnTo>
                    <a:pt x="2030415" y="572249"/>
                  </a:lnTo>
                  <a:lnTo>
                    <a:pt x="2033837" y="592617"/>
                  </a:lnTo>
                  <a:lnTo>
                    <a:pt x="2037260" y="526385"/>
                  </a:lnTo>
                  <a:lnTo>
                    <a:pt x="2040683" y="510931"/>
                  </a:lnTo>
                  <a:lnTo>
                    <a:pt x="2044106" y="577792"/>
                  </a:lnTo>
                  <a:lnTo>
                    <a:pt x="2047529" y="680438"/>
                  </a:lnTo>
                  <a:lnTo>
                    <a:pt x="2050951" y="745978"/>
                  </a:lnTo>
                  <a:lnTo>
                    <a:pt x="2054374" y="720400"/>
                  </a:lnTo>
                  <a:lnTo>
                    <a:pt x="2057797" y="767059"/>
                  </a:lnTo>
                  <a:lnTo>
                    <a:pt x="2061220" y="773608"/>
                  </a:lnTo>
                  <a:lnTo>
                    <a:pt x="2064643" y="760064"/>
                  </a:lnTo>
                  <a:lnTo>
                    <a:pt x="2068065" y="787972"/>
                  </a:lnTo>
                  <a:lnTo>
                    <a:pt x="2071488" y="816398"/>
                  </a:lnTo>
                  <a:lnTo>
                    <a:pt x="2074911" y="858510"/>
                  </a:lnTo>
                  <a:lnTo>
                    <a:pt x="2078334" y="768761"/>
                  </a:lnTo>
                  <a:lnTo>
                    <a:pt x="2081757" y="619036"/>
                  </a:lnTo>
                  <a:lnTo>
                    <a:pt x="2085179" y="512432"/>
                  </a:lnTo>
                  <a:lnTo>
                    <a:pt x="2088602" y="417406"/>
                  </a:lnTo>
                  <a:lnTo>
                    <a:pt x="2092025" y="356963"/>
                  </a:lnTo>
                  <a:lnTo>
                    <a:pt x="2095448" y="295501"/>
                  </a:lnTo>
                  <a:lnTo>
                    <a:pt x="2098870" y="367516"/>
                  </a:lnTo>
                  <a:lnTo>
                    <a:pt x="2102293" y="496920"/>
                  </a:lnTo>
                  <a:lnTo>
                    <a:pt x="2105716" y="605747"/>
                  </a:lnTo>
                  <a:lnTo>
                    <a:pt x="2109139" y="695948"/>
                  </a:lnTo>
                  <a:lnTo>
                    <a:pt x="2112562" y="758877"/>
                  </a:lnTo>
                  <a:lnTo>
                    <a:pt x="2115984" y="772382"/>
                  </a:lnTo>
                  <a:lnTo>
                    <a:pt x="2119407" y="679462"/>
                  </a:lnTo>
                  <a:lnTo>
                    <a:pt x="2122830" y="586604"/>
                  </a:lnTo>
                  <a:lnTo>
                    <a:pt x="2126253" y="471169"/>
                  </a:lnTo>
                  <a:lnTo>
                    <a:pt x="2129676" y="301189"/>
                  </a:lnTo>
                  <a:lnTo>
                    <a:pt x="2133098" y="156686"/>
                  </a:lnTo>
                  <a:lnTo>
                    <a:pt x="2136521" y="168938"/>
                  </a:lnTo>
                  <a:lnTo>
                    <a:pt x="2139944" y="197800"/>
                  </a:lnTo>
                  <a:lnTo>
                    <a:pt x="2143367" y="180575"/>
                  </a:lnTo>
                  <a:lnTo>
                    <a:pt x="2146790" y="193905"/>
                  </a:lnTo>
                  <a:lnTo>
                    <a:pt x="2150212" y="219964"/>
                  </a:lnTo>
                  <a:lnTo>
                    <a:pt x="2153635" y="244400"/>
                  </a:lnTo>
                  <a:lnTo>
                    <a:pt x="2157058" y="234673"/>
                  </a:lnTo>
                  <a:lnTo>
                    <a:pt x="2160481" y="257182"/>
                  </a:lnTo>
                  <a:lnTo>
                    <a:pt x="2163904" y="303116"/>
                  </a:lnTo>
                  <a:lnTo>
                    <a:pt x="2167326" y="380681"/>
                  </a:lnTo>
                  <a:lnTo>
                    <a:pt x="2170749" y="499875"/>
                  </a:lnTo>
                  <a:lnTo>
                    <a:pt x="2174172" y="514206"/>
                  </a:lnTo>
                  <a:lnTo>
                    <a:pt x="2177595" y="499053"/>
                  </a:lnTo>
                  <a:lnTo>
                    <a:pt x="2181018" y="563492"/>
                  </a:lnTo>
                  <a:lnTo>
                    <a:pt x="2184440" y="663040"/>
                  </a:lnTo>
                  <a:lnTo>
                    <a:pt x="2187863" y="842207"/>
                  </a:lnTo>
                  <a:lnTo>
                    <a:pt x="2191286" y="881304"/>
                  </a:lnTo>
                  <a:lnTo>
                    <a:pt x="2194709" y="928461"/>
                  </a:lnTo>
                  <a:lnTo>
                    <a:pt x="2198131" y="904330"/>
                  </a:lnTo>
                  <a:lnTo>
                    <a:pt x="2201554" y="742078"/>
                  </a:lnTo>
                  <a:lnTo>
                    <a:pt x="2204977" y="558639"/>
                  </a:lnTo>
                  <a:lnTo>
                    <a:pt x="2208400" y="296464"/>
                  </a:lnTo>
                  <a:lnTo>
                    <a:pt x="2211823" y="142026"/>
                  </a:lnTo>
                  <a:lnTo>
                    <a:pt x="2215245" y="54610"/>
                  </a:lnTo>
                  <a:lnTo>
                    <a:pt x="2218668" y="26421"/>
                  </a:lnTo>
                  <a:lnTo>
                    <a:pt x="2222091" y="36952"/>
                  </a:lnTo>
                  <a:lnTo>
                    <a:pt x="2225514" y="37355"/>
                  </a:lnTo>
                  <a:lnTo>
                    <a:pt x="2228937" y="67226"/>
                  </a:lnTo>
                  <a:lnTo>
                    <a:pt x="2232359" y="109165"/>
                  </a:lnTo>
                  <a:lnTo>
                    <a:pt x="2235782" y="147534"/>
                  </a:lnTo>
                  <a:lnTo>
                    <a:pt x="2239205" y="202923"/>
                  </a:lnTo>
                  <a:lnTo>
                    <a:pt x="2242628" y="266852"/>
                  </a:lnTo>
                  <a:lnTo>
                    <a:pt x="2246051" y="289105"/>
                  </a:lnTo>
                  <a:lnTo>
                    <a:pt x="2249473" y="239011"/>
                  </a:lnTo>
                  <a:lnTo>
                    <a:pt x="2252896" y="210468"/>
                  </a:lnTo>
                  <a:lnTo>
                    <a:pt x="2256319" y="194869"/>
                  </a:lnTo>
                  <a:lnTo>
                    <a:pt x="2259742" y="177544"/>
                  </a:lnTo>
                  <a:lnTo>
                    <a:pt x="2263165" y="131763"/>
                  </a:lnTo>
                  <a:lnTo>
                    <a:pt x="2266587" y="103242"/>
                  </a:lnTo>
                  <a:lnTo>
                    <a:pt x="2270010" y="149410"/>
                  </a:lnTo>
                  <a:lnTo>
                    <a:pt x="2273433" y="268977"/>
                  </a:lnTo>
                  <a:lnTo>
                    <a:pt x="2276856" y="409866"/>
                  </a:lnTo>
                  <a:lnTo>
                    <a:pt x="2280279" y="499596"/>
                  </a:lnTo>
                  <a:lnTo>
                    <a:pt x="2283701" y="686746"/>
                  </a:lnTo>
                  <a:lnTo>
                    <a:pt x="2287124" y="906299"/>
                  </a:lnTo>
                  <a:lnTo>
                    <a:pt x="2290547" y="1054421"/>
                  </a:lnTo>
                  <a:lnTo>
                    <a:pt x="2293970" y="1026220"/>
                  </a:lnTo>
                  <a:lnTo>
                    <a:pt x="2297392" y="1004166"/>
                  </a:lnTo>
                  <a:lnTo>
                    <a:pt x="2300815" y="1042979"/>
                  </a:lnTo>
                  <a:lnTo>
                    <a:pt x="2304238" y="1004918"/>
                  </a:lnTo>
                  <a:lnTo>
                    <a:pt x="2307661" y="896463"/>
                  </a:lnTo>
                  <a:lnTo>
                    <a:pt x="2311084" y="794208"/>
                  </a:lnTo>
                  <a:lnTo>
                    <a:pt x="2314506" y="781673"/>
                  </a:lnTo>
                  <a:lnTo>
                    <a:pt x="2317929" y="792696"/>
                  </a:lnTo>
                  <a:lnTo>
                    <a:pt x="2321352" y="744773"/>
                  </a:lnTo>
                  <a:lnTo>
                    <a:pt x="2324775" y="665203"/>
                  </a:lnTo>
                  <a:lnTo>
                    <a:pt x="2328198" y="639521"/>
                  </a:lnTo>
                  <a:lnTo>
                    <a:pt x="2331620" y="675324"/>
                  </a:lnTo>
                  <a:lnTo>
                    <a:pt x="2335043" y="659676"/>
                  </a:lnTo>
                  <a:lnTo>
                    <a:pt x="2338466" y="567465"/>
                  </a:lnTo>
                  <a:lnTo>
                    <a:pt x="2341889" y="569474"/>
                  </a:lnTo>
                  <a:lnTo>
                    <a:pt x="2345312" y="640088"/>
                  </a:lnTo>
                  <a:lnTo>
                    <a:pt x="2348734" y="624082"/>
                  </a:lnTo>
                  <a:lnTo>
                    <a:pt x="2352157" y="673440"/>
                  </a:lnTo>
                  <a:lnTo>
                    <a:pt x="2355580" y="729509"/>
                  </a:lnTo>
                  <a:lnTo>
                    <a:pt x="2359003" y="690115"/>
                  </a:lnTo>
                  <a:lnTo>
                    <a:pt x="2362426" y="608723"/>
                  </a:lnTo>
                  <a:lnTo>
                    <a:pt x="2365848" y="505811"/>
                  </a:lnTo>
                  <a:lnTo>
                    <a:pt x="2369271" y="458962"/>
                  </a:lnTo>
                  <a:lnTo>
                    <a:pt x="2372694" y="328478"/>
                  </a:lnTo>
                  <a:lnTo>
                    <a:pt x="2376117" y="239362"/>
                  </a:lnTo>
                  <a:lnTo>
                    <a:pt x="2379540" y="390990"/>
                  </a:lnTo>
                  <a:lnTo>
                    <a:pt x="2382962" y="512752"/>
                  </a:lnTo>
                  <a:lnTo>
                    <a:pt x="2386385" y="524331"/>
                  </a:lnTo>
                  <a:lnTo>
                    <a:pt x="2389808" y="551565"/>
                  </a:lnTo>
                  <a:lnTo>
                    <a:pt x="2393231" y="556342"/>
                  </a:lnTo>
                  <a:lnTo>
                    <a:pt x="2396654" y="495106"/>
                  </a:lnTo>
                  <a:lnTo>
                    <a:pt x="2400076" y="289834"/>
                  </a:lnTo>
                  <a:lnTo>
                    <a:pt x="2403499" y="183488"/>
                  </a:lnTo>
                  <a:lnTo>
                    <a:pt x="2406922" y="200313"/>
                  </a:lnTo>
                  <a:lnTo>
                    <a:pt x="2410345" y="165461"/>
                  </a:lnTo>
                  <a:lnTo>
                    <a:pt x="2413767" y="148119"/>
                  </a:lnTo>
                  <a:lnTo>
                    <a:pt x="2417190" y="209125"/>
                  </a:lnTo>
                  <a:lnTo>
                    <a:pt x="2420613" y="320568"/>
                  </a:lnTo>
                  <a:lnTo>
                    <a:pt x="2424036" y="396777"/>
                  </a:lnTo>
                  <a:lnTo>
                    <a:pt x="2427459" y="480619"/>
                  </a:lnTo>
                  <a:lnTo>
                    <a:pt x="2430881" y="558781"/>
                  </a:lnTo>
                  <a:lnTo>
                    <a:pt x="2434304" y="721297"/>
                  </a:lnTo>
                  <a:lnTo>
                    <a:pt x="2437727" y="914411"/>
                  </a:lnTo>
                  <a:lnTo>
                    <a:pt x="2441150" y="1053164"/>
                  </a:lnTo>
                  <a:lnTo>
                    <a:pt x="2444573" y="1120333"/>
                  </a:lnTo>
                  <a:lnTo>
                    <a:pt x="2447995" y="1131787"/>
                  </a:lnTo>
                  <a:lnTo>
                    <a:pt x="2451418" y="1199215"/>
                  </a:lnTo>
                  <a:lnTo>
                    <a:pt x="2454841" y="1153323"/>
                  </a:lnTo>
                  <a:lnTo>
                    <a:pt x="2458264" y="1058120"/>
                  </a:lnTo>
                  <a:lnTo>
                    <a:pt x="2461687" y="896044"/>
                  </a:lnTo>
                  <a:lnTo>
                    <a:pt x="2465109" y="723264"/>
                  </a:lnTo>
                  <a:lnTo>
                    <a:pt x="2468532" y="596109"/>
                  </a:lnTo>
                  <a:lnTo>
                    <a:pt x="2471955" y="525805"/>
                  </a:lnTo>
                  <a:lnTo>
                    <a:pt x="2475378" y="471056"/>
                  </a:lnTo>
                  <a:lnTo>
                    <a:pt x="2478801" y="361693"/>
                  </a:lnTo>
                  <a:lnTo>
                    <a:pt x="2482223" y="341155"/>
                  </a:lnTo>
                  <a:lnTo>
                    <a:pt x="2485646" y="401135"/>
                  </a:lnTo>
                  <a:lnTo>
                    <a:pt x="2489069" y="511491"/>
                  </a:lnTo>
                  <a:lnTo>
                    <a:pt x="2492492" y="585398"/>
                  </a:lnTo>
                  <a:lnTo>
                    <a:pt x="2495915" y="601558"/>
                  </a:lnTo>
                  <a:lnTo>
                    <a:pt x="2499337" y="737052"/>
                  </a:lnTo>
                  <a:lnTo>
                    <a:pt x="2502760" y="875752"/>
                  </a:lnTo>
                  <a:lnTo>
                    <a:pt x="2506183" y="992432"/>
                  </a:lnTo>
                  <a:lnTo>
                    <a:pt x="2509606" y="1019887"/>
                  </a:lnTo>
                  <a:lnTo>
                    <a:pt x="2513028" y="969499"/>
                  </a:lnTo>
                  <a:lnTo>
                    <a:pt x="2516451" y="974473"/>
                  </a:lnTo>
                  <a:lnTo>
                    <a:pt x="2519874" y="899970"/>
                  </a:lnTo>
                  <a:lnTo>
                    <a:pt x="2523297" y="844385"/>
                  </a:lnTo>
                  <a:lnTo>
                    <a:pt x="2526720" y="750770"/>
                  </a:lnTo>
                  <a:lnTo>
                    <a:pt x="2530142" y="719902"/>
                  </a:lnTo>
                  <a:lnTo>
                    <a:pt x="2533565" y="785735"/>
                  </a:lnTo>
                  <a:lnTo>
                    <a:pt x="2536988" y="834045"/>
                  </a:lnTo>
                  <a:lnTo>
                    <a:pt x="2540411" y="934339"/>
                  </a:lnTo>
                  <a:lnTo>
                    <a:pt x="2543834" y="1051025"/>
                  </a:lnTo>
                  <a:lnTo>
                    <a:pt x="2547256" y="1176137"/>
                  </a:lnTo>
                  <a:lnTo>
                    <a:pt x="2550679" y="1205633"/>
                  </a:lnTo>
                  <a:lnTo>
                    <a:pt x="2554102" y="1142680"/>
                  </a:lnTo>
                  <a:lnTo>
                    <a:pt x="2557525" y="1021842"/>
                  </a:lnTo>
                  <a:lnTo>
                    <a:pt x="2560948" y="848116"/>
                  </a:lnTo>
                  <a:lnTo>
                    <a:pt x="2564370" y="668776"/>
                  </a:lnTo>
                  <a:lnTo>
                    <a:pt x="2567793" y="523304"/>
                  </a:lnTo>
                  <a:lnTo>
                    <a:pt x="2571216" y="522895"/>
                  </a:lnTo>
                  <a:lnTo>
                    <a:pt x="2574639" y="598977"/>
                  </a:lnTo>
                  <a:lnTo>
                    <a:pt x="2578062" y="701616"/>
                  </a:lnTo>
                  <a:lnTo>
                    <a:pt x="2581484" y="787084"/>
                  </a:lnTo>
                  <a:lnTo>
                    <a:pt x="2584907" y="802607"/>
                  </a:lnTo>
                  <a:lnTo>
                    <a:pt x="2588330" y="842669"/>
                  </a:lnTo>
                  <a:lnTo>
                    <a:pt x="2591753" y="868554"/>
                  </a:lnTo>
                  <a:lnTo>
                    <a:pt x="2595176" y="787937"/>
                  </a:lnTo>
                  <a:lnTo>
                    <a:pt x="2598598" y="759076"/>
                  </a:lnTo>
                  <a:lnTo>
                    <a:pt x="2602021" y="805353"/>
                  </a:lnTo>
                  <a:lnTo>
                    <a:pt x="2605444" y="900966"/>
                  </a:lnTo>
                  <a:lnTo>
                    <a:pt x="2608867" y="945742"/>
                  </a:lnTo>
                  <a:lnTo>
                    <a:pt x="2612289" y="973251"/>
                  </a:lnTo>
                  <a:lnTo>
                    <a:pt x="2615712" y="1103097"/>
                  </a:lnTo>
                  <a:lnTo>
                    <a:pt x="2619135" y="1196895"/>
                  </a:lnTo>
                  <a:lnTo>
                    <a:pt x="2622558" y="1252000"/>
                  </a:lnTo>
                  <a:lnTo>
                    <a:pt x="2625981" y="1372452"/>
                  </a:lnTo>
                  <a:lnTo>
                    <a:pt x="2629403" y="1552000"/>
                  </a:lnTo>
                  <a:lnTo>
                    <a:pt x="2632826" y="1719941"/>
                  </a:lnTo>
                  <a:lnTo>
                    <a:pt x="2636249" y="1896278"/>
                  </a:lnTo>
                  <a:lnTo>
                    <a:pt x="2639672" y="2075894"/>
                  </a:lnTo>
                  <a:lnTo>
                    <a:pt x="2643095" y="2283063"/>
                  </a:lnTo>
                  <a:lnTo>
                    <a:pt x="2646517" y="2385899"/>
                  </a:lnTo>
                  <a:lnTo>
                    <a:pt x="2649940" y="2338294"/>
                  </a:lnTo>
                  <a:lnTo>
                    <a:pt x="2653363" y="2264913"/>
                  </a:lnTo>
                  <a:lnTo>
                    <a:pt x="2656786" y="2229259"/>
                  </a:lnTo>
                  <a:lnTo>
                    <a:pt x="2660209" y="2223064"/>
                  </a:lnTo>
                  <a:lnTo>
                    <a:pt x="2663631" y="2180075"/>
                  </a:lnTo>
                  <a:lnTo>
                    <a:pt x="2667054" y="2114143"/>
                  </a:lnTo>
                  <a:lnTo>
                    <a:pt x="2670477" y="2104265"/>
                  </a:lnTo>
                  <a:lnTo>
                    <a:pt x="2673900" y="2029329"/>
                  </a:lnTo>
                  <a:lnTo>
                    <a:pt x="2677323" y="1956099"/>
                  </a:lnTo>
                  <a:lnTo>
                    <a:pt x="2680745" y="1915975"/>
                  </a:lnTo>
                  <a:lnTo>
                    <a:pt x="2684168" y="1854126"/>
                  </a:lnTo>
                  <a:lnTo>
                    <a:pt x="2687591" y="1797954"/>
                  </a:lnTo>
                  <a:lnTo>
                    <a:pt x="2691014" y="1777196"/>
                  </a:lnTo>
                  <a:lnTo>
                    <a:pt x="2694437" y="1828015"/>
                  </a:lnTo>
                  <a:lnTo>
                    <a:pt x="2697859" y="1811431"/>
                  </a:lnTo>
                  <a:lnTo>
                    <a:pt x="2701282" y="1713149"/>
                  </a:lnTo>
                  <a:lnTo>
                    <a:pt x="2704705" y="1635179"/>
                  </a:lnTo>
                  <a:lnTo>
                    <a:pt x="2708128" y="1594615"/>
                  </a:lnTo>
                  <a:lnTo>
                    <a:pt x="2711551" y="1557109"/>
                  </a:lnTo>
                  <a:lnTo>
                    <a:pt x="2714973" y="1460554"/>
                  </a:lnTo>
                  <a:lnTo>
                    <a:pt x="2718396" y="1357054"/>
                  </a:lnTo>
                  <a:lnTo>
                    <a:pt x="2721819" y="1296693"/>
                  </a:lnTo>
                  <a:lnTo>
                    <a:pt x="2725242" y="1292086"/>
                  </a:lnTo>
                  <a:lnTo>
                    <a:pt x="2728664" y="1352091"/>
                  </a:lnTo>
                  <a:lnTo>
                    <a:pt x="2732087" y="1396124"/>
                  </a:lnTo>
                  <a:lnTo>
                    <a:pt x="2735510" y="1389562"/>
                  </a:lnTo>
                  <a:lnTo>
                    <a:pt x="2738933" y="1385789"/>
                  </a:lnTo>
                  <a:lnTo>
                    <a:pt x="2742356" y="1410413"/>
                  </a:lnTo>
                  <a:lnTo>
                    <a:pt x="2745778" y="1357272"/>
                  </a:lnTo>
                  <a:lnTo>
                    <a:pt x="2749201" y="1258022"/>
                  </a:lnTo>
                  <a:lnTo>
                    <a:pt x="2752624" y="1249832"/>
                  </a:lnTo>
                  <a:lnTo>
                    <a:pt x="2756047" y="1331789"/>
                  </a:lnTo>
                  <a:lnTo>
                    <a:pt x="2759470" y="1432878"/>
                  </a:lnTo>
                  <a:lnTo>
                    <a:pt x="2762892" y="1517776"/>
                  </a:lnTo>
                  <a:lnTo>
                    <a:pt x="2766315" y="1578735"/>
                  </a:lnTo>
                  <a:lnTo>
                    <a:pt x="2769738" y="1657481"/>
                  </a:lnTo>
                  <a:lnTo>
                    <a:pt x="2773161" y="1770826"/>
                  </a:lnTo>
                  <a:lnTo>
                    <a:pt x="2776584" y="1881387"/>
                  </a:lnTo>
                  <a:lnTo>
                    <a:pt x="2780006" y="1912105"/>
                  </a:lnTo>
                  <a:lnTo>
                    <a:pt x="2783429" y="1895432"/>
                  </a:lnTo>
                  <a:lnTo>
                    <a:pt x="2786852" y="1993560"/>
                  </a:lnTo>
                  <a:lnTo>
                    <a:pt x="2790275" y="2097531"/>
                  </a:lnTo>
                  <a:lnTo>
                    <a:pt x="2793698" y="2098703"/>
                  </a:lnTo>
                  <a:lnTo>
                    <a:pt x="2797120" y="2034101"/>
                  </a:lnTo>
                  <a:lnTo>
                    <a:pt x="2800543" y="2006985"/>
                  </a:lnTo>
                  <a:lnTo>
                    <a:pt x="2803966" y="2029972"/>
                  </a:lnTo>
                  <a:lnTo>
                    <a:pt x="2807389" y="1971345"/>
                  </a:lnTo>
                  <a:lnTo>
                    <a:pt x="2810812" y="1887223"/>
                  </a:lnTo>
                  <a:lnTo>
                    <a:pt x="2814234" y="1796826"/>
                  </a:lnTo>
                  <a:lnTo>
                    <a:pt x="2817657" y="1787543"/>
                  </a:lnTo>
                  <a:lnTo>
                    <a:pt x="2821080" y="1795471"/>
                  </a:lnTo>
                  <a:lnTo>
                    <a:pt x="2824503" y="1865338"/>
                  </a:lnTo>
                  <a:lnTo>
                    <a:pt x="2827925" y="1927351"/>
                  </a:lnTo>
                  <a:lnTo>
                    <a:pt x="2831348" y="2040233"/>
                  </a:lnTo>
                  <a:lnTo>
                    <a:pt x="2834771" y="2198756"/>
                  </a:lnTo>
                  <a:lnTo>
                    <a:pt x="2838194" y="2280961"/>
                  </a:lnTo>
                  <a:lnTo>
                    <a:pt x="2841617" y="2386781"/>
                  </a:lnTo>
                  <a:lnTo>
                    <a:pt x="2845039" y="2395501"/>
                  </a:lnTo>
                  <a:lnTo>
                    <a:pt x="2848462" y="2338829"/>
                  </a:lnTo>
                  <a:lnTo>
                    <a:pt x="2851885" y="2261246"/>
                  </a:lnTo>
                  <a:lnTo>
                    <a:pt x="2855308" y="2280222"/>
                  </a:lnTo>
                  <a:lnTo>
                    <a:pt x="2858731" y="2302053"/>
                  </a:lnTo>
                  <a:lnTo>
                    <a:pt x="2862153" y="2255034"/>
                  </a:lnTo>
                  <a:lnTo>
                    <a:pt x="2865576" y="2326476"/>
                  </a:lnTo>
                  <a:lnTo>
                    <a:pt x="2868999" y="2469076"/>
                  </a:lnTo>
                  <a:lnTo>
                    <a:pt x="2872422" y="2466976"/>
                  </a:lnTo>
                  <a:lnTo>
                    <a:pt x="2875845" y="2270651"/>
                  </a:lnTo>
                  <a:lnTo>
                    <a:pt x="2879267" y="2216837"/>
                  </a:lnTo>
                  <a:lnTo>
                    <a:pt x="2882690" y="2305424"/>
                  </a:lnTo>
                  <a:lnTo>
                    <a:pt x="2886113" y="2304867"/>
                  </a:lnTo>
                  <a:lnTo>
                    <a:pt x="2889536" y="2337087"/>
                  </a:lnTo>
                  <a:lnTo>
                    <a:pt x="2892959" y="2431569"/>
                  </a:lnTo>
                  <a:lnTo>
                    <a:pt x="2896381" y="2531358"/>
                  </a:lnTo>
                  <a:lnTo>
                    <a:pt x="2899804" y="2515611"/>
                  </a:lnTo>
                  <a:lnTo>
                    <a:pt x="2903227" y="2403378"/>
                  </a:lnTo>
                  <a:lnTo>
                    <a:pt x="2906650" y="2234454"/>
                  </a:lnTo>
                  <a:lnTo>
                    <a:pt x="2910073" y="2016958"/>
                  </a:lnTo>
                  <a:lnTo>
                    <a:pt x="2913495" y="1890634"/>
                  </a:lnTo>
                  <a:lnTo>
                    <a:pt x="2916918" y="1857075"/>
                  </a:lnTo>
                  <a:lnTo>
                    <a:pt x="2920341" y="1797670"/>
                  </a:lnTo>
                  <a:lnTo>
                    <a:pt x="2923764" y="1766386"/>
                  </a:lnTo>
                  <a:lnTo>
                    <a:pt x="2927186" y="1819203"/>
                  </a:lnTo>
                  <a:lnTo>
                    <a:pt x="2930609" y="1883280"/>
                  </a:lnTo>
                  <a:lnTo>
                    <a:pt x="2934032" y="1928883"/>
                  </a:lnTo>
                  <a:lnTo>
                    <a:pt x="2937455" y="1932710"/>
                  </a:lnTo>
                  <a:lnTo>
                    <a:pt x="2940878" y="1911155"/>
                  </a:lnTo>
                  <a:lnTo>
                    <a:pt x="2944300" y="1928973"/>
                  </a:lnTo>
                  <a:lnTo>
                    <a:pt x="2947723" y="1989225"/>
                  </a:lnTo>
                  <a:lnTo>
                    <a:pt x="2951146" y="2080505"/>
                  </a:lnTo>
                  <a:lnTo>
                    <a:pt x="2954569" y="2152020"/>
                  </a:lnTo>
                  <a:lnTo>
                    <a:pt x="2957992" y="2174918"/>
                  </a:lnTo>
                  <a:lnTo>
                    <a:pt x="2961414" y="2260039"/>
                  </a:lnTo>
                  <a:lnTo>
                    <a:pt x="2964837" y="2290574"/>
                  </a:lnTo>
                  <a:lnTo>
                    <a:pt x="2968260" y="2168657"/>
                  </a:lnTo>
                  <a:lnTo>
                    <a:pt x="2971683" y="1997374"/>
                  </a:lnTo>
                  <a:lnTo>
                    <a:pt x="2975106" y="1856105"/>
                  </a:lnTo>
                  <a:lnTo>
                    <a:pt x="2978528" y="1720818"/>
                  </a:lnTo>
                  <a:lnTo>
                    <a:pt x="2981951" y="1547845"/>
                  </a:lnTo>
                  <a:lnTo>
                    <a:pt x="2985374" y="1405637"/>
                  </a:lnTo>
                  <a:lnTo>
                    <a:pt x="2988797" y="1348941"/>
                  </a:lnTo>
                  <a:lnTo>
                    <a:pt x="2992220" y="1283337"/>
                  </a:lnTo>
                  <a:lnTo>
                    <a:pt x="2995642" y="1318084"/>
                  </a:lnTo>
                  <a:lnTo>
                    <a:pt x="2999065" y="1439628"/>
                  </a:lnTo>
                  <a:lnTo>
                    <a:pt x="3002488" y="1586478"/>
                  </a:lnTo>
                  <a:lnTo>
                    <a:pt x="3005911" y="1701897"/>
                  </a:lnTo>
                  <a:lnTo>
                    <a:pt x="3009334" y="1759665"/>
                  </a:lnTo>
                  <a:lnTo>
                    <a:pt x="3012756" y="1880280"/>
                  </a:lnTo>
                  <a:lnTo>
                    <a:pt x="3016179" y="1990843"/>
                  </a:lnTo>
                  <a:lnTo>
                    <a:pt x="3019602" y="2025008"/>
                  </a:lnTo>
                  <a:lnTo>
                    <a:pt x="3023025" y="2001654"/>
                  </a:lnTo>
                  <a:lnTo>
                    <a:pt x="3026448" y="1953906"/>
                  </a:lnTo>
                  <a:lnTo>
                    <a:pt x="3029870" y="1955621"/>
                  </a:lnTo>
                  <a:lnTo>
                    <a:pt x="3033293" y="2024582"/>
                  </a:lnTo>
                  <a:lnTo>
                    <a:pt x="3036716" y="1997695"/>
                  </a:lnTo>
                  <a:lnTo>
                    <a:pt x="3040139" y="1907733"/>
                  </a:lnTo>
                  <a:lnTo>
                    <a:pt x="3043561" y="1910495"/>
                  </a:lnTo>
                  <a:lnTo>
                    <a:pt x="3046984" y="1933889"/>
                  </a:lnTo>
                  <a:lnTo>
                    <a:pt x="3050407" y="1892746"/>
                  </a:lnTo>
                  <a:lnTo>
                    <a:pt x="3053830" y="1765495"/>
                  </a:lnTo>
                  <a:lnTo>
                    <a:pt x="3057253" y="1577377"/>
                  </a:lnTo>
                  <a:lnTo>
                    <a:pt x="3060675" y="1500509"/>
                  </a:lnTo>
                  <a:lnTo>
                    <a:pt x="3064098" y="1454077"/>
                  </a:lnTo>
                  <a:lnTo>
                    <a:pt x="3067521" y="1332261"/>
                  </a:lnTo>
                  <a:lnTo>
                    <a:pt x="3070944" y="1305803"/>
                  </a:lnTo>
                  <a:lnTo>
                    <a:pt x="3074367" y="1303169"/>
                  </a:lnTo>
                  <a:lnTo>
                    <a:pt x="3077789" y="1418697"/>
                  </a:lnTo>
                  <a:lnTo>
                    <a:pt x="3081212" y="1586005"/>
                  </a:lnTo>
                  <a:lnTo>
                    <a:pt x="3084635" y="1680025"/>
                  </a:lnTo>
                  <a:lnTo>
                    <a:pt x="3088058" y="1838556"/>
                  </a:lnTo>
                  <a:lnTo>
                    <a:pt x="3091481" y="1922749"/>
                  </a:lnTo>
                  <a:lnTo>
                    <a:pt x="3094903" y="2013386"/>
                  </a:lnTo>
                  <a:lnTo>
                    <a:pt x="3098326" y="2082779"/>
                  </a:lnTo>
                  <a:lnTo>
                    <a:pt x="3101749" y="2033079"/>
                  </a:lnTo>
                  <a:lnTo>
                    <a:pt x="3105172" y="1999139"/>
                  </a:lnTo>
                  <a:lnTo>
                    <a:pt x="3108595" y="1881980"/>
                  </a:lnTo>
                  <a:lnTo>
                    <a:pt x="3112017" y="1829136"/>
                  </a:lnTo>
                  <a:lnTo>
                    <a:pt x="3115440" y="1808251"/>
                  </a:lnTo>
                  <a:lnTo>
                    <a:pt x="3118863" y="1746982"/>
                  </a:lnTo>
                  <a:lnTo>
                    <a:pt x="3122286" y="1730730"/>
                  </a:lnTo>
                  <a:lnTo>
                    <a:pt x="3125709" y="1763657"/>
                  </a:lnTo>
                  <a:lnTo>
                    <a:pt x="3129131" y="1942332"/>
                  </a:lnTo>
                  <a:lnTo>
                    <a:pt x="3132554" y="2131979"/>
                  </a:lnTo>
                  <a:lnTo>
                    <a:pt x="3135977" y="2266652"/>
                  </a:lnTo>
                  <a:lnTo>
                    <a:pt x="3139400" y="2284438"/>
                  </a:lnTo>
                  <a:lnTo>
                    <a:pt x="3142822" y="2246296"/>
                  </a:lnTo>
                  <a:lnTo>
                    <a:pt x="3146245" y="2206941"/>
                  </a:lnTo>
                  <a:lnTo>
                    <a:pt x="3149668" y="2145980"/>
                  </a:lnTo>
                  <a:lnTo>
                    <a:pt x="3153091" y="2024115"/>
                  </a:lnTo>
                  <a:lnTo>
                    <a:pt x="3156514" y="1967505"/>
                  </a:lnTo>
                  <a:lnTo>
                    <a:pt x="3159936" y="2076683"/>
                  </a:lnTo>
                  <a:lnTo>
                    <a:pt x="3163359" y="2123439"/>
                  </a:lnTo>
                  <a:lnTo>
                    <a:pt x="3166782" y="2095092"/>
                  </a:lnTo>
                  <a:lnTo>
                    <a:pt x="3170205" y="2032110"/>
                  </a:lnTo>
                  <a:lnTo>
                    <a:pt x="3173628" y="1998233"/>
                  </a:lnTo>
                  <a:lnTo>
                    <a:pt x="3177050" y="1928053"/>
                  </a:lnTo>
                  <a:lnTo>
                    <a:pt x="3180473" y="1710869"/>
                  </a:lnTo>
                  <a:lnTo>
                    <a:pt x="3183896" y="1599440"/>
                  </a:lnTo>
                  <a:lnTo>
                    <a:pt x="3187319" y="1582887"/>
                  </a:lnTo>
                  <a:lnTo>
                    <a:pt x="3190742" y="1592269"/>
                  </a:lnTo>
                  <a:lnTo>
                    <a:pt x="3194164" y="1564300"/>
                  </a:lnTo>
                  <a:lnTo>
                    <a:pt x="3197587" y="1486045"/>
                  </a:lnTo>
                  <a:lnTo>
                    <a:pt x="3201010" y="1493770"/>
                  </a:lnTo>
                  <a:lnTo>
                    <a:pt x="3204433" y="1559795"/>
                  </a:lnTo>
                  <a:lnTo>
                    <a:pt x="3207856" y="1597007"/>
                  </a:lnTo>
                  <a:lnTo>
                    <a:pt x="3211278" y="1507367"/>
                  </a:lnTo>
                  <a:lnTo>
                    <a:pt x="3214701" y="1483979"/>
                  </a:lnTo>
                  <a:lnTo>
                    <a:pt x="3218124" y="1625720"/>
                  </a:lnTo>
                  <a:lnTo>
                    <a:pt x="3221547" y="1701787"/>
                  </a:lnTo>
                  <a:lnTo>
                    <a:pt x="3224970" y="1642947"/>
                  </a:lnTo>
                  <a:lnTo>
                    <a:pt x="3228392" y="1535822"/>
                  </a:lnTo>
                  <a:lnTo>
                    <a:pt x="3231815" y="1550347"/>
                  </a:lnTo>
                  <a:lnTo>
                    <a:pt x="3235238" y="1594327"/>
                  </a:lnTo>
                  <a:lnTo>
                    <a:pt x="3238661" y="1514475"/>
                  </a:lnTo>
                  <a:lnTo>
                    <a:pt x="3242083" y="1515190"/>
                  </a:lnTo>
                  <a:lnTo>
                    <a:pt x="3245506" y="1678685"/>
                  </a:lnTo>
                  <a:lnTo>
                    <a:pt x="3248929" y="1804667"/>
                  </a:lnTo>
                  <a:lnTo>
                    <a:pt x="3252352" y="1894407"/>
                  </a:lnTo>
                  <a:lnTo>
                    <a:pt x="3255775" y="1966120"/>
                  </a:lnTo>
                  <a:lnTo>
                    <a:pt x="3259197" y="1961075"/>
                  </a:lnTo>
                  <a:lnTo>
                    <a:pt x="3262620" y="1903677"/>
                  </a:lnTo>
                  <a:lnTo>
                    <a:pt x="3266043" y="1786019"/>
                  </a:lnTo>
                  <a:lnTo>
                    <a:pt x="3269466" y="1733208"/>
                  </a:lnTo>
                  <a:lnTo>
                    <a:pt x="3272889" y="1808153"/>
                  </a:lnTo>
                  <a:lnTo>
                    <a:pt x="3276311" y="1823711"/>
                  </a:lnTo>
                  <a:lnTo>
                    <a:pt x="3279734" y="1776635"/>
                  </a:lnTo>
                  <a:lnTo>
                    <a:pt x="3283157" y="1706088"/>
                  </a:lnTo>
                  <a:lnTo>
                    <a:pt x="3286580" y="1631623"/>
                  </a:lnTo>
                  <a:lnTo>
                    <a:pt x="3290003" y="1566908"/>
                  </a:lnTo>
                  <a:lnTo>
                    <a:pt x="3293425" y="1457921"/>
                  </a:lnTo>
                  <a:lnTo>
                    <a:pt x="3296848" y="1304470"/>
                  </a:lnTo>
                  <a:lnTo>
                    <a:pt x="3300271" y="1193357"/>
                  </a:lnTo>
                  <a:lnTo>
                    <a:pt x="3303694" y="1190002"/>
                  </a:lnTo>
                  <a:lnTo>
                    <a:pt x="3307117" y="1214417"/>
                  </a:lnTo>
                  <a:lnTo>
                    <a:pt x="3310539" y="1188334"/>
                  </a:lnTo>
                  <a:lnTo>
                    <a:pt x="3313962" y="1054340"/>
                  </a:lnTo>
                  <a:lnTo>
                    <a:pt x="3317385" y="982780"/>
                  </a:lnTo>
                  <a:lnTo>
                    <a:pt x="3320808" y="1012668"/>
                  </a:lnTo>
                  <a:lnTo>
                    <a:pt x="3324231" y="1110467"/>
                  </a:lnTo>
                  <a:lnTo>
                    <a:pt x="3327653" y="1136813"/>
                  </a:lnTo>
                  <a:lnTo>
                    <a:pt x="3331076" y="1104121"/>
                  </a:lnTo>
                  <a:lnTo>
                    <a:pt x="3334499" y="1129212"/>
                  </a:lnTo>
                  <a:lnTo>
                    <a:pt x="3337922" y="1152196"/>
                  </a:lnTo>
                  <a:lnTo>
                    <a:pt x="3341345" y="1120144"/>
                  </a:lnTo>
                  <a:lnTo>
                    <a:pt x="3344767" y="938632"/>
                  </a:lnTo>
                  <a:lnTo>
                    <a:pt x="3348190" y="821548"/>
                  </a:lnTo>
                  <a:lnTo>
                    <a:pt x="3351613" y="793042"/>
                  </a:lnTo>
                  <a:lnTo>
                    <a:pt x="3355036" y="735325"/>
                  </a:lnTo>
                  <a:lnTo>
                    <a:pt x="3358458" y="646679"/>
                  </a:lnTo>
                  <a:lnTo>
                    <a:pt x="3361881" y="562567"/>
                  </a:lnTo>
                  <a:lnTo>
                    <a:pt x="3365304" y="529509"/>
                  </a:lnTo>
                  <a:lnTo>
                    <a:pt x="3368727" y="541790"/>
                  </a:lnTo>
                  <a:lnTo>
                    <a:pt x="3372150" y="526053"/>
                  </a:lnTo>
                  <a:lnTo>
                    <a:pt x="3375572" y="524397"/>
                  </a:lnTo>
                  <a:lnTo>
                    <a:pt x="3378995" y="575991"/>
                  </a:lnTo>
                  <a:lnTo>
                    <a:pt x="3382418" y="590886"/>
                  </a:lnTo>
                  <a:lnTo>
                    <a:pt x="3385841" y="558999"/>
                  </a:lnTo>
                  <a:lnTo>
                    <a:pt x="3389264" y="521223"/>
                  </a:lnTo>
                  <a:lnTo>
                    <a:pt x="3392686" y="539277"/>
                  </a:lnTo>
                  <a:lnTo>
                    <a:pt x="3396109" y="541023"/>
                  </a:lnTo>
                  <a:lnTo>
                    <a:pt x="3399532" y="502565"/>
                  </a:lnTo>
                  <a:lnTo>
                    <a:pt x="3402955" y="572583"/>
                  </a:lnTo>
                  <a:lnTo>
                    <a:pt x="3406378" y="661546"/>
                  </a:lnTo>
                  <a:lnTo>
                    <a:pt x="3409800" y="632259"/>
                  </a:lnTo>
                  <a:lnTo>
                    <a:pt x="3413223" y="636388"/>
                  </a:lnTo>
                  <a:lnTo>
                    <a:pt x="3416646" y="685872"/>
                  </a:lnTo>
                  <a:lnTo>
                    <a:pt x="3420069" y="758945"/>
                  </a:lnTo>
                  <a:lnTo>
                    <a:pt x="3423492" y="787670"/>
                  </a:lnTo>
                  <a:lnTo>
                    <a:pt x="3426914" y="793622"/>
                  </a:lnTo>
                  <a:lnTo>
                    <a:pt x="3430337" y="835426"/>
                  </a:lnTo>
                  <a:lnTo>
                    <a:pt x="3433760" y="774771"/>
                  </a:lnTo>
                  <a:lnTo>
                    <a:pt x="3437183" y="708772"/>
                  </a:lnTo>
                  <a:lnTo>
                    <a:pt x="3440606" y="652187"/>
                  </a:lnTo>
                  <a:lnTo>
                    <a:pt x="3444028" y="587281"/>
                  </a:lnTo>
                  <a:lnTo>
                    <a:pt x="3447451" y="555248"/>
                  </a:lnTo>
                  <a:lnTo>
                    <a:pt x="3450874" y="533421"/>
                  </a:lnTo>
                  <a:lnTo>
                    <a:pt x="3454297" y="619365"/>
                  </a:lnTo>
                  <a:lnTo>
                    <a:pt x="3457719" y="719636"/>
                  </a:lnTo>
                  <a:lnTo>
                    <a:pt x="3461142" y="689324"/>
                  </a:lnTo>
                  <a:lnTo>
                    <a:pt x="3464565" y="646517"/>
                  </a:lnTo>
                  <a:lnTo>
                    <a:pt x="3467988" y="627445"/>
                  </a:lnTo>
                  <a:lnTo>
                    <a:pt x="3471411" y="650512"/>
                  </a:lnTo>
                  <a:lnTo>
                    <a:pt x="3474833" y="667978"/>
                  </a:lnTo>
                  <a:lnTo>
                    <a:pt x="3478256" y="664324"/>
                  </a:lnTo>
                  <a:lnTo>
                    <a:pt x="3481679" y="783085"/>
                  </a:lnTo>
                  <a:lnTo>
                    <a:pt x="3485102" y="933947"/>
                  </a:lnTo>
                  <a:lnTo>
                    <a:pt x="3488525" y="1044113"/>
                  </a:lnTo>
                  <a:lnTo>
                    <a:pt x="3491947" y="1084485"/>
                  </a:lnTo>
                  <a:lnTo>
                    <a:pt x="3495370" y="1034624"/>
                  </a:lnTo>
                  <a:lnTo>
                    <a:pt x="3498793" y="1032956"/>
                  </a:lnTo>
                  <a:lnTo>
                    <a:pt x="3502216" y="1049493"/>
                  </a:lnTo>
                  <a:lnTo>
                    <a:pt x="3505639" y="1091861"/>
                  </a:lnTo>
                  <a:lnTo>
                    <a:pt x="3509061" y="1164458"/>
                  </a:lnTo>
                  <a:lnTo>
                    <a:pt x="3512484" y="1202252"/>
                  </a:lnTo>
                  <a:lnTo>
                    <a:pt x="3515907" y="1265263"/>
                  </a:lnTo>
                  <a:lnTo>
                    <a:pt x="3519330" y="1168665"/>
                  </a:lnTo>
                  <a:lnTo>
                    <a:pt x="3522753" y="1025392"/>
                  </a:lnTo>
                  <a:lnTo>
                    <a:pt x="3526175" y="867102"/>
                  </a:lnTo>
                  <a:lnTo>
                    <a:pt x="3529598" y="719718"/>
                  </a:lnTo>
                  <a:lnTo>
                    <a:pt x="3533021" y="696527"/>
                  </a:lnTo>
                  <a:lnTo>
                    <a:pt x="3536444" y="677867"/>
                  </a:lnTo>
                  <a:lnTo>
                    <a:pt x="3539867" y="730361"/>
                  </a:lnTo>
                  <a:lnTo>
                    <a:pt x="3543289" y="802929"/>
                  </a:lnTo>
                  <a:lnTo>
                    <a:pt x="3546712" y="864217"/>
                  </a:lnTo>
                  <a:lnTo>
                    <a:pt x="3550135" y="859496"/>
                  </a:lnTo>
                  <a:lnTo>
                    <a:pt x="3553558" y="804928"/>
                  </a:lnTo>
                  <a:lnTo>
                    <a:pt x="3556981" y="696899"/>
                  </a:lnTo>
                  <a:lnTo>
                    <a:pt x="3560403" y="616039"/>
                  </a:lnTo>
                  <a:lnTo>
                    <a:pt x="3563826" y="599803"/>
                  </a:lnTo>
                  <a:lnTo>
                    <a:pt x="3567249" y="591126"/>
                  </a:lnTo>
                  <a:lnTo>
                    <a:pt x="3570672" y="600658"/>
                  </a:lnTo>
                  <a:lnTo>
                    <a:pt x="3574094" y="572004"/>
                  </a:lnTo>
                  <a:lnTo>
                    <a:pt x="3577517" y="588717"/>
                  </a:lnTo>
                  <a:lnTo>
                    <a:pt x="3580940" y="595731"/>
                  </a:lnTo>
                  <a:lnTo>
                    <a:pt x="3584363" y="558656"/>
                  </a:lnTo>
                  <a:lnTo>
                    <a:pt x="3587786" y="478532"/>
                  </a:lnTo>
                  <a:lnTo>
                    <a:pt x="3591208" y="451275"/>
                  </a:lnTo>
                  <a:lnTo>
                    <a:pt x="3594631" y="509458"/>
                  </a:lnTo>
                  <a:lnTo>
                    <a:pt x="3598054" y="545413"/>
                  </a:lnTo>
                  <a:lnTo>
                    <a:pt x="3601477" y="518323"/>
                  </a:lnTo>
                  <a:lnTo>
                    <a:pt x="3604900" y="500400"/>
                  </a:lnTo>
                  <a:lnTo>
                    <a:pt x="3608322" y="668084"/>
                  </a:lnTo>
                  <a:lnTo>
                    <a:pt x="3611745" y="859288"/>
                  </a:lnTo>
                  <a:lnTo>
                    <a:pt x="3615168" y="840073"/>
                  </a:lnTo>
                  <a:lnTo>
                    <a:pt x="3618591" y="731474"/>
                  </a:lnTo>
                  <a:lnTo>
                    <a:pt x="3622014" y="668317"/>
                  </a:lnTo>
                  <a:lnTo>
                    <a:pt x="3625436" y="591244"/>
                  </a:lnTo>
                  <a:lnTo>
                    <a:pt x="3628859" y="372294"/>
                  </a:lnTo>
                  <a:lnTo>
                    <a:pt x="3632282" y="117716"/>
                  </a:lnTo>
                  <a:lnTo>
                    <a:pt x="3635705" y="70409"/>
                  </a:lnTo>
                  <a:lnTo>
                    <a:pt x="3639128" y="146639"/>
                  </a:lnTo>
                  <a:lnTo>
                    <a:pt x="3642550" y="254443"/>
                  </a:lnTo>
                  <a:lnTo>
                    <a:pt x="3645973" y="358536"/>
                  </a:lnTo>
                  <a:lnTo>
                    <a:pt x="3649396" y="473942"/>
                  </a:lnTo>
                  <a:lnTo>
                    <a:pt x="3652819" y="561126"/>
                  </a:lnTo>
                  <a:lnTo>
                    <a:pt x="3656242" y="562340"/>
                  </a:lnTo>
                  <a:lnTo>
                    <a:pt x="3659664" y="541353"/>
                  </a:lnTo>
                  <a:lnTo>
                    <a:pt x="3663087" y="503913"/>
                  </a:lnTo>
                  <a:lnTo>
                    <a:pt x="3666510" y="533495"/>
                  </a:lnTo>
                  <a:lnTo>
                    <a:pt x="3669933" y="540500"/>
                  </a:lnTo>
                  <a:lnTo>
                    <a:pt x="3673355" y="510989"/>
                  </a:lnTo>
                  <a:lnTo>
                    <a:pt x="3676778" y="553632"/>
                  </a:lnTo>
                  <a:lnTo>
                    <a:pt x="3680201" y="705414"/>
                  </a:lnTo>
                  <a:lnTo>
                    <a:pt x="3683624" y="882879"/>
                  </a:lnTo>
                  <a:lnTo>
                    <a:pt x="3687047" y="923898"/>
                  </a:lnTo>
                  <a:lnTo>
                    <a:pt x="3690469" y="926635"/>
                  </a:lnTo>
                  <a:lnTo>
                    <a:pt x="3693892" y="907697"/>
                  </a:lnTo>
                  <a:lnTo>
                    <a:pt x="3697315" y="844594"/>
                  </a:lnTo>
                  <a:lnTo>
                    <a:pt x="3700738" y="664313"/>
                  </a:lnTo>
                  <a:lnTo>
                    <a:pt x="3704161" y="447838"/>
                  </a:lnTo>
                  <a:lnTo>
                    <a:pt x="3707583" y="334407"/>
                  </a:lnTo>
                  <a:lnTo>
                    <a:pt x="3711006" y="332548"/>
                  </a:lnTo>
                  <a:lnTo>
                    <a:pt x="3714429" y="330385"/>
                  </a:lnTo>
                  <a:lnTo>
                    <a:pt x="3717852" y="270807"/>
                  </a:lnTo>
                  <a:lnTo>
                    <a:pt x="3721275" y="242395"/>
                  </a:lnTo>
                  <a:lnTo>
                    <a:pt x="3724697" y="260822"/>
                  </a:lnTo>
                  <a:lnTo>
                    <a:pt x="3728120" y="246119"/>
                  </a:lnTo>
                  <a:lnTo>
                    <a:pt x="3731543" y="139326"/>
                  </a:lnTo>
                  <a:lnTo>
                    <a:pt x="3734966" y="50774"/>
                  </a:lnTo>
                  <a:lnTo>
                    <a:pt x="3738389" y="42211"/>
                  </a:lnTo>
                  <a:lnTo>
                    <a:pt x="3741811" y="34496"/>
                  </a:lnTo>
                  <a:lnTo>
                    <a:pt x="3745234" y="10959"/>
                  </a:lnTo>
                  <a:lnTo>
                    <a:pt x="3748657" y="0"/>
                  </a:lnTo>
                  <a:lnTo>
                    <a:pt x="3748657" y="0"/>
                  </a:lnTo>
                  <a:lnTo>
                    <a:pt x="3752080" y="13834"/>
                  </a:lnTo>
                  <a:lnTo>
                    <a:pt x="3755503" y="51787"/>
                  </a:lnTo>
                  <a:lnTo>
                    <a:pt x="3758925" y="132366"/>
                  </a:lnTo>
                  <a:lnTo>
                    <a:pt x="3762348" y="217736"/>
                  </a:lnTo>
                  <a:lnTo>
                    <a:pt x="3765771" y="221182"/>
                  </a:lnTo>
                  <a:lnTo>
                    <a:pt x="3769194" y="224357"/>
                  </a:lnTo>
                  <a:lnTo>
                    <a:pt x="3772616" y="227400"/>
                  </a:lnTo>
                  <a:lnTo>
                    <a:pt x="3776039" y="268225"/>
                  </a:lnTo>
                  <a:lnTo>
                    <a:pt x="3779462" y="273131"/>
                  </a:lnTo>
                  <a:lnTo>
                    <a:pt x="3782885" y="297800"/>
                  </a:lnTo>
                  <a:lnTo>
                    <a:pt x="3786308" y="424081"/>
                  </a:lnTo>
                  <a:lnTo>
                    <a:pt x="3789730" y="501444"/>
                  </a:lnTo>
                  <a:lnTo>
                    <a:pt x="3793153" y="550049"/>
                  </a:lnTo>
                  <a:lnTo>
                    <a:pt x="3796576" y="567324"/>
                  </a:lnTo>
                  <a:lnTo>
                    <a:pt x="3799999" y="629757"/>
                  </a:lnTo>
                  <a:lnTo>
                    <a:pt x="3803422" y="723642"/>
                  </a:lnTo>
                  <a:lnTo>
                    <a:pt x="3806844" y="777265"/>
                  </a:lnTo>
                  <a:lnTo>
                    <a:pt x="3810267" y="735346"/>
                  </a:lnTo>
                  <a:lnTo>
                    <a:pt x="3813690" y="697163"/>
                  </a:lnTo>
                  <a:lnTo>
                    <a:pt x="3817113" y="700816"/>
                  </a:lnTo>
                  <a:lnTo>
                    <a:pt x="3820536" y="612446"/>
                  </a:lnTo>
                  <a:lnTo>
                    <a:pt x="3823958" y="535655"/>
                  </a:lnTo>
                  <a:lnTo>
                    <a:pt x="3827381" y="481251"/>
                  </a:lnTo>
                  <a:lnTo>
                    <a:pt x="3830804" y="541145"/>
                  </a:lnTo>
                  <a:lnTo>
                    <a:pt x="3834227" y="511398"/>
                  </a:lnTo>
                  <a:lnTo>
                    <a:pt x="3837650" y="399120"/>
                  </a:lnTo>
                  <a:lnTo>
                    <a:pt x="3841072" y="297184"/>
                  </a:lnTo>
                  <a:lnTo>
                    <a:pt x="3844495" y="172902"/>
                  </a:lnTo>
                  <a:lnTo>
                    <a:pt x="3847918" y="66266"/>
                  </a:lnTo>
                  <a:lnTo>
                    <a:pt x="3851341" y="32690"/>
                  </a:lnTo>
                  <a:lnTo>
                    <a:pt x="3854764" y="178343"/>
                  </a:lnTo>
                  <a:lnTo>
                    <a:pt x="3858186" y="320120"/>
                  </a:lnTo>
                  <a:lnTo>
                    <a:pt x="3861609" y="548708"/>
                  </a:lnTo>
                  <a:lnTo>
                    <a:pt x="3865032" y="714784"/>
                  </a:lnTo>
                  <a:lnTo>
                    <a:pt x="3868455" y="814992"/>
                  </a:lnTo>
                  <a:lnTo>
                    <a:pt x="3871878" y="904487"/>
                  </a:lnTo>
                  <a:lnTo>
                    <a:pt x="3875300" y="977619"/>
                  </a:lnTo>
                  <a:lnTo>
                    <a:pt x="3878723" y="1077699"/>
                  </a:lnTo>
                  <a:lnTo>
                    <a:pt x="3882146" y="1000644"/>
                  </a:lnTo>
                  <a:lnTo>
                    <a:pt x="3885569" y="940830"/>
                  </a:lnTo>
                  <a:lnTo>
                    <a:pt x="3888991" y="953116"/>
                  </a:lnTo>
                  <a:lnTo>
                    <a:pt x="3892414" y="997398"/>
                  </a:lnTo>
                  <a:lnTo>
                    <a:pt x="3895837" y="928734"/>
                  </a:lnTo>
                  <a:lnTo>
                    <a:pt x="3899260" y="879560"/>
                  </a:lnTo>
                  <a:lnTo>
                    <a:pt x="3902683" y="898766"/>
                  </a:lnTo>
                  <a:lnTo>
                    <a:pt x="3906105" y="915476"/>
                  </a:lnTo>
                  <a:lnTo>
                    <a:pt x="3909528" y="952577"/>
                  </a:lnTo>
                  <a:lnTo>
                    <a:pt x="3912951" y="959598"/>
                  </a:lnTo>
                  <a:lnTo>
                    <a:pt x="3916374" y="993160"/>
                  </a:lnTo>
                  <a:lnTo>
                    <a:pt x="3919797" y="996044"/>
                  </a:lnTo>
                  <a:lnTo>
                    <a:pt x="3923219" y="1041362"/>
                  </a:lnTo>
                  <a:lnTo>
                    <a:pt x="3926642" y="1025213"/>
                  </a:lnTo>
                  <a:lnTo>
                    <a:pt x="3930065" y="956913"/>
                  </a:lnTo>
                  <a:lnTo>
                    <a:pt x="3933488" y="876271"/>
                  </a:lnTo>
                  <a:lnTo>
                    <a:pt x="3936911" y="865853"/>
                  </a:lnTo>
                  <a:lnTo>
                    <a:pt x="3940333" y="891787"/>
                  </a:lnTo>
                  <a:lnTo>
                    <a:pt x="3943756" y="889072"/>
                  </a:lnTo>
                  <a:lnTo>
                    <a:pt x="3947179" y="894193"/>
                  </a:lnTo>
                  <a:lnTo>
                    <a:pt x="3950602" y="831137"/>
                  </a:lnTo>
                  <a:lnTo>
                    <a:pt x="3954025" y="695189"/>
                  </a:lnTo>
                  <a:lnTo>
                    <a:pt x="3957447" y="496241"/>
                  </a:lnTo>
                  <a:lnTo>
                    <a:pt x="3960870" y="302189"/>
                  </a:lnTo>
                  <a:lnTo>
                    <a:pt x="3964293" y="136076"/>
                  </a:lnTo>
                  <a:lnTo>
                    <a:pt x="3967716" y="30820"/>
                  </a:lnTo>
                  <a:lnTo>
                    <a:pt x="3971139" y="25707"/>
                  </a:lnTo>
                  <a:lnTo>
                    <a:pt x="3974561" y="43676"/>
                  </a:lnTo>
                  <a:lnTo>
                    <a:pt x="3977984" y="81610"/>
                  </a:lnTo>
                  <a:lnTo>
                    <a:pt x="3981407" y="193737"/>
                  </a:lnTo>
                  <a:lnTo>
                    <a:pt x="3984830" y="269200"/>
                  </a:lnTo>
                  <a:lnTo>
                    <a:pt x="3988252" y="344370"/>
                  </a:lnTo>
                  <a:lnTo>
                    <a:pt x="3991675" y="397035"/>
                  </a:lnTo>
                  <a:lnTo>
                    <a:pt x="3995098" y="380135"/>
                  </a:lnTo>
                  <a:lnTo>
                    <a:pt x="3998521" y="345527"/>
                  </a:lnTo>
                  <a:lnTo>
                    <a:pt x="4001944" y="268128"/>
                  </a:lnTo>
                  <a:lnTo>
                    <a:pt x="4005366" y="240717"/>
                  </a:lnTo>
                  <a:lnTo>
                    <a:pt x="4008789" y="273407"/>
                  </a:lnTo>
                  <a:lnTo>
                    <a:pt x="4012212" y="366498"/>
                  </a:lnTo>
                  <a:lnTo>
                    <a:pt x="4015635" y="579631"/>
                  </a:lnTo>
                  <a:lnTo>
                    <a:pt x="4019058" y="784613"/>
                  </a:lnTo>
                  <a:lnTo>
                    <a:pt x="4022480" y="915993"/>
                  </a:lnTo>
                  <a:lnTo>
                    <a:pt x="4025903" y="980459"/>
                  </a:lnTo>
                  <a:lnTo>
                    <a:pt x="4029326" y="955210"/>
                  </a:lnTo>
                  <a:lnTo>
                    <a:pt x="4032749" y="882977"/>
                  </a:lnTo>
                  <a:lnTo>
                    <a:pt x="4036172" y="768840"/>
                  </a:lnTo>
                  <a:lnTo>
                    <a:pt x="4039594" y="659662"/>
                  </a:lnTo>
                  <a:lnTo>
                    <a:pt x="4043017" y="543621"/>
                  </a:lnTo>
                  <a:lnTo>
                    <a:pt x="4046440" y="454559"/>
                  </a:lnTo>
                  <a:lnTo>
                    <a:pt x="4049863" y="428584"/>
                  </a:lnTo>
                  <a:lnTo>
                    <a:pt x="4053286" y="393413"/>
                  </a:lnTo>
                  <a:lnTo>
                    <a:pt x="4056708" y="353583"/>
                  </a:lnTo>
                  <a:lnTo>
                    <a:pt x="4060131" y="304214"/>
                  </a:lnTo>
                  <a:lnTo>
                    <a:pt x="4063554" y="244067"/>
                  </a:lnTo>
                  <a:lnTo>
                    <a:pt x="4066977" y="235990"/>
                  </a:lnTo>
                  <a:lnTo>
                    <a:pt x="4070400" y="271637"/>
                  </a:lnTo>
                  <a:lnTo>
                    <a:pt x="4073822" y="302978"/>
                  </a:lnTo>
                  <a:lnTo>
                    <a:pt x="4077245" y="273453"/>
                  </a:lnTo>
                  <a:lnTo>
                    <a:pt x="4080668" y="278501"/>
                  </a:lnTo>
                  <a:lnTo>
                    <a:pt x="4084091" y="394760"/>
                  </a:lnTo>
                  <a:lnTo>
                    <a:pt x="4087513" y="437642"/>
                  </a:lnTo>
                  <a:lnTo>
                    <a:pt x="4090936" y="398514"/>
                  </a:lnTo>
                  <a:lnTo>
                    <a:pt x="4094359" y="307624"/>
                  </a:lnTo>
                  <a:lnTo>
                    <a:pt x="4097782" y="278177"/>
                  </a:lnTo>
                  <a:lnTo>
                    <a:pt x="4101205" y="267042"/>
                  </a:lnTo>
                  <a:lnTo>
                    <a:pt x="4104627" y="206003"/>
                  </a:lnTo>
                  <a:lnTo>
                    <a:pt x="4108050" y="159595"/>
                  </a:lnTo>
                  <a:lnTo>
                    <a:pt x="4111473" y="127101"/>
                  </a:lnTo>
                  <a:lnTo>
                    <a:pt x="4114896" y="172229"/>
                  </a:lnTo>
                  <a:lnTo>
                    <a:pt x="4118319" y="175825"/>
                  </a:lnTo>
                  <a:lnTo>
                    <a:pt x="4121741" y="138683"/>
                  </a:lnTo>
                  <a:lnTo>
                    <a:pt x="4125164" y="143716"/>
                  </a:lnTo>
                  <a:lnTo>
                    <a:pt x="4128587" y="164064"/>
                  </a:lnTo>
                  <a:lnTo>
                    <a:pt x="4132010" y="200113"/>
                  </a:lnTo>
                  <a:lnTo>
                    <a:pt x="4135433" y="222104"/>
                  </a:lnTo>
                  <a:lnTo>
                    <a:pt x="4138855" y="226729"/>
                  </a:lnTo>
                  <a:lnTo>
                    <a:pt x="4142278" y="282860"/>
                  </a:lnTo>
                  <a:lnTo>
                    <a:pt x="4145701" y="322619"/>
                  </a:lnTo>
                  <a:lnTo>
                    <a:pt x="4149124" y="424297"/>
                  </a:lnTo>
                  <a:lnTo>
                    <a:pt x="4152547" y="536616"/>
                  </a:lnTo>
                  <a:lnTo>
                    <a:pt x="4155969" y="559144"/>
                  </a:lnTo>
                  <a:lnTo>
                    <a:pt x="4159392" y="589479"/>
                  </a:lnTo>
                  <a:lnTo>
                    <a:pt x="4162815" y="590594"/>
                  </a:lnTo>
                  <a:lnTo>
                    <a:pt x="4166238" y="540192"/>
                  </a:lnTo>
                  <a:lnTo>
                    <a:pt x="4169661" y="447301"/>
                  </a:lnTo>
                  <a:lnTo>
                    <a:pt x="4173083" y="375194"/>
                  </a:lnTo>
                  <a:lnTo>
                    <a:pt x="4176506" y="410308"/>
                  </a:lnTo>
                  <a:lnTo>
                    <a:pt x="4179929" y="466241"/>
                  </a:lnTo>
                  <a:lnTo>
                    <a:pt x="4183352" y="454590"/>
                  </a:lnTo>
                  <a:lnTo>
                    <a:pt x="4186775" y="494855"/>
                  </a:lnTo>
                  <a:lnTo>
                    <a:pt x="4190197" y="536311"/>
                  </a:lnTo>
                  <a:lnTo>
                    <a:pt x="4193620" y="508016"/>
                  </a:lnTo>
                  <a:lnTo>
                    <a:pt x="4197043" y="466447"/>
                  </a:lnTo>
                  <a:lnTo>
                    <a:pt x="4200466" y="408368"/>
                  </a:lnTo>
                  <a:lnTo>
                    <a:pt x="4203888" y="422843"/>
                  </a:lnTo>
                  <a:lnTo>
                    <a:pt x="4207311" y="405639"/>
                  </a:lnTo>
                  <a:lnTo>
                    <a:pt x="4210734" y="425046"/>
                  </a:lnTo>
                  <a:lnTo>
                    <a:pt x="4214157" y="471375"/>
                  </a:lnTo>
                  <a:lnTo>
                    <a:pt x="4217580" y="508095"/>
                  </a:lnTo>
                  <a:lnTo>
                    <a:pt x="4221002" y="576946"/>
                  </a:lnTo>
                  <a:lnTo>
                    <a:pt x="4224425" y="648729"/>
                  </a:lnTo>
                  <a:lnTo>
                    <a:pt x="4227848" y="768041"/>
                  </a:lnTo>
                  <a:lnTo>
                    <a:pt x="4231271" y="850034"/>
                  </a:lnTo>
                  <a:lnTo>
                    <a:pt x="4234694" y="866973"/>
                  </a:lnTo>
                  <a:lnTo>
                    <a:pt x="4238116" y="821331"/>
                  </a:lnTo>
                  <a:lnTo>
                    <a:pt x="4241539" y="797186"/>
                  </a:lnTo>
                  <a:lnTo>
                    <a:pt x="4244962" y="711169"/>
                  </a:lnTo>
                  <a:lnTo>
                    <a:pt x="4248385" y="592643"/>
                  </a:lnTo>
                  <a:lnTo>
                    <a:pt x="4251808" y="503102"/>
                  </a:lnTo>
                  <a:lnTo>
                    <a:pt x="4255230" y="460475"/>
                  </a:lnTo>
                  <a:lnTo>
                    <a:pt x="4258653" y="462193"/>
                  </a:lnTo>
                  <a:lnTo>
                    <a:pt x="4262076" y="400034"/>
                  </a:lnTo>
                  <a:lnTo>
                    <a:pt x="4265499" y="381603"/>
                  </a:lnTo>
                  <a:lnTo>
                    <a:pt x="4268922" y="332594"/>
                  </a:lnTo>
                  <a:lnTo>
                    <a:pt x="4272344" y="229581"/>
                  </a:lnTo>
                  <a:lnTo>
                    <a:pt x="4275767" y="116293"/>
                  </a:lnTo>
                  <a:lnTo>
                    <a:pt x="4279190" y="29130"/>
                  </a:lnTo>
                  <a:lnTo>
                    <a:pt x="4282613" y="82046"/>
                  </a:lnTo>
                  <a:lnTo>
                    <a:pt x="4286036" y="174809"/>
                  </a:lnTo>
                  <a:lnTo>
                    <a:pt x="4289458" y="208052"/>
                  </a:lnTo>
                  <a:lnTo>
                    <a:pt x="4292881" y="249769"/>
                  </a:lnTo>
                  <a:lnTo>
                    <a:pt x="4296304" y="294636"/>
                  </a:lnTo>
                  <a:lnTo>
                    <a:pt x="4299727" y="318015"/>
                  </a:lnTo>
                  <a:lnTo>
                    <a:pt x="4303149" y="279297"/>
                  </a:lnTo>
                  <a:lnTo>
                    <a:pt x="4306572" y="212154"/>
                  </a:lnTo>
                  <a:lnTo>
                    <a:pt x="4309995" y="226071"/>
                  </a:lnTo>
                  <a:lnTo>
                    <a:pt x="4313418" y="239356"/>
                  </a:lnTo>
                  <a:lnTo>
                    <a:pt x="4316841" y="260557"/>
                  </a:lnTo>
                  <a:lnTo>
                    <a:pt x="4320263" y="249075"/>
                  </a:lnTo>
                  <a:lnTo>
                    <a:pt x="4323686" y="264733"/>
                  </a:lnTo>
                  <a:lnTo>
                    <a:pt x="4327109" y="269437"/>
                  </a:lnTo>
                  <a:lnTo>
                    <a:pt x="4330532" y="295137"/>
                  </a:lnTo>
                  <a:lnTo>
                    <a:pt x="4333955" y="351488"/>
                  </a:lnTo>
                  <a:lnTo>
                    <a:pt x="4337377" y="398034"/>
                  </a:lnTo>
                  <a:lnTo>
                    <a:pt x="4340800" y="511492"/>
                  </a:lnTo>
                  <a:lnTo>
                    <a:pt x="4344223" y="681599"/>
                  </a:lnTo>
                  <a:lnTo>
                    <a:pt x="4347646" y="889887"/>
                  </a:lnTo>
                  <a:lnTo>
                    <a:pt x="4351069" y="978528"/>
                  </a:lnTo>
                  <a:lnTo>
                    <a:pt x="4354491" y="996390"/>
                  </a:lnTo>
                  <a:lnTo>
                    <a:pt x="4357914" y="1012390"/>
                  </a:lnTo>
                  <a:lnTo>
                    <a:pt x="4361337" y="1084964"/>
                  </a:lnTo>
                  <a:lnTo>
                    <a:pt x="4364760" y="1070321"/>
                  </a:lnTo>
                  <a:lnTo>
                    <a:pt x="4368183" y="971142"/>
                  </a:lnTo>
                  <a:lnTo>
                    <a:pt x="4371605" y="928048"/>
                  </a:lnTo>
                  <a:lnTo>
                    <a:pt x="4375028" y="905472"/>
                  </a:lnTo>
                  <a:lnTo>
                    <a:pt x="4378451" y="862420"/>
                  </a:lnTo>
                  <a:lnTo>
                    <a:pt x="4381874" y="744302"/>
                  </a:lnTo>
                  <a:lnTo>
                    <a:pt x="4385297" y="622396"/>
                  </a:lnTo>
                  <a:lnTo>
                    <a:pt x="4388719" y="574031"/>
                  </a:lnTo>
                  <a:lnTo>
                    <a:pt x="4392142" y="551744"/>
                  </a:lnTo>
                  <a:lnTo>
                    <a:pt x="4395565" y="525976"/>
                  </a:lnTo>
                  <a:lnTo>
                    <a:pt x="4398988" y="533689"/>
                  </a:lnTo>
                  <a:lnTo>
                    <a:pt x="4402410" y="518105"/>
                  </a:lnTo>
                  <a:lnTo>
                    <a:pt x="4405833" y="457364"/>
                  </a:lnTo>
                  <a:lnTo>
                    <a:pt x="4409256" y="377540"/>
                  </a:lnTo>
                  <a:lnTo>
                    <a:pt x="4412679" y="361630"/>
                  </a:lnTo>
                  <a:lnTo>
                    <a:pt x="4416102" y="483001"/>
                  </a:lnTo>
                  <a:lnTo>
                    <a:pt x="4419524" y="564748"/>
                  </a:lnTo>
                  <a:lnTo>
                    <a:pt x="4422947" y="588395"/>
                  </a:lnTo>
                  <a:lnTo>
                    <a:pt x="4426370" y="633802"/>
                  </a:lnTo>
                  <a:lnTo>
                    <a:pt x="4429793" y="599332"/>
                  </a:lnTo>
                  <a:lnTo>
                    <a:pt x="4433216" y="509178"/>
                  </a:lnTo>
                  <a:lnTo>
                    <a:pt x="4436638" y="349944"/>
                  </a:lnTo>
                  <a:lnTo>
                    <a:pt x="4440061" y="220432"/>
                  </a:lnTo>
                  <a:lnTo>
                    <a:pt x="4443484" y="157726"/>
                  </a:lnTo>
                  <a:lnTo>
                    <a:pt x="4446907" y="204594"/>
                  </a:lnTo>
                  <a:lnTo>
                    <a:pt x="4450330" y="407620"/>
                  </a:lnTo>
                  <a:lnTo>
                    <a:pt x="4453752" y="656386"/>
                  </a:lnTo>
                  <a:lnTo>
                    <a:pt x="4457175" y="807090"/>
                  </a:lnTo>
                  <a:lnTo>
                    <a:pt x="4460598" y="887665"/>
                  </a:lnTo>
                  <a:lnTo>
                    <a:pt x="4464021" y="984706"/>
                  </a:lnTo>
                  <a:lnTo>
                    <a:pt x="4467444" y="951170"/>
                  </a:lnTo>
                  <a:lnTo>
                    <a:pt x="4470866" y="897994"/>
                  </a:lnTo>
                  <a:lnTo>
                    <a:pt x="4474289" y="837276"/>
                  </a:lnTo>
                  <a:lnTo>
                    <a:pt x="4477712" y="772451"/>
                  </a:lnTo>
                  <a:lnTo>
                    <a:pt x="4481135" y="875043"/>
                  </a:lnTo>
                  <a:lnTo>
                    <a:pt x="4484558" y="958729"/>
                  </a:lnTo>
                  <a:lnTo>
                    <a:pt x="4487980" y="1031892"/>
                  </a:lnTo>
                  <a:lnTo>
                    <a:pt x="4491403" y="1061183"/>
                  </a:lnTo>
                  <a:lnTo>
                    <a:pt x="4494826" y="1028821"/>
                  </a:lnTo>
                  <a:lnTo>
                    <a:pt x="4498249" y="1033774"/>
                  </a:lnTo>
                  <a:lnTo>
                    <a:pt x="4501672" y="940894"/>
                  </a:lnTo>
                  <a:lnTo>
                    <a:pt x="4505094" y="915422"/>
                  </a:lnTo>
                  <a:lnTo>
                    <a:pt x="4508517" y="922279"/>
                  </a:lnTo>
                  <a:lnTo>
                    <a:pt x="4511940" y="758445"/>
                  </a:lnTo>
                  <a:lnTo>
                    <a:pt x="4515363" y="685305"/>
                  </a:lnTo>
                  <a:lnTo>
                    <a:pt x="4518785" y="667004"/>
                  </a:lnTo>
                  <a:lnTo>
                    <a:pt x="4522208" y="611777"/>
                  </a:lnTo>
                  <a:lnTo>
                    <a:pt x="4525631" y="488035"/>
                  </a:lnTo>
                  <a:lnTo>
                    <a:pt x="4529054" y="455070"/>
                  </a:lnTo>
                  <a:lnTo>
                    <a:pt x="4532477" y="558881"/>
                  </a:lnTo>
                  <a:lnTo>
                    <a:pt x="4535899" y="550199"/>
                  </a:lnTo>
                  <a:lnTo>
                    <a:pt x="4539322" y="502091"/>
                  </a:lnTo>
                  <a:lnTo>
                    <a:pt x="4542745" y="545108"/>
                  </a:lnTo>
                  <a:lnTo>
                    <a:pt x="4546168" y="571010"/>
                  </a:lnTo>
                  <a:lnTo>
                    <a:pt x="4549591" y="477516"/>
                  </a:lnTo>
                  <a:lnTo>
                    <a:pt x="4553013" y="376803"/>
                  </a:lnTo>
                  <a:lnTo>
                    <a:pt x="4556436" y="352303"/>
                  </a:lnTo>
                  <a:lnTo>
                    <a:pt x="4559859" y="395741"/>
                  </a:lnTo>
                  <a:lnTo>
                    <a:pt x="4563282" y="415331"/>
                  </a:lnTo>
                  <a:lnTo>
                    <a:pt x="4566705" y="414473"/>
                  </a:lnTo>
                  <a:lnTo>
                    <a:pt x="4570127" y="403398"/>
                  </a:lnTo>
                  <a:lnTo>
                    <a:pt x="4573550" y="425715"/>
                  </a:lnTo>
                  <a:lnTo>
                    <a:pt x="4576973" y="391923"/>
                  </a:lnTo>
                  <a:lnTo>
                    <a:pt x="4580396" y="324288"/>
                  </a:lnTo>
                  <a:lnTo>
                    <a:pt x="4583819" y="215520"/>
                  </a:lnTo>
                  <a:lnTo>
                    <a:pt x="4587241" y="122071"/>
                  </a:lnTo>
                  <a:lnTo>
                    <a:pt x="4590664" y="113413"/>
                  </a:lnTo>
                  <a:lnTo>
                    <a:pt x="4594087" y="86906"/>
                  </a:lnTo>
                  <a:lnTo>
                    <a:pt x="4597510" y="113203"/>
                  </a:lnTo>
                  <a:lnTo>
                    <a:pt x="4600933" y="95333"/>
                  </a:lnTo>
                  <a:lnTo>
                    <a:pt x="4604355" y="159232"/>
                  </a:lnTo>
                  <a:lnTo>
                    <a:pt x="4607778" y="301041"/>
                  </a:lnTo>
                  <a:lnTo>
                    <a:pt x="4611201" y="354207"/>
                  </a:lnTo>
                  <a:lnTo>
                    <a:pt x="4614624" y="355092"/>
                  </a:lnTo>
                  <a:lnTo>
                    <a:pt x="4618046" y="331918"/>
                  </a:lnTo>
                  <a:lnTo>
                    <a:pt x="4621469" y="362328"/>
                  </a:lnTo>
                  <a:lnTo>
                    <a:pt x="4624892" y="347837"/>
                  </a:lnTo>
                  <a:lnTo>
                    <a:pt x="4628315" y="230480"/>
                  </a:lnTo>
                  <a:lnTo>
                    <a:pt x="4631738" y="196830"/>
                  </a:lnTo>
                  <a:lnTo>
                    <a:pt x="4635160" y="217905"/>
                  </a:lnTo>
                  <a:lnTo>
                    <a:pt x="4638583" y="234387"/>
                  </a:lnTo>
                  <a:lnTo>
                    <a:pt x="4642006" y="263392"/>
                  </a:lnTo>
                  <a:lnTo>
                    <a:pt x="4645429" y="273757"/>
                  </a:lnTo>
                  <a:lnTo>
                    <a:pt x="4648852" y="314474"/>
                  </a:lnTo>
                  <a:lnTo>
                    <a:pt x="4652274" y="348796"/>
                  </a:lnTo>
                  <a:lnTo>
                    <a:pt x="4655697" y="419426"/>
                  </a:lnTo>
                  <a:lnTo>
                    <a:pt x="4659120" y="522568"/>
                  </a:lnTo>
                  <a:lnTo>
                    <a:pt x="4662543" y="569189"/>
                  </a:lnTo>
                  <a:lnTo>
                    <a:pt x="4665966" y="578260"/>
                  </a:lnTo>
                  <a:lnTo>
                    <a:pt x="4669388" y="634211"/>
                  </a:lnTo>
                  <a:lnTo>
                    <a:pt x="4672811" y="597740"/>
                  </a:lnTo>
                  <a:lnTo>
                    <a:pt x="4676234" y="541691"/>
                  </a:lnTo>
                  <a:lnTo>
                    <a:pt x="4679657" y="472169"/>
                  </a:lnTo>
                  <a:lnTo>
                    <a:pt x="4683080" y="393789"/>
                  </a:lnTo>
                  <a:lnTo>
                    <a:pt x="4686502" y="333216"/>
                  </a:lnTo>
                  <a:lnTo>
                    <a:pt x="4689925" y="308885"/>
                  </a:lnTo>
                  <a:lnTo>
                    <a:pt x="4693348" y="347767"/>
                  </a:lnTo>
                  <a:lnTo>
                    <a:pt x="4696771" y="402493"/>
                  </a:lnTo>
                  <a:lnTo>
                    <a:pt x="4700194" y="414868"/>
                  </a:lnTo>
                  <a:lnTo>
                    <a:pt x="4703616" y="435720"/>
                  </a:lnTo>
                  <a:lnTo>
                    <a:pt x="4707039" y="520606"/>
                  </a:lnTo>
                  <a:lnTo>
                    <a:pt x="4710462" y="555982"/>
                  </a:lnTo>
                  <a:lnTo>
                    <a:pt x="4713885" y="553406"/>
                  </a:lnTo>
                  <a:lnTo>
                    <a:pt x="4717308" y="526743"/>
                  </a:lnTo>
                  <a:lnTo>
                    <a:pt x="4720730" y="579584"/>
                  </a:lnTo>
                  <a:lnTo>
                    <a:pt x="4724153" y="634390"/>
                  </a:lnTo>
                  <a:lnTo>
                    <a:pt x="4727576" y="653619"/>
                  </a:lnTo>
                  <a:lnTo>
                    <a:pt x="4730999" y="650173"/>
                  </a:lnTo>
                  <a:lnTo>
                    <a:pt x="4734421" y="644986"/>
                  </a:lnTo>
                  <a:lnTo>
                    <a:pt x="4737844" y="647705"/>
                  </a:lnTo>
                  <a:lnTo>
                    <a:pt x="4741267" y="570319"/>
                  </a:lnTo>
                  <a:lnTo>
                    <a:pt x="4744690" y="471658"/>
                  </a:lnTo>
                  <a:lnTo>
                    <a:pt x="4748113" y="380101"/>
                  </a:lnTo>
                  <a:lnTo>
                    <a:pt x="4751535" y="322360"/>
                  </a:lnTo>
                  <a:lnTo>
                    <a:pt x="4754958" y="350776"/>
                  </a:lnTo>
                  <a:lnTo>
                    <a:pt x="4758381" y="332067"/>
                  </a:lnTo>
                  <a:lnTo>
                    <a:pt x="4761804" y="311013"/>
                  </a:lnTo>
                  <a:lnTo>
                    <a:pt x="4765227" y="346480"/>
                  </a:lnTo>
                  <a:lnTo>
                    <a:pt x="4768649" y="410175"/>
                  </a:lnTo>
                  <a:lnTo>
                    <a:pt x="4772072" y="393881"/>
                  </a:lnTo>
                  <a:lnTo>
                    <a:pt x="4775495" y="309208"/>
                  </a:lnTo>
                  <a:lnTo>
                    <a:pt x="4778918" y="240332"/>
                  </a:lnTo>
                  <a:lnTo>
                    <a:pt x="4782341" y="221933"/>
                  </a:lnTo>
                  <a:lnTo>
                    <a:pt x="4785763" y="233868"/>
                  </a:lnTo>
                  <a:lnTo>
                    <a:pt x="4789186" y="167002"/>
                  </a:lnTo>
                  <a:lnTo>
                    <a:pt x="4792609" y="136543"/>
                  </a:lnTo>
                  <a:lnTo>
                    <a:pt x="4796032" y="142937"/>
                  </a:lnTo>
                  <a:lnTo>
                    <a:pt x="4799455" y="163159"/>
                  </a:lnTo>
                  <a:lnTo>
                    <a:pt x="4802877" y="197829"/>
                  </a:lnTo>
                  <a:lnTo>
                    <a:pt x="4806300" y="211486"/>
                  </a:lnTo>
                  <a:lnTo>
                    <a:pt x="4809723" y="224726"/>
                  </a:lnTo>
                  <a:lnTo>
                    <a:pt x="4813146" y="253964"/>
                  </a:lnTo>
                  <a:lnTo>
                    <a:pt x="4816569" y="272939"/>
                  </a:lnTo>
                  <a:lnTo>
                    <a:pt x="4819991" y="300603"/>
                  </a:lnTo>
                  <a:lnTo>
                    <a:pt x="4823414" y="327139"/>
                  </a:lnTo>
                  <a:lnTo>
                    <a:pt x="4826837" y="297560"/>
                  </a:lnTo>
                  <a:lnTo>
                    <a:pt x="4830260" y="222814"/>
                  </a:lnTo>
                  <a:lnTo>
                    <a:pt x="4833682" y="134620"/>
                  </a:lnTo>
                  <a:lnTo>
                    <a:pt x="4837105" y="122376"/>
                  </a:lnTo>
                  <a:lnTo>
                    <a:pt x="4840528" y="137653"/>
                  </a:lnTo>
                  <a:lnTo>
                    <a:pt x="4843951" y="88283"/>
                  </a:lnTo>
                  <a:lnTo>
                    <a:pt x="4847374" y="37237"/>
                  </a:lnTo>
                  <a:lnTo>
                    <a:pt x="4850796" y="91547"/>
                  </a:lnTo>
                  <a:lnTo>
                    <a:pt x="4854219" y="176026"/>
                  </a:lnTo>
                  <a:lnTo>
                    <a:pt x="4857642" y="201752"/>
                  </a:lnTo>
                  <a:lnTo>
                    <a:pt x="4861065" y="258113"/>
                  </a:lnTo>
                  <a:lnTo>
                    <a:pt x="4864488" y="323221"/>
                  </a:lnTo>
                  <a:lnTo>
                    <a:pt x="4867910" y="392147"/>
                  </a:lnTo>
                  <a:lnTo>
                    <a:pt x="4871333" y="440589"/>
                  </a:lnTo>
                  <a:lnTo>
                    <a:pt x="4874756" y="523151"/>
                  </a:lnTo>
                  <a:lnTo>
                    <a:pt x="4878179" y="624207"/>
                  </a:lnTo>
                  <a:lnTo>
                    <a:pt x="4881602" y="723732"/>
                  </a:lnTo>
                  <a:lnTo>
                    <a:pt x="4885024" y="875995"/>
                  </a:lnTo>
                  <a:lnTo>
                    <a:pt x="4888447" y="977317"/>
                  </a:lnTo>
                  <a:lnTo>
                    <a:pt x="4891870" y="1008914"/>
                  </a:lnTo>
                  <a:lnTo>
                    <a:pt x="4895293" y="969039"/>
                  </a:lnTo>
                  <a:lnTo>
                    <a:pt x="4898716" y="965819"/>
                  </a:lnTo>
                  <a:lnTo>
                    <a:pt x="4902138" y="887049"/>
                  </a:lnTo>
                  <a:lnTo>
                    <a:pt x="4905561" y="664485"/>
                  </a:lnTo>
                  <a:lnTo>
                    <a:pt x="4908984" y="525167"/>
                  </a:lnTo>
                  <a:lnTo>
                    <a:pt x="4912407" y="496842"/>
                  </a:lnTo>
                  <a:lnTo>
                    <a:pt x="4915830" y="481486"/>
                  </a:lnTo>
                  <a:lnTo>
                    <a:pt x="4919252" y="436662"/>
                  </a:lnTo>
                  <a:lnTo>
                    <a:pt x="4922675" y="435386"/>
                  </a:lnTo>
                  <a:lnTo>
                    <a:pt x="4926098" y="469804"/>
                  </a:lnTo>
                  <a:lnTo>
                    <a:pt x="4929521" y="446307"/>
                  </a:lnTo>
                  <a:lnTo>
                    <a:pt x="4932943" y="399507"/>
                  </a:lnTo>
                  <a:lnTo>
                    <a:pt x="4936366" y="396175"/>
                  </a:lnTo>
                  <a:lnTo>
                    <a:pt x="4939789" y="344156"/>
                  </a:lnTo>
                  <a:lnTo>
                    <a:pt x="4943212" y="336987"/>
                  </a:lnTo>
                  <a:lnTo>
                    <a:pt x="4946635" y="444700"/>
                  </a:lnTo>
                  <a:lnTo>
                    <a:pt x="4950057" y="600308"/>
                  </a:lnTo>
                  <a:lnTo>
                    <a:pt x="4953480" y="721225"/>
                  </a:lnTo>
                  <a:lnTo>
                    <a:pt x="4956903" y="769329"/>
                  </a:lnTo>
                  <a:lnTo>
                    <a:pt x="4960326" y="786741"/>
                  </a:lnTo>
                  <a:lnTo>
                    <a:pt x="4963749" y="766104"/>
                  </a:lnTo>
                  <a:lnTo>
                    <a:pt x="4967171" y="714779"/>
                  </a:lnTo>
                  <a:lnTo>
                    <a:pt x="4970594" y="669774"/>
                  </a:lnTo>
                  <a:lnTo>
                    <a:pt x="4974017" y="678498"/>
                  </a:lnTo>
                  <a:lnTo>
                    <a:pt x="4977440" y="894444"/>
                  </a:lnTo>
                  <a:lnTo>
                    <a:pt x="4980863" y="1083437"/>
                  </a:lnTo>
                  <a:lnTo>
                    <a:pt x="4984285" y="1084336"/>
                  </a:lnTo>
                  <a:lnTo>
                    <a:pt x="4987708" y="1051618"/>
                  </a:lnTo>
                  <a:lnTo>
                    <a:pt x="4991131" y="1024129"/>
                  </a:lnTo>
                  <a:lnTo>
                    <a:pt x="4994554" y="928523"/>
                  </a:lnTo>
                  <a:lnTo>
                    <a:pt x="4997977" y="696477"/>
                  </a:lnTo>
                  <a:lnTo>
                    <a:pt x="5001399" y="574504"/>
                  </a:lnTo>
                  <a:lnTo>
                    <a:pt x="5004822" y="584221"/>
                  </a:lnTo>
                  <a:lnTo>
                    <a:pt x="5008245" y="617906"/>
                  </a:lnTo>
                  <a:lnTo>
                    <a:pt x="5011668" y="629223"/>
                  </a:lnTo>
                  <a:lnTo>
                    <a:pt x="5015091" y="646559"/>
                  </a:lnTo>
                  <a:lnTo>
                    <a:pt x="5018513" y="642360"/>
                  </a:lnTo>
                  <a:lnTo>
                    <a:pt x="5021936" y="611001"/>
                  </a:lnTo>
                  <a:lnTo>
                    <a:pt x="5025359" y="666856"/>
                  </a:lnTo>
                  <a:lnTo>
                    <a:pt x="5028782" y="782055"/>
                  </a:lnTo>
                  <a:lnTo>
                    <a:pt x="5032205" y="737763"/>
                  </a:lnTo>
                  <a:lnTo>
                    <a:pt x="5035627" y="692791"/>
                  </a:lnTo>
                  <a:lnTo>
                    <a:pt x="5039050" y="626676"/>
                  </a:lnTo>
                  <a:lnTo>
                    <a:pt x="5042473" y="586535"/>
                  </a:lnTo>
                  <a:lnTo>
                    <a:pt x="5045896" y="543811"/>
                  </a:lnTo>
                  <a:lnTo>
                    <a:pt x="5049318" y="465069"/>
                  </a:lnTo>
                  <a:lnTo>
                    <a:pt x="5052741" y="583877"/>
                  </a:lnTo>
                  <a:lnTo>
                    <a:pt x="5056164" y="705357"/>
                  </a:lnTo>
                  <a:lnTo>
                    <a:pt x="5059587" y="792364"/>
                  </a:lnTo>
                  <a:lnTo>
                    <a:pt x="5063010" y="830599"/>
                  </a:lnTo>
                  <a:lnTo>
                    <a:pt x="5066432" y="850228"/>
                  </a:lnTo>
                  <a:lnTo>
                    <a:pt x="5069855" y="888551"/>
                  </a:lnTo>
                  <a:lnTo>
                    <a:pt x="5073278" y="885106"/>
                  </a:lnTo>
                  <a:lnTo>
                    <a:pt x="5076701" y="927303"/>
                  </a:lnTo>
                  <a:lnTo>
                    <a:pt x="5080124" y="995450"/>
                  </a:lnTo>
                  <a:lnTo>
                    <a:pt x="5083546" y="1123876"/>
                  </a:lnTo>
                  <a:lnTo>
                    <a:pt x="5086969" y="1184299"/>
                  </a:lnTo>
                  <a:lnTo>
                    <a:pt x="5090392" y="1116395"/>
                  </a:lnTo>
                  <a:lnTo>
                    <a:pt x="5093815" y="1141433"/>
                  </a:lnTo>
                  <a:lnTo>
                    <a:pt x="5097238" y="1182173"/>
                  </a:lnTo>
                  <a:lnTo>
                    <a:pt x="5100660" y="1196867"/>
                  </a:lnTo>
                  <a:lnTo>
                    <a:pt x="5104083" y="1093690"/>
                  </a:lnTo>
                  <a:lnTo>
                    <a:pt x="5107506" y="1019566"/>
                  </a:lnTo>
                  <a:lnTo>
                    <a:pt x="5110929" y="1190980"/>
                  </a:lnTo>
                  <a:lnTo>
                    <a:pt x="5114352" y="1379976"/>
                  </a:lnTo>
                  <a:lnTo>
                    <a:pt x="5117774" y="1429533"/>
                  </a:lnTo>
                  <a:lnTo>
                    <a:pt x="5121197" y="1401271"/>
                  </a:lnTo>
                  <a:lnTo>
                    <a:pt x="5124620" y="1348818"/>
                  </a:lnTo>
                  <a:lnTo>
                    <a:pt x="5128043" y="1270542"/>
                  </a:lnTo>
                  <a:lnTo>
                    <a:pt x="5131466" y="1086801"/>
                  </a:lnTo>
                  <a:lnTo>
                    <a:pt x="5134888" y="859389"/>
                  </a:lnTo>
                  <a:lnTo>
                    <a:pt x="5138311" y="735066"/>
                  </a:lnTo>
                  <a:lnTo>
                    <a:pt x="5141734" y="688651"/>
                  </a:lnTo>
                  <a:lnTo>
                    <a:pt x="5145157" y="664421"/>
                  </a:lnTo>
                  <a:lnTo>
                    <a:pt x="5148579" y="693599"/>
                  </a:lnTo>
                  <a:lnTo>
                    <a:pt x="5152002" y="742032"/>
                  </a:lnTo>
                  <a:lnTo>
                    <a:pt x="5155425" y="822368"/>
                  </a:lnTo>
                  <a:lnTo>
                    <a:pt x="5158848" y="907400"/>
                  </a:lnTo>
                  <a:lnTo>
                    <a:pt x="5162271" y="982703"/>
                  </a:lnTo>
                  <a:lnTo>
                    <a:pt x="5165693" y="1161321"/>
                  </a:lnTo>
                  <a:lnTo>
                    <a:pt x="5169116" y="1286394"/>
                  </a:lnTo>
                  <a:lnTo>
                    <a:pt x="5172539" y="1352728"/>
                  </a:lnTo>
                  <a:lnTo>
                    <a:pt x="5175962" y="1410549"/>
                  </a:lnTo>
                  <a:lnTo>
                    <a:pt x="5179385" y="1447432"/>
                  </a:lnTo>
                  <a:lnTo>
                    <a:pt x="5182807" y="1443316"/>
                  </a:lnTo>
                  <a:lnTo>
                    <a:pt x="5186230" y="1421626"/>
                  </a:lnTo>
                  <a:lnTo>
                    <a:pt x="5189653" y="1494577"/>
                  </a:lnTo>
                  <a:lnTo>
                    <a:pt x="5193076" y="1557492"/>
                  </a:lnTo>
                  <a:lnTo>
                    <a:pt x="5196499" y="1495058"/>
                  </a:lnTo>
                  <a:lnTo>
                    <a:pt x="5199921" y="1445187"/>
                  </a:lnTo>
                  <a:lnTo>
                    <a:pt x="5203344" y="1574091"/>
                  </a:lnTo>
                  <a:lnTo>
                    <a:pt x="5206767" y="1745899"/>
                  </a:lnTo>
                  <a:lnTo>
                    <a:pt x="5210190" y="1817744"/>
                  </a:lnTo>
                  <a:lnTo>
                    <a:pt x="5213613" y="1778650"/>
                  </a:lnTo>
                  <a:lnTo>
                    <a:pt x="5217035" y="1744298"/>
                  </a:lnTo>
                  <a:lnTo>
                    <a:pt x="5220458" y="1769048"/>
                  </a:lnTo>
                  <a:lnTo>
                    <a:pt x="5223881" y="1704922"/>
                  </a:lnTo>
                  <a:lnTo>
                    <a:pt x="5227304" y="1558682"/>
                  </a:lnTo>
                  <a:lnTo>
                    <a:pt x="5230727" y="1486309"/>
                  </a:lnTo>
                  <a:lnTo>
                    <a:pt x="5234149" y="1623275"/>
                  </a:lnTo>
                  <a:lnTo>
                    <a:pt x="5237572" y="1743396"/>
                  </a:lnTo>
                  <a:lnTo>
                    <a:pt x="5240995" y="1681828"/>
                  </a:lnTo>
                  <a:lnTo>
                    <a:pt x="5244418" y="1658234"/>
                  </a:lnTo>
                  <a:lnTo>
                    <a:pt x="5247840" y="1646390"/>
                  </a:lnTo>
                  <a:lnTo>
                    <a:pt x="5251263" y="1509545"/>
                  </a:lnTo>
                  <a:lnTo>
                    <a:pt x="5254686" y="1373691"/>
                  </a:lnTo>
                  <a:lnTo>
                    <a:pt x="5258109" y="1325774"/>
                  </a:lnTo>
                  <a:lnTo>
                    <a:pt x="5261532" y="1371212"/>
                  </a:lnTo>
                  <a:lnTo>
                    <a:pt x="5264954" y="1338377"/>
                  </a:lnTo>
                  <a:lnTo>
                    <a:pt x="5268377" y="1362225"/>
                  </a:lnTo>
                  <a:lnTo>
                    <a:pt x="5271800" y="1346907"/>
                  </a:lnTo>
                  <a:lnTo>
                    <a:pt x="5275223" y="1200816"/>
                  </a:lnTo>
                  <a:lnTo>
                    <a:pt x="5278646" y="1016796"/>
                  </a:lnTo>
                  <a:lnTo>
                    <a:pt x="5282068" y="919018"/>
                  </a:lnTo>
                  <a:lnTo>
                    <a:pt x="5285491" y="958355"/>
                  </a:lnTo>
                  <a:lnTo>
                    <a:pt x="5288914" y="908471"/>
                  </a:lnTo>
                  <a:lnTo>
                    <a:pt x="5292337" y="917691"/>
                  </a:lnTo>
                  <a:lnTo>
                    <a:pt x="5295760" y="972573"/>
                  </a:lnTo>
                  <a:lnTo>
                    <a:pt x="5299182" y="1023478"/>
                  </a:lnTo>
                  <a:lnTo>
                    <a:pt x="5302605" y="1003895"/>
                  </a:lnTo>
                  <a:lnTo>
                    <a:pt x="5306028" y="939306"/>
                  </a:lnTo>
                  <a:lnTo>
                    <a:pt x="5309451" y="882418"/>
                  </a:lnTo>
                  <a:lnTo>
                    <a:pt x="5312874" y="835461"/>
                  </a:lnTo>
                  <a:lnTo>
                    <a:pt x="5316296" y="786184"/>
                  </a:lnTo>
                  <a:lnTo>
                    <a:pt x="5319719" y="852538"/>
                  </a:lnTo>
                  <a:lnTo>
                    <a:pt x="5323142" y="991202"/>
                  </a:lnTo>
                  <a:lnTo>
                    <a:pt x="5326565" y="968774"/>
                  </a:lnTo>
                  <a:lnTo>
                    <a:pt x="5329988" y="977676"/>
                  </a:lnTo>
                  <a:lnTo>
                    <a:pt x="5333410" y="1062334"/>
                  </a:lnTo>
                  <a:lnTo>
                    <a:pt x="5336833" y="1134579"/>
                  </a:lnTo>
                  <a:lnTo>
                    <a:pt x="5340256" y="1093447"/>
                  </a:lnTo>
                  <a:lnTo>
                    <a:pt x="5343679" y="971313"/>
                  </a:lnTo>
                  <a:lnTo>
                    <a:pt x="5347102" y="967402"/>
                  </a:lnTo>
                  <a:lnTo>
                    <a:pt x="5350524" y="962065"/>
                  </a:lnTo>
                  <a:lnTo>
                    <a:pt x="5353947" y="921483"/>
                  </a:lnTo>
                  <a:lnTo>
                    <a:pt x="5357370" y="873520"/>
                  </a:lnTo>
                  <a:lnTo>
                    <a:pt x="5360793" y="889709"/>
                  </a:lnTo>
                  <a:lnTo>
                    <a:pt x="5364215" y="969754"/>
                  </a:lnTo>
                  <a:lnTo>
                    <a:pt x="5367638" y="1010057"/>
                  </a:lnTo>
                  <a:lnTo>
                    <a:pt x="5371061" y="1019905"/>
                  </a:lnTo>
                  <a:lnTo>
                    <a:pt x="5374484" y="1070552"/>
                  </a:lnTo>
                  <a:lnTo>
                    <a:pt x="5377907" y="1098272"/>
                  </a:lnTo>
                  <a:lnTo>
                    <a:pt x="5381329" y="1092678"/>
                  </a:lnTo>
                  <a:lnTo>
                    <a:pt x="5384752" y="1042395"/>
                  </a:lnTo>
                  <a:lnTo>
                    <a:pt x="5388175" y="1024214"/>
                  </a:lnTo>
                  <a:lnTo>
                    <a:pt x="5391598" y="972705"/>
                  </a:lnTo>
                  <a:lnTo>
                    <a:pt x="5395021" y="900560"/>
                  </a:lnTo>
                  <a:lnTo>
                    <a:pt x="5398443" y="969054"/>
                  </a:lnTo>
                  <a:lnTo>
                    <a:pt x="5401866" y="1018004"/>
                  </a:lnTo>
                  <a:lnTo>
                    <a:pt x="5405289" y="1011660"/>
                  </a:lnTo>
                  <a:lnTo>
                    <a:pt x="5408712" y="942928"/>
                  </a:lnTo>
                  <a:lnTo>
                    <a:pt x="5412135" y="981569"/>
                  </a:lnTo>
                  <a:lnTo>
                    <a:pt x="5415557" y="1108553"/>
                  </a:lnTo>
                  <a:lnTo>
                    <a:pt x="5418980" y="1082199"/>
                  </a:lnTo>
                  <a:lnTo>
                    <a:pt x="5422403" y="1034355"/>
                  </a:lnTo>
                  <a:lnTo>
                    <a:pt x="5425826" y="1058751"/>
                  </a:lnTo>
                  <a:lnTo>
                    <a:pt x="5429249" y="1207723"/>
                  </a:lnTo>
                  <a:lnTo>
                    <a:pt x="5432671" y="1322999"/>
                  </a:lnTo>
                  <a:lnTo>
                    <a:pt x="5436094" y="1289140"/>
                  </a:lnTo>
                  <a:lnTo>
                    <a:pt x="5439517" y="1249806"/>
                  </a:lnTo>
                  <a:lnTo>
                    <a:pt x="5442940" y="1280456"/>
                  </a:lnTo>
                  <a:lnTo>
                    <a:pt x="5446363" y="1330143"/>
                  </a:lnTo>
                  <a:lnTo>
                    <a:pt x="5449785" y="1328062"/>
                  </a:lnTo>
                  <a:lnTo>
                    <a:pt x="5453208" y="1287085"/>
                  </a:lnTo>
                  <a:lnTo>
                    <a:pt x="5456631" y="1374977"/>
                  </a:lnTo>
                  <a:lnTo>
                    <a:pt x="5460054" y="1630884"/>
                  </a:lnTo>
                  <a:lnTo>
                    <a:pt x="5463476" y="1729428"/>
                  </a:lnTo>
                  <a:lnTo>
                    <a:pt x="5466899" y="1784414"/>
                  </a:lnTo>
                  <a:lnTo>
                    <a:pt x="5470322" y="1773430"/>
                  </a:lnTo>
                  <a:lnTo>
                    <a:pt x="5473745" y="1821716"/>
                  </a:lnTo>
                  <a:lnTo>
                    <a:pt x="5477168" y="1846136"/>
                  </a:lnTo>
                  <a:lnTo>
                    <a:pt x="5480590" y="1716569"/>
                  </a:lnTo>
                  <a:lnTo>
                    <a:pt x="5484013" y="1668686"/>
                  </a:lnTo>
                  <a:lnTo>
                    <a:pt x="5487436" y="1683201"/>
                  </a:lnTo>
                  <a:lnTo>
                    <a:pt x="5490859" y="1859806"/>
                  </a:lnTo>
                  <a:lnTo>
                    <a:pt x="5494282" y="2031639"/>
                  </a:lnTo>
                  <a:lnTo>
                    <a:pt x="5497704" y="2080602"/>
                  </a:lnTo>
                  <a:lnTo>
                    <a:pt x="5501127" y="2172208"/>
                  </a:lnTo>
                  <a:lnTo>
                    <a:pt x="5504550" y="2208314"/>
                  </a:lnTo>
                  <a:lnTo>
                    <a:pt x="5507973" y="2132133"/>
                  </a:lnTo>
                  <a:lnTo>
                    <a:pt x="5511396" y="1948872"/>
                  </a:lnTo>
                  <a:lnTo>
                    <a:pt x="5514818" y="1800797"/>
                  </a:lnTo>
                  <a:lnTo>
                    <a:pt x="5518241" y="1660802"/>
                  </a:lnTo>
                  <a:lnTo>
                    <a:pt x="5521664" y="1547436"/>
                  </a:lnTo>
                  <a:lnTo>
                    <a:pt x="5525087" y="1511930"/>
                  </a:lnTo>
                  <a:lnTo>
                    <a:pt x="5528510" y="1588978"/>
                  </a:lnTo>
                  <a:lnTo>
                    <a:pt x="5531932" y="1689889"/>
                  </a:lnTo>
                  <a:lnTo>
                    <a:pt x="5535355" y="1615759"/>
                  </a:lnTo>
                  <a:lnTo>
                    <a:pt x="5538778" y="1550361"/>
                  </a:lnTo>
                  <a:lnTo>
                    <a:pt x="5542201" y="1437133"/>
                  </a:lnTo>
                  <a:lnTo>
                    <a:pt x="5545624" y="1355195"/>
                  </a:lnTo>
                  <a:lnTo>
                    <a:pt x="5549046" y="1252590"/>
                  </a:lnTo>
                  <a:lnTo>
                    <a:pt x="5552469" y="1205653"/>
                  </a:lnTo>
                  <a:lnTo>
                    <a:pt x="5555892" y="1324977"/>
                  </a:lnTo>
                  <a:lnTo>
                    <a:pt x="5559315" y="1504120"/>
                  </a:lnTo>
                  <a:lnTo>
                    <a:pt x="5562737" y="1674450"/>
                  </a:lnTo>
                  <a:lnTo>
                    <a:pt x="5566160" y="1749720"/>
                  </a:lnTo>
                  <a:lnTo>
                    <a:pt x="5569583" y="1771372"/>
                  </a:lnTo>
                  <a:lnTo>
                    <a:pt x="5573006" y="1724531"/>
                  </a:lnTo>
                  <a:lnTo>
                    <a:pt x="5576429" y="1552579"/>
                  </a:lnTo>
                  <a:lnTo>
                    <a:pt x="5579851" y="1373403"/>
                  </a:lnTo>
                  <a:lnTo>
                    <a:pt x="5583274" y="1284641"/>
                  </a:lnTo>
                  <a:lnTo>
                    <a:pt x="5586697" y="1189646"/>
                  </a:lnTo>
                  <a:lnTo>
                    <a:pt x="5590120" y="1102911"/>
                  </a:lnTo>
                  <a:lnTo>
                    <a:pt x="5593543" y="1072527"/>
                  </a:lnTo>
                  <a:lnTo>
                    <a:pt x="5596965" y="1111180"/>
                  </a:lnTo>
                  <a:lnTo>
                    <a:pt x="5600388" y="1148256"/>
                  </a:lnTo>
                  <a:lnTo>
                    <a:pt x="5603811" y="1181911"/>
                  </a:lnTo>
                  <a:lnTo>
                    <a:pt x="5607234" y="1334151"/>
                  </a:lnTo>
                  <a:lnTo>
                    <a:pt x="5610657" y="1514867"/>
                  </a:lnTo>
                  <a:lnTo>
                    <a:pt x="5614079" y="1742200"/>
                  </a:lnTo>
                  <a:lnTo>
                    <a:pt x="5617502" y="1891830"/>
                  </a:lnTo>
                  <a:lnTo>
                    <a:pt x="5620925" y="1975158"/>
                  </a:lnTo>
                  <a:lnTo>
                    <a:pt x="5624348" y="1999380"/>
                  </a:lnTo>
                  <a:lnTo>
                    <a:pt x="5627771" y="2003708"/>
                  </a:lnTo>
                  <a:lnTo>
                    <a:pt x="5631193" y="2095519"/>
                  </a:lnTo>
                  <a:lnTo>
                    <a:pt x="5634616" y="2103890"/>
                  </a:lnTo>
                  <a:lnTo>
                    <a:pt x="5638039" y="2221623"/>
                  </a:lnTo>
                  <a:lnTo>
                    <a:pt x="5641462" y="2322433"/>
                  </a:lnTo>
                  <a:lnTo>
                    <a:pt x="5644885" y="2375413"/>
                  </a:lnTo>
                  <a:lnTo>
                    <a:pt x="5648307" y="2342494"/>
                  </a:lnTo>
                  <a:lnTo>
                    <a:pt x="5651730" y="2247000"/>
                  </a:lnTo>
                  <a:lnTo>
                    <a:pt x="5655153" y="2195192"/>
                  </a:lnTo>
                  <a:lnTo>
                    <a:pt x="5658576" y="2065127"/>
                  </a:lnTo>
                  <a:lnTo>
                    <a:pt x="5661999" y="2066015"/>
                  </a:lnTo>
                  <a:lnTo>
                    <a:pt x="5665421" y="2191235"/>
                  </a:lnTo>
                  <a:lnTo>
                    <a:pt x="5668844" y="2322839"/>
                  </a:lnTo>
                  <a:lnTo>
                    <a:pt x="5672267" y="2352753"/>
                  </a:lnTo>
                  <a:lnTo>
                    <a:pt x="5675690" y="2353477"/>
                  </a:lnTo>
                  <a:lnTo>
                    <a:pt x="5679112" y="2374714"/>
                  </a:lnTo>
                  <a:lnTo>
                    <a:pt x="5682535" y="2269391"/>
                  </a:lnTo>
                  <a:lnTo>
                    <a:pt x="5685958" y="2066584"/>
                  </a:lnTo>
                  <a:lnTo>
                    <a:pt x="5689381" y="1966302"/>
                  </a:lnTo>
                  <a:lnTo>
                    <a:pt x="5692804" y="2020268"/>
                  </a:lnTo>
                  <a:lnTo>
                    <a:pt x="5696226" y="2112240"/>
                  </a:lnTo>
                  <a:lnTo>
                    <a:pt x="5699649" y="2171949"/>
                  </a:lnTo>
                  <a:lnTo>
                    <a:pt x="5703072" y="2209834"/>
                  </a:lnTo>
                  <a:lnTo>
                    <a:pt x="5706495" y="2293733"/>
                  </a:lnTo>
                  <a:lnTo>
                    <a:pt x="5709918" y="2324350"/>
                  </a:lnTo>
                  <a:lnTo>
                    <a:pt x="5713340" y="2227176"/>
                  </a:lnTo>
                  <a:lnTo>
                    <a:pt x="5716763" y="2022367"/>
                  </a:lnTo>
                  <a:lnTo>
                    <a:pt x="5720186" y="1882705"/>
                  </a:lnTo>
                  <a:lnTo>
                    <a:pt x="5723609" y="1851736"/>
                  </a:lnTo>
                  <a:lnTo>
                    <a:pt x="5727032" y="1791717"/>
                  </a:lnTo>
                  <a:lnTo>
                    <a:pt x="5730454" y="1739898"/>
                  </a:lnTo>
                  <a:lnTo>
                    <a:pt x="5733877" y="1780851"/>
                  </a:lnTo>
                  <a:lnTo>
                    <a:pt x="5737300" y="1885907"/>
                  </a:lnTo>
                  <a:lnTo>
                    <a:pt x="5740723" y="1997981"/>
                  </a:lnTo>
                  <a:lnTo>
                    <a:pt x="5744146" y="2084893"/>
                  </a:lnTo>
                  <a:lnTo>
                    <a:pt x="5747568" y="2183293"/>
                  </a:lnTo>
                  <a:lnTo>
                    <a:pt x="5750991" y="2356387"/>
                  </a:lnTo>
                  <a:lnTo>
                    <a:pt x="5754414" y="2495646"/>
                  </a:lnTo>
                  <a:lnTo>
                    <a:pt x="5757837" y="2482619"/>
                  </a:lnTo>
                  <a:lnTo>
                    <a:pt x="5761260" y="2387399"/>
                  </a:lnTo>
                  <a:lnTo>
                    <a:pt x="5764682" y="2354187"/>
                  </a:lnTo>
                  <a:lnTo>
                    <a:pt x="5768105" y="2401064"/>
                  </a:lnTo>
                  <a:lnTo>
                    <a:pt x="5771528" y="2325534"/>
                  </a:lnTo>
                  <a:lnTo>
                    <a:pt x="5774951" y="2154666"/>
                  </a:lnTo>
                  <a:lnTo>
                    <a:pt x="5778373" y="2062880"/>
                  </a:lnTo>
                  <a:lnTo>
                    <a:pt x="5781796" y="2105639"/>
                  </a:lnTo>
                  <a:lnTo>
                    <a:pt x="5785219" y="2123202"/>
                  </a:lnTo>
                  <a:lnTo>
                    <a:pt x="5788642" y="2048825"/>
                  </a:lnTo>
                  <a:lnTo>
                    <a:pt x="5792065" y="1961776"/>
                  </a:lnTo>
                  <a:lnTo>
                    <a:pt x="5795487" y="1963047"/>
                  </a:lnTo>
                  <a:lnTo>
                    <a:pt x="5798910" y="2106139"/>
                  </a:lnTo>
                  <a:lnTo>
                    <a:pt x="5802333" y="2222185"/>
                  </a:lnTo>
                  <a:lnTo>
                    <a:pt x="5805756" y="2218475"/>
                  </a:lnTo>
                  <a:lnTo>
                    <a:pt x="5809179" y="2133365"/>
                  </a:lnTo>
                  <a:lnTo>
                    <a:pt x="5812601" y="2197958"/>
                  </a:lnTo>
                  <a:lnTo>
                    <a:pt x="5816024" y="2268410"/>
                  </a:lnTo>
                  <a:lnTo>
                    <a:pt x="5819447" y="2203992"/>
                  </a:lnTo>
                  <a:lnTo>
                    <a:pt x="5822870" y="2019382"/>
                  </a:lnTo>
                  <a:lnTo>
                    <a:pt x="5826293" y="1884466"/>
                  </a:lnTo>
                  <a:lnTo>
                    <a:pt x="5829715" y="1898462"/>
                  </a:lnTo>
                  <a:lnTo>
                    <a:pt x="5833138" y="1876830"/>
                  </a:lnTo>
                  <a:lnTo>
                    <a:pt x="5836561" y="1762826"/>
                  </a:lnTo>
                  <a:lnTo>
                    <a:pt x="5839984" y="1668751"/>
                  </a:lnTo>
                  <a:lnTo>
                    <a:pt x="5843407" y="1723861"/>
                  </a:lnTo>
                  <a:lnTo>
                    <a:pt x="5846829" y="1837483"/>
                  </a:lnTo>
                  <a:lnTo>
                    <a:pt x="5850252" y="1859824"/>
                  </a:lnTo>
                  <a:lnTo>
                    <a:pt x="5853675" y="1785116"/>
                  </a:lnTo>
                  <a:lnTo>
                    <a:pt x="5857098" y="1793434"/>
                  </a:lnTo>
                  <a:lnTo>
                    <a:pt x="5860521" y="1872540"/>
                  </a:lnTo>
                  <a:lnTo>
                    <a:pt x="5863943" y="1843546"/>
                  </a:lnTo>
                  <a:lnTo>
                    <a:pt x="5867366" y="1797657"/>
                  </a:lnTo>
                  <a:lnTo>
                    <a:pt x="5870789" y="1722299"/>
                  </a:lnTo>
                  <a:lnTo>
                    <a:pt x="5874212" y="1705230"/>
                  </a:lnTo>
                  <a:lnTo>
                    <a:pt x="5877634" y="1715700"/>
                  </a:lnTo>
                  <a:lnTo>
                    <a:pt x="5881057" y="1698254"/>
                  </a:lnTo>
                  <a:lnTo>
                    <a:pt x="5884480" y="1788478"/>
                  </a:lnTo>
                  <a:lnTo>
                    <a:pt x="5887903" y="1821324"/>
                  </a:lnTo>
                  <a:lnTo>
                    <a:pt x="5891326" y="1935535"/>
                  </a:lnTo>
                  <a:lnTo>
                    <a:pt x="5894748" y="2047486"/>
                  </a:lnTo>
                  <a:lnTo>
                    <a:pt x="5898171" y="2188235"/>
                  </a:lnTo>
                  <a:lnTo>
                    <a:pt x="5901594" y="2289389"/>
                  </a:lnTo>
                  <a:lnTo>
                    <a:pt x="5905017" y="2236040"/>
                  </a:lnTo>
                  <a:lnTo>
                    <a:pt x="5908440" y="2167595"/>
                  </a:lnTo>
                  <a:lnTo>
                    <a:pt x="5911862" y="2036246"/>
                  </a:lnTo>
                  <a:lnTo>
                    <a:pt x="5915285" y="1936718"/>
                  </a:lnTo>
                  <a:lnTo>
                    <a:pt x="5918708" y="1882888"/>
                  </a:lnTo>
                  <a:lnTo>
                    <a:pt x="5922131" y="1888702"/>
                  </a:lnTo>
                  <a:lnTo>
                    <a:pt x="5925554" y="1930922"/>
                  </a:lnTo>
                  <a:lnTo>
                    <a:pt x="5928976" y="1965217"/>
                  </a:lnTo>
                  <a:lnTo>
                    <a:pt x="5932399" y="2001723"/>
                  </a:lnTo>
                  <a:lnTo>
                    <a:pt x="5935822" y="1988190"/>
                  </a:lnTo>
                  <a:lnTo>
                    <a:pt x="5939245" y="1876428"/>
                  </a:lnTo>
                  <a:lnTo>
                    <a:pt x="5942668" y="1691845"/>
                  </a:lnTo>
                  <a:lnTo>
                    <a:pt x="5946090" y="1517377"/>
                  </a:lnTo>
                  <a:lnTo>
                    <a:pt x="5949513" y="1484973"/>
                  </a:lnTo>
                  <a:lnTo>
                    <a:pt x="5952936" y="1557238"/>
                  </a:lnTo>
                  <a:lnTo>
                    <a:pt x="5956359" y="1579792"/>
                  </a:lnTo>
                  <a:lnTo>
                    <a:pt x="5959782" y="1523737"/>
                  </a:lnTo>
                  <a:lnTo>
                    <a:pt x="5963204" y="1456272"/>
                  </a:lnTo>
                  <a:lnTo>
                    <a:pt x="5966627" y="1431546"/>
                  </a:lnTo>
                  <a:lnTo>
                    <a:pt x="5970050" y="1367503"/>
                  </a:lnTo>
                  <a:lnTo>
                    <a:pt x="5973473" y="1179748"/>
                  </a:lnTo>
                  <a:lnTo>
                    <a:pt x="5976896" y="1160422"/>
                  </a:lnTo>
                  <a:lnTo>
                    <a:pt x="5980318" y="1217252"/>
                  </a:lnTo>
                  <a:lnTo>
                    <a:pt x="5983741" y="1238273"/>
                  </a:lnTo>
                  <a:lnTo>
                    <a:pt x="5987164" y="1233726"/>
                  </a:lnTo>
                  <a:lnTo>
                    <a:pt x="5990587" y="1199470"/>
                  </a:lnTo>
                  <a:lnTo>
                    <a:pt x="5994009" y="1216231"/>
                  </a:lnTo>
                  <a:lnTo>
                    <a:pt x="5997432" y="1108329"/>
                  </a:lnTo>
                  <a:lnTo>
                    <a:pt x="6000855" y="1005555"/>
                  </a:lnTo>
                  <a:lnTo>
                    <a:pt x="6004278" y="967893"/>
                  </a:lnTo>
                  <a:lnTo>
                    <a:pt x="6007701" y="1031653"/>
                  </a:lnTo>
                  <a:lnTo>
                    <a:pt x="6011123" y="1142204"/>
                  </a:lnTo>
                  <a:lnTo>
                    <a:pt x="6014546" y="1216955"/>
                  </a:lnTo>
                  <a:lnTo>
                    <a:pt x="6017969" y="1307234"/>
                  </a:lnTo>
                  <a:lnTo>
                    <a:pt x="6021392" y="1372581"/>
                  </a:lnTo>
                  <a:lnTo>
                    <a:pt x="6024815" y="1426272"/>
                  </a:lnTo>
                  <a:lnTo>
                    <a:pt x="6028237" y="1361412"/>
                  </a:lnTo>
                  <a:lnTo>
                    <a:pt x="6031660" y="1276394"/>
                  </a:lnTo>
                  <a:lnTo>
                    <a:pt x="6035083" y="1271858"/>
                  </a:lnTo>
                  <a:lnTo>
                    <a:pt x="6038506" y="1266163"/>
                  </a:lnTo>
                  <a:lnTo>
                    <a:pt x="6041929" y="1284935"/>
                  </a:lnTo>
                  <a:lnTo>
                    <a:pt x="6045351" y="1297222"/>
                  </a:lnTo>
                  <a:lnTo>
                    <a:pt x="6048774" y="1360848"/>
                  </a:lnTo>
                  <a:lnTo>
                    <a:pt x="6052197" y="1455352"/>
                  </a:lnTo>
                  <a:lnTo>
                    <a:pt x="6055620" y="1435450"/>
                  </a:lnTo>
                  <a:lnTo>
                    <a:pt x="6059043" y="1380667"/>
                  </a:lnTo>
                  <a:lnTo>
                    <a:pt x="6062465" y="1339438"/>
                  </a:lnTo>
                  <a:lnTo>
                    <a:pt x="6065888" y="1389738"/>
                  </a:lnTo>
                  <a:lnTo>
                    <a:pt x="6069311" y="1454468"/>
                  </a:lnTo>
                  <a:lnTo>
                    <a:pt x="6072734" y="1459267"/>
                  </a:lnTo>
                  <a:lnTo>
                    <a:pt x="6076157" y="1507870"/>
                  </a:lnTo>
                  <a:lnTo>
                    <a:pt x="6079579" y="1586433"/>
                  </a:lnTo>
                  <a:lnTo>
                    <a:pt x="6083002" y="1608114"/>
                  </a:lnTo>
                  <a:lnTo>
                    <a:pt x="6086425" y="1639729"/>
                  </a:lnTo>
                  <a:lnTo>
                    <a:pt x="6089848" y="1717286"/>
                  </a:lnTo>
                  <a:lnTo>
                    <a:pt x="6093270" y="1785339"/>
                  </a:lnTo>
                  <a:lnTo>
                    <a:pt x="6096693" y="1825161"/>
                  </a:lnTo>
                  <a:lnTo>
                    <a:pt x="6100116" y="1855412"/>
                  </a:lnTo>
                  <a:lnTo>
                    <a:pt x="6103539" y="1930177"/>
                  </a:lnTo>
                  <a:lnTo>
                    <a:pt x="6106962" y="1893164"/>
                  </a:lnTo>
                  <a:lnTo>
                    <a:pt x="6110384" y="1818424"/>
                  </a:lnTo>
                  <a:lnTo>
                    <a:pt x="6113807" y="1761520"/>
                  </a:lnTo>
                  <a:lnTo>
                    <a:pt x="6117230" y="1700163"/>
                  </a:lnTo>
                  <a:lnTo>
                    <a:pt x="6120653" y="1652507"/>
                  </a:lnTo>
                  <a:lnTo>
                    <a:pt x="6124076" y="1640360"/>
                  </a:lnTo>
                  <a:lnTo>
                    <a:pt x="6127498" y="1674391"/>
                  </a:lnTo>
                  <a:lnTo>
                    <a:pt x="6130921" y="1625950"/>
                  </a:lnTo>
                  <a:lnTo>
                    <a:pt x="6134344" y="1580966"/>
                  </a:lnTo>
                  <a:lnTo>
                    <a:pt x="6137767" y="1604037"/>
                  </a:lnTo>
                  <a:lnTo>
                    <a:pt x="6141190" y="1660304"/>
                  </a:lnTo>
                  <a:lnTo>
                    <a:pt x="6144612" y="1669338"/>
                  </a:lnTo>
                  <a:lnTo>
                    <a:pt x="6148035" y="1618153"/>
                  </a:lnTo>
                  <a:lnTo>
                    <a:pt x="6151458" y="1671198"/>
                  </a:lnTo>
                  <a:lnTo>
                    <a:pt x="6154881" y="1699087"/>
                  </a:lnTo>
                  <a:lnTo>
                    <a:pt x="6158304" y="1717317"/>
                  </a:lnTo>
                  <a:lnTo>
                    <a:pt x="6161726" y="1742925"/>
                  </a:lnTo>
                  <a:lnTo>
                    <a:pt x="6165149" y="1783222"/>
                  </a:lnTo>
                  <a:lnTo>
                    <a:pt x="6168572" y="1824428"/>
                  </a:lnTo>
                  <a:lnTo>
                    <a:pt x="6171995" y="1746186"/>
                  </a:lnTo>
                  <a:lnTo>
                    <a:pt x="6175418" y="1687083"/>
                  </a:lnTo>
                  <a:lnTo>
                    <a:pt x="6178840" y="1663322"/>
                  </a:lnTo>
                  <a:lnTo>
                    <a:pt x="6182263" y="1685288"/>
                  </a:lnTo>
                  <a:lnTo>
                    <a:pt x="6185686" y="1644447"/>
                  </a:lnTo>
                  <a:lnTo>
                    <a:pt x="6189109" y="1650653"/>
                  </a:lnTo>
                  <a:lnTo>
                    <a:pt x="6192532" y="1738343"/>
                  </a:lnTo>
                  <a:lnTo>
                    <a:pt x="6195954" y="1837039"/>
                  </a:lnTo>
                  <a:lnTo>
                    <a:pt x="6199377" y="1937090"/>
                  </a:lnTo>
                  <a:lnTo>
                    <a:pt x="6202800" y="1959832"/>
                  </a:lnTo>
                  <a:lnTo>
                    <a:pt x="6206223" y="2114932"/>
                  </a:lnTo>
                  <a:lnTo>
                    <a:pt x="6209645" y="2173838"/>
                  </a:lnTo>
                  <a:lnTo>
                    <a:pt x="6213068" y="2226198"/>
                  </a:lnTo>
                  <a:lnTo>
                    <a:pt x="6216491" y="2357990"/>
                  </a:lnTo>
                  <a:lnTo>
                    <a:pt x="6219914" y="2392454"/>
                  </a:lnTo>
                  <a:lnTo>
                    <a:pt x="6223337" y="2414511"/>
                  </a:lnTo>
                  <a:lnTo>
                    <a:pt x="6226759" y="2297046"/>
                  </a:lnTo>
                  <a:lnTo>
                    <a:pt x="6230182" y="2146157"/>
                  </a:lnTo>
                  <a:lnTo>
                    <a:pt x="6233605" y="2005245"/>
                  </a:lnTo>
                  <a:lnTo>
                    <a:pt x="6237028" y="1847297"/>
                  </a:lnTo>
                  <a:lnTo>
                    <a:pt x="6240451" y="1719732"/>
                  </a:lnTo>
                  <a:lnTo>
                    <a:pt x="6243873" y="1604397"/>
                  </a:lnTo>
                  <a:lnTo>
                    <a:pt x="6247296" y="1536094"/>
                  </a:lnTo>
                  <a:lnTo>
                    <a:pt x="6250719" y="1590406"/>
                  </a:lnTo>
                  <a:lnTo>
                    <a:pt x="6254142" y="1590035"/>
                  </a:lnTo>
                  <a:lnTo>
                    <a:pt x="6257565" y="1551457"/>
                  </a:lnTo>
                  <a:lnTo>
                    <a:pt x="6260987" y="1562143"/>
                  </a:lnTo>
                  <a:lnTo>
                    <a:pt x="6264410" y="1591060"/>
                  </a:lnTo>
                  <a:lnTo>
                    <a:pt x="6267833" y="1662001"/>
                  </a:lnTo>
                  <a:lnTo>
                    <a:pt x="6271256" y="1734790"/>
                  </a:lnTo>
                  <a:lnTo>
                    <a:pt x="6274679" y="1886030"/>
                  </a:lnTo>
                  <a:lnTo>
                    <a:pt x="6278101" y="2020918"/>
                  </a:lnTo>
                  <a:lnTo>
                    <a:pt x="6281524" y="2121094"/>
                  </a:lnTo>
                  <a:lnTo>
                    <a:pt x="6284947" y="2109923"/>
                  </a:lnTo>
                  <a:lnTo>
                    <a:pt x="6288370" y="2115482"/>
                  </a:lnTo>
                  <a:lnTo>
                    <a:pt x="6291793" y="2175723"/>
                  </a:lnTo>
                  <a:lnTo>
                    <a:pt x="6295215" y="2199629"/>
                  </a:lnTo>
                  <a:lnTo>
                    <a:pt x="6298638" y="2252898"/>
                  </a:lnTo>
                  <a:lnTo>
                    <a:pt x="6302061" y="2322816"/>
                  </a:lnTo>
                  <a:lnTo>
                    <a:pt x="6305484" y="2396951"/>
                  </a:lnTo>
                  <a:lnTo>
                    <a:pt x="6308906" y="2346338"/>
                  </a:lnTo>
                  <a:lnTo>
                    <a:pt x="6312329" y="2292302"/>
                  </a:lnTo>
                  <a:lnTo>
                    <a:pt x="6315752" y="2292085"/>
                  </a:lnTo>
                  <a:lnTo>
                    <a:pt x="6319175" y="2271671"/>
                  </a:lnTo>
                  <a:lnTo>
                    <a:pt x="6322598" y="2158338"/>
                  </a:lnTo>
                  <a:lnTo>
                    <a:pt x="6326020" y="2232806"/>
                  </a:lnTo>
                  <a:lnTo>
                    <a:pt x="6329443" y="2439813"/>
                  </a:lnTo>
                  <a:lnTo>
                    <a:pt x="6332866" y="2464931"/>
                  </a:lnTo>
                  <a:lnTo>
                    <a:pt x="6336289" y="2325368"/>
                  </a:lnTo>
                  <a:lnTo>
                    <a:pt x="6339712" y="2249497"/>
                  </a:lnTo>
                  <a:lnTo>
                    <a:pt x="6343134" y="2302874"/>
                  </a:lnTo>
                  <a:lnTo>
                    <a:pt x="6346557" y="2271482"/>
                  </a:lnTo>
                  <a:lnTo>
                    <a:pt x="6349980" y="2169370"/>
                  </a:lnTo>
                  <a:lnTo>
                    <a:pt x="6353403" y="2197738"/>
                  </a:lnTo>
                  <a:lnTo>
                    <a:pt x="6356826" y="2301804"/>
                  </a:lnTo>
                  <a:lnTo>
                    <a:pt x="6360248" y="2297710"/>
                  </a:lnTo>
                  <a:lnTo>
                    <a:pt x="6363671" y="2230208"/>
                  </a:lnTo>
                  <a:lnTo>
                    <a:pt x="6367094" y="2136660"/>
                  </a:lnTo>
                  <a:lnTo>
                    <a:pt x="6370517" y="2063310"/>
                  </a:lnTo>
                  <a:lnTo>
                    <a:pt x="6373940" y="1937581"/>
                  </a:lnTo>
                  <a:lnTo>
                    <a:pt x="6377362" y="1912841"/>
                  </a:lnTo>
                  <a:lnTo>
                    <a:pt x="6380785" y="1941756"/>
                  </a:lnTo>
                  <a:lnTo>
                    <a:pt x="6384208" y="1915845"/>
                  </a:lnTo>
                  <a:lnTo>
                    <a:pt x="6387631" y="1864803"/>
                  </a:lnTo>
                  <a:lnTo>
                    <a:pt x="6391054" y="1759267"/>
                  </a:lnTo>
                  <a:lnTo>
                    <a:pt x="6394476" y="1764891"/>
                  </a:lnTo>
                  <a:lnTo>
                    <a:pt x="6397899" y="1781666"/>
                  </a:lnTo>
                  <a:lnTo>
                    <a:pt x="6401322" y="1817788"/>
                  </a:lnTo>
                  <a:lnTo>
                    <a:pt x="6404745" y="1934932"/>
                  </a:lnTo>
                  <a:lnTo>
                    <a:pt x="6408167" y="2104833"/>
                  </a:lnTo>
                  <a:lnTo>
                    <a:pt x="6411590" y="2377554"/>
                  </a:lnTo>
                  <a:lnTo>
                    <a:pt x="6415013" y="2537066"/>
                  </a:lnTo>
                  <a:lnTo>
                    <a:pt x="6418436" y="2579297"/>
                  </a:lnTo>
                  <a:lnTo>
                    <a:pt x="6421859" y="2549737"/>
                  </a:lnTo>
                  <a:lnTo>
                    <a:pt x="6425281" y="2468715"/>
                  </a:lnTo>
                  <a:lnTo>
                    <a:pt x="6428704" y="2361047"/>
                  </a:lnTo>
                  <a:lnTo>
                    <a:pt x="6432127" y="2249835"/>
                  </a:lnTo>
                  <a:lnTo>
                    <a:pt x="6435550" y="2214638"/>
                  </a:lnTo>
                  <a:lnTo>
                    <a:pt x="6438973" y="2180170"/>
                  </a:lnTo>
                  <a:lnTo>
                    <a:pt x="6442395" y="2161692"/>
                  </a:lnTo>
                  <a:lnTo>
                    <a:pt x="6445818" y="2181185"/>
                  </a:lnTo>
                  <a:lnTo>
                    <a:pt x="6449241" y="2176394"/>
                  </a:lnTo>
                  <a:lnTo>
                    <a:pt x="6452664" y="2230388"/>
                  </a:lnTo>
                  <a:lnTo>
                    <a:pt x="6456087" y="2279581"/>
                  </a:lnTo>
                  <a:lnTo>
                    <a:pt x="6459509" y="2332152"/>
                  </a:lnTo>
                  <a:lnTo>
                    <a:pt x="6462932" y="2375568"/>
                  </a:lnTo>
                  <a:lnTo>
                    <a:pt x="6466355" y="2400704"/>
                  </a:lnTo>
                  <a:lnTo>
                    <a:pt x="6469778" y="2483773"/>
                  </a:lnTo>
                  <a:lnTo>
                    <a:pt x="6473201" y="2395318"/>
                  </a:lnTo>
                  <a:lnTo>
                    <a:pt x="6476623" y="2274437"/>
                  </a:lnTo>
                  <a:lnTo>
                    <a:pt x="6480046" y="2196271"/>
                  </a:lnTo>
                  <a:lnTo>
                    <a:pt x="6483469" y="2087292"/>
                  </a:lnTo>
                  <a:lnTo>
                    <a:pt x="6486892" y="2033510"/>
                  </a:lnTo>
                  <a:lnTo>
                    <a:pt x="6490315" y="2023536"/>
                  </a:lnTo>
                  <a:lnTo>
                    <a:pt x="6493737" y="2086051"/>
                  </a:lnTo>
                  <a:lnTo>
                    <a:pt x="6497160" y="2118526"/>
                  </a:lnTo>
                  <a:lnTo>
                    <a:pt x="6500583" y="2110406"/>
                  </a:lnTo>
                  <a:lnTo>
                    <a:pt x="6504006" y="2150026"/>
                  </a:lnTo>
                  <a:lnTo>
                    <a:pt x="6507429" y="2236909"/>
                  </a:lnTo>
                  <a:lnTo>
                    <a:pt x="6510851" y="2243536"/>
                  </a:lnTo>
                  <a:lnTo>
                    <a:pt x="6514274" y="2196357"/>
                  </a:lnTo>
                  <a:lnTo>
                    <a:pt x="6517697" y="2196137"/>
                  </a:lnTo>
                  <a:lnTo>
                    <a:pt x="6521120" y="2251946"/>
                  </a:lnTo>
                  <a:lnTo>
                    <a:pt x="6524542" y="2305354"/>
                  </a:lnTo>
                  <a:lnTo>
                    <a:pt x="6527965" y="2220979"/>
                  </a:lnTo>
                  <a:lnTo>
                    <a:pt x="6531388" y="2123844"/>
                  </a:lnTo>
                  <a:lnTo>
                    <a:pt x="6534811" y="2062723"/>
                  </a:lnTo>
                  <a:lnTo>
                    <a:pt x="6538234" y="2043464"/>
                  </a:lnTo>
                  <a:lnTo>
                    <a:pt x="6541656" y="1993649"/>
                  </a:lnTo>
                  <a:lnTo>
                    <a:pt x="6545079" y="1955262"/>
                  </a:lnTo>
                  <a:lnTo>
                    <a:pt x="6548502" y="1995862"/>
                  </a:lnTo>
                  <a:lnTo>
                    <a:pt x="6551925" y="2000312"/>
                  </a:lnTo>
                  <a:lnTo>
                    <a:pt x="6555348" y="2007421"/>
                  </a:lnTo>
                  <a:lnTo>
                    <a:pt x="6558770" y="2057688"/>
                  </a:lnTo>
                  <a:lnTo>
                    <a:pt x="6562193" y="2091696"/>
                  </a:lnTo>
                  <a:lnTo>
                    <a:pt x="6565616" y="2034471"/>
                  </a:lnTo>
                  <a:lnTo>
                    <a:pt x="6569039" y="2048753"/>
                  </a:lnTo>
                  <a:lnTo>
                    <a:pt x="6572462" y="2182649"/>
                  </a:lnTo>
                  <a:lnTo>
                    <a:pt x="6575884" y="2320116"/>
                  </a:lnTo>
                  <a:lnTo>
                    <a:pt x="6579307" y="2350640"/>
                  </a:lnTo>
                  <a:lnTo>
                    <a:pt x="6582730" y="2359945"/>
                  </a:lnTo>
                  <a:lnTo>
                    <a:pt x="6586153" y="2424143"/>
                  </a:lnTo>
                  <a:lnTo>
                    <a:pt x="6589576" y="2463261"/>
                  </a:lnTo>
                  <a:lnTo>
                    <a:pt x="6592998" y="2395756"/>
                  </a:lnTo>
                  <a:lnTo>
                    <a:pt x="6596421" y="2316806"/>
                  </a:lnTo>
                  <a:lnTo>
                    <a:pt x="6599844" y="2349778"/>
                  </a:lnTo>
                  <a:lnTo>
                    <a:pt x="6603267" y="2401399"/>
                  </a:lnTo>
                  <a:lnTo>
                    <a:pt x="6606690" y="2366858"/>
                  </a:lnTo>
                  <a:lnTo>
                    <a:pt x="6610112" y="2240012"/>
                  </a:lnTo>
                  <a:lnTo>
                    <a:pt x="6613535" y="2204818"/>
                  </a:lnTo>
                  <a:lnTo>
                    <a:pt x="6616958" y="2171596"/>
                  </a:lnTo>
                  <a:lnTo>
                    <a:pt x="6620381" y="2109691"/>
                  </a:lnTo>
                  <a:lnTo>
                    <a:pt x="6623803" y="2118140"/>
                  </a:lnTo>
                  <a:lnTo>
                    <a:pt x="6627226" y="2212938"/>
                  </a:lnTo>
                  <a:lnTo>
                    <a:pt x="6630649" y="2305820"/>
                  </a:lnTo>
                  <a:lnTo>
                    <a:pt x="6634072" y="2313853"/>
                  </a:lnTo>
                  <a:lnTo>
                    <a:pt x="6637495" y="2392241"/>
                  </a:lnTo>
                  <a:lnTo>
                    <a:pt x="6640917" y="2479467"/>
                  </a:lnTo>
                  <a:lnTo>
                    <a:pt x="6644340" y="2503204"/>
                  </a:lnTo>
                  <a:lnTo>
                    <a:pt x="6647763" y="2576904"/>
                  </a:lnTo>
                  <a:lnTo>
                    <a:pt x="6651186" y="2642402"/>
                  </a:lnTo>
                  <a:lnTo>
                    <a:pt x="6654609" y="2761567"/>
                  </a:lnTo>
                  <a:lnTo>
                    <a:pt x="6658031" y="2804167"/>
                  </a:lnTo>
                  <a:lnTo>
                    <a:pt x="6661454" y="2744033"/>
                  </a:lnTo>
                  <a:lnTo>
                    <a:pt x="6664877" y="2694116"/>
                  </a:lnTo>
                  <a:lnTo>
                    <a:pt x="6668300" y="2565274"/>
                  </a:lnTo>
                  <a:lnTo>
                    <a:pt x="6671723" y="2374471"/>
                  </a:lnTo>
                  <a:lnTo>
                    <a:pt x="6675145" y="2215338"/>
                  </a:lnTo>
                  <a:lnTo>
                    <a:pt x="6678568" y="2062046"/>
                  </a:lnTo>
                  <a:lnTo>
                    <a:pt x="6681991" y="1923033"/>
                  </a:lnTo>
                  <a:lnTo>
                    <a:pt x="6685414" y="1838127"/>
                  </a:lnTo>
                  <a:lnTo>
                    <a:pt x="6688837" y="1857840"/>
                  </a:lnTo>
                  <a:lnTo>
                    <a:pt x="6692259" y="1922419"/>
                  </a:lnTo>
                  <a:lnTo>
                    <a:pt x="6695682" y="1943295"/>
                  </a:lnTo>
                  <a:lnTo>
                    <a:pt x="6699105" y="1949500"/>
                  </a:lnTo>
                  <a:lnTo>
                    <a:pt x="6702528" y="1970097"/>
                  </a:lnTo>
                  <a:lnTo>
                    <a:pt x="6705951" y="1947564"/>
                  </a:lnTo>
                  <a:lnTo>
                    <a:pt x="6709373" y="2037237"/>
                  </a:lnTo>
                  <a:lnTo>
                    <a:pt x="6712796" y="2214159"/>
                  </a:lnTo>
                  <a:lnTo>
                    <a:pt x="6716219" y="2304398"/>
                  </a:lnTo>
                  <a:lnTo>
                    <a:pt x="6719642" y="2342983"/>
                  </a:lnTo>
                  <a:lnTo>
                    <a:pt x="6723064" y="2350139"/>
                  </a:lnTo>
                  <a:lnTo>
                    <a:pt x="6726487" y="2396137"/>
                  </a:lnTo>
                  <a:lnTo>
                    <a:pt x="6729910" y="2388503"/>
                  </a:lnTo>
                  <a:lnTo>
                    <a:pt x="6733333" y="2367619"/>
                  </a:lnTo>
                  <a:lnTo>
                    <a:pt x="6736756" y="2322784"/>
                  </a:lnTo>
                  <a:lnTo>
                    <a:pt x="6740178" y="2286145"/>
                  </a:lnTo>
                  <a:lnTo>
                    <a:pt x="6743601" y="2310760"/>
                  </a:lnTo>
                  <a:lnTo>
                    <a:pt x="6747024" y="2310042"/>
                  </a:lnTo>
                  <a:lnTo>
                    <a:pt x="6750447" y="2229922"/>
                  </a:lnTo>
                  <a:lnTo>
                    <a:pt x="6753870" y="2119220"/>
                  </a:lnTo>
                  <a:lnTo>
                    <a:pt x="6757292" y="2111688"/>
                  </a:lnTo>
                  <a:lnTo>
                    <a:pt x="6760715" y="2199576"/>
                  </a:lnTo>
                  <a:lnTo>
                    <a:pt x="6764138" y="2277205"/>
                  </a:lnTo>
                  <a:lnTo>
                    <a:pt x="6767561" y="2289609"/>
                  </a:lnTo>
                  <a:lnTo>
                    <a:pt x="6770984" y="2296317"/>
                  </a:lnTo>
                  <a:lnTo>
                    <a:pt x="6774406" y="2347781"/>
                  </a:lnTo>
                  <a:lnTo>
                    <a:pt x="6777829" y="2395093"/>
                  </a:lnTo>
                  <a:lnTo>
                    <a:pt x="6781252" y="2404698"/>
                  </a:lnTo>
                  <a:lnTo>
                    <a:pt x="6784675" y="2410248"/>
                  </a:lnTo>
                  <a:lnTo>
                    <a:pt x="6788098" y="2459158"/>
                  </a:lnTo>
                  <a:lnTo>
                    <a:pt x="6791520" y="2457842"/>
                  </a:lnTo>
                  <a:lnTo>
                    <a:pt x="6794943" y="2469448"/>
                  </a:lnTo>
                  <a:lnTo>
                    <a:pt x="6798366" y="2453948"/>
                  </a:lnTo>
                  <a:lnTo>
                    <a:pt x="6801789" y="2355826"/>
                  </a:lnTo>
                  <a:lnTo>
                    <a:pt x="6805212" y="2297628"/>
                  </a:lnTo>
                  <a:lnTo>
                    <a:pt x="6808634" y="2287140"/>
                  </a:lnTo>
                  <a:lnTo>
                    <a:pt x="6812057" y="2286809"/>
                  </a:lnTo>
                  <a:lnTo>
                    <a:pt x="6815480" y="2328506"/>
                  </a:lnTo>
                  <a:lnTo>
                    <a:pt x="6818903" y="2443669"/>
                  </a:lnTo>
                  <a:lnTo>
                    <a:pt x="6822326" y="2625572"/>
                  </a:lnTo>
                  <a:lnTo>
                    <a:pt x="6825748" y="2613984"/>
                  </a:lnTo>
                  <a:lnTo>
                    <a:pt x="6829171" y="2538601"/>
                  </a:lnTo>
                  <a:lnTo>
                    <a:pt x="6832594" y="2513866"/>
                  </a:lnTo>
                  <a:lnTo>
                    <a:pt x="6836017" y="2337942"/>
                  </a:lnTo>
                  <a:lnTo>
                    <a:pt x="6839439" y="2128488"/>
                  </a:lnTo>
                  <a:lnTo>
                    <a:pt x="6842862" y="1963815"/>
                  </a:lnTo>
                  <a:lnTo>
                    <a:pt x="6846285" y="1927246"/>
                  </a:lnTo>
                  <a:lnTo>
                    <a:pt x="6849708" y="1937414"/>
                  </a:lnTo>
                  <a:lnTo>
                    <a:pt x="6853131" y="1952938"/>
                  </a:lnTo>
                  <a:lnTo>
                    <a:pt x="6856553" y="2079597"/>
                  </a:lnTo>
                  <a:lnTo>
                    <a:pt x="6859976" y="2223061"/>
                  </a:lnTo>
                  <a:lnTo>
                    <a:pt x="6863399" y="2275104"/>
                  </a:lnTo>
                  <a:lnTo>
                    <a:pt x="6866822" y="2279190"/>
                  </a:lnTo>
                  <a:lnTo>
                    <a:pt x="6870245" y="2220397"/>
                  </a:lnTo>
                  <a:lnTo>
                    <a:pt x="6873667" y="2150594"/>
                  </a:lnTo>
                  <a:lnTo>
                    <a:pt x="6877090" y="2014489"/>
                  </a:lnTo>
                  <a:lnTo>
                    <a:pt x="6880513" y="1857712"/>
                  </a:lnTo>
                  <a:lnTo>
                    <a:pt x="6883936" y="1739029"/>
                  </a:lnTo>
                  <a:lnTo>
                    <a:pt x="6887359" y="1750569"/>
                  </a:lnTo>
                  <a:lnTo>
                    <a:pt x="6890781" y="1860039"/>
                  </a:lnTo>
                  <a:lnTo>
                    <a:pt x="6894204" y="1831033"/>
                  </a:lnTo>
                  <a:lnTo>
                    <a:pt x="6897627" y="1815718"/>
                  </a:lnTo>
                  <a:lnTo>
                    <a:pt x="6901050" y="1745547"/>
                  </a:lnTo>
                  <a:lnTo>
                    <a:pt x="6904473" y="1740081"/>
                  </a:lnTo>
                  <a:lnTo>
                    <a:pt x="6907895" y="1672225"/>
                  </a:lnTo>
                  <a:lnTo>
                    <a:pt x="6911318" y="1520145"/>
                  </a:lnTo>
                  <a:lnTo>
                    <a:pt x="6914741" y="1542454"/>
                  </a:lnTo>
                  <a:lnTo>
                    <a:pt x="6918164" y="1535244"/>
                  </a:lnTo>
                  <a:lnTo>
                    <a:pt x="6921587" y="1602513"/>
                  </a:lnTo>
                  <a:lnTo>
                    <a:pt x="6925009" y="1673857"/>
                  </a:lnTo>
                  <a:lnTo>
                    <a:pt x="6928432" y="1686550"/>
                  </a:lnTo>
                  <a:lnTo>
                    <a:pt x="6931855" y="1701910"/>
                  </a:lnTo>
                  <a:lnTo>
                    <a:pt x="6935278" y="1664340"/>
                  </a:lnTo>
                  <a:lnTo>
                    <a:pt x="6938700" y="1679671"/>
                  </a:lnTo>
                  <a:lnTo>
                    <a:pt x="6942123" y="1666681"/>
                  </a:lnTo>
                  <a:lnTo>
                    <a:pt x="6945546" y="1591892"/>
                  </a:lnTo>
                  <a:lnTo>
                    <a:pt x="6948969" y="1586461"/>
                  </a:lnTo>
                  <a:lnTo>
                    <a:pt x="6952392" y="1572424"/>
                  </a:lnTo>
                  <a:lnTo>
                    <a:pt x="6955814" y="1514992"/>
                  </a:lnTo>
                  <a:lnTo>
                    <a:pt x="6959237" y="1481490"/>
                  </a:lnTo>
                  <a:lnTo>
                    <a:pt x="6962660" y="1450613"/>
                  </a:lnTo>
                  <a:lnTo>
                    <a:pt x="6966083" y="1379049"/>
                  </a:lnTo>
                  <a:lnTo>
                    <a:pt x="6969506" y="1318536"/>
                  </a:lnTo>
                  <a:lnTo>
                    <a:pt x="6972928" y="1288254"/>
                  </a:lnTo>
                  <a:lnTo>
                    <a:pt x="6976351" y="1295577"/>
                  </a:lnTo>
                  <a:lnTo>
                    <a:pt x="6979774" y="1315483"/>
                  </a:lnTo>
                  <a:lnTo>
                    <a:pt x="6983197" y="1285552"/>
                  </a:lnTo>
                  <a:lnTo>
                    <a:pt x="6986620" y="1224388"/>
                  </a:lnTo>
                  <a:lnTo>
                    <a:pt x="6990042" y="1144885"/>
                  </a:lnTo>
                  <a:lnTo>
                    <a:pt x="6993465" y="1090774"/>
                  </a:lnTo>
                  <a:lnTo>
                    <a:pt x="6996888" y="1133710"/>
                  </a:lnTo>
                  <a:lnTo>
                    <a:pt x="7000311" y="1166255"/>
                  </a:lnTo>
                  <a:lnTo>
                    <a:pt x="7003734" y="1251890"/>
                  </a:lnTo>
                  <a:lnTo>
                    <a:pt x="7007156" y="1497884"/>
                  </a:lnTo>
                  <a:lnTo>
                    <a:pt x="7010579" y="1754320"/>
                  </a:lnTo>
                  <a:lnTo>
                    <a:pt x="7014002" y="1960973"/>
                  </a:lnTo>
                  <a:lnTo>
                    <a:pt x="7017425" y="2097087"/>
                  </a:lnTo>
                  <a:lnTo>
                    <a:pt x="7020848" y="2202833"/>
                  </a:lnTo>
                  <a:lnTo>
                    <a:pt x="7024270" y="2293967"/>
                  </a:lnTo>
                  <a:lnTo>
                    <a:pt x="7027693" y="2401402"/>
                  </a:lnTo>
                  <a:lnTo>
                    <a:pt x="7031116" y="2487235"/>
                  </a:lnTo>
                  <a:lnTo>
                    <a:pt x="7034539" y="2619734"/>
                  </a:lnTo>
                  <a:lnTo>
                    <a:pt x="7037961" y="2697457"/>
                  </a:lnTo>
                  <a:lnTo>
                    <a:pt x="7041384" y="2689210"/>
                  </a:lnTo>
                  <a:lnTo>
                    <a:pt x="7044807" y="2682498"/>
                  </a:lnTo>
                  <a:lnTo>
                    <a:pt x="7048230" y="2549618"/>
                  </a:lnTo>
                  <a:lnTo>
                    <a:pt x="7051653" y="2426361"/>
                  </a:lnTo>
                  <a:lnTo>
                    <a:pt x="7055075" y="2412606"/>
                  </a:lnTo>
                  <a:lnTo>
                    <a:pt x="7058498" y="2384449"/>
                  </a:lnTo>
                  <a:lnTo>
                    <a:pt x="7061921" y="2322791"/>
                  </a:lnTo>
                  <a:lnTo>
                    <a:pt x="7065344" y="2257091"/>
                  </a:lnTo>
                  <a:lnTo>
                    <a:pt x="7068767" y="2339524"/>
                  </a:lnTo>
                  <a:lnTo>
                    <a:pt x="7072189" y="2472239"/>
                  </a:lnTo>
                  <a:lnTo>
                    <a:pt x="7075612" y="2481173"/>
                  </a:lnTo>
                  <a:lnTo>
                    <a:pt x="7079035" y="2475736"/>
                  </a:lnTo>
                  <a:lnTo>
                    <a:pt x="7082458" y="2565659"/>
                  </a:lnTo>
                  <a:lnTo>
                    <a:pt x="7085881" y="2654853"/>
                  </a:lnTo>
                  <a:lnTo>
                    <a:pt x="7089303" y="2597807"/>
                  </a:lnTo>
                  <a:lnTo>
                    <a:pt x="7092726" y="2519904"/>
                  </a:lnTo>
                  <a:lnTo>
                    <a:pt x="7096149" y="2432244"/>
                  </a:lnTo>
                  <a:lnTo>
                    <a:pt x="7099572" y="2377096"/>
                  </a:lnTo>
                  <a:lnTo>
                    <a:pt x="7102995" y="2385844"/>
                  </a:lnTo>
                  <a:lnTo>
                    <a:pt x="7106417" y="2449756"/>
                  </a:lnTo>
                  <a:lnTo>
                    <a:pt x="7109840" y="2567272"/>
                  </a:lnTo>
                  <a:lnTo>
                    <a:pt x="7113263" y="2677057"/>
                  </a:lnTo>
                  <a:lnTo>
                    <a:pt x="7116686" y="2693281"/>
                  </a:lnTo>
                  <a:lnTo>
                    <a:pt x="7120109" y="2645767"/>
                  </a:lnTo>
                  <a:lnTo>
                    <a:pt x="7123531" y="2574091"/>
                  </a:lnTo>
                  <a:lnTo>
                    <a:pt x="7126954" y="2459376"/>
                  </a:lnTo>
                  <a:lnTo>
                    <a:pt x="7130377" y="2387800"/>
                  </a:lnTo>
                  <a:lnTo>
                    <a:pt x="7133800" y="2335742"/>
                  </a:lnTo>
                  <a:lnTo>
                    <a:pt x="7137223" y="2304350"/>
                  </a:lnTo>
                  <a:lnTo>
                    <a:pt x="7140645" y="2319447"/>
                  </a:lnTo>
                  <a:lnTo>
                    <a:pt x="7144068" y="2286515"/>
                  </a:lnTo>
                  <a:lnTo>
                    <a:pt x="7147491" y="2310754"/>
                  </a:lnTo>
                  <a:lnTo>
                    <a:pt x="7150914" y="2356651"/>
                  </a:lnTo>
                  <a:lnTo>
                    <a:pt x="7154336" y="2394686"/>
                  </a:lnTo>
                  <a:lnTo>
                    <a:pt x="7157759" y="2417895"/>
                  </a:lnTo>
                  <a:lnTo>
                    <a:pt x="7161182" y="2517253"/>
                  </a:lnTo>
                  <a:lnTo>
                    <a:pt x="7164605" y="2698560"/>
                  </a:lnTo>
                  <a:lnTo>
                    <a:pt x="7168028" y="2742042"/>
                  </a:lnTo>
                  <a:lnTo>
                    <a:pt x="7171450" y="2659119"/>
                  </a:lnTo>
                  <a:lnTo>
                    <a:pt x="7174873" y="2523535"/>
                  </a:lnTo>
                  <a:lnTo>
                    <a:pt x="7178296" y="2491621"/>
                  </a:lnTo>
                  <a:lnTo>
                    <a:pt x="7181719" y="2474187"/>
                  </a:lnTo>
                  <a:lnTo>
                    <a:pt x="7185142" y="2468189"/>
                  </a:lnTo>
                  <a:lnTo>
                    <a:pt x="7188564" y="2557185"/>
                  </a:lnTo>
                  <a:lnTo>
                    <a:pt x="7191987" y="2641313"/>
                  </a:lnTo>
                  <a:lnTo>
                    <a:pt x="7195410" y="2653849"/>
                  </a:lnTo>
                  <a:lnTo>
                    <a:pt x="7198833" y="2635562"/>
                  </a:lnTo>
                  <a:lnTo>
                    <a:pt x="7202256" y="2617339"/>
                  </a:lnTo>
                  <a:lnTo>
                    <a:pt x="7205678" y="2608307"/>
                  </a:lnTo>
                  <a:lnTo>
                    <a:pt x="7209101" y="2561742"/>
                  </a:lnTo>
                  <a:lnTo>
                    <a:pt x="7212524" y="2561662"/>
                  </a:lnTo>
                  <a:lnTo>
                    <a:pt x="7215947" y="2615584"/>
                  </a:lnTo>
                  <a:lnTo>
                    <a:pt x="7219370" y="2670809"/>
                  </a:lnTo>
                  <a:lnTo>
                    <a:pt x="7222792" y="2739200"/>
                  </a:lnTo>
                  <a:lnTo>
                    <a:pt x="7226215" y="2792648"/>
                  </a:lnTo>
                  <a:lnTo>
                    <a:pt x="7229638" y="2853998"/>
                  </a:lnTo>
                  <a:lnTo>
                    <a:pt x="7233061" y="2888790"/>
                  </a:lnTo>
                  <a:lnTo>
                    <a:pt x="7236484" y="2951367"/>
                  </a:lnTo>
                  <a:lnTo>
                    <a:pt x="7239906" y="3010778"/>
                  </a:lnTo>
                  <a:lnTo>
                    <a:pt x="7243329" y="2991653"/>
                  </a:lnTo>
                  <a:lnTo>
                    <a:pt x="7246752" y="2917725"/>
                  </a:lnTo>
                  <a:lnTo>
                    <a:pt x="7250175" y="2869179"/>
                  </a:lnTo>
                  <a:lnTo>
                    <a:pt x="7253597" y="2852168"/>
                  </a:lnTo>
                  <a:lnTo>
                    <a:pt x="7257020" y="2831069"/>
                  </a:lnTo>
                  <a:lnTo>
                    <a:pt x="7260443" y="2774219"/>
                  </a:lnTo>
                  <a:lnTo>
                    <a:pt x="7263866" y="2786082"/>
                  </a:lnTo>
                  <a:lnTo>
                    <a:pt x="7267289" y="2792866"/>
                  </a:lnTo>
                  <a:lnTo>
                    <a:pt x="7270711" y="2765830"/>
                  </a:lnTo>
                  <a:lnTo>
                    <a:pt x="7274134" y="2723152"/>
                  </a:lnTo>
                  <a:lnTo>
                    <a:pt x="7277557" y="2643639"/>
                  </a:lnTo>
                  <a:lnTo>
                    <a:pt x="7280980" y="2620947"/>
                  </a:lnTo>
                  <a:lnTo>
                    <a:pt x="7284403" y="2551843"/>
                  </a:lnTo>
                  <a:lnTo>
                    <a:pt x="7287825" y="2497802"/>
                  </a:lnTo>
                  <a:lnTo>
                    <a:pt x="7291248" y="2467654"/>
                  </a:lnTo>
                  <a:lnTo>
                    <a:pt x="7294671" y="2483536"/>
                  </a:lnTo>
                  <a:lnTo>
                    <a:pt x="7298094" y="2579557"/>
                  </a:lnTo>
                  <a:lnTo>
                    <a:pt x="7301517" y="2675160"/>
                  </a:lnTo>
                  <a:lnTo>
                    <a:pt x="7304939" y="2698530"/>
                  </a:lnTo>
                  <a:lnTo>
                    <a:pt x="7308362" y="2685966"/>
                  </a:lnTo>
                  <a:lnTo>
                    <a:pt x="7311785" y="2721956"/>
                  </a:lnTo>
                  <a:lnTo>
                    <a:pt x="7315208" y="2692253"/>
                  </a:lnTo>
                  <a:lnTo>
                    <a:pt x="7318631" y="2587190"/>
                  </a:lnTo>
                  <a:lnTo>
                    <a:pt x="7322053" y="2526299"/>
                  </a:lnTo>
                  <a:lnTo>
                    <a:pt x="7325476" y="2440836"/>
                  </a:lnTo>
                  <a:lnTo>
                    <a:pt x="7328899" y="2335197"/>
                  </a:lnTo>
                  <a:lnTo>
                    <a:pt x="7332322" y="2203836"/>
                  </a:lnTo>
                  <a:lnTo>
                    <a:pt x="7335745" y="2196153"/>
                  </a:lnTo>
                  <a:lnTo>
                    <a:pt x="7339167" y="2236160"/>
                  </a:lnTo>
                  <a:lnTo>
                    <a:pt x="7342590" y="2253131"/>
                  </a:lnTo>
                  <a:lnTo>
                    <a:pt x="7346013" y="2353548"/>
                  </a:lnTo>
                  <a:lnTo>
                    <a:pt x="7349436" y="2498620"/>
                  </a:lnTo>
                  <a:lnTo>
                    <a:pt x="7352859" y="2618205"/>
                  </a:lnTo>
                  <a:lnTo>
                    <a:pt x="7356281" y="2616018"/>
                  </a:lnTo>
                  <a:lnTo>
                    <a:pt x="7359704" y="2646682"/>
                  </a:lnTo>
                  <a:lnTo>
                    <a:pt x="7363127" y="2679334"/>
                  </a:lnTo>
                  <a:lnTo>
                    <a:pt x="7366550" y="2707584"/>
                  </a:lnTo>
                  <a:lnTo>
                    <a:pt x="7369972" y="2721185"/>
                  </a:lnTo>
                  <a:lnTo>
                    <a:pt x="7373395" y="2705121"/>
                  </a:lnTo>
                  <a:lnTo>
                    <a:pt x="7376818" y="2680333"/>
                  </a:lnTo>
                  <a:lnTo>
                    <a:pt x="7380241" y="2660312"/>
                  </a:lnTo>
                  <a:lnTo>
                    <a:pt x="7383664" y="2604391"/>
                  </a:lnTo>
                  <a:lnTo>
                    <a:pt x="7387086" y="2577811"/>
                  </a:lnTo>
                  <a:lnTo>
                    <a:pt x="7390509" y="2593101"/>
                  </a:lnTo>
                  <a:lnTo>
                    <a:pt x="7393932" y="2683213"/>
                  </a:lnTo>
                  <a:lnTo>
                    <a:pt x="7397355" y="2826278"/>
                  </a:lnTo>
                  <a:lnTo>
                    <a:pt x="7400778" y="2869091"/>
                  </a:lnTo>
                  <a:lnTo>
                    <a:pt x="7404200" y="2902263"/>
                  </a:lnTo>
                  <a:lnTo>
                    <a:pt x="7407623" y="2924951"/>
                  </a:lnTo>
                  <a:lnTo>
                    <a:pt x="7411046" y="2871812"/>
                  </a:lnTo>
                  <a:lnTo>
                    <a:pt x="7414469" y="2786332"/>
                  </a:lnTo>
                  <a:lnTo>
                    <a:pt x="7417892" y="2680719"/>
                  </a:lnTo>
                  <a:lnTo>
                    <a:pt x="7421314" y="2607849"/>
                  </a:lnTo>
                  <a:lnTo>
                    <a:pt x="7424737" y="2490146"/>
                  </a:lnTo>
                  <a:lnTo>
                    <a:pt x="7428160" y="2378647"/>
                  </a:lnTo>
                  <a:lnTo>
                    <a:pt x="7431583" y="2395942"/>
                  </a:lnTo>
                  <a:lnTo>
                    <a:pt x="7435006" y="2444948"/>
                  </a:lnTo>
                  <a:lnTo>
                    <a:pt x="7438428" y="2437925"/>
                  </a:lnTo>
                  <a:lnTo>
                    <a:pt x="7441851" y="2468239"/>
                  </a:lnTo>
                  <a:lnTo>
                    <a:pt x="7445274" y="2603612"/>
                  </a:lnTo>
                  <a:lnTo>
                    <a:pt x="7448697" y="2726545"/>
                  </a:lnTo>
                  <a:lnTo>
                    <a:pt x="7452120" y="2772358"/>
                  </a:lnTo>
                  <a:lnTo>
                    <a:pt x="7455542" y="2700092"/>
                  </a:lnTo>
                  <a:lnTo>
                    <a:pt x="7458965" y="2668214"/>
                  </a:lnTo>
                  <a:lnTo>
                    <a:pt x="7462388" y="2671250"/>
                  </a:lnTo>
                  <a:lnTo>
                    <a:pt x="7465811" y="2625838"/>
                  </a:lnTo>
                  <a:lnTo>
                    <a:pt x="7469233" y="2532234"/>
                  </a:lnTo>
                  <a:lnTo>
                    <a:pt x="7472656" y="2482888"/>
                  </a:lnTo>
                  <a:lnTo>
                    <a:pt x="7476079" y="2576785"/>
                  </a:lnTo>
                  <a:lnTo>
                    <a:pt x="7479502" y="2662104"/>
                  </a:lnTo>
                  <a:lnTo>
                    <a:pt x="7482925" y="2683738"/>
                  </a:lnTo>
                  <a:lnTo>
                    <a:pt x="7486347" y="2673625"/>
                  </a:lnTo>
                  <a:lnTo>
                    <a:pt x="7489770" y="2704678"/>
                  </a:lnTo>
                  <a:lnTo>
                    <a:pt x="7493193" y="2698373"/>
                  </a:lnTo>
                  <a:lnTo>
                    <a:pt x="7496616" y="2549434"/>
                  </a:lnTo>
                  <a:lnTo>
                    <a:pt x="7500039" y="2431632"/>
                  </a:lnTo>
                  <a:lnTo>
                    <a:pt x="7503461" y="2385977"/>
                  </a:lnTo>
                  <a:lnTo>
                    <a:pt x="7506884" y="2409996"/>
                  </a:lnTo>
                  <a:lnTo>
                    <a:pt x="7510307" y="2382086"/>
                  </a:lnTo>
                  <a:lnTo>
                    <a:pt x="7513730" y="2397355"/>
                  </a:lnTo>
                  <a:lnTo>
                    <a:pt x="7517153" y="2532136"/>
                  </a:lnTo>
                  <a:lnTo>
                    <a:pt x="7520575" y="2690784"/>
                  </a:lnTo>
                  <a:lnTo>
                    <a:pt x="7523998" y="2794481"/>
                  </a:lnTo>
                  <a:lnTo>
                    <a:pt x="7527421" y="2799672"/>
                  </a:lnTo>
                  <a:lnTo>
                    <a:pt x="7530844" y="2751278"/>
                  </a:lnTo>
                  <a:lnTo>
                    <a:pt x="7534267" y="2693377"/>
                  </a:lnTo>
                  <a:lnTo>
                    <a:pt x="7537689" y="2688361"/>
                  </a:lnTo>
                  <a:lnTo>
                    <a:pt x="7541112" y="2653902"/>
                  </a:lnTo>
                  <a:lnTo>
                    <a:pt x="7544535" y="2622644"/>
                  </a:lnTo>
                  <a:lnTo>
                    <a:pt x="7547958" y="2657312"/>
                  </a:lnTo>
                  <a:lnTo>
                    <a:pt x="7551381" y="2737753"/>
                  </a:lnTo>
                  <a:lnTo>
                    <a:pt x="7554803" y="2767653"/>
                  </a:lnTo>
                  <a:lnTo>
                    <a:pt x="7558226" y="2782582"/>
                  </a:lnTo>
                  <a:lnTo>
                    <a:pt x="7561649" y="2797062"/>
                  </a:lnTo>
                  <a:lnTo>
                    <a:pt x="7565072" y="2783914"/>
                  </a:lnTo>
                  <a:lnTo>
                    <a:pt x="7568494" y="2778557"/>
                  </a:lnTo>
                  <a:lnTo>
                    <a:pt x="7571917" y="2862513"/>
                  </a:lnTo>
                  <a:lnTo>
                    <a:pt x="7575340" y="2951834"/>
                  </a:lnTo>
                  <a:lnTo>
                    <a:pt x="7578763" y="2963610"/>
                  </a:lnTo>
                  <a:lnTo>
                    <a:pt x="7582186" y="2983590"/>
                  </a:lnTo>
                  <a:lnTo>
                    <a:pt x="7585608" y="3027998"/>
                  </a:lnTo>
                  <a:lnTo>
                    <a:pt x="7589031" y="3063300"/>
                  </a:lnTo>
                  <a:lnTo>
                    <a:pt x="7592454" y="3055037"/>
                  </a:lnTo>
                  <a:lnTo>
                    <a:pt x="7595877" y="2951360"/>
                  </a:lnTo>
                  <a:lnTo>
                    <a:pt x="7599300" y="2807071"/>
                  </a:lnTo>
                  <a:lnTo>
                    <a:pt x="7602722" y="2734501"/>
                  </a:lnTo>
                  <a:lnTo>
                    <a:pt x="7606145" y="2658398"/>
                  </a:lnTo>
                  <a:lnTo>
                    <a:pt x="7609568" y="2488299"/>
                  </a:lnTo>
                  <a:lnTo>
                    <a:pt x="7612991" y="2288615"/>
                  </a:lnTo>
                  <a:lnTo>
                    <a:pt x="7616414" y="2204674"/>
                  </a:lnTo>
                  <a:lnTo>
                    <a:pt x="7619836" y="2173380"/>
                  </a:lnTo>
                  <a:lnTo>
                    <a:pt x="7623259" y="2120967"/>
                  </a:lnTo>
                  <a:lnTo>
                    <a:pt x="7626682" y="2111859"/>
                  </a:lnTo>
                  <a:lnTo>
                    <a:pt x="7630105" y="2150446"/>
                  </a:lnTo>
                  <a:lnTo>
                    <a:pt x="7633528" y="2222719"/>
                  </a:lnTo>
                  <a:lnTo>
                    <a:pt x="7636950" y="2216141"/>
                  </a:lnTo>
                  <a:lnTo>
                    <a:pt x="7640373" y="2176333"/>
                  </a:lnTo>
                  <a:lnTo>
                    <a:pt x="7643796" y="2027504"/>
                  </a:lnTo>
                  <a:lnTo>
                    <a:pt x="7647219" y="1843468"/>
                  </a:lnTo>
                  <a:lnTo>
                    <a:pt x="7650642" y="1821730"/>
                  </a:lnTo>
                  <a:lnTo>
                    <a:pt x="7654064" y="1893388"/>
                  </a:lnTo>
                  <a:lnTo>
                    <a:pt x="7657487" y="2009887"/>
                  </a:lnTo>
                  <a:lnTo>
                    <a:pt x="7660910" y="2180238"/>
                  </a:lnTo>
                  <a:lnTo>
                    <a:pt x="7664333" y="2454047"/>
                  </a:lnTo>
                  <a:lnTo>
                    <a:pt x="7667756" y="2730566"/>
                  </a:lnTo>
                  <a:lnTo>
                    <a:pt x="7671178" y="2906622"/>
                  </a:lnTo>
                  <a:lnTo>
                    <a:pt x="7674601" y="2962158"/>
                  </a:lnTo>
                  <a:lnTo>
                    <a:pt x="7678024" y="3030404"/>
                  </a:lnTo>
                  <a:lnTo>
                    <a:pt x="7681447" y="3002754"/>
                  </a:lnTo>
                  <a:lnTo>
                    <a:pt x="7684869" y="2869766"/>
                  </a:lnTo>
                  <a:lnTo>
                    <a:pt x="7688292" y="2668565"/>
                  </a:lnTo>
                  <a:lnTo>
                    <a:pt x="7691715" y="2481994"/>
                  </a:lnTo>
                  <a:lnTo>
                    <a:pt x="7695138" y="2434291"/>
                  </a:lnTo>
                  <a:lnTo>
                    <a:pt x="7698561" y="2391294"/>
                  </a:lnTo>
                  <a:lnTo>
                    <a:pt x="7701983" y="2442050"/>
                  </a:lnTo>
                  <a:lnTo>
                    <a:pt x="7705406" y="2550246"/>
                  </a:lnTo>
                  <a:lnTo>
                    <a:pt x="7708829" y="2696218"/>
                  </a:lnTo>
                  <a:lnTo>
                    <a:pt x="7712252" y="2811454"/>
                  </a:lnTo>
                  <a:lnTo>
                    <a:pt x="7715675" y="2824696"/>
                  </a:lnTo>
                  <a:lnTo>
                    <a:pt x="7719097" y="2841227"/>
                  </a:lnTo>
                  <a:lnTo>
                    <a:pt x="7722520" y="2829287"/>
                  </a:lnTo>
                  <a:lnTo>
                    <a:pt x="7725943" y="2840749"/>
                  </a:lnTo>
                  <a:lnTo>
                    <a:pt x="7729366" y="2834118"/>
                  </a:lnTo>
                  <a:lnTo>
                    <a:pt x="7732789" y="2823488"/>
                  </a:lnTo>
                  <a:lnTo>
                    <a:pt x="7736211" y="2778619"/>
                  </a:lnTo>
                  <a:lnTo>
                    <a:pt x="7739634" y="2645604"/>
                  </a:lnTo>
                  <a:lnTo>
                    <a:pt x="7743057" y="2501595"/>
                  </a:lnTo>
                  <a:lnTo>
                    <a:pt x="7746480" y="2472559"/>
                  </a:lnTo>
                  <a:lnTo>
                    <a:pt x="7749903" y="2433257"/>
                  </a:lnTo>
                  <a:lnTo>
                    <a:pt x="7753325" y="2246106"/>
                  </a:lnTo>
                  <a:lnTo>
                    <a:pt x="7756748" y="2087677"/>
                  </a:lnTo>
                  <a:lnTo>
                    <a:pt x="7760171" y="2142595"/>
                  </a:lnTo>
                  <a:lnTo>
                    <a:pt x="7763594" y="2293738"/>
                  </a:lnTo>
                  <a:lnTo>
                    <a:pt x="7767017" y="2272618"/>
                  </a:lnTo>
                  <a:lnTo>
                    <a:pt x="7770439" y="2265146"/>
                  </a:lnTo>
                  <a:lnTo>
                    <a:pt x="7773862" y="2381338"/>
                  </a:lnTo>
                  <a:lnTo>
                    <a:pt x="7777285" y="2553847"/>
                  </a:lnTo>
                  <a:lnTo>
                    <a:pt x="7780708" y="2611764"/>
                  </a:lnTo>
                  <a:lnTo>
                    <a:pt x="7784130" y="2556478"/>
                  </a:lnTo>
                  <a:lnTo>
                    <a:pt x="7787553" y="2489243"/>
                  </a:lnTo>
                  <a:lnTo>
                    <a:pt x="7790976" y="2454136"/>
                  </a:lnTo>
                  <a:lnTo>
                    <a:pt x="7794399" y="2445505"/>
                  </a:lnTo>
                  <a:lnTo>
                    <a:pt x="7797822" y="2329817"/>
                  </a:lnTo>
                  <a:lnTo>
                    <a:pt x="7801244" y="2245605"/>
                  </a:lnTo>
                  <a:lnTo>
                    <a:pt x="7804667" y="2300594"/>
                  </a:lnTo>
                  <a:lnTo>
                    <a:pt x="7808090" y="2385145"/>
                  </a:lnTo>
                  <a:lnTo>
                    <a:pt x="7811513" y="2378868"/>
                  </a:lnTo>
                  <a:lnTo>
                    <a:pt x="7814936" y="2365725"/>
                  </a:lnTo>
                  <a:lnTo>
                    <a:pt x="7818358" y="2412474"/>
                  </a:lnTo>
                  <a:lnTo>
                    <a:pt x="7821781" y="2460450"/>
                  </a:lnTo>
                  <a:lnTo>
                    <a:pt x="7825204" y="2445498"/>
                  </a:lnTo>
                  <a:lnTo>
                    <a:pt x="7828627" y="2440747"/>
                  </a:lnTo>
                  <a:lnTo>
                    <a:pt x="7832050" y="2516312"/>
                  </a:lnTo>
                  <a:lnTo>
                    <a:pt x="7835472" y="2600240"/>
                  </a:lnTo>
                  <a:lnTo>
                    <a:pt x="7838895" y="2730498"/>
                  </a:lnTo>
                  <a:lnTo>
                    <a:pt x="7842318" y="2824384"/>
                  </a:lnTo>
                  <a:lnTo>
                    <a:pt x="7845741" y="2831480"/>
                  </a:lnTo>
                  <a:lnTo>
                    <a:pt x="7849164" y="2838918"/>
                  </a:lnTo>
                  <a:lnTo>
                    <a:pt x="7852586" y="2862812"/>
                  </a:lnTo>
                  <a:lnTo>
                    <a:pt x="7856009" y="2825530"/>
                  </a:lnTo>
                  <a:lnTo>
                    <a:pt x="7859432" y="2783822"/>
                  </a:lnTo>
                  <a:lnTo>
                    <a:pt x="7862855" y="2697568"/>
                  </a:lnTo>
                  <a:lnTo>
                    <a:pt x="7866278" y="2656261"/>
                  </a:lnTo>
                  <a:lnTo>
                    <a:pt x="7869700" y="2586231"/>
                  </a:lnTo>
                  <a:lnTo>
                    <a:pt x="7873123" y="2505345"/>
                  </a:lnTo>
                  <a:lnTo>
                    <a:pt x="7876546" y="2520225"/>
                  </a:lnTo>
                  <a:lnTo>
                    <a:pt x="7879969" y="2527723"/>
                  </a:lnTo>
                  <a:lnTo>
                    <a:pt x="7883391" y="2573708"/>
                  </a:lnTo>
                  <a:lnTo>
                    <a:pt x="7886814" y="2582498"/>
                  </a:lnTo>
                  <a:lnTo>
                    <a:pt x="7890237" y="2612090"/>
                  </a:lnTo>
                  <a:lnTo>
                    <a:pt x="7893660" y="2671835"/>
                  </a:lnTo>
                  <a:lnTo>
                    <a:pt x="7897083" y="2660136"/>
                  </a:lnTo>
                  <a:lnTo>
                    <a:pt x="7900505" y="2590910"/>
                  </a:lnTo>
                  <a:lnTo>
                    <a:pt x="7903928" y="2572933"/>
                  </a:lnTo>
                  <a:lnTo>
                    <a:pt x="7907351" y="2556277"/>
                  </a:lnTo>
                  <a:lnTo>
                    <a:pt x="7910774" y="2500978"/>
                  </a:lnTo>
                  <a:lnTo>
                    <a:pt x="7914197" y="2449601"/>
                  </a:lnTo>
                  <a:lnTo>
                    <a:pt x="7917619" y="2497728"/>
                  </a:lnTo>
                  <a:lnTo>
                    <a:pt x="7921042" y="2545489"/>
                  </a:lnTo>
                  <a:lnTo>
                    <a:pt x="7924465" y="2536976"/>
                  </a:lnTo>
                  <a:lnTo>
                    <a:pt x="7927888" y="2576942"/>
                  </a:lnTo>
                  <a:lnTo>
                    <a:pt x="7931311" y="2716154"/>
                  </a:lnTo>
                  <a:lnTo>
                    <a:pt x="7934733" y="2831968"/>
                  </a:lnTo>
                  <a:lnTo>
                    <a:pt x="7938156" y="2885910"/>
                  </a:lnTo>
                  <a:lnTo>
                    <a:pt x="7941579" y="2960715"/>
                  </a:lnTo>
                  <a:lnTo>
                    <a:pt x="7945002" y="3027816"/>
                  </a:lnTo>
                  <a:lnTo>
                    <a:pt x="7948425" y="3071917"/>
                  </a:lnTo>
                  <a:lnTo>
                    <a:pt x="7951847" y="3071917"/>
                  </a:lnTo>
                  <a:lnTo>
                    <a:pt x="7955270" y="3071917"/>
                  </a:lnTo>
                  <a:lnTo>
                    <a:pt x="7958693" y="3071917"/>
                  </a:lnTo>
                  <a:lnTo>
                    <a:pt x="7962116" y="3071917"/>
                  </a:lnTo>
                  <a:lnTo>
                    <a:pt x="7965539" y="3071917"/>
                  </a:lnTo>
                  <a:lnTo>
                    <a:pt x="7968961" y="3071917"/>
                  </a:lnTo>
                  <a:lnTo>
                    <a:pt x="7972384" y="2986997"/>
                  </a:lnTo>
                  <a:lnTo>
                    <a:pt x="7975807" y="2858349"/>
                  </a:lnTo>
                  <a:lnTo>
                    <a:pt x="7979230" y="2745539"/>
                  </a:lnTo>
                  <a:lnTo>
                    <a:pt x="7982653" y="2675241"/>
                  </a:lnTo>
                  <a:lnTo>
                    <a:pt x="7986075" y="2683898"/>
                  </a:lnTo>
                  <a:lnTo>
                    <a:pt x="7989498" y="2616396"/>
                  </a:lnTo>
                  <a:lnTo>
                    <a:pt x="7992921" y="2558360"/>
                  </a:lnTo>
                  <a:lnTo>
                    <a:pt x="7996344" y="2521278"/>
                  </a:lnTo>
                  <a:lnTo>
                    <a:pt x="7999766" y="2508324"/>
                  </a:lnTo>
                  <a:lnTo>
                    <a:pt x="8003189" y="2445613"/>
                  </a:lnTo>
                  <a:lnTo>
                    <a:pt x="8006612" y="2334756"/>
                  </a:lnTo>
                  <a:lnTo>
                    <a:pt x="8010035" y="2298775"/>
                  </a:lnTo>
                  <a:lnTo>
                    <a:pt x="8013458" y="2269431"/>
                  </a:lnTo>
                  <a:lnTo>
                    <a:pt x="8016880" y="2225828"/>
                  </a:lnTo>
                  <a:lnTo>
                    <a:pt x="8020303" y="2140671"/>
                  </a:lnTo>
                  <a:lnTo>
                    <a:pt x="8023726" y="2126265"/>
                  </a:lnTo>
                  <a:lnTo>
                    <a:pt x="8027149" y="2207953"/>
                  </a:lnTo>
                  <a:lnTo>
                    <a:pt x="8030572" y="2283304"/>
                  </a:lnTo>
                  <a:lnTo>
                    <a:pt x="8033994" y="2416295"/>
                  </a:lnTo>
                  <a:lnTo>
                    <a:pt x="8037417" y="2536119"/>
                  </a:lnTo>
                  <a:lnTo>
                    <a:pt x="8040840" y="2645071"/>
                  </a:lnTo>
                  <a:lnTo>
                    <a:pt x="8044263" y="2663627"/>
                  </a:lnTo>
                  <a:lnTo>
                    <a:pt x="8047686" y="2453291"/>
                  </a:lnTo>
                  <a:lnTo>
                    <a:pt x="8051108" y="2330926"/>
                  </a:lnTo>
                  <a:lnTo>
                    <a:pt x="8054531" y="2320288"/>
                  </a:lnTo>
                  <a:lnTo>
                    <a:pt x="8057954" y="2411635"/>
                  </a:lnTo>
                  <a:lnTo>
                    <a:pt x="8061377" y="2469093"/>
                  </a:lnTo>
                  <a:lnTo>
                    <a:pt x="8064800" y="2512455"/>
                  </a:lnTo>
                  <a:lnTo>
                    <a:pt x="8068222" y="2629720"/>
                  </a:lnTo>
                  <a:lnTo>
                    <a:pt x="8071645" y="2668845"/>
                  </a:lnTo>
                  <a:lnTo>
                    <a:pt x="8075068" y="2631505"/>
                  </a:lnTo>
                  <a:lnTo>
                    <a:pt x="8078491" y="2504273"/>
                  </a:lnTo>
                  <a:lnTo>
                    <a:pt x="8081914" y="2401636"/>
                  </a:lnTo>
                  <a:lnTo>
                    <a:pt x="8085336" y="2388190"/>
                  </a:lnTo>
                  <a:lnTo>
                    <a:pt x="8088759" y="2472833"/>
                  </a:lnTo>
                  <a:lnTo>
                    <a:pt x="8092182" y="2577108"/>
                  </a:lnTo>
                  <a:lnTo>
                    <a:pt x="8095605" y="2577060"/>
                  </a:lnTo>
                  <a:lnTo>
                    <a:pt x="8099027" y="2590023"/>
                  </a:lnTo>
                  <a:lnTo>
                    <a:pt x="8102450" y="2646730"/>
                  </a:lnTo>
                  <a:lnTo>
                    <a:pt x="8105873" y="2705092"/>
                  </a:lnTo>
                  <a:lnTo>
                    <a:pt x="8109296" y="2654122"/>
                  </a:lnTo>
                  <a:lnTo>
                    <a:pt x="8112719" y="2566879"/>
                  </a:lnTo>
                  <a:lnTo>
                    <a:pt x="8116141" y="2517512"/>
                  </a:lnTo>
                  <a:lnTo>
                    <a:pt x="8119564" y="2486656"/>
                  </a:lnTo>
                  <a:lnTo>
                    <a:pt x="8122987" y="2439833"/>
                  </a:lnTo>
                  <a:lnTo>
                    <a:pt x="8126410" y="2320284"/>
                  </a:lnTo>
                  <a:lnTo>
                    <a:pt x="8129833" y="2234649"/>
                  </a:lnTo>
                  <a:lnTo>
                    <a:pt x="8133255" y="2179139"/>
                  </a:lnTo>
                  <a:lnTo>
                    <a:pt x="8136678" y="2276282"/>
                  </a:lnTo>
                  <a:lnTo>
                    <a:pt x="8140101" y="2390705"/>
                  </a:lnTo>
                  <a:lnTo>
                    <a:pt x="8143524" y="2484332"/>
                  </a:lnTo>
                  <a:lnTo>
                    <a:pt x="8146947" y="2540910"/>
                  </a:lnTo>
                  <a:lnTo>
                    <a:pt x="8150369" y="2538339"/>
                  </a:lnTo>
                  <a:lnTo>
                    <a:pt x="8153792" y="2529401"/>
                  </a:lnTo>
                  <a:lnTo>
                    <a:pt x="8157215" y="2408031"/>
                  </a:lnTo>
                  <a:lnTo>
                    <a:pt x="8160638" y="2347261"/>
                  </a:lnTo>
                  <a:lnTo>
                    <a:pt x="8164061" y="2328521"/>
                  </a:lnTo>
                  <a:lnTo>
                    <a:pt x="8167483" y="2345477"/>
                  </a:lnTo>
                  <a:lnTo>
                    <a:pt x="8170906" y="2427132"/>
                  </a:lnTo>
                  <a:lnTo>
                    <a:pt x="8174329" y="2429042"/>
                  </a:lnTo>
                  <a:lnTo>
                    <a:pt x="8177752" y="2416741"/>
                  </a:lnTo>
                  <a:lnTo>
                    <a:pt x="8177752" y="241674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3093540"/>
                  </a:moveTo>
                  <a:lnTo>
                    <a:pt x="3422" y="3096300"/>
                  </a:lnTo>
                  <a:lnTo>
                    <a:pt x="6845" y="3042572"/>
                  </a:lnTo>
                  <a:lnTo>
                    <a:pt x="10268" y="3023610"/>
                  </a:lnTo>
                  <a:lnTo>
                    <a:pt x="13691" y="3072757"/>
                  </a:lnTo>
                  <a:lnTo>
                    <a:pt x="17113" y="3116972"/>
                  </a:lnTo>
                  <a:lnTo>
                    <a:pt x="20536" y="3116972"/>
                  </a:lnTo>
                  <a:lnTo>
                    <a:pt x="23959" y="3116972"/>
                  </a:lnTo>
                  <a:lnTo>
                    <a:pt x="27382" y="3116972"/>
                  </a:lnTo>
                  <a:lnTo>
                    <a:pt x="30805" y="3116972"/>
                  </a:lnTo>
                  <a:lnTo>
                    <a:pt x="34227" y="3116972"/>
                  </a:lnTo>
                  <a:lnTo>
                    <a:pt x="37650" y="3116972"/>
                  </a:lnTo>
                  <a:lnTo>
                    <a:pt x="41073" y="3116972"/>
                  </a:lnTo>
                  <a:lnTo>
                    <a:pt x="44496" y="3116972"/>
                  </a:lnTo>
                  <a:lnTo>
                    <a:pt x="47919" y="3116972"/>
                  </a:lnTo>
                  <a:lnTo>
                    <a:pt x="51341" y="3115178"/>
                  </a:lnTo>
                  <a:lnTo>
                    <a:pt x="54764" y="3085741"/>
                  </a:lnTo>
                  <a:lnTo>
                    <a:pt x="58187" y="3064439"/>
                  </a:lnTo>
                  <a:lnTo>
                    <a:pt x="61610" y="3019776"/>
                  </a:lnTo>
                  <a:lnTo>
                    <a:pt x="65033" y="2992633"/>
                  </a:lnTo>
                  <a:lnTo>
                    <a:pt x="68455" y="3062686"/>
                  </a:lnTo>
                  <a:lnTo>
                    <a:pt x="71878" y="3110317"/>
                  </a:lnTo>
                  <a:lnTo>
                    <a:pt x="75301" y="3108938"/>
                  </a:lnTo>
                  <a:lnTo>
                    <a:pt x="78724" y="3116972"/>
                  </a:lnTo>
                  <a:lnTo>
                    <a:pt x="82147" y="3116972"/>
                  </a:lnTo>
                  <a:lnTo>
                    <a:pt x="85569" y="3116972"/>
                  </a:lnTo>
                  <a:lnTo>
                    <a:pt x="88992" y="3116972"/>
                  </a:lnTo>
                  <a:lnTo>
                    <a:pt x="92415" y="3116972"/>
                  </a:lnTo>
                  <a:lnTo>
                    <a:pt x="95838" y="3116972"/>
                  </a:lnTo>
                  <a:lnTo>
                    <a:pt x="99261" y="3029142"/>
                  </a:lnTo>
                  <a:lnTo>
                    <a:pt x="102683" y="2937831"/>
                  </a:lnTo>
                  <a:lnTo>
                    <a:pt x="106106" y="2927682"/>
                  </a:lnTo>
                  <a:lnTo>
                    <a:pt x="109529" y="2947630"/>
                  </a:lnTo>
                  <a:lnTo>
                    <a:pt x="112952" y="2919857"/>
                  </a:lnTo>
                  <a:lnTo>
                    <a:pt x="116374" y="2930024"/>
                  </a:lnTo>
                  <a:lnTo>
                    <a:pt x="119797" y="2978596"/>
                  </a:lnTo>
                  <a:lnTo>
                    <a:pt x="123220" y="2993989"/>
                  </a:lnTo>
                  <a:lnTo>
                    <a:pt x="126643" y="3023149"/>
                  </a:lnTo>
                  <a:lnTo>
                    <a:pt x="130066" y="3005725"/>
                  </a:lnTo>
                  <a:lnTo>
                    <a:pt x="133488" y="3012277"/>
                  </a:lnTo>
                  <a:lnTo>
                    <a:pt x="136911" y="3022255"/>
                  </a:lnTo>
                  <a:lnTo>
                    <a:pt x="140334" y="2970820"/>
                  </a:lnTo>
                  <a:lnTo>
                    <a:pt x="143757" y="2955838"/>
                  </a:lnTo>
                  <a:lnTo>
                    <a:pt x="147180" y="2936058"/>
                  </a:lnTo>
                  <a:lnTo>
                    <a:pt x="150602" y="2923551"/>
                  </a:lnTo>
                  <a:lnTo>
                    <a:pt x="154025" y="2942265"/>
                  </a:lnTo>
                  <a:lnTo>
                    <a:pt x="157448" y="2954593"/>
                  </a:lnTo>
                  <a:lnTo>
                    <a:pt x="160871" y="3007901"/>
                  </a:lnTo>
                  <a:lnTo>
                    <a:pt x="164294" y="3079955"/>
                  </a:lnTo>
                  <a:lnTo>
                    <a:pt x="167716" y="3116972"/>
                  </a:lnTo>
                  <a:lnTo>
                    <a:pt x="171139" y="3116972"/>
                  </a:lnTo>
                  <a:lnTo>
                    <a:pt x="174562" y="3116972"/>
                  </a:lnTo>
                  <a:lnTo>
                    <a:pt x="177985" y="3116972"/>
                  </a:lnTo>
                  <a:lnTo>
                    <a:pt x="181408" y="3116972"/>
                  </a:lnTo>
                  <a:lnTo>
                    <a:pt x="184830" y="3116972"/>
                  </a:lnTo>
                  <a:lnTo>
                    <a:pt x="188253" y="3116972"/>
                  </a:lnTo>
                  <a:lnTo>
                    <a:pt x="191676" y="3116972"/>
                  </a:lnTo>
                  <a:lnTo>
                    <a:pt x="195099" y="3116972"/>
                  </a:lnTo>
                  <a:lnTo>
                    <a:pt x="198522" y="3116972"/>
                  </a:lnTo>
                  <a:lnTo>
                    <a:pt x="201944" y="3116972"/>
                  </a:lnTo>
                  <a:lnTo>
                    <a:pt x="205367" y="3116972"/>
                  </a:lnTo>
                  <a:lnTo>
                    <a:pt x="208790" y="3116972"/>
                  </a:lnTo>
                  <a:lnTo>
                    <a:pt x="212213" y="3116972"/>
                  </a:lnTo>
                  <a:lnTo>
                    <a:pt x="215635" y="3116972"/>
                  </a:lnTo>
                  <a:lnTo>
                    <a:pt x="219058" y="3116972"/>
                  </a:lnTo>
                  <a:lnTo>
                    <a:pt x="222481" y="3116972"/>
                  </a:lnTo>
                  <a:lnTo>
                    <a:pt x="225904" y="3116972"/>
                  </a:lnTo>
                  <a:lnTo>
                    <a:pt x="229327" y="3116972"/>
                  </a:lnTo>
                  <a:lnTo>
                    <a:pt x="232749" y="3116972"/>
                  </a:lnTo>
                  <a:lnTo>
                    <a:pt x="236172" y="3116972"/>
                  </a:lnTo>
                  <a:lnTo>
                    <a:pt x="239595" y="3116972"/>
                  </a:lnTo>
                  <a:lnTo>
                    <a:pt x="243018" y="3116972"/>
                  </a:lnTo>
                  <a:lnTo>
                    <a:pt x="246441" y="3113757"/>
                  </a:lnTo>
                  <a:lnTo>
                    <a:pt x="249863" y="3022025"/>
                  </a:lnTo>
                  <a:lnTo>
                    <a:pt x="253286" y="3022304"/>
                  </a:lnTo>
                  <a:lnTo>
                    <a:pt x="256709" y="2991263"/>
                  </a:lnTo>
                  <a:lnTo>
                    <a:pt x="260132" y="2900527"/>
                  </a:lnTo>
                  <a:lnTo>
                    <a:pt x="263555" y="2876235"/>
                  </a:lnTo>
                  <a:lnTo>
                    <a:pt x="266977" y="2936082"/>
                  </a:lnTo>
                  <a:lnTo>
                    <a:pt x="270400" y="2990914"/>
                  </a:lnTo>
                  <a:lnTo>
                    <a:pt x="273823" y="3016182"/>
                  </a:lnTo>
                  <a:lnTo>
                    <a:pt x="277246" y="3070016"/>
                  </a:lnTo>
                  <a:lnTo>
                    <a:pt x="280669" y="3102108"/>
                  </a:lnTo>
                  <a:lnTo>
                    <a:pt x="284091" y="3112712"/>
                  </a:lnTo>
                  <a:lnTo>
                    <a:pt x="287514" y="3094742"/>
                  </a:lnTo>
                  <a:lnTo>
                    <a:pt x="290937" y="3093978"/>
                  </a:lnTo>
                  <a:lnTo>
                    <a:pt x="294360" y="3098839"/>
                  </a:lnTo>
                  <a:lnTo>
                    <a:pt x="297783" y="3116972"/>
                  </a:lnTo>
                  <a:lnTo>
                    <a:pt x="301205" y="3116972"/>
                  </a:lnTo>
                  <a:lnTo>
                    <a:pt x="304628" y="3116972"/>
                  </a:lnTo>
                  <a:lnTo>
                    <a:pt x="308051" y="3116972"/>
                  </a:lnTo>
                  <a:lnTo>
                    <a:pt x="311474" y="3116972"/>
                  </a:lnTo>
                  <a:lnTo>
                    <a:pt x="314897" y="3116972"/>
                  </a:lnTo>
                  <a:lnTo>
                    <a:pt x="318319" y="3116972"/>
                  </a:lnTo>
                  <a:lnTo>
                    <a:pt x="321742" y="3116972"/>
                  </a:lnTo>
                  <a:lnTo>
                    <a:pt x="325165" y="3116972"/>
                  </a:lnTo>
                  <a:lnTo>
                    <a:pt x="328588" y="3116972"/>
                  </a:lnTo>
                  <a:lnTo>
                    <a:pt x="332010" y="3033777"/>
                  </a:lnTo>
                  <a:lnTo>
                    <a:pt x="335433" y="3015625"/>
                  </a:lnTo>
                  <a:lnTo>
                    <a:pt x="338856" y="3057265"/>
                  </a:lnTo>
                  <a:lnTo>
                    <a:pt x="342279" y="3046606"/>
                  </a:lnTo>
                  <a:lnTo>
                    <a:pt x="345702" y="3059313"/>
                  </a:lnTo>
                  <a:lnTo>
                    <a:pt x="349124" y="3085192"/>
                  </a:lnTo>
                  <a:lnTo>
                    <a:pt x="352547" y="3116972"/>
                  </a:lnTo>
                  <a:lnTo>
                    <a:pt x="355970" y="3116972"/>
                  </a:lnTo>
                  <a:lnTo>
                    <a:pt x="359393" y="3116972"/>
                  </a:lnTo>
                  <a:lnTo>
                    <a:pt x="362816" y="3116972"/>
                  </a:lnTo>
                  <a:lnTo>
                    <a:pt x="366238" y="3116972"/>
                  </a:lnTo>
                  <a:lnTo>
                    <a:pt x="369661" y="3116972"/>
                  </a:lnTo>
                  <a:lnTo>
                    <a:pt x="373084" y="3116972"/>
                  </a:lnTo>
                  <a:lnTo>
                    <a:pt x="376507" y="3115102"/>
                  </a:lnTo>
                  <a:lnTo>
                    <a:pt x="379930" y="3046196"/>
                  </a:lnTo>
                  <a:lnTo>
                    <a:pt x="383352" y="2964724"/>
                  </a:lnTo>
                  <a:lnTo>
                    <a:pt x="386775" y="2957863"/>
                  </a:lnTo>
                  <a:lnTo>
                    <a:pt x="390198" y="2958280"/>
                  </a:lnTo>
                  <a:lnTo>
                    <a:pt x="393621" y="2964889"/>
                  </a:lnTo>
                  <a:lnTo>
                    <a:pt x="397044" y="2931216"/>
                  </a:lnTo>
                  <a:lnTo>
                    <a:pt x="400466" y="2918023"/>
                  </a:lnTo>
                  <a:lnTo>
                    <a:pt x="403889" y="2950690"/>
                  </a:lnTo>
                  <a:lnTo>
                    <a:pt x="407312" y="2922433"/>
                  </a:lnTo>
                  <a:lnTo>
                    <a:pt x="410735" y="2908456"/>
                  </a:lnTo>
                  <a:lnTo>
                    <a:pt x="414158" y="2949051"/>
                  </a:lnTo>
                  <a:lnTo>
                    <a:pt x="417580" y="2987384"/>
                  </a:lnTo>
                  <a:lnTo>
                    <a:pt x="421003" y="3000987"/>
                  </a:lnTo>
                  <a:lnTo>
                    <a:pt x="424426" y="3039933"/>
                  </a:lnTo>
                  <a:lnTo>
                    <a:pt x="427849" y="3077797"/>
                  </a:lnTo>
                  <a:lnTo>
                    <a:pt x="431271" y="3091773"/>
                  </a:lnTo>
                  <a:lnTo>
                    <a:pt x="434694" y="3056027"/>
                  </a:lnTo>
                  <a:lnTo>
                    <a:pt x="438117" y="3016992"/>
                  </a:lnTo>
                  <a:lnTo>
                    <a:pt x="441540" y="3040107"/>
                  </a:lnTo>
                  <a:lnTo>
                    <a:pt x="444963" y="2980921"/>
                  </a:lnTo>
                  <a:lnTo>
                    <a:pt x="448385" y="2912616"/>
                  </a:lnTo>
                  <a:lnTo>
                    <a:pt x="451808" y="2898148"/>
                  </a:lnTo>
                  <a:lnTo>
                    <a:pt x="455231" y="2908190"/>
                  </a:lnTo>
                  <a:lnTo>
                    <a:pt x="458654" y="2948514"/>
                  </a:lnTo>
                  <a:lnTo>
                    <a:pt x="462077" y="2943465"/>
                  </a:lnTo>
                  <a:lnTo>
                    <a:pt x="465499" y="2946123"/>
                  </a:lnTo>
                  <a:lnTo>
                    <a:pt x="468922" y="2978181"/>
                  </a:lnTo>
                  <a:lnTo>
                    <a:pt x="472345" y="3006639"/>
                  </a:lnTo>
                  <a:lnTo>
                    <a:pt x="475768" y="3060779"/>
                  </a:lnTo>
                  <a:lnTo>
                    <a:pt x="479191" y="3077385"/>
                  </a:lnTo>
                  <a:lnTo>
                    <a:pt x="482613" y="3082082"/>
                  </a:lnTo>
                  <a:lnTo>
                    <a:pt x="486036" y="3064304"/>
                  </a:lnTo>
                  <a:lnTo>
                    <a:pt x="489459" y="3031610"/>
                  </a:lnTo>
                  <a:lnTo>
                    <a:pt x="492882" y="2985211"/>
                  </a:lnTo>
                  <a:lnTo>
                    <a:pt x="496305" y="2875865"/>
                  </a:lnTo>
                  <a:lnTo>
                    <a:pt x="499727" y="2806962"/>
                  </a:lnTo>
                  <a:lnTo>
                    <a:pt x="503150" y="2739227"/>
                  </a:lnTo>
                  <a:lnTo>
                    <a:pt x="506573" y="2753106"/>
                  </a:lnTo>
                  <a:lnTo>
                    <a:pt x="509996" y="2713911"/>
                  </a:lnTo>
                  <a:lnTo>
                    <a:pt x="513419" y="2636423"/>
                  </a:lnTo>
                  <a:lnTo>
                    <a:pt x="516841" y="2606859"/>
                  </a:lnTo>
                  <a:lnTo>
                    <a:pt x="520264" y="2587399"/>
                  </a:lnTo>
                  <a:lnTo>
                    <a:pt x="523687" y="2566997"/>
                  </a:lnTo>
                  <a:lnTo>
                    <a:pt x="527110" y="2543998"/>
                  </a:lnTo>
                  <a:lnTo>
                    <a:pt x="530532" y="2548838"/>
                  </a:lnTo>
                  <a:lnTo>
                    <a:pt x="533955" y="2600085"/>
                  </a:lnTo>
                  <a:lnTo>
                    <a:pt x="537378" y="2675935"/>
                  </a:lnTo>
                  <a:lnTo>
                    <a:pt x="540801" y="2755984"/>
                  </a:lnTo>
                  <a:lnTo>
                    <a:pt x="544224" y="2846871"/>
                  </a:lnTo>
                  <a:lnTo>
                    <a:pt x="547646" y="2878825"/>
                  </a:lnTo>
                  <a:lnTo>
                    <a:pt x="551069" y="2934911"/>
                  </a:lnTo>
                  <a:lnTo>
                    <a:pt x="554492" y="2913395"/>
                  </a:lnTo>
                  <a:lnTo>
                    <a:pt x="557915" y="2847728"/>
                  </a:lnTo>
                  <a:lnTo>
                    <a:pt x="561338" y="2766012"/>
                  </a:lnTo>
                  <a:lnTo>
                    <a:pt x="564760" y="2725390"/>
                  </a:lnTo>
                  <a:lnTo>
                    <a:pt x="568183" y="2693880"/>
                  </a:lnTo>
                  <a:lnTo>
                    <a:pt x="571606" y="2670880"/>
                  </a:lnTo>
                  <a:lnTo>
                    <a:pt x="575029" y="2736430"/>
                  </a:lnTo>
                  <a:lnTo>
                    <a:pt x="578452" y="2756162"/>
                  </a:lnTo>
                  <a:lnTo>
                    <a:pt x="581874" y="2791074"/>
                  </a:lnTo>
                  <a:lnTo>
                    <a:pt x="585297" y="2829563"/>
                  </a:lnTo>
                  <a:lnTo>
                    <a:pt x="588720" y="2891386"/>
                  </a:lnTo>
                  <a:lnTo>
                    <a:pt x="592143" y="2912033"/>
                  </a:lnTo>
                  <a:lnTo>
                    <a:pt x="595566" y="2787765"/>
                  </a:lnTo>
                  <a:lnTo>
                    <a:pt x="598988" y="2767483"/>
                  </a:lnTo>
                  <a:lnTo>
                    <a:pt x="602411" y="2799609"/>
                  </a:lnTo>
                  <a:lnTo>
                    <a:pt x="605834" y="2809337"/>
                  </a:lnTo>
                  <a:lnTo>
                    <a:pt x="609257" y="2791288"/>
                  </a:lnTo>
                  <a:lnTo>
                    <a:pt x="612680" y="2839088"/>
                  </a:lnTo>
                  <a:lnTo>
                    <a:pt x="616102" y="2998868"/>
                  </a:lnTo>
                  <a:lnTo>
                    <a:pt x="619525" y="3047881"/>
                  </a:lnTo>
                  <a:lnTo>
                    <a:pt x="622948" y="3056546"/>
                  </a:lnTo>
                  <a:lnTo>
                    <a:pt x="626371" y="3070853"/>
                  </a:lnTo>
                  <a:lnTo>
                    <a:pt x="629794" y="3099168"/>
                  </a:lnTo>
                  <a:lnTo>
                    <a:pt x="633216" y="3103160"/>
                  </a:lnTo>
                  <a:lnTo>
                    <a:pt x="636639" y="3108890"/>
                  </a:lnTo>
                  <a:lnTo>
                    <a:pt x="640062" y="3091547"/>
                  </a:lnTo>
                  <a:lnTo>
                    <a:pt x="643485" y="2979927"/>
                  </a:lnTo>
                  <a:lnTo>
                    <a:pt x="646907" y="2875299"/>
                  </a:lnTo>
                  <a:lnTo>
                    <a:pt x="650330" y="2848322"/>
                  </a:lnTo>
                  <a:lnTo>
                    <a:pt x="653753" y="2800930"/>
                  </a:lnTo>
                  <a:lnTo>
                    <a:pt x="657176" y="2727095"/>
                  </a:lnTo>
                  <a:lnTo>
                    <a:pt x="660599" y="2738255"/>
                  </a:lnTo>
                  <a:lnTo>
                    <a:pt x="664021" y="2786802"/>
                  </a:lnTo>
                  <a:lnTo>
                    <a:pt x="667444" y="2801177"/>
                  </a:lnTo>
                  <a:lnTo>
                    <a:pt x="670867" y="2796897"/>
                  </a:lnTo>
                  <a:lnTo>
                    <a:pt x="674290" y="2753594"/>
                  </a:lnTo>
                  <a:lnTo>
                    <a:pt x="677713" y="2730797"/>
                  </a:lnTo>
                  <a:lnTo>
                    <a:pt x="681135" y="2762762"/>
                  </a:lnTo>
                  <a:lnTo>
                    <a:pt x="684558" y="2810943"/>
                  </a:lnTo>
                  <a:lnTo>
                    <a:pt x="687981" y="2859443"/>
                  </a:lnTo>
                  <a:lnTo>
                    <a:pt x="691404" y="2794938"/>
                  </a:lnTo>
                  <a:lnTo>
                    <a:pt x="694827" y="2803329"/>
                  </a:lnTo>
                  <a:lnTo>
                    <a:pt x="698249" y="2766624"/>
                  </a:lnTo>
                  <a:lnTo>
                    <a:pt x="701672" y="2604669"/>
                  </a:lnTo>
                  <a:lnTo>
                    <a:pt x="705095" y="2468111"/>
                  </a:lnTo>
                  <a:lnTo>
                    <a:pt x="708518" y="2454142"/>
                  </a:lnTo>
                  <a:lnTo>
                    <a:pt x="711941" y="2515299"/>
                  </a:lnTo>
                  <a:lnTo>
                    <a:pt x="715363" y="2539306"/>
                  </a:lnTo>
                  <a:lnTo>
                    <a:pt x="718786" y="2624946"/>
                  </a:lnTo>
                  <a:lnTo>
                    <a:pt x="722209" y="2774303"/>
                  </a:lnTo>
                  <a:lnTo>
                    <a:pt x="725632" y="2895289"/>
                  </a:lnTo>
                  <a:lnTo>
                    <a:pt x="729055" y="2888797"/>
                  </a:lnTo>
                  <a:lnTo>
                    <a:pt x="732477" y="2893729"/>
                  </a:lnTo>
                  <a:lnTo>
                    <a:pt x="735900" y="2866361"/>
                  </a:lnTo>
                  <a:lnTo>
                    <a:pt x="739323" y="2807914"/>
                  </a:lnTo>
                  <a:lnTo>
                    <a:pt x="742746" y="2765641"/>
                  </a:lnTo>
                  <a:lnTo>
                    <a:pt x="746168" y="2734228"/>
                  </a:lnTo>
                  <a:lnTo>
                    <a:pt x="749591" y="2720093"/>
                  </a:lnTo>
                  <a:lnTo>
                    <a:pt x="753014" y="2685771"/>
                  </a:lnTo>
                  <a:lnTo>
                    <a:pt x="756437" y="2667090"/>
                  </a:lnTo>
                  <a:lnTo>
                    <a:pt x="759860" y="2655222"/>
                  </a:lnTo>
                  <a:lnTo>
                    <a:pt x="763282" y="2623062"/>
                  </a:lnTo>
                  <a:lnTo>
                    <a:pt x="766705" y="2614421"/>
                  </a:lnTo>
                  <a:lnTo>
                    <a:pt x="770128" y="2617316"/>
                  </a:lnTo>
                  <a:lnTo>
                    <a:pt x="773551" y="2662574"/>
                  </a:lnTo>
                  <a:lnTo>
                    <a:pt x="776974" y="2747760"/>
                  </a:lnTo>
                  <a:lnTo>
                    <a:pt x="780396" y="2797955"/>
                  </a:lnTo>
                  <a:lnTo>
                    <a:pt x="783819" y="2852546"/>
                  </a:lnTo>
                  <a:lnTo>
                    <a:pt x="787242" y="2841618"/>
                  </a:lnTo>
                  <a:lnTo>
                    <a:pt x="790665" y="2790011"/>
                  </a:lnTo>
                  <a:lnTo>
                    <a:pt x="794088" y="2741394"/>
                  </a:lnTo>
                  <a:lnTo>
                    <a:pt x="797510" y="2662633"/>
                  </a:lnTo>
                  <a:lnTo>
                    <a:pt x="800933" y="2652435"/>
                  </a:lnTo>
                  <a:lnTo>
                    <a:pt x="804356" y="2657944"/>
                  </a:lnTo>
                  <a:lnTo>
                    <a:pt x="807779" y="2668908"/>
                  </a:lnTo>
                  <a:lnTo>
                    <a:pt x="811202" y="2714605"/>
                  </a:lnTo>
                  <a:lnTo>
                    <a:pt x="814624" y="2726174"/>
                  </a:lnTo>
                  <a:lnTo>
                    <a:pt x="818047" y="2762096"/>
                  </a:lnTo>
                  <a:lnTo>
                    <a:pt x="821470" y="2772157"/>
                  </a:lnTo>
                  <a:lnTo>
                    <a:pt x="824893" y="2860022"/>
                  </a:lnTo>
                  <a:lnTo>
                    <a:pt x="828316" y="2953520"/>
                  </a:lnTo>
                  <a:lnTo>
                    <a:pt x="831738" y="2953098"/>
                  </a:lnTo>
                  <a:lnTo>
                    <a:pt x="835161" y="2955582"/>
                  </a:lnTo>
                  <a:lnTo>
                    <a:pt x="838584" y="3005869"/>
                  </a:lnTo>
                  <a:lnTo>
                    <a:pt x="842007" y="3010796"/>
                  </a:lnTo>
                  <a:lnTo>
                    <a:pt x="845429" y="2901661"/>
                  </a:lnTo>
                  <a:lnTo>
                    <a:pt x="848852" y="2804609"/>
                  </a:lnTo>
                  <a:lnTo>
                    <a:pt x="852275" y="2706086"/>
                  </a:lnTo>
                  <a:lnTo>
                    <a:pt x="855698" y="2594352"/>
                  </a:lnTo>
                  <a:lnTo>
                    <a:pt x="859121" y="2470817"/>
                  </a:lnTo>
                  <a:lnTo>
                    <a:pt x="862543" y="2383996"/>
                  </a:lnTo>
                  <a:lnTo>
                    <a:pt x="865966" y="2308150"/>
                  </a:lnTo>
                  <a:lnTo>
                    <a:pt x="869389" y="2271555"/>
                  </a:lnTo>
                  <a:lnTo>
                    <a:pt x="872812" y="2358740"/>
                  </a:lnTo>
                  <a:lnTo>
                    <a:pt x="876235" y="2410310"/>
                  </a:lnTo>
                  <a:lnTo>
                    <a:pt x="879657" y="2432727"/>
                  </a:lnTo>
                  <a:lnTo>
                    <a:pt x="883080" y="2451096"/>
                  </a:lnTo>
                  <a:lnTo>
                    <a:pt x="886503" y="2446431"/>
                  </a:lnTo>
                  <a:lnTo>
                    <a:pt x="889926" y="2387681"/>
                  </a:lnTo>
                  <a:lnTo>
                    <a:pt x="893349" y="2395287"/>
                  </a:lnTo>
                  <a:lnTo>
                    <a:pt x="896771" y="2434324"/>
                  </a:lnTo>
                  <a:lnTo>
                    <a:pt x="900194" y="2418360"/>
                  </a:lnTo>
                  <a:lnTo>
                    <a:pt x="903617" y="2464099"/>
                  </a:lnTo>
                  <a:lnTo>
                    <a:pt x="907040" y="2482707"/>
                  </a:lnTo>
                  <a:lnTo>
                    <a:pt x="910463" y="2473192"/>
                  </a:lnTo>
                  <a:lnTo>
                    <a:pt x="913885" y="2342320"/>
                  </a:lnTo>
                  <a:lnTo>
                    <a:pt x="917308" y="2334921"/>
                  </a:lnTo>
                  <a:lnTo>
                    <a:pt x="920731" y="2434374"/>
                  </a:lnTo>
                  <a:lnTo>
                    <a:pt x="924154" y="2499199"/>
                  </a:lnTo>
                  <a:lnTo>
                    <a:pt x="927577" y="2574224"/>
                  </a:lnTo>
                  <a:lnTo>
                    <a:pt x="930999" y="2706526"/>
                  </a:lnTo>
                  <a:lnTo>
                    <a:pt x="934422" y="2865728"/>
                  </a:lnTo>
                  <a:lnTo>
                    <a:pt x="937845" y="2854161"/>
                  </a:lnTo>
                  <a:lnTo>
                    <a:pt x="941268" y="2784210"/>
                  </a:lnTo>
                  <a:lnTo>
                    <a:pt x="944691" y="2671829"/>
                  </a:lnTo>
                  <a:lnTo>
                    <a:pt x="948113" y="2681533"/>
                  </a:lnTo>
                  <a:lnTo>
                    <a:pt x="951536" y="2758725"/>
                  </a:lnTo>
                  <a:lnTo>
                    <a:pt x="954959" y="2742756"/>
                  </a:lnTo>
                  <a:lnTo>
                    <a:pt x="958382" y="2812048"/>
                  </a:lnTo>
                  <a:lnTo>
                    <a:pt x="961804" y="2865396"/>
                  </a:lnTo>
                  <a:lnTo>
                    <a:pt x="965227" y="2830408"/>
                  </a:lnTo>
                  <a:lnTo>
                    <a:pt x="968650" y="2685183"/>
                  </a:lnTo>
                  <a:lnTo>
                    <a:pt x="972073" y="2620099"/>
                  </a:lnTo>
                  <a:lnTo>
                    <a:pt x="975496" y="2658806"/>
                  </a:lnTo>
                  <a:lnTo>
                    <a:pt x="978918" y="2521157"/>
                  </a:lnTo>
                  <a:lnTo>
                    <a:pt x="982341" y="2328218"/>
                  </a:lnTo>
                  <a:lnTo>
                    <a:pt x="985764" y="2317848"/>
                  </a:lnTo>
                  <a:lnTo>
                    <a:pt x="989187" y="2405362"/>
                  </a:lnTo>
                  <a:lnTo>
                    <a:pt x="992610" y="2323090"/>
                  </a:lnTo>
                  <a:lnTo>
                    <a:pt x="996032" y="2162266"/>
                  </a:lnTo>
                  <a:lnTo>
                    <a:pt x="999455" y="2111745"/>
                  </a:lnTo>
                  <a:lnTo>
                    <a:pt x="1002878" y="2157147"/>
                  </a:lnTo>
                  <a:lnTo>
                    <a:pt x="1006301" y="2116347"/>
                  </a:lnTo>
                  <a:lnTo>
                    <a:pt x="1009724" y="2058554"/>
                  </a:lnTo>
                  <a:lnTo>
                    <a:pt x="1013146" y="2075661"/>
                  </a:lnTo>
                  <a:lnTo>
                    <a:pt x="1016569" y="2143303"/>
                  </a:lnTo>
                  <a:lnTo>
                    <a:pt x="1019992" y="2291182"/>
                  </a:lnTo>
                  <a:lnTo>
                    <a:pt x="1023415" y="2417038"/>
                  </a:lnTo>
                  <a:lnTo>
                    <a:pt x="1026838" y="2534227"/>
                  </a:lnTo>
                  <a:lnTo>
                    <a:pt x="1030260" y="2555731"/>
                  </a:lnTo>
                  <a:lnTo>
                    <a:pt x="1033683" y="2465193"/>
                  </a:lnTo>
                  <a:lnTo>
                    <a:pt x="1037106" y="2355703"/>
                  </a:lnTo>
                  <a:lnTo>
                    <a:pt x="1040529" y="2264992"/>
                  </a:lnTo>
                  <a:lnTo>
                    <a:pt x="1043952" y="2298816"/>
                  </a:lnTo>
                  <a:lnTo>
                    <a:pt x="1047374" y="2364522"/>
                  </a:lnTo>
                  <a:lnTo>
                    <a:pt x="1050797" y="2488597"/>
                  </a:lnTo>
                  <a:lnTo>
                    <a:pt x="1054220" y="2599375"/>
                  </a:lnTo>
                  <a:lnTo>
                    <a:pt x="1057643" y="2710388"/>
                  </a:lnTo>
                  <a:lnTo>
                    <a:pt x="1061065" y="2798870"/>
                  </a:lnTo>
                  <a:lnTo>
                    <a:pt x="1064488" y="2773392"/>
                  </a:lnTo>
                  <a:lnTo>
                    <a:pt x="1067911" y="2630820"/>
                  </a:lnTo>
                  <a:lnTo>
                    <a:pt x="1071334" y="2504174"/>
                  </a:lnTo>
                  <a:lnTo>
                    <a:pt x="1074757" y="2456713"/>
                  </a:lnTo>
                  <a:lnTo>
                    <a:pt x="1078179" y="2394859"/>
                  </a:lnTo>
                  <a:lnTo>
                    <a:pt x="1081602" y="2280576"/>
                  </a:lnTo>
                  <a:lnTo>
                    <a:pt x="1085025" y="2168259"/>
                  </a:lnTo>
                  <a:lnTo>
                    <a:pt x="1088448" y="2171206"/>
                  </a:lnTo>
                  <a:lnTo>
                    <a:pt x="1091871" y="2135057"/>
                  </a:lnTo>
                  <a:lnTo>
                    <a:pt x="1095293" y="2113456"/>
                  </a:lnTo>
                  <a:lnTo>
                    <a:pt x="1098716" y="2132420"/>
                  </a:lnTo>
                  <a:lnTo>
                    <a:pt x="1102139" y="2182436"/>
                  </a:lnTo>
                  <a:lnTo>
                    <a:pt x="1105562" y="2227179"/>
                  </a:lnTo>
                  <a:lnTo>
                    <a:pt x="1108985" y="2285258"/>
                  </a:lnTo>
                  <a:lnTo>
                    <a:pt x="1112407" y="2380957"/>
                  </a:lnTo>
                  <a:lnTo>
                    <a:pt x="1115830" y="2539706"/>
                  </a:lnTo>
                  <a:lnTo>
                    <a:pt x="1119253" y="2684813"/>
                  </a:lnTo>
                  <a:lnTo>
                    <a:pt x="1122676" y="2701030"/>
                  </a:lnTo>
                  <a:lnTo>
                    <a:pt x="1126099" y="2727867"/>
                  </a:lnTo>
                  <a:lnTo>
                    <a:pt x="1129521" y="2804059"/>
                  </a:lnTo>
                  <a:lnTo>
                    <a:pt x="1132944" y="2811668"/>
                  </a:lnTo>
                  <a:lnTo>
                    <a:pt x="1136367" y="2739909"/>
                  </a:lnTo>
                  <a:lnTo>
                    <a:pt x="1139790" y="2671018"/>
                  </a:lnTo>
                  <a:lnTo>
                    <a:pt x="1143213" y="2739874"/>
                  </a:lnTo>
                  <a:lnTo>
                    <a:pt x="1146635" y="2749133"/>
                  </a:lnTo>
                  <a:lnTo>
                    <a:pt x="1150058" y="2674303"/>
                  </a:lnTo>
                  <a:lnTo>
                    <a:pt x="1153481" y="2699931"/>
                  </a:lnTo>
                  <a:lnTo>
                    <a:pt x="1156904" y="2644749"/>
                  </a:lnTo>
                  <a:lnTo>
                    <a:pt x="1160326" y="2534546"/>
                  </a:lnTo>
                  <a:lnTo>
                    <a:pt x="1163749" y="2452961"/>
                  </a:lnTo>
                  <a:lnTo>
                    <a:pt x="1167172" y="2371458"/>
                  </a:lnTo>
                  <a:lnTo>
                    <a:pt x="1170595" y="2318964"/>
                  </a:lnTo>
                  <a:lnTo>
                    <a:pt x="1174018" y="2273555"/>
                  </a:lnTo>
                  <a:lnTo>
                    <a:pt x="1177440" y="2360615"/>
                  </a:lnTo>
                  <a:lnTo>
                    <a:pt x="1180863" y="2460572"/>
                  </a:lnTo>
                  <a:lnTo>
                    <a:pt x="1184286" y="2492290"/>
                  </a:lnTo>
                  <a:lnTo>
                    <a:pt x="1187709" y="2640595"/>
                  </a:lnTo>
                  <a:lnTo>
                    <a:pt x="1191132" y="2686451"/>
                  </a:lnTo>
                  <a:lnTo>
                    <a:pt x="1194554" y="2658239"/>
                  </a:lnTo>
                  <a:lnTo>
                    <a:pt x="1197977" y="2608743"/>
                  </a:lnTo>
                  <a:lnTo>
                    <a:pt x="1201400" y="2602050"/>
                  </a:lnTo>
                  <a:lnTo>
                    <a:pt x="1204823" y="2678906"/>
                  </a:lnTo>
                  <a:lnTo>
                    <a:pt x="1208246" y="2693515"/>
                  </a:lnTo>
                  <a:lnTo>
                    <a:pt x="1211668" y="2790272"/>
                  </a:lnTo>
                  <a:lnTo>
                    <a:pt x="1215091" y="2873716"/>
                  </a:lnTo>
                  <a:lnTo>
                    <a:pt x="1218514" y="2883436"/>
                  </a:lnTo>
                  <a:lnTo>
                    <a:pt x="1221937" y="2895481"/>
                  </a:lnTo>
                  <a:lnTo>
                    <a:pt x="1225360" y="2869532"/>
                  </a:lnTo>
                  <a:lnTo>
                    <a:pt x="1228782" y="2853237"/>
                  </a:lnTo>
                  <a:lnTo>
                    <a:pt x="1232205" y="2779552"/>
                  </a:lnTo>
                  <a:lnTo>
                    <a:pt x="1235628" y="2692804"/>
                  </a:lnTo>
                  <a:lnTo>
                    <a:pt x="1239051" y="2581010"/>
                  </a:lnTo>
                  <a:lnTo>
                    <a:pt x="1242474" y="2471864"/>
                  </a:lnTo>
                  <a:lnTo>
                    <a:pt x="1245896" y="2373886"/>
                  </a:lnTo>
                  <a:lnTo>
                    <a:pt x="1249319" y="2291502"/>
                  </a:lnTo>
                  <a:lnTo>
                    <a:pt x="1252742" y="2350318"/>
                  </a:lnTo>
                  <a:lnTo>
                    <a:pt x="1256165" y="2431760"/>
                  </a:lnTo>
                  <a:lnTo>
                    <a:pt x="1259588" y="2526225"/>
                  </a:lnTo>
                  <a:lnTo>
                    <a:pt x="1263010" y="2588837"/>
                  </a:lnTo>
                  <a:lnTo>
                    <a:pt x="1266433" y="2592480"/>
                  </a:lnTo>
                  <a:lnTo>
                    <a:pt x="1269856" y="2587041"/>
                  </a:lnTo>
                  <a:lnTo>
                    <a:pt x="1273279" y="2496268"/>
                  </a:lnTo>
                  <a:lnTo>
                    <a:pt x="1276701" y="2413904"/>
                  </a:lnTo>
                  <a:lnTo>
                    <a:pt x="1280124" y="2456363"/>
                  </a:lnTo>
                  <a:lnTo>
                    <a:pt x="1283547" y="2576682"/>
                  </a:lnTo>
                  <a:lnTo>
                    <a:pt x="1286970" y="2642099"/>
                  </a:lnTo>
                  <a:lnTo>
                    <a:pt x="1290393" y="2642940"/>
                  </a:lnTo>
                  <a:lnTo>
                    <a:pt x="1293815" y="2646176"/>
                  </a:lnTo>
                  <a:lnTo>
                    <a:pt x="1297238" y="2698387"/>
                  </a:lnTo>
                  <a:lnTo>
                    <a:pt x="1300661" y="2681788"/>
                  </a:lnTo>
                  <a:lnTo>
                    <a:pt x="1304084" y="2565348"/>
                  </a:lnTo>
                  <a:lnTo>
                    <a:pt x="1307507" y="2415658"/>
                  </a:lnTo>
                  <a:lnTo>
                    <a:pt x="1310929" y="2394835"/>
                  </a:lnTo>
                  <a:lnTo>
                    <a:pt x="1314352" y="2392191"/>
                  </a:lnTo>
                  <a:lnTo>
                    <a:pt x="1317775" y="2357072"/>
                  </a:lnTo>
                  <a:lnTo>
                    <a:pt x="1321198" y="2306148"/>
                  </a:lnTo>
                  <a:lnTo>
                    <a:pt x="1324621" y="2344342"/>
                  </a:lnTo>
                  <a:lnTo>
                    <a:pt x="1328043" y="2488363"/>
                  </a:lnTo>
                  <a:lnTo>
                    <a:pt x="1331466" y="2554668"/>
                  </a:lnTo>
                  <a:lnTo>
                    <a:pt x="1334889" y="2655178"/>
                  </a:lnTo>
                  <a:lnTo>
                    <a:pt x="1338312" y="2717227"/>
                  </a:lnTo>
                  <a:lnTo>
                    <a:pt x="1341735" y="2777846"/>
                  </a:lnTo>
                  <a:lnTo>
                    <a:pt x="1345157" y="2799700"/>
                  </a:lnTo>
                  <a:lnTo>
                    <a:pt x="1348580" y="2813045"/>
                  </a:lnTo>
                  <a:lnTo>
                    <a:pt x="1352003" y="2789700"/>
                  </a:lnTo>
                  <a:lnTo>
                    <a:pt x="1355426" y="2696936"/>
                  </a:lnTo>
                  <a:lnTo>
                    <a:pt x="1358849" y="2661781"/>
                  </a:lnTo>
                  <a:lnTo>
                    <a:pt x="1362271" y="2623361"/>
                  </a:lnTo>
                  <a:lnTo>
                    <a:pt x="1365694" y="2558684"/>
                  </a:lnTo>
                  <a:lnTo>
                    <a:pt x="1369117" y="2436144"/>
                  </a:lnTo>
                  <a:lnTo>
                    <a:pt x="1372540" y="2361025"/>
                  </a:lnTo>
                  <a:lnTo>
                    <a:pt x="1375962" y="2360535"/>
                  </a:lnTo>
                  <a:lnTo>
                    <a:pt x="1379385" y="2337776"/>
                  </a:lnTo>
                  <a:lnTo>
                    <a:pt x="1382808" y="2344820"/>
                  </a:lnTo>
                  <a:lnTo>
                    <a:pt x="1386231" y="2419820"/>
                  </a:lnTo>
                  <a:lnTo>
                    <a:pt x="1389654" y="2579133"/>
                  </a:lnTo>
                  <a:lnTo>
                    <a:pt x="1393076" y="2724842"/>
                  </a:lnTo>
                  <a:lnTo>
                    <a:pt x="1396499" y="2818444"/>
                  </a:lnTo>
                  <a:lnTo>
                    <a:pt x="1399922" y="2883870"/>
                  </a:lnTo>
                  <a:lnTo>
                    <a:pt x="1403345" y="2886270"/>
                  </a:lnTo>
                  <a:lnTo>
                    <a:pt x="1406768" y="2836108"/>
                  </a:lnTo>
                  <a:lnTo>
                    <a:pt x="1410190" y="2755670"/>
                  </a:lnTo>
                  <a:lnTo>
                    <a:pt x="1413613" y="2666978"/>
                  </a:lnTo>
                  <a:lnTo>
                    <a:pt x="1417036" y="2649293"/>
                  </a:lnTo>
                  <a:lnTo>
                    <a:pt x="1420459" y="2669168"/>
                  </a:lnTo>
                  <a:lnTo>
                    <a:pt x="1423882" y="2705487"/>
                  </a:lnTo>
                  <a:lnTo>
                    <a:pt x="1427304" y="2711069"/>
                  </a:lnTo>
                  <a:lnTo>
                    <a:pt x="1430727" y="2667176"/>
                  </a:lnTo>
                  <a:lnTo>
                    <a:pt x="1434150" y="2641300"/>
                  </a:lnTo>
                  <a:lnTo>
                    <a:pt x="1437573" y="2620675"/>
                  </a:lnTo>
                  <a:lnTo>
                    <a:pt x="1440996" y="2520875"/>
                  </a:lnTo>
                  <a:lnTo>
                    <a:pt x="1444418" y="2465504"/>
                  </a:lnTo>
                  <a:lnTo>
                    <a:pt x="1447841" y="2444668"/>
                  </a:lnTo>
                  <a:lnTo>
                    <a:pt x="1451264" y="2471813"/>
                  </a:lnTo>
                  <a:lnTo>
                    <a:pt x="1454687" y="2524253"/>
                  </a:lnTo>
                  <a:lnTo>
                    <a:pt x="1458110" y="2444519"/>
                  </a:lnTo>
                  <a:lnTo>
                    <a:pt x="1461532" y="2360761"/>
                  </a:lnTo>
                  <a:lnTo>
                    <a:pt x="1464955" y="2268610"/>
                  </a:lnTo>
                  <a:lnTo>
                    <a:pt x="1468378" y="2171829"/>
                  </a:lnTo>
                  <a:lnTo>
                    <a:pt x="1471801" y="2101713"/>
                  </a:lnTo>
                  <a:lnTo>
                    <a:pt x="1475224" y="2065743"/>
                  </a:lnTo>
                  <a:lnTo>
                    <a:pt x="1478646" y="2134765"/>
                  </a:lnTo>
                  <a:lnTo>
                    <a:pt x="1482069" y="2242376"/>
                  </a:lnTo>
                  <a:lnTo>
                    <a:pt x="1485492" y="2296469"/>
                  </a:lnTo>
                  <a:lnTo>
                    <a:pt x="1488915" y="2373584"/>
                  </a:lnTo>
                  <a:lnTo>
                    <a:pt x="1492337" y="2517806"/>
                  </a:lnTo>
                  <a:lnTo>
                    <a:pt x="1495760" y="2639096"/>
                  </a:lnTo>
                  <a:lnTo>
                    <a:pt x="1499183" y="2628577"/>
                  </a:lnTo>
                  <a:lnTo>
                    <a:pt x="1502606" y="2592727"/>
                  </a:lnTo>
                  <a:lnTo>
                    <a:pt x="1506029" y="2550899"/>
                  </a:lnTo>
                  <a:lnTo>
                    <a:pt x="1509451" y="2506692"/>
                  </a:lnTo>
                  <a:lnTo>
                    <a:pt x="1512874" y="2457143"/>
                  </a:lnTo>
                  <a:lnTo>
                    <a:pt x="1516297" y="2315240"/>
                  </a:lnTo>
                  <a:lnTo>
                    <a:pt x="1519720" y="2242402"/>
                  </a:lnTo>
                  <a:lnTo>
                    <a:pt x="1523143" y="2270297"/>
                  </a:lnTo>
                  <a:lnTo>
                    <a:pt x="1526565" y="2279780"/>
                  </a:lnTo>
                  <a:lnTo>
                    <a:pt x="1529988" y="2271986"/>
                  </a:lnTo>
                  <a:lnTo>
                    <a:pt x="1533411" y="2238293"/>
                  </a:lnTo>
                  <a:lnTo>
                    <a:pt x="1536834" y="2219078"/>
                  </a:lnTo>
                  <a:lnTo>
                    <a:pt x="1540257" y="2181212"/>
                  </a:lnTo>
                  <a:lnTo>
                    <a:pt x="1543679" y="2125665"/>
                  </a:lnTo>
                  <a:lnTo>
                    <a:pt x="1547102" y="2166728"/>
                  </a:lnTo>
                  <a:lnTo>
                    <a:pt x="1550525" y="2287057"/>
                  </a:lnTo>
                  <a:lnTo>
                    <a:pt x="1553948" y="2301336"/>
                  </a:lnTo>
                  <a:lnTo>
                    <a:pt x="1557371" y="2387537"/>
                  </a:lnTo>
                  <a:lnTo>
                    <a:pt x="1560793" y="2453258"/>
                  </a:lnTo>
                  <a:lnTo>
                    <a:pt x="1564216" y="2475800"/>
                  </a:lnTo>
                  <a:lnTo>
                    <a:pt x="1567639" y="2533964"/>
                  </a:lnTo>
                  <a:lnTo>
                    <a:pt x="1571062" y="2482072"/>
                  </a:lnTo>
                  <a:lnTo>
                    <a:pt x="1574485" y="2475236"/>
                  </a:lnTo>
                  <a:lnTo>
                    <a:pt x="1577907" y="2405779"/>
                  </a:lnTo>
                  <a:lnTo>
                    <a:pt x="1581330" y="2279913"/>
                  </a:lnTo>
                  <a:lnTo>
                    <a:pt x="1584753" y="2269398"/>
                  </a:lnTo>
                  <a:lnTo>
                    <a:pt x="1588176" y="2320396"/>
                  </a:lnTo>
                  <a:lnTo>
                    <a:pt x="1591598" y="2437097"/>
                  </a:lnTo>
                  <a:lnTo>
                    <a:pt x="1595021" y="2471635"/>
                  </a:lnTo>
                  <a:lnTo>
                    <a:pt x="1598444" y="2499990"/>
                  </a:lnTo>
                  <a:lnTo>
                    <a:pt x="1601867" y="2655138"/>
                  </a:lnTo>
                  <a:lnTo>
                    <a:pt x="1605290" y="2686018"/>
                  </a:lnTo>
                  <a:lnTo>
                    <a:pt x="1608712" y="2636855"/>
                  </a:lnTo>
                  <a:lnTo>
                    <a:pt x="1612135" y="2633691"/>
                  </a:lnTo>
                  <a:lnTo>
                    <a:pt x="1615558" y="2767065"/>
                  </a:lnTo>
                  <a:lnTo>
                    <a:pt x="1618981" y="2889185"/>
                  </a:lnTo>
                  <a:lnTo>
                    <a:pt x="1622404" y="2957347"/>
                  </a:lnTo>
                  <a:lnTo>
                    <a:pt x="1625826" y="3053316"/>
                  </a:lnTo>
                  <a:lnTo>
                    <a:pt x="1629249" y="3080409"/>
                  </a:lnTo>
                  <a:lnTo>
                    <a:pt x="1632672" y="3002601"/>
                  </a:lnTo>
                  <a:lnTo>
                    <a:pt x="1636095" y="2841764"/>
                  </a:lnTo>
                  <a:lnTo>
                    <a:pt x="1639518" y="2689183"/>
                  </a:lnTo>
                  <a:lnTo>
                    <a:pt x="1642940" y="2474868"/>
                  </a:lnTo>
                  <a:lnTo>
                    <a:pt x="1646363" y="2298877"/>
                  </a:lnTo>
                  <a:lnTo>
                    <a:pt x="1649786" y="2180511"/>
                  </a:lnTo>
                  <a:lnTo>
                    <a:pt x="1653209" y="2111763"/>
                  </a:lnTo>
                  <a:lnTo>
                    <a:pt x="1656632" y="2108410"/>
                  </a:lnTo>
                  <a:lnTo>
                    <a:pt x="1660054" y="2174001"/>
                  </a:lnTo>
                  <a:lnTo>
                    <a:pt x="1663477" y="2330897"/>
                  </a:lnTo>
                  <a:lnTo>
                    <a:pt x="1666900" y="2443311"/>
                  </a:lnTo>
                  <a:lnTo>
                    <a:pt x="1670323" y="2566738"/>
                  </a:lnTo>
                  <a:lnTo>
                    <a:pt x="1673746" y="2595394"/>
                  </a:lnTo>
                  <a:lnTo>
                    <a:pt x="1677168" y="2545950"/>
                  </a:lnTo>
                  <a:lnTo>
                    <a:pt x="1680591" y="2503530"/>
                  </a:lnTo>
                  <a:lnTo>
                    <a:pt x="1684014" y="2443125"/>
                  </a:lnTo>
                  <a:lnTo>
                    <a:pt x="1687437" y="2353116"/>
                  </a:lnTo>
                  <a:lnTo>
                    <a:pt x="1690859" y="2223018"/>
                  </a:lnTo>
                  <a:lnTo>
                    <a:pt x="1694282" y="2209023"/>
                  </a:lnTo>
                  <a:lnTo>
                    <a:pt x="1697705" y="2244128"/>
                  </a:lnTo>
                  <a:lnTo>
                    <a:pt x="1701128" y="2250182"/>
                  </a:lnTo>
                  <a:lnTo>
                    <a:pt x="1704551" y="2339178"/>
                  </a:lnTo>
                  <a:lnTo>
                    <a:pt x="1707973" y="2380496"/>
                  </a:lnTo>
                  <a:lnTo>
                    <a:pt x="1711396" y="2333545"/>
                  </a:lnTo>
                  <a:lnTo>
                    <a:pt x="1714819" y="2280631"/>
                  </a:lnTo>
                  <a:lnTo>
                    <a:pt x="1718242" y="2176632"/>
                  </a:lnTo>
                  <a:lnTo>
                    <a:pt x="1721665" y="2070751"/>
                  </a:lnTo>
                  <a:lnTo>
                    <a:pt x="1725087" y="1926671"/>
                  </a:lnTo>
                  <a:lnTo>
                    <a:pt x="1728510" y="1927350"/>
                  </a:lnTo>
                  <a:lnTo>
                    <a:pt x="1731933" y="1977530"/>
                  </a:lnTo>
                  <a:lnTo>
                    <a:pt x="1735356" y="1973172"/>
                  </a:lnTo>
                  <a:lnTo>
                    <a:pt x="1738779" y="2056334"/>
                  </a:lnTo>
                  <a:lnTo>
                    <a:pt x="1742201" y="2114136"/>
                  </a:lnTo>
                  <a:lnTo>
                    <a:pt x="1745624" y="2238748"/>
                  </a:lnTo>
                  <a:lnTo>
                    <a:pt x="1749047" y="2356270"/>
                  </a:lnTo>
                  <a:lnTo>
                    <a:pt x="1752470" y="2489997"/>
                  </a:lnTo>
                  <a:lnTo>
                    <a:pt x="1755893" y="2579570"/>
                  </a:lnTo>
                  <a:lnTo>
                    <a:pt x="1759315" y="2625875"/>
                  </a:lnTo>
                  <a:lnTo>
                    <a:pt x="1762738" y="2593379"/>
                  </a:lnTo>
                  <a:lnTo>
                    <a:pt x="1766161" y="2432642"/>
                  </a:lnTo>
                  <a:lnTo>
                    <a:pt x="1769584" y="2278113"/>
                  </a:lnTo>
                  <a:lnTo>
                    <a:pt x="1773007" y="2151476"/>
                  </a:lnTo>
                  <a:lnTo>
                    <a:pt x="1776429" y="2102115"/>
                  </a:lnTo>
                  <a:lnTo>
                    <a:pt x="1779852" y="2031873"/>
                  </a:lnTo>
                  <a:lnTo>
                    <a:pt x="1783275" y="2002718"/>
                  </a:lnTo>
                  <a:lnTo>
                    <a:pt x="1786698" y="1996901"/>
                  </a:lnTo>
                  <a:lnTo>
                    <a:pt x="1790121" y="1900692"/>
                  </a:lnTo>
                  <a:lnTo>
                    <a:pt x="1793543" y="1776564"/>
                  </a:lnTo>
                  <a:lnTo>
                    <a:pt x="1796966" y="1697467"/>
                  </a:lnTo>
                  <a:lnTo>
                    <a:pt x="1800389" y="1712754"/>
                  </a:lnTo>
                  <a:lnTo>
                    <a:pt x="1803812" y="1751768"/>
                  </a:lnTo>
                  <a:lnTo>
                    <a:pt x="1807234" y="1783432"/>
                  </a:lnTo>
                  <a:lnTo>
                    <a:pt x="1810657" y="1824252"/>
                  </a:lnTo>
                  <a:lnTo>
                    <a:pt x="1814080" y="1898478"/>
                  </a:lnTo>
                  <a:lnTo>
                    <a:pt x="1817503" y="1922325"/>
                  </a:lnTo>
                  <a:lnTo>
                    <a:pt x="1820926" y="1850078"/>
                  </a:lnTo>
                  <a:lnTo>
                    <a:pt x="1824348" y="1794431"/>
                  </a:lnTo>
                  <a:lnTo>
                    <a:pt x="1827771" y="1831906"/>
                  </a:lnTo>
                  <a:lnTo>
                    <a:pt x="1831194" y="1942161"/>
                  </a:lnTo>
                  <a:lnTo>
                    <a:pt x="1834617" y="2089986"/>
                  </a:lnTo>
                  <a:lnTo>
                    <a:pt x="1838040" y="2169114"/>
                  </a:lnTo>
                  <a:lnTo>
                    <a:pt x="1841462" y="2183288"/>
                  </a:lnTo>
                  <a:lnTo>
                    <a:pt x="1844885" y="2220517"/>
                  </a:lnTo>
                  <a:lnTo>
                    <a:pt x="1848308" y="2233700"/>
                  </a:lnTo>
                  <a:lnTo>
                    <a:pt x="1851731" y="2185971"/>
                  </a:lnTo>
                  <a:lnTo>
                    <a:pt x="1855154" y="2074250"/>
                  </a:lnTo>
                  <a:lnTo>
                    <a:pt x="1858576" y="1984173"/>
                  </a:lnTo>
                  <a:lnTo>
                    <a:pt x="1861999" y="1965019"/>
                  </a:lnTo>
                  <a:lnTo>
                    <a:pt x="1865422" y="1987988"/>
                  </a:lnTo>
                  <a:lnTo>
                    <a:pt x="1868845" y="1982316"/>
                  </a:lnTo>
                  <a:lnTo>
                    <a:pt x="1872268" y="2025328"/>
                  </a:lnTo>
                  <a:lnTo>
                    <a:pt x="1875690" y="2034781"/>
                  </a:lnTo>
                  <a:lnTo>
                    <a:pt x="1879113" y="2077063"/>
                  </a:lnTo>
                  <a:lnTo>
                    <a:pt x="1882536" y="2124579"/>
                  </a:lnTo>
                  <a:lnTo>
                    <a:pt x="1885959" y="2089833"/>
                  </a:lnTo>
                  <a:lnTo>
                    <a:pt x="1889382" y="1981056"/>
                  </a:lnTo>
                  <a:lnTo>
                    <a:pt x="1892804" y="1839664"/>
                  </a:lnTo>
                  <a:lnTo>
                    <a:pt x="1896227" y="1757408"/>
                  </a:lnTo>
                  <a:lnTo>
                    <a:pt x="1899650" y="1718692"/>
                  </a:lnTo>
                  <a:lnTo>
                    <a:pt x="1903073" y="1653479"/>
                  </a:lnTo>
                  <a:lnTo>
                    <a:pt x="1906495" y="1530320"/>
                  </a:lnTo>
                  <a:lnTo>
                    <a:pt x="1909918" y="1484343"/>
                  </a:lnTo>
                  <a:lnTo>
                    <a:pt x="1913341" y="1443181"/>
                  </a:lnTo>
                  <a:lnTo>
                    <a:pt x="1916764" y="1400679"/>
                  </a:lnTo>
                  <a:lnTo>
                    <a:pt x="1920187" y="1338649"/>
                  </a:lnTo>
                  <a:lnTo>
                    <a:pt x="1923609" y="1283408"/>
                  </a:lnTo>
                  <a:lnTo>
                    <a:pt x="1927032" y="1274493"/>
                  </a:lnTo>
                  <a:lnTo>
                    <a:pt x="1930455" y="1226464"/>
                  </a:lnTo>
                  <a:lnTo>
                    <a:pt x="1933878" y="1208953"/>
                  </a:lnTo>
                  <a:lnTo>
                    <a:pt x="1937301" y="1226339"/>
                  </a:lnTo>
                  <a:lnTo>
                    <a:pt x="1940723" y="1211837"/>
                  </a:lnTo>
                  <a:lnTo>
                    <a:pt x="1944146" y="1259742"/>
                  </a:lnTo>
                  <a:lnTo>
                    <a:pt x="1947569" y="1335858"/>
                  </a:lnTo>
                  <a:lnTo>
                    <a:pt x="1950992" y="1425097"/>
                  </a:lnTo>
                  <a:lnTo>
                    <a:pt x="1954415" y="1469772"/>
                  </a:lnTo>
                  <a:lnTo>
                    <a:pt x="1957837" y="1541594"/>
                  </a:lnTo>
                  <a:lnTo>
                    <a:pt x="1961260" y="1632516"/>
                  </a:lnTo>
                  <a:lnTo>
                    <a:pt x="1964683" y="1615568"/>
                  </a:lnTo>
                  <a:lnTo>
                    <a:pt x="1968106" y="1619247"/>
                  </a:lnTo>
                  <a:lnTo>
                    <a:pt x="1971529" y="1665293"/>
                  </a:lnTo>
                  <a:lnTo>
                    <a:pt x="1974951" y="1728947"/>
                  </a:lnTo>
                  <a:lnTo>
                    <a:pt x="1978374" y="1848251"/>
                  </a:lnTo>
                  <a:lnTo>
                    <a:pt x="1981797" y="1990668"/>
                  </a:lnTo>
                  <a:lnTo>
                    <a:pt x="1985220" y="2067236"/>
                  </a:lnTo>
                  <a:lnTo>
                    <a:pt x="1988643" y="2008184"/>
                  </a:lnTo>
                  <a:lnTo>
                    <a:pt x="1992065" y="1891731"/>
                  </a:lnTo>
                  <a:lnTo>
                    <a:pt x="1995488" y="1779813"/>
                  </a:lnTo>
                  <a:lnTo>
                    <a:pt x="1998911" y="1557397"/>
                  </a:lnTo>
                  <a:lnTo>
                    <a:pt x="2002334" y="1339209"/>
                  </a:lnTo>
                  <a:lnTo>
                    <a:pt x="2005756" y="1243732"/>
                  </a:lnTo>
                  <a:lnTo>
                    <a:pt x="2009179" y="1273131"/>
                  </a:lnTo>
                  <a:lnTo>
                    <a:pt x="2012602" y="1288313"/>
                  </a:lnTo>
                  <a:lnTo>
                    <a:pt x="2016025" y="1286079"/>
                  </a:lnTo>
                  <a:lnTo>
                    <a:pt x="2019448" y="1231304"/>
                  </a:lnTo>
                  <a:lnTo>
                    <a:pt x="2022870" y="1164196"/>
                  </a:lnTo>
                  <a:lnTo>
                    <a:pt x="2026293" y="1164181"/>
                  </a:lnTo>
                  <a:lnTo>
                    <a:pt x="2029716" y="1176342"/>
                  </a:lnTo>
                  <a:lnTo>
                    <a:pt x="2033139" y="1240426"/>
                  </a:lnTo>
                  <a:lnTo>
                    <a:pt x="2036562" y="1296992"/>
                  </a:lnTo>
                  <a:lnTo>
                    <a:pt x="2039984" y="1434677"/>
                  </a:lnTo>
                  <a:lnTo>
                    <a:pt x="2043407" y="1565849"/>
                  </a:lnTo>
                  <a:lnTo>
                    <a:pt x="2046830" y="1542978"/>
                  </a:lnTo>
                  <a:lnTo>
                    <a:pt x="2050253" y="1448477"/>
                  </a:lnTo>
                  <a:lnTo>
                    <a:pt x="2053676" y="1335908"/>
                  </a:lnTo>
                  <a:lnTo>
                    <a:pt x="2057098" y="1253028"/>
                  </a:lnTo>
                  <a:lnTo>
                    <a:pt x="2060521" y="1199240"/>
                  </a:lnTo>
                  <a:lnTo>
                    <a:pt x="2063944" y="1250792"/>
                  </a:lnTo>
                  <a:lnTo>
                    <a:pt x="2067367" y="1430330"/>
                  </a:lnTo>
                  <a:lnTo>
                    <a:pt x="2070790" y="1700396"/>
                  </a:lnTo>
                  <a:lnTo>
                    <a:pt x="2074212" y="1977198"/>
                  </a:lnTo>
                  <a:lnTo>
                    <a:pt x="2077635" y="2146918"/>
                  </a:lnTo>
                  <a:lnTo>
                    <a:pt x="2081058" y="2153726"/>
                  </a:lnTo>
                  <a:lnTo>
                    <a:pt x="2084481" y="2077791"/>
                  </a:lnTo>
                  <a:lnTo>
                    <a:pt x="2087904" y="2040294"/>
                  </a:lnTo>
                  <a:lnTo>
                    <a:pt x="2091326" y="1889779"/>
                  </a:lnTo>
                  <a:lnTo>
                    <a:pt x="2094749" y="1697906"/>
                  </a:lnTo>
                  <a:lnTo>
                    <a:pt x="2098172" y="1597346"/>
                  </a:lnTo>
                  <a:lnTo>
                    <a:pt x="2101595" y="1731475"/>
                  </a:lnTo>
                  <a:lnTo>
                    <a:pt x="2105018" y="1840917"/>
                  </a:lnTo>
                  <a:lnTo>
                    <a:pt x="2108440" y="1841522"/>
                  </a:lnTo>
                  <a:lnTo>
                    <a:pt x="2111863" y="1957456"/>
                  </a:lnTo>
                  <a:lnTo>
                    <a:pt x="2115286" y="2052193"/>
                  </a:lnTo>
                  <a:lnTo>
                    <a:pt x="2118709" y="2078432"/>
                  </a:lnTo>
                  <a:lnTo>
                    <a:pt x="2122131" y="1949759"/>
                  </a:lnTo>
                  <a:lnTo>
                    <a:pt x="2125554" y="1759887"/>
                  </a:lnTo>
                  <a:lnTo>
                    <a:pt x="2128977" y="1639288"/>
                  </a:lnTo>
                  <a:lnTo>
                    <a:pt x="2132400" y="1553909"/>
                  </a:lnTo>
                  <a:lnTo>
                    <a:pt x="2135823" y="1557628"/>
                  </a:lnTo>
                  <a:lnTo>
                    <a:pt x="2139245" y="1578259"/>
                  </a:lnTo>
                  <a:lnTo>
                    <a:pt x="2142668" y="1643234"/>
                  </a:lnTo>
                  <a:lnTo>
                    <a:pt x="2146091" y="1801639"/>
                  </a:lnTo>
                  <a:lnTo>
                    <a:pt x="2149514" y="1982816"/>
                  </a:lnTo>
                  <a:lnTo>
                    <a:pt x="2152937" y="1936973"/>
                  </a:lnTo>
                  <a:lnTo>
                    <a:pt x="2156359" y="1885795"/>
                  </a:lnTo>
                  <a:lnTo>
                    <a:pt x="2159782" y="1870412"/>
                  </a:lnTo>
                  <a:lnTo>
                    <a:pt x="2163205" y="1842781"/>
                  </a:lnTo>
                  <a:lnTo>
                    <a:pt x="2166628" y="1800177"/>
                  </a:lnTo>
                  <a:lnTo>
                    <a:pt x="2170051" y="1669486"/>
                  </a:lnTo>
                  <a:lnTo>
                    <a:pt x="2173473" y="1606188"/>
                  </a:lnTo>
                  <a:lnTo>
                    <a:pt x="2176896" y="1436476"/>
                  </a:lnTo>
                  <a:lnTo>
                    <a:pt x="2180319" y="1351822"/>
                  </a:lnTo>
                  <a:lnTo>
                    <a:pt x="2183742" y="1296912"/>
                  </a:lnTo>
                  <a:lnTo>
                    <a:pt x="2187165" y="1219092"/>
                  </a:lnTo>
                  <a:lnTo>
                    <a:pt x="2190587" y="1163986"/>
                  </a:lnTo>
                  <a:lnTo>
                    <a:pt x="2194010" y="1193922"/>
                  </a:lnTo>
                  <a:lnTo>
                    <a:pt x="2197433" y="1298631"/>
                  </a:lnTo>
                  <a:lnTo>
                    <a:pt x="2200856" y="1321895"/>
                  </a:lnTo>
                  <a:lnTo>
                    <a:pt x="2204279" y="1282178"/>
                  </a:lnTo>
                  <a:lnTo>
                    <a:pt x="2207701" y="1269747"/>
                  </a:lnTo>
                  <a:lnTo>
                    <a:pt x="2211124" y="1342007"/>
                  </a:lnTo>
                  <a:lnTo>
                    <a:pt x="2214547" y="1427094"/>
                  </a:lnTo>
                  <a:lnTo>
                    <a:pt x="2217970" y="1443135"/>
                  </a:lnTo>
                  <a:lnTo>
                    <a:pt x="2221392" y="1487575"/>
                  </a:lnTo>
                  <a:lnTo>
                    <a:pt x="2224815" y="1572978"/>
                  </a:lnTo>
                  <a:lnTo>
                    <a:pt x="2228238" y="1535270"/>
                  </a:lnTo>
                  <a:lnTo>
                    <a:pt x="2231661" y="1439692"/>
                  </a:lnTo>
                  <a:lnTo>
                    <a:pt x="2235084" y="1335906"/>
                  </a:lnTo>
                  <a:lnTo>
                    <a:pt x="2238506" y="1280354"/>
                  </a:lnTo>
                  <a:lnTo>
                    <a:pt x="2241929" y="1209118"/>
                  </a:lnTo>
                  <a:lnTo>
                    <a:pt x="2245352" y="1120502"/>
                  </a:lnTo>
                  <a:lnTo>
                    <a:pt x="2248775" y="1106064"/>
                  </a:lnTo>
                  <a:lnTo>
                    <a:pt x="2252198" y="1054233"/>
                  </a:lnTo>
                  <a:lnTo>
                    <a:pt x="2255620" y="980401"/>
                  </a:lnTo>
                  <a:lnTo>
                    <a:pt x="2259043" y="891911"/>
                  </a:lnTo>
                  <a:lnTo>
                    <a:pt x="2262466" y="784992"/>
                  </a:lnTo>
                  <a:lnTo>
                    <a:pt x="2265889" y="721196"/>
                  </a:lnTo>
                  <a:lnTo>
                    <a:pt x="2269312" y="677874"/>
                  </a:lnTo>
                  <a:lnTo>
                    <a:pt x="2272734" y="663114"/>
                  </a:lnTo>
                  <a:lnTo>
                    <a:pt x="2276157" y="728463"/>
                  </a:lnTo>
                  <a:lnTo>
                    <a:pt x="2279580" y="808830"/>
                  </a:lnTo>
                  <a:lnTo>
                    <a:pt x="2283003" y="909491"/>
                  </a:lnTo>
                  <a:lnTo>
                    <a:pt x="2286426" y="1029587"/>
                  </a:lnTo>
                  <a:lnTo>
                    <a:pt x="2289848" y="1160403"/>
                  </a:lnTo>
                  <a:lnTo>
                    <a:pt x="2293271" y="1202493"/>
                  </a:lnTo>
                  <a:lnTo>
                    <a:pt x="2296694" y="1156759"/>
                  </a:lnTo>
                  <a:lnTo>
                    <a:pt x="2300117" y="1109808"/>
                  </a:lnTo>
                  <a:lnTo>
                    <a:pt x="2303540" y="1029058"/>
                  </a:lnTo>
                  <a:lnTo>
                    <a:pt x="2306962" y="897822"/>
                  </a:lnTo>
                  <a:lnTo>
                    <a:pt x="2310385" y="778697"/>
                  </a:lnTo>
                  <a:lnTo>
                    <a:pt x="2313808" y="881625"/>
                  </a:lnTo>
                  <a:lnTo>
                    <a:pt x="2317231" y="999521"/>
                  </a:lnTo>
                  <a:lnTo>
                    <a:pt x="2320653" y="1077657"/>
                  </a:lnTo>
                  <a:lnTo>
                    <a:pt x="2324076" y="1091795"/>
                  </a:lnTo>
                  <a:lnTo>
                    <a:pt x="2327499" y="1075350"/>
                  </a:lnTo>
                  <a:lnTo>
                    <a:pt x="2330922" y="1022019"/>
                  </a:lnTo>
                  <a:lnTo>
                    <a:pt x="2334345" y="874520"/>
                  </a:lnTo>
                  <a:lnTo>
                    <a:pt x="2337767" y="726585"/>
                  </a:lnTo>
                  <a:lnTo>
                    <a:pt x="2341190" y="589780"/>
                  </a:lnTo>
                  <a:lnTo>
                    <a:pt x="2344613" y="516275"/>
                  </a:lnTo>
                  <a:lnTo>
                    <a:pt x="2348036" y="437688"/>
                  </a:lnTo>
                  <a:lnTo>
                    <a:pt x="2351459" y="385391"/>
                  </a:lnTo>
                  <a:lnTo>
                    <a:pt x="2354881" y="253749"/>
                  </a:lnTo>
                  <a:lnTo>
                    <a:pt x="2358304" y="170424"/>
                  </a:lnTo>
                  <a:lnTo>
                    <a:pt x="2361727" y="161549"/>
                  </a:lnTo>
                  <a:lnTo>
                    <a:pt x="2365150" y="165044"/>
                  </a:lnTo>
                  <a:lnTo>
                    <a:pt x="2368573" y="276362"/>
                  </a:lnTo>
                  <a:lnTo>
                    <a:pt x="2371995" y="339330"/>
                  </a:lnTo>
                  <a:lnTo>
                    <a:pt x="2375418" y="370654"/>
                  </a:lnTo>
                  <a:lnTo>
                    <a:pt x="2378841" y="417570"/>
                  </a:lnTo>
                  <a:lnTo>
                    <a:pt x="2382264" y="478898"/>
                  </a:lnTo>
                  <a:lnTo>
                    <a:pt x="2385687" y="517282"/>
                  </a:lnTo>
                  <a:lnTo>
                    <a:pt x="2389109" y="450956"/>
                  </a:lnTo>
                  <a:lnTo>
                    <a:pt x="2392532" y="510621"/>
                  </a:lnTo>
                  <a:lnTo>
                    <a:pt x="2395955" y="676108"/>
                  </a:lnTo>
                  <a:lnTo>
                    <a:pt x="2399378" y="677283"/>
                  </a:lnTo>
                  <a:lnTo>
                    <a:pt x="2402801" y="597215"/>
                  </a:lnTo>
                  <a:lnTo>
                    <a:pt x="2406223" y="572249"/>
                  </a:lnTo>
                  <a:lnTo>
                    <a:pt x="2409646" y="592617"/>
                  </a:lnTo>
                  <a:lnTo>
                    <a:pt x="2413069" y="526385"/>
                  </a:lnTo>
                  <a:lnTo>
                    <a:pt x="2416492" y="510931"/>
                  </a:lnTo>
                  <a:lnTo>
                    <a:pt x="2419915" y="577792"/>
                  </a:lnTo>
                  <a:lnTo>
                    <a:pt x="2423337" y="680438"/>
                  </a:lnTo>
                  <a:lnTo>
                    <a:pt x="2426760" y="745978"/>
                  </a:lnTo>
                  <a:lnTo>
                    <a:pt x="2430183" y="720400"/>
                  </a:lnTo>
                  <a:lnTo>
                    <a:pt x="2433606" y="767059"/>
                  </a:lnTo>
                  <a:lnTo>
                    <a:pt x="2437028" y="773608"/>
                  </a:lnTo>
                  <a:lnTo>
                    <a:pt x="2440451" y="760064"/>
                  </a:lnTo>
                  <a:lnTo>
                    <a:pt x="2443874" y="787972"/>
                  </a:lnTo>
                  <a:lnTo>
                    <a:pt x="2447297" y="816398"/>
                  </a:lnTo>
                  <a:lnTo>
                    <a:pt x="2450720" y="858510"/>
                  </a:lnTo>
                  <a:lnTo>
                    <a:pt x="2454142" y="768761"/>
                  </a:lnTo>
                  <a:lnTo>
                    <a:pt x="2457565" y="619036"/>
                  </a:lnTo>
                  <a:lnTo>
                    <a:pt x="2460988" y="512432"/>
                  </a:lnTo>
                  <a:lnTo>
                    <a:pt x="2464411" y="417406"/>
                  </a:lnTo>
                  <a:lnTo>
                    <a:pt x="2467834" y="356963"/>
                  </a:lnTo>
                  <a:lnTo>
                    <a:pt x="2471256" y="295501"/>
                  </a:lnTo>
                  <a:lnTo>
                    <a:pt x="2474679" y="367516"/>
                  </a:lnTo>
                  <a:lnTo>
                    <a:pt x="2478102" y="496920"/>
                  </a:lnTo>
                  <a:lnTo>
                    <a:pt x="2481525" y="605747"/>
                  </a:lnTo>
                  <a:lnTo>
                    <a:pt x="2484948" y="695948"/>
                  </a:lnTo>
                  <a:lnTo>
                    <a:pt x="2488370" y="758877"/>
                  </a:lnTo>
                  <a:lnTo>
                    <a:pt x="2491793" y="772382"/>
                  </a:lnTo>
                  <a:lnTo>
                    <a:pt x="2495216" y="679462"/>
                  </a:lnTo>
                  <a:lnTo>
                    <a:pt x="2498639" y="586604"/>
                  </a:lnTo>
                  <a:lnTo>
                    <a:pt x="2502062" y="471169"/>
                  </a:lnTo>
                  <a:lnTo>
                    <a:pt x="2505484" y="301189"/>
                  </a:lnTo>
                  <a:lnTo>
                    <a:pt x="2508907" y="156686"/>
                  </a:lnTo>
                  <a:lnTo>
                    <a:pt x="2512330" y="168938"/>
                  </a:lnTo>
                  <a:lnTo>
                    <a:pt x="2515753" y="197800"/>
                  </a:lnTo>
                  <a:lnTo>
                    <a:pt x="2519176" y="180575"/>
                  </a:lnTo>
                  <a:lnTo>
                    <a:pt x="2522598" y="193905"/>
                  </a:lnTo>
                  <a:lnTo>
                    <a:pt x="2526021" y="219964"/>
                  </a:lnTo>
                  <a:lnTo>
                    <a:pt x="2529444" y="244400"/>
                  </a:lnTo>
                  <a:lnTo>
                    <a:pt x="2532867" y="234673"/>
                  </a:lnTo>
                  <a:lnTo>
                    <a:pt x="2536289" y="257182"/>
                  </a:lnTo>
                  <a:lnTo>
                    <a:pt x="2539712" y="303116"/>
                  </a:lnTo>
                  <a:lnTo>
                    <a:pt x="2543135" y="380681"/>
                  </a:lnTo>
                  <a:lnTo>
                    <a:pt x="2546558" y="499875"/>
                  </a:lnTo>
                  <a:lnTo>
                    <a:pt x="2549981" y="514206"/>
                  </a:lnTo>
                  <a:lnTo>
                    <a:pt x="2553403" y="499053"/>
                  </a:lnTo>
                  <a:lnTo>
                    <a:pt x="2556826" y="563492"/>
                  </a:lnTo>
                  <a:lnTo>
                    <a:pt x="2560249" y="663040"/>
                  </a:lnTo>
                  <a:lnTo>
                    <a:pt x="2563672" y="842207"/>
                  </a:lnTo>
                  <a:lnTo>
                    <a:pt x="2567095" y="881304"/>
                  </a:lnTo>
                  <a:lnTo>
                    <a:pt x="2570517" y="928461"/>
                  </a:lnTo>
                  <a:lnTo>
                    <a:pt x="2573940" y="904330"/>
                  </a:lnTo>
                  <a:lnTo>
                    <a:pt x="2577363" y="742078"/>
                  </a:lnTo>
                  <a:lnTo>
                    <a:pt x="2580786" y="558639"/>
                  </a:lnTo>
                  <a:lnTo>
                    <a:pt x="2584209" y="296464"/>
                  </a:lnTo>
                  <a:lnTo>
                    <a:pt x="2587631" y="142026"/>
                  </a:lnTo>
                  <a:lnTo>
                    <a:pt x="2591054" y="54610"/>
                  </a:lnTo>
                  <a:lnTo>
                    <a:pt x="2594477" y="26421"/>
                  </a:lnTo>
                  <a:lnTo>
                    <a:pt x="2597900" y="36952"/>
                  </a:lnTo>
                  <a:lnTo>
                    <a:pt x="2601323" y="37355"/>
                  </a:lnTo>
                  <a:lnTo>
                    <a:pt x="2604745" y="67226"/>
                  </a:lnTo>
                  <a:lnTo>
                    <a:pt x="2608168" y="109165"/>
                  </a:lnTo>
                  <a:lnTo>
                    <a:pt x="2611591" y="147534"/>
                  </a:lnTo>
                  <a:lnTo>
                    <a:pt x="2615014" y="202923"/>
                  </a:lnTo>
                  <a:lnTo>
                    <a:pt x="2618437" y="266852"/>
                  </a:lnTo>
                  <a:lnTo>
                    <a:pt x="2621859" y="289105"/>
                  </a:lnTo>
                  <a:lnTo>
                    <a:pt x="2625282" y="239011"/>
                  </a:lnTo>
                  <a:lnTo>
                    <a:pt x="2628705" y="210468"/>
                  </a:lnTo>
                  <a:lnTo>
                    <a:pt x="2632128" y="194869"/>
                  </a:lnTo>
                  <a:lnTo>
                    <a:pt x="2635550" y="177544"/>
                  </a:lnTo>
                  <a:lnTo>
                    <a:pt x="2638973" y="131763"/>
                  </a:lnTo>
                  <a:lnTo>
                    <a:pt x="2642396" y="103242"/>
                  </a:lnTo>
                  <a:lnTo>
                    <a:pt x="2645819" y="149410"/>
                  </a:lnTo>
                  <a:lnTo>
                    <a:pt x="2649242" y="268977"/>
                  </a:lnTo>
                  <a:lnTo>
                    <a:pt x="2652664" y="409866"/>
                  </a:lnTo>
                  <a:lnTo>
                    <a:pt x="2656087" y="499596"/>
                  </a:lnTo>
                  <a:lnTo>
                    <a:pt x="2659510" y="686746"/>
                  </a:lnTo>
                  <a:lnTo>
                    <a:pt x="2662933" y="906299"/>
                  </a:lnTo>
                  <a:lnTo>
                    <a:pt x="2666356" y="1054421"/>
                  </a:lnTo>
                  <a:lnTo>
                    <a:pt x="2669778" y="1026220"/>
                  </a:lnTo>
                  <a:lnTo>
                    <a:pt x="2673201" y="1004166"/>
                  </a:lnTo>
                  <a:lnTo>
                    <a:pt x="2676624" y="1042979"/>
                  </a:lnTo>
                  <a:lnTo>
                    <a:pt x="2680047" y="1004918"/>
                  </a:lnTo>
                  <a:lnTo>
                    <a:pt x="2683470" y="896463"/>
                  </a:lnTo>
                  <a:lnTo>
                    <a:pt x="2686892" y="794208"/>
                  </a:lnTo>
                  <a:lnTo>
                    <a:pt x="2690315" y="781673"/>
                  </a:lnTo>
                  <a:lnTo>
                    <a:pt x="2693738" y="792696"/>
                  </a:lnTo>
                  <a:lnTo>
                    <a:pt x="2697161" y="744773"/>
                  </a:lnTo>
                  <a:lnTo>
                    <a:pt x="2700584" y="665203"/>
                  </a:lnTo>
                  <a:lnTo>
                    <a:pt x="2704006" y="639521"/>
                  </a:lnTo>
                  <a:lnTo>
                    <a:pt x="2707429" y="675324"/>
                  </a:lnTo>
                  <a:lnTo>
                    <a:pt x="2710852" y="659676"/>
                  </a:lnTo>
                  <a:lnTo>
                    <a:pt x="2714275" y="567465"/>
                  </a:lnTo>
                  <a:lnTo>
                    <a:pt x="2717698" y="569474"/>
                  </a:lnTo>
                  <a:lnTo>
                    <a:pt x="2721120" y="640088"/>
                  </a:lnTo>
                  <a:lnTo>
                    <a:pt x="2724543" y="624082"/>
                  </a:lnTo>
                  <a:lnTo>
                    <a:pt x="2727966" y="673440"/>
                  </a:lnTo>
                  <a:lnTo>
                    <a:pt x="2731389" y="729509"/>
                  </a:lnTo>
                  <a:lnTo>
                    <a:pt x="2734812" y="690115"/>
                  </a:lnTo>
                  <a:lnTo>
                    <a:pt x="2738234" y="608723"/>
                  </a:lnTo>
                  <a:lnTo>
                    <a:pt x="2741657" y="505811"/>
                  </a:lnTo>
                  <a:lnTo>
                    <a:pt x="2745080" y="458962"/>
                  </a:lnTo>
                  <a:lnTo>
                    <a:pt x="2748503" y="328478"/>
                  </a:lnTo>
                  <a:lnTo>
                    <a:pt x="2751925" y="239362"/>
                  </a:lnTo>
                  <a:lnTo>
                    <a:pt x="2755348" y="390990"/>
                  </a:lnTo>
                  <a:lnTo>
                    <a:pt x="2758771" y="512752"/>
                  </a:lnTo>
                  <a:lnTo>
                    <a:pt x="2762194" y="524331"/>
                  </a:lnTo>
                  <a:lnTo>
                    <a:pt x="2765617" y="551565"/>
                  </a:lnTo>
                  <a:lnTo>
                    <a:pt x="2769039" y="556342"/>
                  </a:lnTo>
                  <a:lnTo>
                    <a:pt x="2772462" y="495106"/>
                  </a:lnTo>
                  <a:lnTo>
                    <a:pt x="2775885" y="289834"/>
                  </a:lnTo>
                  <a:lnTo>
                    <a:pt x="2779308" y="183488"/>
                  </a:lnTo>
                  <a:lnTo>
                    <a:pt x="2782731" y="200313"/>
                  </a:lnTo>
                  <a:lnTo>
                    <a:pt x="2786153" y="165461"/>
                  </a:lnTo>
                  <a:lnTo>
                    <a:pt x="2789576" y="148119"/>
                  </a:lnTo>
                  <a:lnTo>
                    <a:pt x="2792999" y="209125"/>
                  </a:lnTo>
                  <a:lnTo>
                    <a:pt x="2796422" y="320568"/>
                  </a:lnTo>
                  <a:lnTo>
                    <a:pt x="2799845" y="396777"/>
                  </a:lnTo>
                  <a:lnTo>
                    <a:pt x="2803267" y="480619"/>
                  </a:lnTo>
                  <a:lnTo>
                    <a:pt x="2806690" y="558781"/>
                  </a:lnTo>
                  <a:lnTo>
                    <a:pt x="2810113" y="721297"/>
                  </a:lnTo>
                  <a:lnTo>
                    <a:pt x="2813536" y="914411"/>
                  </a:lnTo>
                  <a:lnTo>
                    <a:pt x="2816959" y="1053164"/>
                  </a:lnTo>
                  <a:lnTo>
                    <a:pt x="2820381" y="1120333"/>
                  </a:lnTo>
                  <a:lnTo>
                    <a:pt x="2823804" y="1131787"/>
                  </a:lnTo>
                  <a:lnTo>
                    <a:pt x="2827227" y="1199215"/>
                  </a:lnTo>
                  <a:lnTo>
                    <a:pt x="2830650" y="1153323"/>
                  </a:lnTo>
                  <a:lnTo>
                    <a:pt x="2834073" y="1058120"/>
                  </a:lnTo>
                  <a:lnTo>
                    <a:pt x="2837495" y="896044"/>
                  </a:lnTo>
                  <a:lnTo>
                    <a:pt x="2840918" y="723264"/>
                  </a:lnTo>
                  <a:lnTo>
                    <a:pt x="2844341" y="596109"/>
                  </a:lnTo>
                  <a:lnTo>
                    <a:pt x="2847764" y="525805"/>
                  </a:lnTo>
                  <a:lnTo>
                    <a:pt x="2851186" y="471056"/>
                  </a:lnTo>
                  <a:lnTo>
                    <a:pt x="2854609" y="361693"/>
                  </a:lnTo>
                  <a:lnTo>
                    <a:pt x="2858032" y="341155"/>
                  </a:lnTo>
                  <a:lnTo>
                    <a:pt x="2861455" y="401135"/>
                  </a:lnTo>
                  <a:lnTo>
                    <a:pt x="2864878" y="511491"/>
                  </a:lnTo>
                  <a:lnTo>
                    <a:pt x="2868300" y="585398"/>
                  </a:lnTo>
                  <a:lnTo>
                    <a:pt x="2871723" y="601558"/>
                  </a:lnTo>
                  <a:lnTo>
                    <a:pt x="2875146" y="737052"/>
                  </a:lnTo>
                  <a:lnTo>
                    <a:pt x="2878569" y="875752"/>
                  </a:lnTo>
                  <a:lnTo>
                    <a:pt x="2881992" y="992432"/>
                  </a:lnTo>
                  <a:lnTo>
                    <a:pt x="2885414" y="1019887"/>
                  </a:lnTo>
                  <a:lnTo>
                    <a:pt x="2888837" y="969499"/>
                  </a:lnTo>
                  <a:lnTo>
                    <a:pt x="2892260" y="974473"/>
                  </a:lnTo>
                  <a:lnTo>
                    <a:pt x="2895683" y="899970"/>
                  </a:lnTo>
                  <a:lnTo>
                    <a:pt x="2899106" y="844385"/>
                  </a:lnTo>
                  <a:lnTo>
                    <a:pt x="2902528" y="750770"/>
                  </a:lnTo>
                  <a:lnTo>
                    <a:pt x="2905951" y="719902"/>
                  </a:lnTo>
                  <a:lnTo>
                    <a:pt x="2909374" y="785735"/>
                  </a:lnTo>
                  <a:lnTo>
                    <a:pt x="2912797" y="834045"/>
                  </a:lnTo>
                  <a:lnTo>
                    <a:pt x="2916220" y="934339"/>
                  </a:lnTo>
                  <a:lnTo>
                    <a:pt x="2919642" y="1051025"/>
                  </a:lnTo>
                  <a:lnTo>
                    <a:pt x="2923065" y="1176137"/>
                  </a:lnTo>
                  <a:lnTo>
                    <a:pt x="2926488" y="1205633"/>
                  </a:lnTo>
                  <a:lnTo>
                    <a:pt x="2929911" y="1142680"/>
                  </a:lnTo>
                  <a:lnTo>
                    <a:pt x="2933334" y="1021842"/>
                  </a:lnTo>
                  <a:lnTo>
                    <a:pt x="2936756" y="848116"/>
                  </a:lnTo>
                  <a:lnTo>
                    <a:pt x="2940179" y="668776"/>
                  </a:lnTo>
                  <a:lnTo>
                    <a:pt x="2943602" y="523304"/>
                  </a:lnTo>
                  <a:lnTo>
                    <a:pt x="2947025" y="522895"/>
                  </a:lnTo>
                  <a:lnTo>
                    <a:pt x="2950448" y="598977"/>
                  </a:lnTo>
                  <a:lnTo>
                    <a:pt x="2953870" y="701616"/>
                  </a:lnTo>
                  <a:lnTo>
                    <a:pt x="2957293" y="787084"/>
                  </a:lnTo>
                  <a:lnTo>
                    <a:pt x="2960716" y="802607"/>
                  </a:lnTo>
                  <a:lnTo>
                    <a:pt x="2964139" y="842669"/>
                  </a:lnTo>
                  <a:lnTo>
                    <a:pt x="2967561" y="868554"/>
                  </a:lnTo>
                  <a:lnTo>
                    <a:pt x="2970984" y="787937"/>
                  </a:lnTo>
                  <a:lnTo>
                    <a:pt x="2974407" y="759076"/>
                  </a:lnTo>
                  <a:lnTo>
                    <a:pt x="2977830" y="805353"/>
                  </a:lnTo>
                  <a:lnTo>
                    <a:pt x="2981253" y="900966"/>
                  </a:lnTo>
                  <a:lnTo>
                    <a:pt x="2984675" y="945742"/>
                  </a:lnTo>
                  <a:lnTo>
                    <a:pt x="2988098" y="973251"/>
                  </a:lnTo>
                  <a:lnTo>
                    <a:pt x="2991521" y="1103097"/>
                  </a:lnTo>
                  <a:lnTo>
                    <a:pt x="2994944" y="1196895"/>
                  </a:lnTo>
                  <a:lnTo>
                    <a:pt x="2998367" y="1252000"/>
                  </a:lnTo>
                  <a:lnTo>
                    <a:pt x="3001789" y="1372452"/>
                  </a:lnTo>
                  <a:lnTo>
                    <a:pt x="3005212" y="1552000"/>
                  </a:lnTo>
                  <a:lnTo>
                    <a:pt x="3008635" y="1719941"/>
                  </a:lnTo>
                  <a:lnTo>
                    <a:pt x="3012058" y="1896278"/>
                  </a:lnTo>
                  <a:lnTo>
                    <a:pt x="3015481" y="2075894"/>
                  </a:lnTo>
                  <a:lnTo>
                    <a:pt x="3018903" y="2283063"/>
                  </a:lnTo>
                  <a:lnTo>
                    <a:pt x="3022326" y="2385899"/>
                  </a:lnTo>
                  <a:lnTo>
                    <a:pt x="3025749" y="2338294"/>
                  </a:lnTo>
                  <a:lnTo>
                    <a:pt x="3029172" y="2264913"/>
                  </a:lnTo>
                  <a:lnTo>
                    <a:pt x="3032595" y="2229259"/>
                  </a:lnTo>
                  <a:lnTo>
                    <a:pt x="3036017" y="2223064"/>
                  </a:lnTo>
                  <a:lnTo>
                    <a:pt x="3039440" y="2180075"/>
                  </a:lnTo>
                  <a:lnTo>
                    <a:pt x="3042863" y="2114143"/>
                  </a:lnTo>
                  <a:lnTo>
                    <a:pt x="3046286" y="2104265"/>
                  </a:lnTo>
                  <a:lnTo>
                    <a:pt x="3049709" y="2029329"/>
                  </a:lnTo>
                  <a:lnTo>
                    <a:pt x="3053131" y="1956099"/>
                  </a:lnTo>
                  <a:lnTo>
                    <a:pt x="3056554" y="1915975"/>
                  </a:lnTo>
                  <a:lnTo>
                    <a:pt x="3059977" y="1854126"/>
                  </a:lnTo>
                  <a:lnTo>
                    <a:pt x="3063400" y="1797954"/>
                  </a:lnTo>
                  <a:lnTo>
                    <a:pt x="3066822" y="1777196"/>
                  </a:lnTo>
                  <a:lnTo>
                    <a:pt x="3070245" y="1828015"/>
                  </a:lnTo>
                  <a:lnTo>
                    <a:pt x="3073668" y="1811431"/>
                  </a:lnTo>
                  <a:lnTo>
                    <a:pt x="3077091" y="1713149"/>
                  </a:lnTo>
                  <a:lnTo>
                    <a:pt x="3080514" y="1635179"/>
                  </a:lnTo>
                  <a:lnTo>
                    <a:pt x="3083936" y="1594615"/>
                  </a:lnTo>
                  <a:lnTo>
                    <a:pt x="3087359" y="1557109"/>
                  </a:lnTo>
                  <a:lnTo>
                    <a:pt x="3090782" y="1460554"/>
                  </a:lnTo>
                  <a:lnTo>
                    <a:pt x="3094205" y="1357054"/>
                  </a:lnTo>
                  <a:lnTo>
                    <a:pt x="3097628" y="1296693"/>
                  </a:lnTo>
                  <a:lnTo>
                    <a:pt x="3101050" y="1292086"/>
                  </a:lnTo>
                  <a:lnTo>
                    <a:pt x="3104473" y="1352091"/>
                  </a:lnTo>
                  <a:lnTo>
                    <a:pt x="3107896" y="1396124"/>
                  </a:lnTo>
                  <a:lnTo>
                    <a:pt x="3111319" y="1389562"/>
                  </a:lnTo>
                  <a:lnTo>
                    <a:pt x="3114742" y="1385789"/>
                  </a:lnTo>
                  <a:lnTo>
                    <a:pt x="3118164" y="1410413"/>
                  </a:lnTo>
                  <a:lnTo>
                    <a:pt x="3121587" y="1357272"/>
                  </a:lnTo>
                  <a:lnTo>
                    <a:pt x="3125010" y="1258022"/>
                  </a:lnTo>
                  <a:lnTo>
                    <a:pt x="3128433" y="1249832"/>
                  </a:lnTo>
                  <a:lnTo>
                    <a:pt x="3131856" y="1331789"/>
                  </a:lnTo>
                  <a:lnTo>
                    <a:pt x="3135278" y="1432878"/>
                  </a:lnTo>
                  <a:lnTo>
                    <a:pt x="3138701" y="1517776"/>
                  </a:lnTo>
                  <a:lnTo>
                    <a:pt x="3142124" y="1578735"/>
                  </a:lnTo>
                  <a:lnTo>
                    <a:pt x="3145547" y="1657481"/>
                  </a:lnTo>
                  <a:lnTo>
                    <a:pt x="3148970" y="1770826"/>
                  </a:lnTo>
                  <a:lnTo>
                    <a:pt x="3152392" y="1881387"/>
                  </a:lnTo>
                  <a:lnTo>
                    <a:pt x="3155815" y="1912105"/>
                  </a:lnTo>
                  <a:lnTo>
                    <a:pt x="3159238" y="1895432"/>
                  </a:lnTo>
                  <a:lnTo>
                    <a:pt x="3162661" y="1993560"/>
                  </a:lnTo>
                  <a:lnTo>
                    <a:pt x="3166083" y="2097531"/>
                  </a:lnTo>
                  <a:lnTo>
                    <a:pt x="3169506" y="2098703"/>
                  </a:lnTo>
                  <a:lnTo>
                    <a:pt x="3172929" y="2034101"/>
                  </a:lnTo>
                  <a:lnTo>
                    <a:pt x="3176352" y="2006985"/>
                  </a:lnTo>
                  <a:lnTo>
                    <a:pt x="3179775" y="2029972"/>
                  </a:lnTo>
                  <a:lnTo>
                    <a:pt x="3183197" y="1971345"/>
                  </a:lnTo>
                  <a:lnTo>
                    <a:pt x="3186620" y="1887223"/>
                  </a:lnTo>
                  <a:lnTo>
                    <a:pt x="3190043" y="1796826"/>
                  </a:lnTo>
                  <a:lnTo>
                    <a:pt x="3193466" y="1787543"/>
                  </a:lnTo>
                  <a:lnTo>
                    <a:pt x="3196889" y="1795471"/>
                  </a:lnTo>
                  <a:lnTo>
                    <a:pt x="3200311" y="1865338"/>
                  </a:lnTo>
                  <a:lnTo>
                    <a:pt x="3203734" y="1927351"/>
                  </a:lnTo>
                  <a:lnTo>
                    <a:pt x="3207157" y="2040233"/>
                  </a:lnTo>
                  <a:lnTo>
                    <a:pt x="3210580" y="2198756"/>
                  </a:lnTo>
                  <a:lnTo>
                    <a:pt x="3214003" y="2280961"/>
                  </a:lnTo>
                  <a:lnTo>
                    <a:pt x="3217425" y="2386781"/>
                  </a:lnTo>
                  <a:lnTo>
                    <a:pt x="3220848" y="2395501"/>
                  </a:lnTo>
                  <a:lnTo>
                    <a:pt x="3224271" y="2338829"/>
                  </a:lnTo>
                  <a:lnTo>
                    <a:pt x="3227694" y="2261246"/>
                  </a:lnTo>
                  <a:lnTo>
                    <a:pt x="3231117" y="2280222"/>
                  </a:lnTo>
                  <a:lnTo>
                    <a:pt x="3234539" y="2302053"/>
                  </a:lnTo>
                  <a:lnTo>
                    <a:pt x="3237962" y="2255034"/>
                  </a:lnTo>
                  <a:lnTo>
                    <a:pt x="3241385" y="2326476"/>
                  </a:lnTo>
                  <a:lnTo>
                    <a:pt x="3244808" y="2469076"/>
                  </a:lnTo>
                  <a:lnTo>
                    <a:pt x="3248231" y="2466976"/>
                  </a:lnTo>
                  <a:lnTo>
                    <a:pt x="3251653" y="2270651"/>
                  </a:lnTo>
                  <a:lnTo>
                    <a:pt x="3255076" y="2216837"/>
                  </a:lnTo>
                  <a:lnTo>
                    <a:pt x="3258499" y="2305424"/>
                  </a:lnTo>
                  <a:lnTo>
                    <a:pt x="3261922" y="2304867"/>
                  </a:lnTo>
                  <a:lnTo>
                    <a:pt x="3265345" y="2337087"/>
                  </a:lnTo>
                  <a:lnTo>
                    <a:pt x="3268767" y="2431569"/>
                  </a:lnTo>
                  <a:lnTo>
                    <a:pt x="3272190" y="2531358"/>
                  </a:lnTo>
                  <a:lnTo>
                    <a:pt x="3275613" y="2515611"/>
                  </a:lnTo>
                  <a:lnTo>
                    <a:pt x="3279036" y="2403378"/>
                  </a:lnTo>
                  <a:lnTo>
                    <a:pt x="3282458" y="2234454"/>
                  </a:lnTo>
                  <a:lnTo>
                    <a:pt x="3285881" y="2016958"/>
                  </a:lnTo>
                  <a:lnTo>
                    <a:pt x="3289304" y="1890634"/>
                  </a:lnTo>
                  <a:lnTo>
                    <a:pt x="3292727" y="1857075"/>
                  </a:lnTo>
                  <a:lnTo>
                    <a:pt x="3296150" y="1797670"/>
                  </a:lnTo>
                  <a:lnTo>
                    <a:pt x="3299572" y="1766386"/>
                  </a:lnTo>
                  <a:lnTo>
                    <a:pt x="3302995" y="1819203"/>
                  </a:lnTo>
                  <a:lnTo>
                    <a:pt x="3306418" y="1883280"/>
                  </a:lnTo>
                  <a:lnTo>
                    <a:pt x="3309841" y="1928883"/>
                  </a:lnTo>
                  <a:lnTo>
                    <a:pt x="3313264" y="1932710"/>
                  </a:lnTo>
                  <a:lnTo>
                    <a:pt x="3316686" y="1911155"/>
                  </a:lnTo>
                  <a:lnTo>
                    <a:pt x="3320109" y="1928973"/>
                  </a:lnTo>
                  <a:lnTo>
                    <a:pt x="3323532" y="1989225"/>
                  </a:lnTo>
                  <a:lnTo>
                    <a:pt x="3326955" y="2080505"/>
                  </a:lnTo>
                  <a:lnTo>
                    <a:pt x="3330378" y="2152020"/>
                  </a:lnTo>
                  <a:lnTo>
                    <a:pt x="3333800" y="2174918"/>
                  </a:lnTo>
                  <a:lnTo>
                    <a:pt x="3337223" y="2260039"/>
                  </a:lnTo>
                  <a:lnTo>
                    <a:pt x="3340646" y="2290574"/>
                  </a:lnTo>
                  <a:lnTo>
                    <a:pt x="3344069" y="2168657"/>
                  </a:lnTo>
                  <a:lnTo>
                    <a:pt x="3347492" y="1997374"/>
                  </a:lnTo>
                  <a:lnTo>
                    <a:pt x="3350914" y="1856105"/>
                  </a:lnTo>
                  <a:lnTo>
                    <a:pt x="3354337" y="1720818"/>
                  </a:lnTo>
                  <a:lnTo>
                    <a:pt x="3357760" y="1547845"/>
                  </a:lnTo>
                  <a:lnTo>
                    <a:pt x="3361183" y="1405637"/>
                  </a:lnTo>
                  <a:lnTo>
                    <a:pt x="3364606" y="1348941"/>
                  </a:lnTo>
                  <a:lnTo>
                    <a:pt x="3368028" y="1283337"/>
                  </a:lnTo>
                  <a:lnTo>
                    <a:pt x="3371451" y="1318084"/>
                  </a:lnTo>
                  <a:lnTo>
                    <a:pt x="3374874" y="1439628"/>
                  </a:lnTo>
                  <a:lnTo>
                    <a:pt x="3378297" y="1586478"/>
                  </a:lnTo>
                  <a:lnTo>
                    <a:pt x="3381719" y="1701897"/>
                  </a:lnTo>
                  <a:lnTo>
                    <a:pt x="3385142" y="1759665"/>
                  </a:lnTo>
                  <a:lnTo>
                    <a:pt x="3388565" y="1880280"/>
                  </a:lnTo>
                  <a:lnTo>
                    <a:pt x="3391988" y="1990843"/>
                  </a:lnTo>
                  <a:lnTo>
                    <a:pt x="3395411" y="2025008"/>
                  </a:lnTo>
                  <a:lnTo>
                    <a:pt x="3398833" y="2001654"/>
                  </a:lnTo>
                  <a:lnTo>
                    <a:pt x="3402256" y="1953906"/>
                  </a:lnTo>
                  <a:lnTo>
                    <a:pt x="3405679" y="1955621"/>
                  </a:lnTo>
                  <a:lnTo>
                    <a:pt x="3409102" y="2024582"/>
                  </a:lnTo>
                  <a:lnTo>
                    <a:pt x="3412525" y="1997695"/>
                  </a:lnTo>
                  <a:lnTo>
                    <a:pt x="3415947" y="1907733"/>
                  </a:lnTo>
                  <a:lnTo>
                    <a:pt x="3419370" y="1910495"/>
                  </a:lnTo>
                  <a:lnTo>
                    <a:pt x="3422793" y="1933889"/>
                  </a:lnTo>
                  <a:lnTo>
                    <a:pt x="3426216" y="1892746"/>
                  </a:lnTo>
                  <a:lnTo>
                    <a:pt x="3429639" y="1765495"/>
                  </a:lnTo>
                  <a:lnTo>
                    <a:pt x="3433061" y="1577377"/>
                  </a:lnTo>
                  <a:lnTo>
                    <a:pt x="3436484" y="1500509"/>
                  </a:lnTo>
                  <a:lnTo>
                    <a:pt x="3439907" y="1454077"/>
                  </a:lnTo>
                  <a:lnTo>
                    <a:pt x="3443330" y="1332261"/>
                  </a:lnTo>
                  <a:lnTo>
                    <a:pt x="3446753" y="1305803"/>
                  </a:lnTo>
                  <a:lnTo>
                    <a:pt x="3450175" y="1303169"/>
                  </a:lnTo>
                  <a:lnTo>
                    <a:pt x="3453598" y="1418697"/>
                  </a:lnTo>
                  <a:lnTo>
                    <a:pt x="3457021" y="1586005"/>
                  </a:lnTo>
                  <a:lnTo>
                    <a:pt x="3460444" y="1680025"/>
                  </a:lnTo>
                  <a:lnTo>
                    <a:pt x="3463867" y="1838556"/>
                  </a:lnTo>
                  <a:lnTo>
                    <a:pt x="3467289" y="1922749"/>
                  </a:lnTo>
                  <a:lnTo>
                    <a:pt x="3470712" y="2013386"/>
                  </a:lnTo>
                  <a:lnTo>
                    <a:pt x="3474135" y="2082779"/>
                  </a:lnTo>
                  <a:lnTo>
                    <a:pt x="3477558" y="2033079"/>
                  </a:lnTo>
                  <a:lnTo>
                    <a:pt x="3480980" y="1999139"/>
                  </a:lnTo>
                  <a:lnTo>
                    <a:pt x="3484403" y="1881980"/>
                  </a:lnTo>
                  <a:lnTo>
                    <a:pt x="3487826" y="1829136"/>
                  </a:lnTo>
                  <a:lnTo>
                    <a:pt x="3491249" y="1808251"/>
                  </a:lnTo>
                  <a:lnTo>
                    <a:pt x="3494672" y="1746982"/>
                  </a:lnTo>
                  <a:lnTo>
                    <a:pt x="3498094" y="1730730"/>
                  </a:lnTo>
                  <a:lnTo>
                    <a:pt x="3501517" y="1763657"/>
                  </a:lnTo>
                  <a:lnTo>
                    <a:pt x="3504940" y="1942332"/>
                  </a:lnTo>
                  <a:lnTo>
                    <a:pt x="3508363" y="2131979"/>
                  </a:lnTo>
                  <a:lnTo>
                    <a:pt x="3511786" y="2266652"/>
                  </a:lnTo>
                  <a:lnTo>
                    <a:pt x="3515208" y="2284438"/>
                  </a:lnTo>
                  <a:lnTo>
                    <a:pt x="3518631" y="2246296"/>
                  </a:lnTo>
                  <a:lnTo>
                    <a:pt x="3522054" y="2206941"/>
                  </a:lnTo>
                  <a:lnTo>
                    <a:pt x="3525477" y="2145980"/>
                  </a:lnTo>
                  <a:lnTo>
                    <a:pt x="3528900" y="2024115"/>
                  </a:lnTo>
                  <a:lnTo>
                    <a:pt x="3532322" y="1967505"/>
                  </a:lnTo>
                  <a:lnTo>
                    <a:pt x="3535745" y="2076683"/>
                  </a:lnTo>
                  <a:lnTo>
                    <a:pt x="3539168" y="2123439"/>
                  </a:lnTo>
                  <a:lnTo>
                    <a:pt x="3542591" y="2095092"/>
                  </a:lnTo>
                  <a:lnTo>
                    <a:pt x="3546014" y="2032110"/>
                  </a:lnTo>
                  <a:lnTo>
                    <a:pt x="3549436" y="1998233"/>
                  </a:lnTo>
                  <a:lnTo>
                    <a:pt x="3552859" y="1928053"/>
                  </a:lnTo>
                  <a:lnTo>
                    <a:pt x="3556282" y="1710869"/>
                  </a:lnTo>
                  <a:lnTo>
                    <a:pt x="3559705" y="1599440"/>
                  </a:lnTo>
                  <a:lnTo>
                    <a:pt x="3563128" y="1582887"/>
                  </a:lnTo>
                  <a:lnTo>
                    <a:pt x="3566550" y="1592269"/>
                  </a:lnTo>
                  <a:lnTo>
                    <a:pt x="3569973" y="1564300"/>
                  </a:lnTo>
                  <a:lnTo>
                    <a:pt x="3573396" y="1486045"/>
                  </a:lnTo>
                  <a:lnTo>
                    <a:pt x="3576819" y="1493770"/>
                  </a:lnTo>
                  <a:lnTo>
                    <a:pt x="3580242" y="1559795"/>
                  </a:lnTo>
                  <a:lnTo>
                    <a:pt x="3583664" y="1597007"/>
                  </a:lnTo>
                  <a:lnTo>
                    <a:pt x="3587087" y="1507367"/>
                  </a:lnTo>
                  <a:lnTo>
                    <a:pt x="3590510" y="1483979"/>
                  </a:lnTo>
                  <a:lnTo>
                    <a:pt x="3593933" y="1625720"/>
                  </a:lnTo>
                  <a:lnTo>
                    <a:pt x="3597355" y="1701787"/>
                  </a:lnTo>
                  <a:lnTo>
                    <a:pt x="3600778" y="1642947"/>
                  </a:lnTo>
                  <a:lnTo>
                    <a:pt x="3604201" y="1535822"/>
                  </a:lnTo>
                  <a:lnTo>
                    <a:pt x="3607624" y="1550347"/>
                  </a:lnTo>
                  <a:lnTo>
                    <a:pt x="3611047" y="1594327"/>
                  </a:lnTo>
                  <a:lnTo>
                    <a:pt x="3614469" y="1514475"/>
                  </a:lnTo>
                  <a:lnTo>
                    <a:pt x="3617892" y="1515190"/>
                  </a:lnTo>
                  <a:lnTo>
                    <a:pt x="3621315" y="1678685"/>
                  </a:lnTo>
                  <a:lnTo>
                    <a:pt x="3624738" y="1804667"/>
                  </a:lnTo>
                  <a:lnTo>
                    <a:pt x="3628161" y="1894407"/>
                  </a:lnTo>
                  <a:lnTo>
                    <a:pt x="3631583" y="1966120"/>
                  </a:lnTo>
                  <a:lnTo>
                    <a:pt x="3635006" y="1961075"/>
                  </a:lnTo>
                  <a:lnTo>
                    <a:pt x="3638429" y="1903677"/>
                  </a:lnTo>
                  <a:lnTo>
                    <a:pt x="3641852" y="1786019"/>
                  </a:lnTo>
                  <a:lnTo>
                    <a:pt x="3645275" y="1733208"/>
                  </a:lnTo>
                  <a:lnTo>
                    <a:pt x="3648697" y="1808153"/>
                  </a:lnTo>
                  <a:lnTo>
                    <a:pt x="3652120" y="1823711"/>
                  </a:lnTo>
                  <a:lnTo>
                    <a:pt x="3655543" y="1776635"/>
                  </a:lnTo>
                  <a:lnTo>
                    <a:pt x="3658966" y="1706088"/>
                  </a:lnTo>
                  <a:lnTo>
                    <a:pt x="3662389" y="1631623"/>
                  </a:lnTo>
                  <a:lnTo>
                    <a:pt x="3665811" y="1566908"/>
                  </a:lnTo>
                  <a:lnTo>
                    <a:pt x="3669234" y="1457921"/>
                  </a:lnTo>
                  <a:lnTo>
                    <a:pt x="3672657" y="1304470"/>
                  </a:lnTo>
                  <a:lnTo>
                    <a:pt x="3676080" y="1193357"/>
                  </a:lnTo>
                  <a:lnTo>
                    <a:pt x="3679503" y="1190002"/>
                  </a:lnTo>
                  <a:lnTo>
                    <a:pt x="3682925" y="1214417"/>
                  </a:lnTo>
                  <a:lnTo>
                    <a:pt x="3686348" y="1188334"/>
                  </a:lnTo>
                  <a:lnTo>
                    <a:pt x="3689771" y="1054340"/>
                  </a:lnTo>
                  <a:lnTo>
                    <a:pt x="3693194" y="982780"/>
                  </a:lnTo>
                  <a:lnTo>
                    <a:pt x="3696616" y="1012668"/>
                  </a:lnTo>
                  <a:lnTo>
                    <a:pt x="3700039" y="1110467"/>
                  </a:lnTo>
                  <a:lnTo>
                    <a:pt x="3703462" y="1136813"/>
                  </a:lnTo>
                  <a:lnTo>
                    <a:pt x="3706885" y="1104121"/>
                  </a:lnTo>
                  <a:lnTo>
                    <a:pt x="3710308" y="1129212"/>
                  </a:lnTo>
                  <a:lnTo>
                    <a:pt x="3713730" y="1152196"/>
                  </a:lnTo>
                  <a:lnTo>
                    <a:pt x="3717153" y="1120144"/>
                  </a:lnTo>
                  <a:lnTo>
                    <a:pt x="3720576" y="938632"/>
                  </a:lnTo>
                  <a:lnTo>
                    <a:pt x="3723999" y="821548"/>
                  </a:lnTo>
                  <a:lnTo>
                    <a:pt x="3727422" y="793042"/>
                  </a:lnTo>
                  <a:lnTo>
                    <a:pt x="3730844" y="735325"/>
                  </a:lnTo>
                  <a:lnTo>
                    <a:pt x="3734267" y="646679"/>
                  </a:lnTo>
                  <a:lnTo>
                    <a:pt x="3737690" y="562567"/>
                  </a:lnTo>
                  <a:lnTo>
                    <a:pt x="3741113" y="529509"/>
                  </a:lnTo>
                  <a:lnTo>
                    <a:pt x="3744536" y="541790"/>
                  </a:lnTo>
                  <a:lnTo>
                    <a:pt x="3747958" y="526053"/>
                  </a:lnTo>
                  <a:lnTo>
                    <a:pt x="3751381" y="524397"/>
                  </a:lnTo>
                  <a:lnTo>
                    <a:pt x="3754804" y="575991"/>
                  </a:lnTo>
                  <a:lnTo>
                    <a:pt x="3758227" y="590886"/>
                  </a:lnTo>
                  <a:lnTo>
                    <a:pt x="3761650" y="558999"/>
                  </a:lnTo>
                  <a:lnTo>
                    <a:pt x="3765072" y="521223"/>
                  </a:lnTo>
                  <a:lnTo>
                    <a:pt x="3768495" y="539277"/>
                  </a:lnTo>
                  <a:lnTo>
                    <a:pt x="3771918" y="541023"/>
                  </a:lnTo>
                  <a:lnTo>
                    <a:pt x="3775341" y="502565"/>
                  </a:lnTo>
                  <a:lnTo>
                    <a:pt x="3778764" y="572583"/>
                  </a:lnTo>
                  <a:lnTo>
                    <a:pt x="3782186" y="661546"/>
                  </a:lnTo>
                  <a:lnTo>
                    <a:pt x="3785609" y="632259"/>
                  </a:lnTo>
                  <a:lnTo>
                    <a:pt x="3789032" y="636388"/>
                  </a:lnTo>
                  <a:lnTo>
                    <a:pt x="3792455" y="685872"/>
                  </a:lnTo>
                  <a:lnTo>
                    <a:pt x="3795877" y="758945"/>
                  </a:lnTo>
                  <a:lnTo>
                    <a:pt x="3799300" y="787670"/>
                  </a:lnTo>
                  <a:lnTo>
                    <a:pt x="3802723" y="793622"/>
                  </a:lnTo>
                  <a:lnTo>
                    <a:pt x="3806146" y="835426"/>
                  </a:lnTo>
                  <a:lnTo>
                    <a:pt x="3809569" y="774771"/>
                  </a:lnTo>
                  <a:lnTo>
                    <a:pt x="3812991" y="708772"/>
                  </a:lnTo>
                  <a:lnTo>
                    <a:pt x="3816414" y="652187"/>
                  </a:lnTo>
                  <a:lnTo>
                    <a:pt x="3819837" y="587281"/>
                  </a:lnTo>
                  <a:lnTo>
                    <a:pt x="3823260" y="555248"/>
                  </a:lnTo>
                  <a:lnTo>
                    <a:pt x="3826683" y="533421"/>
                  </a:lnTo>
                  <a:lnTo>
                    <a:pt x="3830105" y="619365"/>
                  </a:lnTo>
                  <a:lnTo>
                    <a:pt x="3833528" y="719636"/>
                  </a:lnTo>
                  <a:lnTo>
                    <a:pt x="3836951" y="689324"/>
                  </a:lnTo>
                  <a:lnTo>
                    <a:pt x="3840374" y="646517"/>
                  </a:lnTo>
                  <a:lnTo>
                    <a:pt x="3843797" y="627445"/>
                  </a:lnTo>
                  <a:lnTo>
                    <a:pt x="3847219" y="650512"/>
                  </a:lnTo>
                  <a:lnTo>
                    <a:pt x="3850642" y="667978"/>
                  </a:lnTo>
                  <a:lnTo>
                    <a:pt x="3854065" y="664324"/>
                  </a:lnTo>
                  <a:lnTo>
                    <a:pt x="3857488" y="783085"/>
                  </a:lnTo>
                  <a:lnTo>
                    <a:pt x="3860911" y="933947"/>
                  </a:lnTo>
                  <a:lnTo>
                    <a:pt x="3864333" y="1044113"/>
                  </a:lnTo>
                  <a:lnTo>
                    <a:pt x="3867756" y="1084485"/>
                  </a:lnTo>
                  <a:lnTo>
                    <a:pt x="3871179" y="1034624"/>
                  </a:lnTo>
                  <a:lnTo>
                    <a:pt x="3874602" y="1032956"/>
                  </a:lnTo>
                  <a:lnTo>
                    <a:pt x="3878025" y="1049493"/>
                  </a:lnTo>
                  <a:lnTo>
                    <a:pt x="3881447" y="1091861"/>
                  </a:lnTo>
                  <a:lnTo>
                    <a:pt x="3884870" y="1164458"/>
                  </a:lnTo>
                  <a:lnTo>
                    <a:pt x="3888293" y="1202252"/>
                  </a:lnTo>
                  <a:lnTo>
                    <a:pt x="3891716" y="1265263"/>
                  </a:lnTo>
                  <a:lnTo>
                    <a:pt x="3895139" y="1168665"/>
                  </a:lnTo>
                  <a:lnTo>
                    <a:pt x="3898561" y="1025392"/>
                  </a:lnTo>
                  <a:lnTo>
                    <a:pt x="3901984" y="867102"/>
                  </a:lnTo>
                  <a:lnTo>
                    <a:pt x="3905407" y="719718"/>
                  </a:lnTo>
                  <a:lnTo>
                    <a:pt x="3908830" y="696527"/>
                  </a:lnTo>
                  <a:lnTo>
                    <a:pt x="3912252" y="677867"/>
                  </a:lnTo>
                  <a:lnTo>
                    <a:pt x="3915675" y="730361"/>
                  </a:lnTo>
                  <a:lnTo>
                    <a:pt x="3919098" y="802929"/>
                  </a:lnTo>
                  <a:lnTo>
                    <a:pt x="3922521" y="864217"/>
                  </a:lnTo>
                  <a:lnTo>
                    <a:pt x="3925944" y="859496"/>
                  </a:lnTo>
                  <a:lnTo>
                    <a:pt x="3929366" y="804928"/>
                  </a:lnTo>
                  <a:lnTo>
                    <a:pt x="3932789" y="696899"/>
                  </a:lnTo>
                  <a:lnTo>
                    <a:pt x="3936212" y="616039"/>
                  </a:lnTo>
                  <a:lnTo>
                    <a:pt x="3939635" y="599803"/>
                  </a:lnTo>
                  <a:lnTo>
                    <a:pt x="3943058" y="591126"/>
                  </a:lnTo>
                  <a:lnTo>
                    <a:pt x="3946480" y="600658"/>
                  </a:lnTo>
                  <a:lnTo>
                    <a:pt x="3949903" y="572004"/>
                  </a:lnTo>
                  <a:lnTo>
                    <a:pt x="3953326" y="588717"/>
                  </a:lnTo>
                  <a:lnTo>
                    <a:pt x="3956749" y="595731"/>
                  </a:lnTo>
                  <a:lnTo>
                    <a:pt x="3960172" y="558656"/>
                  </a:lnTo>
                  <a:lnTo>
                    <a:pt x="3963594" y="478532"/>
                  </a:lnTo>
                  <a:lnTo>
                    <a:pt x="3967017" y="451275"/>
                  </a:lnTo>
                  <a:lnTo>
                    <a:pt x="3970440" y="509458"/>
                  </a:lnTo>
                  <a:lnTo>
                    <a:pt x="3973863" y="545413"/>
                  </a:lnTo>
                  <a:lnTo>
                    <a:pt x="3977286" y="518323"/>
                  </a:lnTo>
                  <a:lnTo>
                    <a:pt x="3980708" y="500400"/>
                  </a:lnTo>
                  <a:lnTo>
                    <a:pt x="3984131" y="668084"/>
                  </a:lnTo>
                  <a:lnTo>
                    <a:pt x="3987554" y="859288"/>
                  </a:lnTo>
                  <a:lnTo>
                    <a:pt x="3990977" y="840073"/>
                  </a:lnTo>
                  <a:lnTo>
                    <a:pt x="3994400" y="731474"/>
                  </a:lnTo>
                  <a:lnTo>
                    <a:pt x="3997822" y="668317"/>
                  </a:lnTo>
                  <a:lnTo>
                    <a:pt x="4001245" y="591244"/>
                  </a:lnTo>
                  <a:lnTo>
                    <a:pt x="4004668" y="372294"/>
                  </a:lnTo>
                  <a:lnTo>
                    <a:pt x="4008091" y="117716"/>
                  </a:lnTo>
                  <a:lnTo>
                    <a:pt x="4011513" y="70409"/>
                  </a:lnTo>
                  <a:lnTo>
                    <a:pt x="4014936" y="146639"/>
                  </a:lnTo>
                  <a:lnTo>
                    <a:pt x="4018359" y="254443"/>
                  </a:lnTo>
                  <a:lnTo>
                    <a:pt x="4021782" y="358536"/>
                  </a:lnTo>
                  <a:lnTo>
                    <a:pt x="4025205" y="473942"/>
                  </a:lnTo>
                  <a:lnTo>
                    <a:pt x="4028627" y="561126"/>
                  </a:lnTo>
                  <a:lnTo>
                    <a:pt x="4032050" y="562340"/>
                  </a:lnTo>
                  <a:lnTo>
                    <a:pt x="4035473" y="541353"/>
                  </a:lnTo>
                  <a:lnTo>
                    <a:pt x="4038896" y="503913"/>
                  </a:lnTo>
                  <a:lnTo>
                    <a:pt x="4042319" y="533495"/>
                  </a:lnTo>
                  <a:lnTo>
                    <a:pt x="4045741" y="540500"/>
                  </a:lnTo>
                  <a:lnTo>
                    <a:pt x="4049164" y="510989"/>
                  </a:lnTo>
                  <a:lnTo>
                    <a:pt x="4052587" y="553632"/>
                  </a:lnTo>
                  <a:lnTo>
                    <a:pt x="4056010" y="705414"/>
                  </a:lnTo>
                  <a:lnTo>
                    <a:pt x="4059433" y="882879"/>
                  </a:lnTo>
                  <a:lnTo>
                    <a:pt x="4062855" y="923898"/>
                  </a:lnTo>
                  <a:lnTo>
                    <a:pt x="4066278" y="926635"/>
                  </a:lnTo>
                  <a:lnTo>
                    <a:pt x="4069701" y="907697"/>
                  </a:lnTo>
                  <a:lnTo>
                    <a:pt x="4073124" y="844594"/>
                  </a:lnTo>
                  <a:lnTo>
                    <a:pt x="4076547" y="664313"/>
                  </a:lnTo>
                  <a:lnTo>
                    <a:pt x="4079969" y="447838"/>
                  </a:lnTo>
                  <a:lnTo>
                    <a:pt x="4083392" y="334407"/>
                  </a:lnTo>
                  <a:lnTo>
                    <a:pt x="4086815" y="332548"/>
                  </a:lnTo>
                  <a:lnTo>
                    <a:pt x="4090238" y="330385"/>
                  </a:lnTo>
                  <a:lnTo>
                    <a:pt x="4093661" y="270807"/>
                  </a:lnTo>
                  <a:lnTo>
                    <a:pt x="4097083" y="242395"/>
                  </a:lnTo>
                  <a:lnTo>
                    <a:pt x="4100506" y="260822"/>
                  </a:lnTo>
                  <a:lnTo>
                    <a:pt x="4103929" y="246119"/>
                  </a:lnTo>
                  <a:lnTo>
                    <a:pt x="4107352" y="139326"/>
                  </a:lnTo>
                  <a:lnTo>
                    <a:pt x="4110775" y="50774"/>
                  </a:lnTo>
                  <a:lnTo>
                    <a:pt x="4114197" y="42211"/>
                  </a:lnTo>
                  <a:lnTo>
                    <a:pt x="4117620" y="34496"/>
                  </a:lnTo>
                  <a:lnTo>
                    <a:pt x="4121043" y="10959"/>
                  </a:lnTo>
                  <a:lnTo>
                    <a:pt x="4124466" y="0"/>
                  </a:lnTo>
                  <a:lnTo>
                    <a:pt x="4127888" y="13834"/>
                  </a:lnTo>
                  <a:lnTo>
                    <a:pt x="4131311" y="51787"/>
                  </a:lnTo>
                  <a:lnTo>
                    <a:pt x="4134734" y="132366"/>
                  </a:lnTo>
                  <a:lnTo>
                    <a:pt x="4138157" y="217736"/>
                  </a:lnTo>
                  <a:lnTo>
                    <a:pt x="4141580" y="221182"/>
                  </a:lnTo>
                  <a:lnTo>
                    <a:pt x="4145002" y="224357"/>
                  </a:lnTo>
                  <a:lnTo>
                    <a:pt x="4148425" y="227400"/>
                  </a:lnTo>
                  <a:lnTo>
                    <a:pt x="4151848" y="268225"/>
                  </a:lnTo>
                  <a:lnTo>
                    <a:pt x="4155271" y="273131"/>
                  </a:lnTo>
                  <a:lnTo>
                    <a:pt x="4158694" y="297800"/>
                  </a:lnTo>
                  <a:lnTo>
                    <a:pt x="4162116" y="424081"/>
                  </a:lnTo>
                  <a:lnTo>
                    <a:pt x="4165539" y="501444"/>
                  </a:lnTo>
                  <a:lnTo>
                    <a:pt x="4168962" y="550049"/>
                  </a:lnTo>
                  <a:lnTo>
                    <a:pt x="4172385" y="567324"/>
                  </a:lnTo>
                  <a:lnTo>
                    <a:pt x="4175808" y="629757"/>
                  </a:lnTo>
                  <a:lnTo>
                    <a:pt x="4179230" y="723642"/>
                  </a:lnTo>
                  <a:lnTo>
                    <a:pt x="4182653" y="777265"/>
                  </a:lnTo>
                  <a:lnTo>
                    <a:pt x="4186076" y="735346"/>
                  </a:lnTo>
                  <a:lnTo>
                    <a:pt x="4189499" y="697163"/>
                  </a:lnTo>
                  <a:lnTo>
                    <a:pt x="4192922" y="700816"/>
                  </a:lnTo>
                  <a:lnTo>
                    <a:pt x="4196344" y="612446"/>
                  </a:lnTo>
                  <a:lnTo>
                    <a:pt x="4199767" y="535655"/>
                  </a:lnTo>
                  <a:lnTo>
                    <a:pt x="4203190" y="481251"/>
                  </a:lnTo>
                  <a:lnTo>
                    <a:pt x="4206613" y="541145"/>
                  </a:lnTo>
                  <a:lnTo>
                    <a:pt x="4210036" y="511398"/>
                  </a:lnTo>
                  <a:lnTo>
                    <a:pt x="4213458" y="399120"/>
                  </a:lnTo>
                  <a:lnTo>
                    <a:pt x="4216881" y="297184"/>
                  </a:lnTo>
                  <a:lnTo>
                    <a:pt x="4220304" y="172902"/>
                  </a:lnTo>
                  <a:lnTo>
                    <a:pt x="4223727" y="66266"/>
                  </a:lnTo>
                  <a:lnTo>
                    <a:pt x="4227149" y="32690"/>
                  </a:lnTo>
                  <a:lnTo>
                    <a:pt x="4230572" y="178343"/>
                  </a:lnTo>
                  <a:lnTo>
                    <a:pt x="4233995" y="320120"/>
                  </a:lnTo>
                  <a:lnTo>
                    <a:pt x="4237418" y="548708"/>
                  </a:lnTo>
                  <a:lnTo>
                    <a:pt x="4240841" y="714784"/>
                  </a:lnTo>
                  <a:lnTo>
                    <a:pt x="4244263" y="814992"/>
                  </a:lnTo>
                  <a:lnTo>
                    <a:pt x="4247686" y="904487"/>
                  </a:lnTo>
                  <a:lnTo>
                    <a:pt x="4251109" y="977619"/>
                  </a:lnTo>
                  <a:lnTo>
                    <a:pt x="4254532" y="1077699"/>
                  </a:lnTo>
                  <a:lnTo>
                    <a:pt x="4257955" y="1000644"/>
                  </a:lnTo>
                  <a:lnTo>
                    <a:pt x="4261377" y="940830"/>
                  </a:lnTo>
                  <a:lnTo>
                    <a:pt x="4264800" y="953116"/>
                  </a:lnTo>
                  <a:lnTo>
                    <a:pt x="4268223" y="997398"/>
                  </a:lnTo>
                  <a:lnTo>
                    <a:pt x="4271646" y="928734"/>
                  </a:lnTo>
                  <a:lnTo>
                    <a:pt x="4275069" y="879560"/>
                  </a:lnTo>
                  <a:lnTo>
                    <a:pt x="4278491" y="898766"/>
                  </a:lnTo>
                  <a:lnTo>
                    <a:pt x="4281914" y="915476"/>
                  </a:lnTo>
                  <a:lnTo>
                    <a:pt x="4285337" y="952577"/>
                  </a:lnTo>
                  <a:lnTo>
                    <a:pt x="4288760" y="959598"/>
                  </a:lnTo>
                  <a:lnTo>
                    <a:pt x="4292183" y="993160"/>
                  </a:lnTo>
                  <a:lnTo>
                    <a:pt x="4295605" y="996044"/>
                  </a:lnTo>
                  <a:lnTo>
                    <a:pt x="4299028" y="1041362"/>
                  </a:lnTo>
                  <a:lnTo>
                    <a:pt x="4302451" y="1025213"/>
                  </a:lnTo>
                  <a:lnTo>
                    <a:pt x="4305874" y="956913"/>
                  </a:lnTo>
                  <a:lnTo>
                    <a:pt x="4309297" y="876271"/>
                  </a:lnTo>
                  <a:lnTo>
                    <a:pt x="4312719" y="865853"/>
                  </a:lnTo>
                  <a:lnTo>
                    <a:pt x="4316142" y="891787"/>
                  </a:lnTo>
                  <a:lnTo>
                    <a:pt x="4319565" y="889072"/>
                  </a:lnTo>
                  <a:lnTo>
                    <a:pt x="4322988" y="894193"/>
                  </a:lnTo>
                  <a:lnTo>
                    <a:pt x="4326410" y="831137"/>
                  </a:lnTo>
                  <a:lnTo>
                    <a:pt x="4329833" y="695189"/>
                  </a:lnTo>
                  <a:lnTo>
                    <a:pt x="4333256" y="496241"/>
                  </a:lnTo>
                  <a:lnTo>
                    <a:pt x="4336679" y="302189"/>
                  </a:lnTo>
                  <a:lnTo>
                    <a:pt x="4340102" y="136076"/>
                  </a:lnTo>
                  <a:lnTo>
                    <a:pt x="4343524" y="30820"/>
                  </a:lnTo>
                  <a:lnTo>
                    <a:pt x="4346947" y="25707"/>
                  </a:lnTo>
                  <a:lnTo>
                    <a:pt x="4350370" y="43676"/>
                  </a:lnTo>
                  <a:lnTo>
                    <a:pt x="4353793" y="81610"/>
                  </a:lnTo>
                  <a:lnTo>
                    <a:pt x="4357216" y="193737"/>
                  </a:lnTo>
                  <a:lnTo>
                    <a:pt x="4360638" y="269200"/>
                  </a:lnTo>
                  <a:lnTo>
                    <a:pt x="4364061" y="344370"/>
                  </a:lnTo>
                  <a:lnTo>
                    <a:pt x="4367484" y="397035"/>
                  </a:lnTo>
                  <a:lnTo>
                    <a:pt x="4370907" y="380135"/>
                  </a:lnTo>
                  <a:lnTo>
                    <a:pt x="4374330" y="345527"/>
                  </a:lnTo>
                  <a:lnTo>
                    <a:pt x="4377752" y="268128"/>
                  </a:lnTo>
                  <a:lnTo>
                    <a:pt x="4381175" y="240717"/>
                  </a:lnTo>
                  <a:lnTo>
                    <a:pt x="4384598" y="273407"/>
                  </a:lnTo>
                  <a:lnTo>
                    <a:pt x="4388021" y="366498"/>
                  </a:lnTo>
                  <a:lnTo>
                    <a:pt x="4391444" y="579631"/>
                  </a:lnTo>
                  <a:lnTo>
                    <a:pt x="4394866" y="784613"/>
                  </a:lnTo>
                  <a:lnTo>
                    <a:pt x="4398289" y="915993"/>
                  </a:lnTo>
                  <a:lnTo>
                    <a:pt x="4401712" y="980459"/>
                  </a:lnTo>
                  <a:lnTo>
                    <a:pt x="4405135" y="955210"/>
                  </a:lnTo>
                  <a:lnTo>
                    <a:pt x="4408558" y="882977"/>
                  </a:lnTo>
                  <a:lnTo>
                    <a:pt x="4411980" y="768840"/>
                  </a:lnTo>
                  <a:lnTo>
                    <a:pt x="4415403" y="659662"/>
                  </a:lnTo>
                  <a:lnTo>
                    <a:pt x="4418826" y="543621"/>
                  </a:lnTo>
                  <a:lnTo>
                    <a:pt x="4422249" y="454559"/>
                  </a:lnTo>
                  <a:lnTo>
                    <a:pt x="4425672" y="428584"/>
                  </a:lnTo>
                  <a:lnTo>
                    <a:pt x="4429094" y="393413"/>
                  </a:lnTo>
                  <a:lnTo>
                    <a:pt x="4432517" y="353583"/>
                  </a:lnTo>
                  <a:lnTo>
                    <a:pt x="4435940" y="304214"/>
                  </a:lnTo>
                  <a:lnTo>
                    <a:pt x="4439363" y="244067"/>
                  </a:lnTo>
                  <a:lnTo>
                    <a:pt x="4442785" y="235990"/>
                  </a:lnTo>
                  <a:lnTo>
                    <a:pt x="4446208" y="271637"/>
                  </a:lnTo>
                  <a:lnTo>
                    <a:pt x="4449631" y="302978"/>
                  </a:lnTo>
                  <a:lnTo>
                    <a:pt x="4453054" y="273453"/>
                  </a:lnTo>
                  <a:lnTo>
                    <a:pt x="4456477" y="278501"/>
                  </a:lnTo>
                  <a:lnTo>
                    <a:pt x="4459899" y="394760"/>
                  </a:lnTo>
                  <a:lnTo>
                    <a:pt x="4463322" y="437642"/>
                  </a:lnTo>
                  <a:lnTo>
                    <a:pt x="4466745" y="398514"/>
                  </a:lnTo>
                  <a:lnTo>
                    <a:pt x="4470168" y="307624"/>
                  </a:lnTo>
                  <a:lnTo>
                    <a:pt x="4473591" y="278177"/>
                  </a:lnTo>
                  <a:lnTo>
                    <a:pt x="4477013" y="267042"/>
                  </a:lnTo>
                  <a:lnTo>
                    <a:pt x="4480436" y="206003"/>
                  </a:lnTo>
                  <a:lnTo>
                    <a:pt x="4483859" y="159595"/>
                  </a:lnTo>
                  <a:lnTo>
                    <a:pt x="4487282" y="127101"/>
                  </a:lnTo>
                  <a:lnTo>
                    <a:pt x="4490705" y="172229"/>
                  </a:lnTo>
                  <a:lnTo>
                    <a:pt x="4494127" y="175825"/>
                  </a:lnTo>
                  <a:lnTo>
                    <a:pt x="4497550" y="138683"/>
                  </a:lnTo>
                  <a:lnTo>
                    <a:pt x="4500973" y="143716"/>
                  </a:lnTo>
                  <a:lnTo>
                    <a:pt x="4504396" y="164064"/>
                  </a:lnTo>
                  <a:lnTo>
                    <a:pt x="4507819" y="200113"/>
                  </a:lnTo>
                  <a:lnTo>
                    <a:pt x="4511241" y="222104"/>
                  </a:lnTo>
                  <a:lnTo>
                    <a:pt x="4514664" y="226729"/>
                  </a:lnTo>
                  <a:lnTo>
                    <a:pt x="4518087" y="282860"/>
                  </a:lnTo>
                  <a:lnTo>
                    <a:pt x="4521510" y="322619"/>
                  </a:lnTo>
                  <a:lnTo>
                    <a:pt x="4524933" y="424297"/>
                  </a:lnTo>
                  <a:lnTo>
                    <a:pt x="4528355" y="536616"/>
                  </a:lnTo>
                  <a:lnTo>
                    <a:pt x="4531778" y="559144"/>
                  </a:lnTo>
                  <a:lnTo>
                    <a:pt x="4535201" y="589479"/>
                  </a:lnTo>
                  <a:lnTo>
                    <a:pt x="4538624" y="590594"/>
                  </a:lnTo>
                  <a:lnTo>
                    <a:pt x="4542046" y="540192"/>
                  </a:lnTo>
                  <a:lnTo>
                    <a:pt x="4545469" y="447301"/>
                  </a:lnTo>
                  <a:lnTo>
                    <a:pt x="4548892" y="375194"/>
                  </a:lnTo>
                  <a:lnTo>
                    <a:pt x="4552315" y="410308"/>
                  </a:lnTo>
                  <a:lnTo>
                    <a:pt x="4555738" y="466241"/>
                  </a:lnTo>
                  <a:lnTo>
                    <a:pt x="4559160" y="454590"/>
                  </a:lnTo>
                  <a:lnTo>
                    <a:pt x="4562583" y="494855"/>
                  </a:lnTo>
                  <a:lnTo>
                    <a:pt x="4566006" y="536311"/>
                  </a:lnTo>
                  <a:lnTo>
                    <a:pt x="4569429" y="508016"/>
                  </a:lnTo>
                  <a:lnTo>
                    <a:pt x="4572852" y="466447"/>
                  </a:lnTo>
                  <a:lnTo>
                    <a:pt x="4576274" y="408368"/>
                  </a:lnTo>
                  <a:lnTo>
                    <a:pt x="4579697" y="422843"/>
                  </a:lnTo>
                  <a:lnTo>
                    <a:pt x="4583120" y="405639"/>
                  </a:lnTo>
                  <a:lnTo>
                    <a:pt x="4586543" y="425046"/>
                  </a:lnTo>
                  <a:lnTo>
                    <a:pt x="4589966" y="471375"/>
                  </a:lnTo>
                  <a:lnTo>
                    <a:pt x="4593388" y="508095"/>
                  </a:lnTo>
                  <a:lnTo>
                    <a:pt x="4596811" y="576946"/>
                  </a:lnTo>
                  <a:lnTo>
                    <a:pt x="4600234" y="648729"/>
                  </a:lnTo>
                  <a:lnTo>
                    <a:pt x="4603657" y="768041"/>
                  </a:lnTo>
                  <a:lnTo>
                    <a:pt x="4607080" y="850034"/>
                  </a:lnTo>
                  <a:lnTo>
                    <a:pt x="4610502" y="866973"/>
                  </a:lnTo>
                  <a:lnTo>
                    <a:pt x="4613925" y="821331"/>
                  </a:lnTo>
                  <a:lnTo>
                    <a:pt x="4617348" y="797186"/>
                  </a:lnTo>
                  <a:lnTo>
                    <a:pt x="4620771" y="711169"/>
                  </a:lnTo>
                  <a:lnTo>
                    <a:pt x="4624194" y="592643"/>
                  </a:lnTo>
                  <a:lnTo>
                    <a:pt x="4627616" y="503102"/>
                  </a:lnTo>
                  <a:lnTo>
                    <a:pt x="4631039" y="460475"/>
                  </a:lnTo>
                  <a:lnTo>
                    <a:pt x="4634462" y="462193"/>
                  </a:lnTo>
                  <a:lnTo>
                    <a:pt x="4637885" y="400034"/>
                  </a:lnTo>
                  <a:lnTo>
                    <a:pt x="4641307" y="381603"/>
                  </a:lnTo>
                  <a:lnTo>
                    <a:pt x="4644730" y="332594"/>
                  </a:lnTo>
                  <a:lnTo>
                    <a:pt x="4648153" y="229581"/>
                  </a:lnTo>
                  <a:lnTo>
                    <a:pt x="4651576" y="116293"/>
                  </a:lnTo>
                  <a:lnTo>
                    <a:pt x="4654999" y="29130"/>
                  </a:lnTo>
                  <a:lnTo>
                    <a:pt x="4658421" y="82046"/>
                  </a:lnTo>
                  <a:lnTo>
                    <a:pt x="4661844" y="174809"/>
                  </a:lnTo>
                  <a:lnTo>
                    <a:pt x="4665267" y="208052"/>
                  </a:lnTo>
                  <a:lnTo>
                    <a:pt x="4668690" y="249769"/>
                  </a:lnTo>
                  <a:lnTo>
                    <a:pt x="4672113" y="294636"/>
                  </a:lnTo>
                  <a:lnTo>
                    <a:pt x="4675535" y="318015"/>
                  </a:lnTo>
                  <a:lnTo>
                    <a:pt x="4678958" y="279297"/>
                  </a:lnTo>
                  <a:lnTo>
                    <a:pt x="4682381" y="212154"/>
                  </a:lnTo>
                  <a:lnTo>
                    <a:pt x="4685804" y="226071"/>
                  </a:lnTo>
                  <a:lnTo>
                    <a:pt x="4689227" y="239356"/>
                  </a:lnTo>
                  <a:lnTo>
                    <a:pt x="4692649" y="260557"/>
                  </a:lnTo>
                  <a:lnTo>
                    <a:pt x="4696072" y="249075"/>
                  </a:lnTo>
                  <a:lnTo>
                    <a:pt x="4699495" y="264733"/>
                  </a:lnTo>
                  <a:lnTo>
                    <a:pt x="4702918" y="269437"/>
                  </a:lnTo>
                  <a:lnTo>
                    <a:pt x="4706341" y="295137"/>
                  </a:lnTo>
                  <a:lnTo>
                    <a:pt x="4709763" y="351488"/>
                  </a:lnTo>
                  <a:lnTo>
                    <a:pt x="4713186" y="398034"/>
                  </a:lnTo>
                  <a:lnTo>
                    <a:pt x="4716609" y="511492"/>
                  </a:lnTo>
                  <a:lnTo>
                    <a:pt x="4720032" y="681599"/>
                  </a:lnTo>
                  <a:lnTo>
                    <a:pt x="4723455" y="889887"/>
                  </a:lnTo>
                  <a:lnTo>
                    <a:pt x="4726877" y="978528"/>
                  </a:lnTo>
                  <a:lnTo>
                    <a:pt x="4730300" y="996390"/>
                  </a:lnTo>
                  <a:lnTo>
                    <a:pt x="4733723" y="1012390"/>
                  </a:lnTo>
                  <a:lnTo>
                    <a:pt x="4737146" y="1084964"/>
                  </a:lnTo>
                  <a:lnTo>
                    <a:pt x="4740569" y="1070321"/>
                  </a:lnTo>
                  <a:lnTo>
                    <a:pt x="4743991" y="971142"/>
                  </a:lnTo>
                  <a:lnTo>
                    <a:pt x="4747414" y="928048"/>
                  </a:lnTo>
                  <a:lnTo>
                    <a:pt x="4750837" y="905472"/>
                  </a:lnTo>
                  <a:lnTo>
                    <a:pt x="4754260" y="862420"/>
                  </a:lnTo>
                  <a:lnTo>
                    <a:pt x="4757682" y="744302"/>
                  </a:lnTo>
                  <a:lnTo>
                    <a:pt x="4761105" y="622396"/>
                  </a:lnTo>
                  <a:lnTo>
                    <a:pt x="4764528" y="574031"/>
                  </a:lnTo>
                  <a:lnTo>
                    <a:pt x="4767951" y="551744"/>
                  </a:lnTo>
                  <a:lnTo>
                    <a:pt x="4771374" y="525976"/>
                  </a:lnTo>
                  <a:lnTo>
                    <a:pt x="4774796" y="533689"/>
                  </a:lnTo>
                  <a:lnTo>
                    <a:pt x="4778219" y="518105"/>
                  </a:lnTo>
                  <a:lnTo>
                    <a:pt x="4781642" y="457364"/>
                  </a:lnTo>
                  <a:lnTo>
                    <a:pt x="4785065" y="377540"/>
                  </a:lnTo>
                  <a:lnTo>
                    <a:pt x="4788488" y="361630"/>
                  </a:lnTo>
                  <a:lnTo>
                    <a:pt x="4791910" y="483001"/>
                  </a:lnTo>
                  <a:lnTo>
                    <a:pt x="4795333" y="564748"/>
                  </a:lnTo>
                  <a:lnTo>
                    <a:pt x="4798756" y="588395"/>
                  </a:lnTo>
                  <a:lnTo>
                    <a:pt x="4802179" y="633802"/>
                  </a:lnTo>
                  <a:lnTo>
                    <a:pt x="4805602" y="599332"/>
                  </a:lnTo>
                  <a:lnTo>
                    <a:pt x="4809024" y="509178"/>
                  </a:lnTo>
                  <a:lnTo>
                    <a:pt x="4812447" y="349944"/>
                  </a:lnTo>
                  <a:lnTo>
                    <a:pt x="4815870" y="220432"/>
                  </a:lnTo>
                  <a:lnTo>
                    <a:pt x="4819293" y="157726"/>
                  </a:lnTo>
                  <a:lnTo>
                    <a:pt x="4822716" y="204594"/>
                  </a:lnTo>
                  <a:lnTo>
                    <a:pt x="4826138" y="407620"/>
                  </a:lnTo>
                  <a:lnTo>
                    <a:pt x="4829561" y="656386"/>
                  </a:lnTo>
                  <a:lnTo>
                    <a:pt x="4832984" y="807090"/>
                  </a:lnTo>
                  <a:lnTo>
                    <a:pt x="4836407" y="887665"/>
                  </a:lnTo>
                  <a:lnTo>
                    <a:pt x="4839830" y="984706"/>
                  </a:lnTo>
                  <a:lnTo>
                    <a:pt x="4843252" y="951170"/>
                  </a:lnTo>
                  <a:lnTo>
                    <a:pt x="4846675" y="897994"/>
                  </a:lnTo>
                  <a:lnTo>
                    <a:pt x="4850098" y="837276"/>
                  </a:lnTo>
                  <a:lnTo>
                    <a:pt x="4853521" y="772451"/>
                  </a:lnTo>
                  <a:lnTo>
                    <a:pt x="4856943" y="875043"/>
                  </a:lnTo>
                  <a:lnTo>
                    <a:pt x="4860366" y="958729"/>
                  </a:lnTo>
                  <a:lnTo>
                    <a:pt x="4863789" y="1031892"/>
                  </a:lnTo>
                  <a:lnTo>
                    <a:pt x="4867212" y="1061183"/>
                  </a:lnTo>
                  <a:lnTo>
                    <a:pt x="4870635" y="1028821"/>
                  </a:lnTo>
                  <a:lnTo>
                    <a:pt x="4874057" y="1033774"/>
                  </a:lnTo>
                  <a:lnTo>
                    <a:pt x="4877480" y="940894"/>
                  </a:lnTo>
                  <a:lnTo>
                    <a:pt x="4880903" y="915422"/>
                  </a:lnTo>
                  <a:lnTo>
                    <a:pt x="4884326" y="922279"/>
                  </a:lnTo>
                  <a:lnTo>
                    <a:pt x="4887749" y="758445"/>
                  </a:lnTo>
                  <a:lnTo>
                    <a:pt x="4891171" y="685305"/>
                  </a:lnTo>
                  <a:lnTo>
                    <a:pt x="4894594" y="667004"/>
                  </a:lnTo>
                  <a:lnTo>
                    <a:pt x="4898017" y="611777"/>
                  </a:lnTo>
                  <a:lnTo>
                    <a:pt x="4901440" y="488035"/>
                  </a:lnTo>
                  <a:lnTo>
                    <a:pt x="4904863" y="455070"/>
                  </a:lnTo>
                  <a:lnTo>
                    <a:pt x="4908285" y="558881"/>
                  </a:lnTo>
                  <a:lnTo>
                    <a:pt x="4911708" y="550199"/>
                  </a:lnTo>
                  <a:lnTo>
                    <a:pt x="4915131" y="502091"/>
                  </a:lnTo>
                  <a:lnTo>
                    <a:pt x="4918554" y="545108"/>
                  </a:lnTo>
                  <a:lnTo>
                    <a:pt x="4921977" y="571010"/>
                  </a:lnTo>
                  <a:lnTo>
                    <a:pt x="4925399" y="477516"/>
                  </a:lnTo>
                  <a:lnTo>
                    <a:pt x="4928822" y="376803"/>
                  </a:lnTo>
                  <a:lnTo>
                    <a:pt x="4932245" y="352303"/>
                  </a:lnTo>
                  <a:lnTo>
                    <a:pt x="4935668" y="395741"/>
                  </a:lnTo>
                  <a:lnTo>
                    <a:pt x="4939091" y="415331"/>
                  </a:lnTo>
                  <a:lnTo>
                    <a:pt x="4942513" y="414473"/>
                  </a:lnTo>
                  <a:lnTo>
                    <a:pt x="4945936" y="403398"/>
                  </a:lnTo>
                  <a:lnTo>
                    <a:pt x="4949359" y="425715"/>
                  </a:lnTo>
                  <a:lnTo>
                    <a:pt x="4952782" y="391923"/>
                  </a:lnTo>
                  <a:lnTo>
                    <a:pt x="4956204" y="324288"/>
                  </a:lnTo>
                  <a:lnTo>
                    <a:pt x="4959627" y="215520"/>
                  </a:lnTo>
                  <a:lnTo>
                    <a:pt x="4963050" y="122071"/>
                  </a:lnTo>
                  <a:lnTo>
                    <a:pt x="4966473" y="113413"/>
                  </a:lnTo>
                  <a:lnTo>
                    <a:pt x="4969896" y="86906"/>
                  </a:lnTo>
                  <a:lnTo>
                    <a:pt x="4973318" y="113203"/>
                  </a:lnTo>
                  <a:lnTo>
                    <a:pt x="4976741" y="95333"/>
                  </a:lnTo>
                  <a:lnTo>
                    <a:pt x="4980164" y="159232"/>
                  </a:lnTo>
                  <a:lnTo>
                    <a:pt x="4983587" y="301041"/>
                  </a:lnTo>
                  <a:lnTo>
                    <a:pt x="4987010" y="354207"/>
                  </a:lnTo>
                  <a:lnTo>
                    <a:pt x="4990432" y="355092"/>
                  </a:lnTo>
                  <a:lnTo>
                    <a:pt x="4993855" y="331918"/>
                  </a:lnTo>
                  <a:lnTo>
                    <a:pt x="4997278" y="362328"/>
                  </a:lnTo>
                  <a:lnTo>
                    <a:pt x="5000701" y="347837"/>
                  </a:lnTo>
                  <a:lnTo>
                    <a:pt x="5004124" y="230480"/>
                  </a:lnTo>
                  <a:lnTo>
                    <a:pt x="5007546" y="196830"/>
                  </a:lnTo>
                  <a:lnTo>
                    <a:pt x="5010969" y="217905"/>
                  </a:lnTo>
                  <a:lnTo>
                    <a:pt x="5014392" y="234387"/>
                  </a:lnTo>
                  <a:lnTo>
                    <a:pt x="5017815" y="263392"/>
                  </a:lnTo>
                  <a:lnTo>
                    <a:pt x="5021238" y="273757"/>
                  </a:lnTo>
                  <a:lnTo>
                    <a:pt x="5024660" y="314474"/>
                  </a:lnTo>
                  <a:lnTo>
                    <a:pt x="5028083" y="348796"/>
                  </a:lnTo>
                  <a:lnTo>
                    <a:pt x="5031506" y="419426"/>
                  </a:lnTo>
                  <a:lnTo>
                    <a:pt x="5034929" y="522568"/>
                  </a:lnTo>
                  <a:lnTo>
                    <a:pt x="5038352" y="569189"/>
                  </a:lnTo>
                  <a:lnTo>
                    <a:pt x="5041774" y="578260"/>
                  </a:lnTo>
                  <a:lnTo>
                    <a:pt x="5045197" y="634211"/>
                  </a:lnTo>
                  <a:lnTo>
                    <a:pt x="5048620" y="597740"/>
                  </a:lnTo>
                  <a:lnTo>
                    <a:pt x="5052043" y="541691"/>
                  </a:lnTo>
                  <a:lnTo>
                    <a:pt x="5055466" y="472169"/>
                  </a:lnTo>
                  <a:lnTo>
                    <a:pt x="5058888" y="393789"/>
                  </a:lnTo>
                  <a:lnTo>
                    <a:pt x="5062311" y="333216"/>
                  </a:lnTo>
                  <a:lnTo>
                    <a:pt x="5065734" y="308885"/>
                  </a:lnTo>
                  <a:lnTo>
                    <a:pt x="5069157" y="347767"/>
                  </a:lnTo>
                  <a:lnTo>
                    <a:pt x="5072579" y="402493"/>
                  </a:lnTo>
                  <a:lnTo>
                    <a:pt x="5076002" y="414868"/>
                  </a:lnTo>
                  <a:lnTo>
                    <a:pt x="5079425" y="435720"/>
                  </a:lnTo>
                  <a:lnTo>
                    <a:pt x="5082848" y="520606"/>
                  </a:lnTo>
                  <a:lnTo>
                    <a:pt x="5086271" y="555982"/>
                  </a:lnTo>
                  <a:lnTo>
                    <a:pt x="5089693" y="553406"/>
                  </a:lnTo>
                  <a:lnTo>
                    <a:pt x="5093116" y="526743"/>
                  </a:lnTo>
                  <a:lnTo>
                    <a:pt x="5096539" y="579584"/>
                  </a:lnTo>
                  <a:lnTo>
                    <a:pt x="5099962" y="634390"/>
                  </a:lnTo>
                  <a:lnTo>
                    <a:pt x="5103385" y="653619"/>
                  </a:lnTo>
                  <a:lnTo>
                    <a:pt x="5106807" y="650173"/>
                  </a:lnTo>
                  <a:lnTo>
                    <a:pt x="5110230" y="644986"/>
                  </a:lnTo>
                  <a:lnTo>
                    <a:pt x="5113653" y="647705"/>
                  </a:lnTo>
                  <a:lnTo>
                    <a:pt x="5117076" y="570319"/>
                  </a:lnTo>
                  <a:lnTo>
                    <a:pt x="5120499" y="471658"/>
                  </a:lnTo>
                  <a:lnTo>
                    <a:pt x="5123921" y="380101"/>
                  </a:lnTo>
                  <a:lnTo>
                    <a:pt x="5127344" y="322360"/>
                  </a:lnTo>
                  <a:lnTo>
                    <a:pt x="5130767" y="350776"/>
                  </a:lnTo>
                  <a:lnTo>
                    <a:pt x="5134190" y="332067"/>
                  </a:lnTo>
                  <a:lnTo>
                    <a:pt x="5137613" y="311013"/>
                  </a:lnTo>
                  <a:lnTo>
                    <a:pt x="5141035" y="346480"/>
                  </a:lnTo>
                  <a:lnTo>
                    <a:pt x="5144458" y="410175"/>
                  </a:lnTo>
                  <a:lnTo>
                    <a:pt x="5147881" y="393881"/>
                  </a:lnTo>
                  <a:lnTo>
                    <a:pt x="5151304" y="309208"/>
                  </a:lnTo>
                  <a:lnTo>
                    <a:pt x="5154727" y="240332"/>
                  </a:lnTo>
                  <a:lnTo>
                    <a:pt x="5158149" y="221933"/>
                  </a:lnTo>
                  <a:lnTo>
                    <a:pt x="5161572" y="233868"/>
                  </a:lnTo>
                  <a:lnTo>
                    <a:pt x="5164995" y="167002"/>
                  </a:lnTo>
                  <a:lnTo>
                    <a:pt x="5168418" y="136543"/>
                  </a:lnTo>
                  <a:lnTo>
                    <a:pt x="5171840" y="142937"/>
                  </a:lnTo>
                  <a:lnTo>
                    <a:pt x="5175263" y="163159"/>
                  </a:lnTo>
                  <a:lnTo>
                    <a:pt x="5178686" y="197829"/>
                  </a:lnTo>
                  <a:lnTo>
                    <a:pt x="5182109" y="211486"/>
                  </a:lnTo>
                  <a:lnTo>
                    <a:pt x="5185532" y="224726"/>
                  </a:lnTo>
                  <a:lnTo>
                    <a:pt x="5188954" y="253964"/>
                  </a:lnTo>
                  <a:lnTo>
                    <a:pt x="5192377" y="272939"/>
                  </a:lnTo>
                  <a:lnTo>
                    <a:pt x="5195800" y="300603"/>
                  </a:lnTo>
                  <a:lnTo>
                    <a:pt x="5199223" y="327139"/>
                  </a:lnTo>
                  <a:lnTo>
                    <a:pt x="5202646" y="297560"/>
                  </a:lnTo>
                  <a:lnTo>
                    <a:pt x="5206068" y="222814"/>
                  </a:lnTo>
                  <a:lnTo>
                    <a:pt x="5209491" y="134620"/>
                  </a:lnTo>
                  <a:lnTo>
                    <a:pt x="5212914" y="122376"/>
                  </a:lnTo>
                  <a:lnTo>
                    <a:pt x="5216337" y="137653"/>
                  </a:lnTo>
                  <a:lnTo>
                    <a:pt x="5219760" y="88283"/>
                  </a:lnTo>
                  <a:lnTo>
                    <a:pt x="5223182" y="37237"/>
                  </a:lnTo>
                  <a:lnTo>
                    <a:pt x="5226605" y="91547"/>
                  </a:lnTo>
                  <a:lnTo>
                    <a:pt x="5230028" y="176026"/>
                  </a:lnTo>
                  <a:lnTo>
                    <a:pt x="5233451" y="201752"/>
                  </a:lnTo>
                  <a:lnTo>
                    <a:pt x="5236874" y="258113"/>
                  </a:lnTo>
                  <a:lnTo>
                    <a:pt x="5240296" y="323221"/>
                  </a:lnTo>
                  <a:lnTo>
                    <a:pt x="5243719" y="392147"/>
                  </a:lnTo>
                  <a:lnTo>
                    <a:pt x="5247142" y="440589"/>
                  </a:lnTo>
                  <a:lnTo>
                    <a:pt x="5250565" y="523151"/>
                  </a:lnTo>
                  <a:lnTo>
                    <a:pt x="5253988" y="624207"/>
                  </a:lnTo>
                  <a:lnTo>
                    <a:pt x="5257410" y="723732"/>
                  </a:lnTo>
                  <a:lnTo>
                    <a:pt x="5260833" y="875995"/>
                  </a:lnTo>
                  <a:lnTo>
                    <a:pt x="5264256" y="977317"/>
                  </a:lnTo>
                  <a:lnTo>
                    <a:pt x="5267679" y="1008914"/>
                  </a:lnTo>
                  <a:lnTo>
                    <a:pt x="5271101" y="969039"/>
                  </a:lnTo>
                  <a:lnTo>
                    <a:pt x="5274524" y="965819"/>
                  </a:lnTo>
                  <a:lnTo>
                    <a:pt x="5277947" y="887049"/>
                  </a:lnTo>
                  <a:lnTo>
                    <a:pt x="5281370" y="664485"/>
                  </a:lnTo>
                  <a:lnTo>
                    <a:pt x="5284793" y="525167"/>
                  </a:lnTo>
                  <a:lnTo>
                    <a:pt x="5288215" y="496842"/>
                  </a:lnTo>
                  <a:lnTo>
                    <a:pt x="5291638" y="481486"/>
                  </a:lnTo>
                  <a:lnTo>
                    <a:pt x="5295061" y="436662"/>
                  </a:lnTo>
                  <a:lnTo>
                    <a:pt x="5298484" y="435386"/>
                  </a:lnTo>
                  <a:lnTo>
                    <a:pt x="5301907" y="469804"/>
                  </a:lnTo>
                  <a:lnTo>
                    <a:pt x="5305329" y="446307"/>
                  </a:lnTo>
                  <a:lnTo>
                    <a:pt x="5308752" y="399507"/>
                  </a:lnTo>
                  <a:lnTo>
                    <a:pt x="5312175" y="396175"/>
                  </a:lnTo>
                  <a:lnTo>
                    <a:pt x="5315598" y="344156"/>
                  </a:lnTo>
                  <a:lnTo>
                    <a:pt x="5319021" y="336987"/>
                  </a:lnTo>
                  <a:lnTo>
                    <a:pt x="5322443" y="444700"/>
                  </a:lnTo>
                  <a:lnTo>
                    <a:pt x="5325866" y="600308"/>
                  </a:lnTo>
                  <a:lnTo>
                    <a:pt x="5329289" y="721225"/>
                  </a:lnTo>
                  <a:lnTo>
                    <a:pt x="5332712" y="769329"/>
                  </a:lnTo>
                  <a:lnTo>
                    <a:pt x="5336135" y="786741"/>
                  </a:lnTo>
                  <a:lnTo>
                    <a:pt x="5339557" y="766104"/>
                  </a:lnTo>
                  <a:lnTo>
                    <a:pt x="5342980" y="714779"/>
                  </a:lnTo>
                  <a:lnTo>
                    <a:pt x="5346403" y="669774"/>
                  </a:lnTo>
                  <a:lnTo>
                    <a:pt x="5349826" y="678498"/>
                  </a:lnTo>
                  <a:lnTo>
                    <a:pt x="5353249" y="894444"/>
                  </a:lnTo>
                  <a:lnTo>
                    <a:pt x="5356671" y="1083437"/>
                  </a:lnTo>
                  <a:lnTo>
                    <a:pt x="5360094" y="1084336"/>
                  </a:lnTo>
                  <a:lnTo>
                    <a:pt x="5363517" y="1051618"/>
                  </a:lnTo>
                  <a:lnTo>
                    <a:pt x="5366940" y="1024129"/>
                  </a:lnTo>
                  <a:lnTo>
                    <a:pt x="5370363" y="928523"/>
                  </a:lnTo>
                  <a:lnTo>
                    <a:pt x="5373785" y="696477"/>
                  </a:lnTo>
                  <a:lnTo>
                    <a:pt x="5377208" y="574504"/>
                  </a:lnTo>
                  <a:lnTo>
                    <a:pt x="5380631" y="584221"/>
                  </a:lnTo>
                  <a:lnTo>
                    <a:pt x="5384054" y="617906"/>
                  </a:lnTo>
                  <a:lnTo>
                    <a:pt x="5387476" y="629223"/>
                  </a:lnTo>
                  <a:lnTo>
                    <a:pt x="5390899" y="646559"/>
                  </a:lnTo>
                  <a:lnTo>
                    <a:pt x="5394322" y="642360"/>
                  </a:lnTo>
                  <a:lnTo>
                    <a:pt x="5397745" y="611001"/>
                  </a:lnTo>
                  <a:lnTo>
                    <a:pt x="5401168" y="666856"/>
                  </a:lnTo>
                  <a:lnTo>
                    <a:pt x="5404590" y="782055"/>
                  </a:lnTo>
                  <a:lnTo>
                    <a:pt x="5408013" y="737763"/>
                  </a:lnTo>
                  <a:lnTo>
                    <a:pt x="5411436" y="692791"/>
                  </a:lnTo>
                  <a:lnTo>
                    <a:pt x="5414859" y="626676"/>
                  </a:lnTo>
                  <a:lnTo>
                    <a:pt x="5418282" y="586535"/>
                  </a:lnTo>
                  <a:lnTo>
                    <a:pt x="5421704" y="543811"/>
                  </a:lnTo>
                  <a:lnTo>
                    <a:pt x="5425127" y="465069"/>
                  </a:lnTo>
                  <a:lnTo>
                    <a:pt x="5428550" y="583877"/>
                  </a:lnTo>
                  <a:lnTo>
                    <a:pt x="5431973" y="705357"/>
                  </a:lnTo>
                  <a:lnTo>
                    <a:pt x="5435396" y="792364"/>
                  </a:lnTo>
                  <a:lnTo>
                    <a:pt x="5438818" y="830599"/>
                  </a:lnTo>
                  <a:lnTo>
                    <a:pt x="5442241" y="850228"/>
                  </a:lnTo>
                  <a:lnTo>
                    <a:pt x="5445664" y="888551"/>
                  </a:lnTo>
                  <a:lnTo>
                    <a:pt x="5449087" y="885106"/>
                  </a:lnTo>
                  <a:lnTo>
                    <a:pt x="5452510" y="927303"/>
                  </a:lnTo>
                  <a:lnTo>
                    <a:pt x="5455932" y="995450"/>
                  </a:lnTo>
                  <a:lnTo>
                    <a:pt x="5459355" y="1123876"/>
                  </a:lnTo>
                  <a:lnTo>
                    <a:pt x="5462778" y="1184299"/>
                  </a:lnTo>
                  <a:lnTo>
                    <a:pt x="5466201" y="1116395"/>
                  </a:lnTo>
                  <a:lnTo>
                    <a:pt x="5469624" y="1141433"/>
                  </a:lnTo>
                  <a:lnTo>
                    <a:pt x="5473046" y="1182173"/>
                  </a:lnTo>
                  <a:lnTo>
                    <a:pt x="5476469" y="1196867"/>
                  </a:lnTo>
                  <a:lnTo>
                    <a:pt x="5479892" y="1093690"/>
                  </a:lnTo>
                  <a:lnTo>
                    <a:pt x="5483315" y="1019566"/>
                  </a:lnTo>
                  <a:lnTo>
                    <a:pt x="5486737" y="1190980"/>
                  </a:lnTo>
                  <a:lnTo>
                    <a:pt x="5490160" y="1379976"/>
                  </a:lnTo>
                  <a:lnTo>
                    <a:pt x="5493583" y="1429533"/>
                  </a:lnTo>
                  <a:lnTo>
                    <a:pt x="5497006" y="1401271"/>
                  </a:lnTo>
                  <a:lnTo>
                    <a:pt x="5500429" y="1348818"/>
                  </a:lnTo>
                  <a:lnTo>
                    <a:pt x="5503851" y="1270542"/>
                  </a:lnTo>
                  <a:lnTo>
                    <a:pt x="5507274" y="1086801"/>
                  </a:lnTo>
                  <a:lnTo>
                    <a:pt x="5510697" y="859389"/>
                  </a:lnTo>
                  <a:lnTo>
                    <a:pt x="5514120" y="735066"/>
                  </a:lnTo>
                  <a:lnTo>
                    <a:pt x="5517543" y="688651"/>
                  </a:lnTo>
                  <a:lnTo>
                    <a:pt x="5520965" y="664421"/>
                  </a:lnTo>
                  <a:lnTo>
                    <a:pt x="5524388" y="693599"/>
                  </a:lnTo>
                  <a:lnTo>
                    <a:pt x="5527811" y="742032"/>
                  </a:lnTo>
                  <a:lnTo>
                    <a:pt x="5531234" y="822368"/>
                  </a:lnTo>
                  <a:lnTo>
                    <a:pt x="5534657" y="907400"/>
                  </a:lnTo>
                  <a:lnTo>
                    <a:pt x="5538079" y="982703"/>
                  </a:lnTo>
                  <a:lnTo>
                    <a:pt x="5541502" y="1161321"/>
                  </a:lnTo>
                  <a:lnTo>
                    <a:pt x="5544925" y="1286394"/>
                  </a:lnTo>
                  <a:lnTo>
                    <a:pt x="5548348" y="1352728"/>
                  </a:lnTo>
                  <a:lnTo>
                    <a:pt x="5551771" y="1410549"/>
                  </a:lnTo>
                  <a:lnTo>
                    <a:pt x="5555193" y="1447432"/>
                  </a:lnTo>
                  <a:lnTo>
                    <a:pt x="5558616" y="1443316"/>
                  </a:lnTo>
                  <a:lnTo>
                    <a:pt x="5562039" y="1421626"/>
                  </a:lnTo>
                  <a:lnTo>
                    <a:pt x="5565462" y="1494577"/>
                  </a:lnTo>
                  <a:lnTo>
                    <a:pt x="5568885" y="1557492"/>
                  </a:lnTo>
                  <a:lnTo>
                    <a:pt x="5572307" y="1495058"/>
                  </a:lnTo>
                  <a:lnTo>
                    <a:pt x="5575730" y="1445187"/>
                  </a:lnTo>
                  <a:lnTo>
                    <a:pt x="5579153" y="1574091"/>
                  </a:lnTo>
                  <a:lnTo>
                    <a:pt x="5582576" y="1745899"/>
                  </a:lnTo>
                  <a:lnTo>
                    <a:pt x="5585999" y="1817744"/>
                  </a:lnTo>
                  <a:lnTo>
                    <a:pt x="5589421" y="1778650"/>
                  </a:lnTo>
                  <a:lnTo>
                    <a:pt x="5592844" y="1744298"/>
                  </a:lnTo>
                  <a:lnTo>
                    <a:pt x="5596267" y="1769048"/>
                  </a:lnTo>
                  <a:lnTo>
                    <a:pt x="5599690" y="1704922"/>
                  </a:lnTo>
                  <a:lnTo>
                    <a:pt x="5603112" y="1558682"/>
                  </a:lnTo>
                  <a:lnTo>
                    <a:pt x="5606535" y="1486309"/>
                  </a:lnTo>
                  <a:lnTo>
                    <a:pt x="5609958" y="1623275"/>
                  </a:lnTo>
                  <a:lnTo>
                    <a:pt x="5613381" y="1743396"/>
                  </a:lnTo>
                  <a:lnTo>
                    <a:pt x="5616804" y="1681828"/>
                  </a:lnTo>
                  <a:lnTo>
                    <a:pt x="5620226" y="1658234"/>
                  </a:lnTo>
                  <a:lnTo>
                    <a:pt x="5623649" y="1646390"/>
                  </a:lnTo>
                  <a:lnTo>
                    <a:pt x="5627072" y="1509545"/>
                  </a:lnTo>
                  <a:lnTo>
                    <a:pt x="5630495" y="1373691"/>
                  </a:lnTo>
                  <a:lnTo>
                    <a:pt x="5633918" y="1325774"/>
                  </a:lnTo>
                  <a:lnTo>
                    <a:pt x="5637340" y="1371212"/>
                  </a:lnTo>
                  <a:lnTo>
                    <a:pt x="5640763" y="1338377"/>
                  </a:lnTo>
                  <a:lnTo>
                    <a:pt x="5644186" y="1362225"/>
                  </a:lnTo>
                  <a:lnTo>
                    <a:pt x="5647609" y="1346907"/>
                  </a:lnTo>
                  <a:lnTo>
                    <a:pt x="5651032" y="1200816"/>
                  </a:lnTo>
                  <a:lnTo>
                    <a:pt x="5654454" y="1016796"/>
                  </a:lnTo>
                  <a:lnTo>
                    <a:pt x="5657877" y="919018"/>
                  </a:lnTo>
                  <a:lnTo>
                    <a:pt x="5661300" y="958355"/>
                  </a:lnTo>
                  <a:lnTo>
                    <a:pt x="5664723" y="908471"/>
                  </a:lnTo>
                  <a:lnTo>
                    <a:pt x="5668146" y="917691"/>
                  </a:lnTo>
                  <a:lnTo>
                    <a:pt x="5671568" y="972573"/>
                  </a:lnTo>
                  <a:lnTo>
                    <a:pt x="5674991" y="1023478"/>
                  </a:lnTo>
                  <a:lnTo>
                    <a:pt x="5678414" y="1003895"/>
                  </a:lnTo>
                  <a:lnTo>
                    <a:pt x="5681837" y="939306"/>
                  </a:lnTo>
                  <a:lnTo>
                    <a:pt x="5685260" y="882418"/>
                  </a:lnTo>
                  <a:lnTo>
                    <a:pt x="5688682" y="835461"/>
                  </a:lnTo>
                  <a:lnTo>
                    <a:pt x="5692105" y="786184"/>
                  </a:lnTo>
                  <a:lnTo>
                    <a:pt x="5695528" y="852538"/>
                  </a:lnTo>
                  <a:lnTo>
                    <a:pt x="5698951" y="991202"/>
                  </a:lnTo>
                  <a:lnTo>
                    <a:pt x="5702373" y="968774"/>
                  </a:lnTo>
                  <a:lnTo>
                    <a:pt x="5705796" y="977676"/>
                  </a:lnTo>
                  <a:lnTo>
                    <a:pt x="5709219" y="1062334"/>
                  </a:lnTo>
                  <a:lnTo>
                    <a:pt x="5712642" y="1134579"/>
                  </a:lnTo>
                  <a:lnTo>
                    <a:pt x="5716065" y="1093447"/>
                  </a:lnTo>
                  <a:lnTo>
                    <a:pt x="5719487" y="971313"/>
                  </a:lnTo>
                  <a:lnTo>
                    <a:pt x="5722910" y="967402"/>
                  </a:lnTo>
                  <a:lnTo>
                    <a:pt x="5726333" y="962065"/>
                  </a:lnTo>
                  <a:lnTo>
                    <a:pt x="5729756" y="921483"/>
                  </a:lnTo>
                  <a:lnTo>
                    <a:pt x="5733179" y="873520"/>
                  </a:lnTo>
                  <a:lnTo>
                    <a:pt x="5736601" y="889709"/>
                  </a:lnTo>
                  <a:lnTo>
                    <a:pt x="5740024" y="969754"/>
                  </a:lnTo>
                  <a:lnTo>
                    <a:pt x="5743447" y="1010057"/>
                  </a:lnTo>
                  <a:lnTo>
                    <a:pt x="5746870" y="1019905"/>
                  </a:lnTo>
                  <a:lnTo>
                    <a:pt x="5750293" y="1070552"/>
                  </a:lnTo>
                  <a:lnTo>
                    <a:pt x="5753715" y="1098272"/>
                  </a:lnTo>
                  <a:lnTo>
                    <a:pt x="5757138" y="1092678"/>
                  </a:lnTo>
                  <a:lnTo>
                    <a:pt x="5760561" y="1042395"/>
                  </a:lnTo>
                  <a:lnTo>
                    <a:pt x="5763984" y="1024214"/>
                  </a:lnTo>
                  <a:lnTo>
                    <a:pt x="5767407" y="972705"/>
                  </a:lnTo>
                  <a:lnTo>
                    <a:pt x="5770829" y="900560"/>
                  </a:lnTo>
                  <a:lnTo>
                    <a:pt x="5774252" y="969054"/>
                  </a:lnTo>
                  <a:lnTo>
                    <a:pt x="5777675" y="1018004"/>
                  </a:lnTo>
                  <a:lnTo>
                    <a:pt x="5781098" y="1011660"/>
                  </a:lnTo>
                  <a:lnTo>
                    <a:pt x="5784521" y="942928"/>
                  </a:lnTo>
                  <a:lnTo>
                    <a:pt x="5787943" y="981569"/>
                  </a:lnTo>
                  <a:lnTo>
                    <a:pt x="5791366" y="1108553"/>
                  </a:lnTo>
                  <a:lnTo>
                    <a:pt x="5794789" y="1082199"/>
                  </a:lnTo>
                  <a:lnTo>
                    <a:pt x="5798212" y="1034355"/>
                  </a:lnTo>
                  <a:lnTo>
                    <a:pt x="5801634" y="1058751"/>
                  </a:lnTo>
                  <a:lnTo>
                    <a:pt x="5805057" y="1207723"/>
                  </a:lnTo>
                  <a:lnTo>
                    <a:pt x="5808480" y="1322999"/>
                  </a:lnTo>
                  <a:lnTo>
                    <a:pt x="5811903" y="1289140"/>
                  </a:lnTo>
                  <a:lnTo>
                    <a:pt x="5815326" y="1249806"/>
                  </a:lnTo>
                  <a:lnTo>
                    <a:pt x="5818748" y="1280456"/>
                  </a:lnTo>
                  <a:lnTo>
                    <a:pt x="5822171" y="1330143"/>
                  </a:lnTo>
                  <a:lnTo>
                    <a:pt x="5825594" y="1328062"/>
                  </a:lnTo>
                  <a:lnTo>
                    <a:pt x="5829017" y="1287085"/>
                  </a:lnTo>
                  <a:lnTo>
                    <a:pt x="5832440" y="1374977"/>
                  </a:lnTo>
                  <a:lnTo>
                    <a:pt x="5835862" y="1630884"/>
                  </a:lnTo>
                  <a:lnTo>
                    <a:pt x="5839285" y="1729428"/>
                  </a:lnTo>
                  <a:lnTo>
                    <a:pt x="5842708" y="1784414"/>
                  </a:lnTo>
                  <a:lnTo>
                    <a:pt x="5846131" y="1773430"/>
                  </a:lnTo>
                  <a:lnTo>
                    <a:pt x="5849554" y="1821716"/>
                  </a:lnTo>
                  <a:lnTo>
                    <a:pt x="5852976" y="1846136"/>
                  </a:lnTo>
                  <a:lnTo>
                    <a:pt x="5856399" y="1716569"/>
                  </a:lnTo>
                  <a:lnTo>
                    <a:pt x="5859822" y="1668686"/>
                  </a:lnTo>
                  <a:lnTo>
                    <a:pt x="5863245" y="1683201"/>
                  </a:lnTo>
                  <a:lnTo>
                    <a:pt x="5866668" y="1859806"/>
                  </a:lnTo>
                  <a:lnTo>
                    <a:pt x="5870090" y="2031639"/>
                  </a:lnTo>
                  <a:lnTo>
                    <a:pt x="5873513" y="2080602"/>
                  </a:lnTo>
                  <a:lnTo>
                    <a:pt x="5876936" y="2172208"/>
                  </a:lnTo>
                  <a:lnTo>
                    <a:pt x="5880359" y="2208314"/>
                  </a:lnTo>
                  <a:lnTo>
                    <a:pt x="5883782" y="2132133"/>
                  </a:lnTo>
                  <a:lnTo>
                    <a:pt x="5887204" y="1948872"/>
                  </a:lnTo>
                  <a:lnTo>
                    <a:pt x="5890627" y="1800797"/>
                  </a:lnTo>
                  <a:lnTo>
                    <a:pt x="5894050" y="1660802"/>
                  </a:lnTo>
                  <a:lnTo>
                    <a:pt x="5897473" y="1547436"/>
                  </a:lnTo>
                  <a:lnTo>
                    <a:pt x="5900896" y="1511930"/>
                  </a:lnTo>
                  <a:lnTo>
                    <a:pt x="5904318" y="1588978"/>
                  </a:lnTo>
                  <a:lnTo>
                    <a:pt x="5907741" y="1689889"/>
                  </a:lnTo>
                  <a:lnTo>
                    <a:pt x="5911164" y="1615759"/>
                  </a:lnTo>
                  <a:lnTo>
                    <a:pt x="5914587" y="1550361"/>
                  </a:lnTo>
                  <a:lnTo>
                    <a:pt x="5918009" y="1437133"/>
                  </a:lnTo>
                  <a:lnTo>
                    <a:pt x="5921432" y="1355195"/>
                  </a:lnTo>
                  <a:lnTo>
                    <a:pt x="5924855" y="1252590"/>
                  </a:lnTo>
                  <a:lnTo>
                    <a:pt x="5928278" y="1205653"/>
                  </a:lnTo>
                  <a:lnTo>
                    <a:pt x="5931701" y="1324977"/>
                  </a:lnTo>
                  <a:lnTo>
                    <a:pt x="5935123" y="1504120"/>
                  </a:lnTo>
                  <a:lnTo>
                    <a:pt x="5938546" y="1674450"/>
                  </a:lnTo>
                  <a:lnTo>
                    <a:pt x="5941969" y="1749720"/>
                  </a:lnTo>
                  <a:lnTo>
                    <a:pt x="5945392" y="1771372"/>
                  </a:lnTo>
                  <a:lnTo>
                    <a:pt x="5948815" y="1724531"/>
                  </a:lnTo>
                  <a:lnTo>
                    <a:pt x="5952237" y="1552579"/>
                  </a:lnTo>
                  <a:lnTo>
                    <a:pt x="5955660" y="1373403"/>
                  </a:lnTo>
                  <a:lnTo>
                    <a:pt x="5959083" y="1284641"/>
                  </a:lnTo>
                  <a:lnTo>
                    <a:pt x="5962506" y="1189646"/>
                  </a:lnTo>
                  <a:lnTo>
                    <a:pt x="5965929" y="1102911"/>
                  </a:lnTo>
                  <a:lnTo>
                    <a:pt x="5969351" y="1072527"/>
                  </a:lnTo>
                  <a:lnTo>
                    <a:pt x="5972774" y="1111180"/>
                  </a:lnTo>
                  <a:lnTo>
                    <a:pt x="5976197" y="1148256"/>
                  </a:lnTo>
                  <a:lnTo>
                    <a:pt x="5979620" y="1181911"/>
                  </a:lnTo>
                  <a:lnTo>
                    <a:pt x="5983043" y="1334151"/>
                  </a:lnTo>
                  <a:lnTo>
                    <a:pt x="5986465" y="1514867"/>
                  </a:lnTo>
                  <a:lnTo>
                    <a:pt x="5989888" y="1742200"/>
                  </a:lnTo>
                  <a:lnTo>
                    <a:pt x="5993311" y="1891830"/>
                  </a:lnTo>
                  <a:lnTo>
                    <a:pt x="5996734" y="1975158"/>
                  </a:lnTo>
                  <a:lnTo>
                    <a:pt x="6000157" y="1999380"/>
                  </a:lnTo>
                  <a:lnTo>
                    <a:pt x="6003579" y="2003708"/>
                  </a:lnTo>
                  <a:lnTo>
                    <a:pt x="6007002" y="2095519"/>
                  </a:lnTo>
                  <a:lnTo>
                    <a:pt x="6010425" y="2103890"/>
                  </a:lnTo>
                  <a:lnTo>
                    <a:pt x="6013848" y="2221623"/>
                  </a:lnTo>
                  <a:lnTo>
                    <a:pt x="6017270" y="2322433"/>
                  </a:lnTo>
                  <a:lnTo>
                    <a:pt x="6020693" y="2375413"/>
                  </a:lnTo>
                  <a:lnTo>
                    <a:pt x="6024116" y="2342494"/>
                  </a:lnTo>
                  <a:lnTo>
                    <a:pt x="6027539" y="2247000"/>
                  </a:lnTo>
                  <a:lnTo>
                    <a:pt x="6030962" y="2195192"/>
                  </a:lnTo>
                  <a:lnTo>
                    <a:pt x="6034384" y="2065127"/>
                  </a:lnTo>
                  <a:lnTo>
                    <a:pt x="6037807" y="2066015"/>
                  </a:lnTo>
                  <a:lnTo>
                    <a:pt x="6041230" y="2191235"/>
                  </a:lnTo>
                  <a:lnTo>
                    <a:pt x="6044653" y="2322839"/>
                  </a:lnTo>
                  <a:lnTo>
                    <a:pt x="6048076" y="2352753"/>
                  </a:lnTo>
                  <a:lnTo>
                    <a:pt x="6051498" y="2353477"/>
                  </a:lnTo>
                  <a:lnTo>
                    <a:pt x="6054921" y="2374714"/>
                  </a:lnTo>
                  <a:lnTo>
                    <a:pt x="6058344" y="2269391"/>
                  </a:lnTo>
                  <a:lnTo>
                    <a:pt x="6061767" y="2066584"/>
                  </a:lnTo>
                  <a:lnTo>
                    <a:pt x="6065190" y="1966302"/>
                  </a:lnTo>
                  <a:lnTo>
                    <a:pt x="6068612" y="2020268"/>
                  </a:lnTo>
                  <a:lnTo>
                    <a:pt x="6072035" y="2112240"/>
                  </a:lnTo>
                  <a:lnTo>
                    <a:pt x="6075458" y="2171949"/>
                  </a:lnTo>
                  <a:lnTo>
                    <a:pt x="6078881" y="2209834"/>
                  </a:lnTo>
                  <a:lnTo>
                    <a:pt x="6082304" y="2293733"/>
                  </a:lnTo>
                  <a:lnTo>
                    <a:pt x="6085726" y="2324350"/>
                  </a:lnTo>
                  <a:lnTo>
                    <a:pt x="6089149" y="2227176"/>
                  </a:lnTo>
                  <a:lnTo>
                    <a:pt x="6092572" y="2022367"/>
                  </a:lnTo>
                  <a:lnTo>
                    <a:pt x="6095995" y="1882705"/>
                  </a:lnTo>
                  <a:lnTo>
                    <a:pt x="6099418" y="1851736"/>
                  </a:lnTo>
                  <a:lnTo>
                    <a:pt x="6102840" y="1791717"/>
                  </a:lnTo>
                  <a:lnTo>
                    <a:pt x="6106263" y="1739898"/>
                  </a:lnTo>
                  <a:lnTo>
                    <a:pt x="6109686" y="1780851"/>
                  </a:lnTo>
                  <a:lnTo>
                    <a:pt x="6113109" y="1885907"/>
                  </a:lnTo>
                  <a:lnTo>
                    <a:pt x="6116531" y="1997981"/>
                  </a:lnTo>
                  <a:lnTo>
                    <a:pt x="6119954" y="2084893"/>
                  </a:lnTo>
                  <a:lnTo>
                    <a:pt x="6123377" y="2183293"/>
                  </a:lnTo>
                  <a:lnTo>
                    <a:pt x="6126800" y="2356387"/>
                  </a:lnTo>
                  <a:lnTo>
                    <a:pt x="6130223" y="2495646"/>
                  </a:lnTo>
                  <a:lnTo>
                    <a:pt x="6133645" y="2482619"/>
                  </a:lnTo>
                  <a:lnTo>
                    <a:pt x="6137068" y="2387399"/>
                  </a:lnTo>
                  <a:lnTo>
                    <a:pt x="6140491" y="2354187"/>
                  </a:lnTo>
                  <a:lnTo>
                    <a:pt x="6143914" y="2401064"/>
                  </a:lnTo>
                  <a:lnTo>
                    <a:pt x="6147337" y="2325534"/>
                  </a:lnTo>
                  <a:lnTo>
                    <a:pt x="6150759" y="2154666"/>
                  </a:lnTo>
                  <a:lnTo>
                    <a:pt x="6154182" y="2062880"/>
                  </a:lnTo>
                  <a:lnTo>
                    <a:pt x="6157605" y="2105639"/>
                  </a:lnTo>
                  <a:lnTo>
                    <a:pt x="6161028" y="2123202"/>
                  </a:lnTo>
                  <a:lnTo>
                    <a:pt x="6164451" y="2048825"/>
                  </a:lnTo>
                  <a:lnTo>
                    <a:pt x="6167873" y="1961776"/>
                  </a:lnTo>
                  <a:lnTo>
                    <a:pt x="6171296" y="1963047"/>
                  </a:lnTo>
                  <a:lnTo>
                    <a:pt x="6174719" y="2106139"/>
                  </a:lnTo>
                  <a:lnTo>
                    <a:pt x="6178142" y="2222185"/>
                  </a:lnTo>
                  <a:lnTo>
                    <a:pt x="6181565" y="2218475"/>
                  </a:lnTo>
                  <a:lnTo>
                    <a:pt x="6184987" y="2133365"/>
                  </a:lnTo>
                  <a:lnTo>
                    <a:pt x="6188410" y="2197958"/>
                  </a:lnTo>
                  <a:lnTo>
                    <a:pt x="6191833" y="2268410"/>
                  </a:lnTo>
                  <a:lnTo>
                    <a:pt x="6195256" y="2203992"/>
                  </a:lnTo>
                  <a:lnTo>
                    <a:pt x="6198679" y="2019382"/>
                  </a:lnTo>
                  <a:lnTo>
                    <a:pt x="6202101" y="1884466"/>
                  </a:lnTo>
                  <a:lnTo>
                    <a:pt x="6205524" y="1898462"/>
                  </a:lnTo>
                  <a:lnTo>
                    <a:pt x="6208947" y="1876830"/>
                  </a:lnTo>
                  <a:lnTo>
                    <a:pt x="6212370" y="1762826"/>
                  </a:lnTo>
                  <a:lnTo>
                    <a:pt x="6215793" y="1668751"/>
                  </a:lnTo>
                  <a:lnTo>
                    <a:pt x="6219215" y="1723861"/>
                  </a:lnTo>
                  <a:lnTo>
                    <a:pt x="6222638" y="1837483"/>
                  </a:lnTo>
                  <a:lnTo>
                    <a:pt x="6226061" y="1859824"/>
                  </a:lnTo>
                  <a:lnTo>
                    <a:pt x="6229484" y="1785116"/>
                  </a:lnTo>
                  <a:lnTo>
                    <a:pt x="6232906" y="1793434"/>
                  </a:lnTo>
                  <a:lnTo>
                    <a:pt x="6236329" y="1872540"/>
                  </a:lnTo>
                  <a:lnTo>
                    <a:pt x="6239752" y="1843546"/>
                  </a:lnTo>
                  <a:lnTo>
                    <a:pt x="6243175" y="1797657"/>
                  </a:lnTo>
                  <a:lnTo>
                    <a:pt x="6246598" y="1722299"/>
                  </a:lnTo>
                  <a:lnTo>
                    <a:pt x="6250020" y="1705230"/>
                  </a:lnTo>
                  <a:lnTo>
                    <a:pt x="6253443" y="1715700"/>
                  </a:lnTo>
                  <a:lnTo>
                    <a:pt x="6256866" y="1698254"/>
                  </a:lnTo>
                  <a:lnTo>
                    <a:pt x="6260289" y="1788478"/>
                  </a:lnTo>
                  <a:lnTo>
                    <a:pt x="6263712" y="1821324"/>
                  </a:lnTo>
                  <a:lnTo>
                    <a:pt x="6267134" y="1935535"/>
                  </a:lnTo>
                  <a:lnTo>
                    <a:pt x="6270557" y="2047486"/>
                  </a:lnTo>
                  <a:lnTo>
                    <a:pt x="6273980" y="2188235"/>
                  </a:lnTo>
                  <a:lnTo>
                    <a:pt x="6277403" y="2289389"/>
                  </a:lnTo>
                  <a:lnTo>
                    <a:pt x="6280826" y="2236040"/>
                  </a:lnTo>
                  <a:lnTo>
                    <a:pt x="6284248" y="2167595"/>
                  </a:lnTo>
                  <a:lnTo>
                    <a:pt x="6287671" y="2036246"/>
                  </a:lnTo>
                  <a:lnTo>
                    <a:pt x="6291094" y="1936718"/>
                  </a:lnTo>
                  <a:lnTo>
                    <a:pt x="6294517" y="1882888"/>
                  </a:lnTo>
                  <a:lnTo>
                    <a:pt x="6297940" y="1888702"/>
                  </a:lnTo>
                  <a:lnTo>
                    <a:pt x="6301362" y="1930922"/>
                  </a:lnTo>
                  <a:lnTo>
                    <a:pt x="6304785" y="1965217"/>
                  </a:lnTo>
                  <a:lnTo>
                    <a:pt x="6308208" y="2001723"/>
                  </a:lnTo>
                  <a:lnTo>
                    <a:pt x="6311631" y="1988190"/>
                  </a:lnTo>
                  <a:lnTo>
                    <a:pt x="6315054" y="1876428"/>
                  </a:lnTo>
                  <a:lnTo>
                    <a:pt x="6318476" y="1691845"/>
                  </a:lnTo>
                  <a:lnTo>
                    <a:pt x="6321899" y="1517377"/>
                  </a:lnTo>
                  <a:lnTo>
                    <a:pt x="6325322" y="1484973"/>
                  </a:lnTo>
                  <a:lnTo>
                    <a:pt x="6328745" y="1557238"/>
                  </a:lnTo>
                  <a:lnTo>
                    <a:pt x="6332167" y="1579792"/>
                  </a:lnTo>
                  <a:lnTo>
                    <a:pt x="6335590" y="1523737"/>
                  </a:lnTo>
                  <a:lnTo>
                    <a:pt x="6339013" y="1456272"/>
                  </a:lnTo>
                  <a:lnTo>
                    <a:pt x="6342436" y="1431546"/>
                  </a:lnTo>
                  <a:lnTo>
                    <a:pt x="6345859" y="1367503"/>
                  </a:lnTo>
                  <a:lnTo>
                    <a:pt x="6349281" y="1179748"/>
                  </a:lnTo>
                  <a:lnTo>
                    <a:pt x="6352704" y="1160422"/>
                  </a:lnTo>
                  <a:lnTo>
                    <a:pt x="6356127" y="1217252"/>
                  </a:lnTo>
                  <a:lnTo>
                    <a:pt x="6359550" y="1238273"/>
                  </a:lnTo>
                  <a:lnTo>
                    <a:pt x="6362973" y="1233726"/>
                  </a:lnTo>
                  <a:lnTo>
                    <a:pt x="6366395" y="1199470"/>
                  </a:lnTo>
                  <a:lnTo>
                    <a:pt x="6369818" y="1216231"/>
                  </a:lnTo>
                  <a:lnTo>
                    <a:pt x="6373241" y="1108329"/>
                  </a:lnTo>
                  <a:lnTo>
                    <a:pt x="6376664" y="1005555"/>
                  </a:lnTo>
                  <a:lnTo>
                    <a:pt x="6380087" y="967893"/>
                  </a:lnTo>
                  <a:lnTo>
                    <a:pt x="6383509" y="1031653"/>
                  </a:lnTo>
                  <a:lnTo>
                    <a:pt x="6386932" y="1142204"/>
                  </a:lnTo>
                  <a:lnTo>
                    <a:pt x="6390355" y="1216955"/>
                  </a:lnTo>
                  <a:lnTo>
                    <a:pt x="6393778" y="1307234"/>
                  </a:lnTo>
                  <a:lnTo>
                    <a:pt x="6397201" y="1372581"/>
                  </a:lnTo>
                  <a:lnTo>
                    <a:pt x="6400623" y="1426272"/>
                  </a:lnTo>
                  <a:lnTo>
                    <a:pt x="6404046" y="1361412"/>
                  </a:lnTo>
                  <a:lnTo>
                    <a:pt x="6407469" y="1276394"/>
                  </a:lnTo>
                  <a:lnTo>
                    <a:pt x="6410892" y="1271858"/>
                  </a:lnTo>
                  <a:lnTo>
                    <a:pt x="6414315" y="1266163"/>
                  </a:lnTo>
                  <a:lnTo>
                    <a:pt x="6417737" y="1284935"/>
                  </a:lnTo>
                  <a:lnTo>
                    <a:pt x="6421160" y="1297222"/>
                  </a:lnTo>
                  <a:lnTo>
                    <a:pt x="6424583" y="1360848"/>
                  </a:lnTo>
                  <a:lnTo>
                    <a:pt x="6428006" y="1455352"/>
                  </a:lnTo>
                  <a:lnTo>
                    <a:pt x="6431428" y="1435450"/>
                  </a:lnTo>
                  <a:lnTo>
                    <a:pt x="6434851" y="1380667"/>
                  </a:lnTo>
                  <a:lnTo>
                    <a:pt x="6438274" y="1339438"/>
                  </a:lnTo>
                  <a:lnTo>
                    <a:pt x="6441697" y="1389738"/>
                  </a:lnTo>
                  <a:lnTo>
                    <a:pt x="6445120" y="1454468"/>
                  </a:lnTo>
                  <a:lnTo>
                    <a:pt x="6448542" y="1459267"/>
                  </a:lnTo>
                  <a:lnTo>
                    <a:pt x="6451965" y="1507870"/>
                  </a:lnTo>
                  <a:lnTo>
                    <a:pt x="6455388" y="1586433"/>
                  </a:lnTo>
                  <a:lnTo>
                    <a:pt x="6458811" y="1608114"/>
                  </a:lnTo>
                  <a:lnTo>
                    <a:pt x="6462234" y="1639729"/>
                  </a:lnTo>
                  <a:lnTo>
                    <a:pt x="6465656" y="1717286"/>
                  </a:lnTo>
                  <a:lnTo>
                    <a:pt x="6469079" y="1785339"/>
                  </a:lnTo>
                  <a:lnTo>
                    <a:pt x="6472502" y="1825161"/>
                  </a:lnTo>
                  <a:lnTo>
                    <a:pt x="6475925" y="1855412"/>
                  </a:lnTo>
                  <a:lnTo>
                    <a:pt x="6479348" y="1930177"/>
                  </a:lnTo>
                  <a:lnTo>
                    <a:pt x="6482770" y="1893164"/>
                  </a:lnTo>
                  <a:lnTo>
                    <a:pt x="6486193" y="1818424"/>
                  </a:lnTo>
                  <a:lnTo>
                    <a:pt x="6489616" y="1761520"/>
                  </a:lnTo>
                  <a:lnTo>
                    <a:pt x="6493039" y="1700163"/>
                  </a:lnTo>
                  <a:lnTo>
                    <a:pt x="6496462" y="1652507"/>
                  </a:lnTo>
                  <a:lnTo>
                    <a:pt x="6499884" y="1640360"/>
                  </a:lnTo>
                  <a:lnTo>
                    <a:pt x="6503307" y="1674391"/>
                  </a:lnTo>
                  <a:lnTo>
                    <a:pt x="6506730" y="1625950"/>
                  </a:lnTo>
                  <a:lnTo>
                    <a:pt x="6510153" y="1580966"/>
                  </a:lnTo>
                  <a:lnTo>
                    <a:pt x="6513576" y="1604037"/>
                  </a:lnTo>
                  <a:lnTo>
                    <a:pt x="6516998" y="1660304"/>
                  </a:lnTo>
                  <a:lnTo>
                    <a:pt x="6520421" y="1669338"/>
                  </a:lnTo>
                  <a:lnTo>
                    <a:pt x="6523844" y="1618153"/>
                  </a:lnTo>
                  <a:lnTo>
                    <a:pt x="6527267" y="1671198"/>
                  </a:lnTo>
                  <a:lnTo>
                    <a:pt x="6530690" y="1699087"/>
                  </a:lnTo>
                  <a:lnTo>
                    <a:pt x="6534112" y="1717317"/>
                  </a:lnTo>
                  <a:lnTo>
                    <a:pt x="6537535" y="1742925"/>
                  </a:lnTo>
                  <a:lnTo>
                    <a:pt x="6540958" y="1783222"/>
                  </a:lnTo>
                  <a:lnTo>
                    <a:pt x="6544381" y="1824428"/>
                  </a:lnTo>
                  <a:lnTo>
                    <a:pt x="6547803" y="1746186"/>
                  </a:lnTo>
                  <a:lnTo>
                    <a:pt x="6551226" y="1687083"/>
                  </a:lnTo>
                  <a:lnTo>
                    <a:pt x="6554649" y="1663322"/>
                  </a:lnTo>
                  <a:lnTo>
                    <a:pt x="6558072" y="1685288"/>
                  </a:lnTo>
                  <a:lnTo>
                    <a:pt x="6561495" y="1644447"/>
                  </a:lnTo>
                  <a:lnTo>
                    <a:pt x="6564917" y="1650653"/>
                  </a:lnTo>
                  <a:lnTo>
                    <a:pt x="6568340" y="1738343"/>
                  </a:lnTo>
                  <a:lnTo>
                    <a:pt x="6571763" y="1837039"/>
                  </a:lnTo>
                  <a:lnTo>
                    <a:pt x="6575186" y="1937090"/>
                  </a:lnTo>
                  <a:lnTo>
                    <a:pt x="6578609" y="1959832"/>
                  </a:lnTo>
                  <a:lnTo>
                    <a:pt x="6582031" y="2114932"/>
                  </a:lnTo>
                  <a:lnTo>
                    <a:pt x="6585454" y="2173838"/>
                  </a:lnTo>
                  <a:lnTo>
                    <a:pt x="6588877" y="2226198"/>
                  </a:lnTo>
                  <a:lnTo>
                    <a:pt x="6592300" y="2357990"/>
                  </a:lnTo>
                  <a:lnTo>
                    <a:pt x="6595723" y="2392454"/>
                  </a:lnTo>
                  <a:lnTo>
                    <a:pt x="6599145" y="2414511"/>
                  </a:lnTo>
                  <a:lnTo>
                    <a:pt x="6602568" y="2297046"/>
                  </a:lnTo>
                  <a:lnTo>
                    <a:pt x="6605991" y="2146157"/>
                  </a:lnTo>
                  <a:lnTo>
                    <a:pt x="6609414" y="2005245"/>
                  </a:lnTo>
                  <a:lnTo>
                    <a:pt x="6612837" y="1847297"/>
                  </a:lnTo>
                  <a:lnTo>
                    <a:pt x="6616259" y="1719732"/>
                  </a:lnTo>
                  <a:lnTo>
                    <a:pt x="6619682" y="1604397"/>
                  </a:lnTo>
                  <a:lnTo>
                    <a:pt x="6623105" y="1536094"/>
                  </a:lnTo>
                  <a:lnTo>
                    <a:pt x="6626528" y="1590406"/>
                  </a:lnTo>
                  <a:lnTo>
                    <a:pt x="6629951" y="1590035"/>
                  </a:lnTo>
                  <a:lnTo>
                    <a:pt x="6633373" y="1551457"/>
                  </a:lnTo>
                  <a:lnTo>
                    <a:pt x="6636796" y="1562143"/>
                  </a:lnTo>
                  <a:lnTo>
                    <a:pt x="6640219" y="1591060"/>
                  </a:lnTo>
                  <a:lnTo>
                    <a:pt x="6643642" y="1662001"/>
                  </a:lnTo>
                  <a:lnTo>
                    <a:pt x="6647064" y="1734790"/>
                  </a:lnTo>
                  <a:lnTo>
                    <a:pt x="6650487" y="1886030"/>
                  </a:lnTo>
                  <a:lnTo>
                    <a:pt x="6653910" y="2020918"/>
                  </a:lnTo>
                  <a:lnTo>
                    <a:pt x="6657333" y="2121094"/>
                  </a:lnTo>
                  <a:lnTo>
                    <a:pt x="6660756" y="2109923"/>
                  </a:lnTo>
                  <a:lnTo>
                    <a:pt x="6664178" y="2115482"/>
                  </a:lnTo>
                  <a:lnTo>
                    <a:pt x="6667601" y="2175723"/>
                  </a:lnTo>
                  <a:lnTo>
                    <a:pt x="6671024" y="2199629"/>
                  </a:lnTo>
                  <a:lnTo>
                    <a:pt x="6674447" y="2252898"/>
                  </a:lnTo>
                  <a:lnTo>
                    <a:pt x="6677870" y="2322816"/>
                  </a:lnTo>
                  <a:lnTo>
                    <a:pt x="6681292" y="2396951"/>
                  </a:lnTo>
                  <a:lnTo>
                    <a:pt x="6684715" y="2346338"/>
                  </a:lnTo>
                  <a:lnTo>
                    <a:pt x="6688138" y="2292302"/>
                  </a:lnTo>
                  <a:lnTo>
                    <a:pt x="6691561" y="2292085"/>
                  </a:lnTo>
                  <a:lnTo>
                    <a:pt x="6694984" y="2271671"/>
                  </a:lnTo>
                  <a:lnTo>
                    <a:pt x="6698406" y="2158338"/>
                  </a:lnTo>
                  <a:lnTo>
                    <a:pt x="6701829" y="2232806"/>
                  </a:lnTo>
                  <a:lnTo>
                    <a:pt x="6705252" y="2439813"/>
                  </a:lnTo>
                  <a:lnTo>
                    <a:pt x="6708675" y="2464931"/>
                  </a:lnTo>
                  <a:lnTo>
                    <a:pt x="6712098" y="2325368"/>
                  </a:lnTo>
                  <a:lnTo>
                    <a:pt x="6715520" y="2249497"/>
                  </a:lnTo>
                  <a:lnTo>
                    <a:pt x="6718943" y="2302874"/>
                  </a:lnTo>
                  <a:lnTo>
                    <a:pt x="6722366" y="2271482"/>
                  </a:lnTo>
                  <a:lnTo>
                    <a:pt x="6725789" y="2169370"/>
                  </a:lnTo>
                  <a:lnTo>
                    <a:pt x="6729212" y="2197738"/>
                  </a:lnTo>
                  <a:lnTo>
                    <a:pt x="6732634" y="2301804"/>
                  </a:lnTo>
                  <a:lnTo>
                    <a:pt x="6736057" y="2297710"/>
                  </a:lnTo>
                  <a:lnTo>
                    <a:pt x="6739480" y="2230208"/>
                  </a:lnTo>
                  <a:lnTo>
                    <a:pt x="6742903" y="2136660"/>
                  </a:lnTo>
                  <a:lnTo>
                    <a:pt x="6746325" y="2063310"/>
                  </a:lnTo>
                  <a:lnTo>
                    <a:pt x="6749748" y="1937581"/>
                  </a:lnTo>
                  <a:lnTo>
                    <a:pt x="6753171" y="1912841"/>
                  </a:lnTo>
                  <a:lnTo>
                    <a:pt x="6756594" y="1941756"/>
                  </a:lnTo>
                  <a:lnTo>
                    <a:pt x="6760017" y="1915845"/>
                  </a:lnTo>
                  <a:lnTo>
                    <a:pt x="6763439" y="1864803"/>
                  </a:lnTo>
                  <a:lnTo>
                    <a:pt x="6766862" y="1759267"/>
                  </a:lnTo>
                  <a:lnTo>
                    <a:pt x="6770285" y="1764891"/>
                  </a:lnTo>
                  <a:lnTo>
                    <a:pt x="6773708" y="1781666"/>
                  </a:lnTo>
                  <a:lnTo>
                    <a:pt x="6777131" y="1817788"/>
                  </a:lnTo>
                  <a:lnTo>
                    <a:pt x="6780553" y="1934932"/>
                  </a:lnTo>
                  <a:lnTo>
                    <a:pt x="6783976" y="2104833"/>
                  </a:lnTo>
                  <a:lnTo>
                    <a:pt x="6787399" y="2377554"/>
                  </a:lnTo>
                  <a:lnTo>
                    <a:pt x="6790822" y="2537066"/>
                  </a:lnTo>
                  <a:lnTo>
                    <a:pt x="6794245" y="2579297"/>
                  </a:lnTo>
                  <a:lnTo>
                    <a:pt x="6797667" y="2549737"/>
                  </a:lnTo>
                  <a:lnTo>
                    <a:pt x="6801090" y="2468715"/>
                  </a:lnTo>
                  <a:lnTo>
                    <a:pt x="6804513" y="2361047"/>
                  </a:lnTo>
                  <a:lnTo>
                    <a:pt x="6807936" y="2249835"/>
                  </a:lnTo>
                  <a:lnTo>
                    <a:pt x="6811359" y="2214638"/>
                  </a:lnTo>
                  <a:lnTo>
                    <a:pt x="6814781" y="2180170"/>
                  </a:lnTo>
                  <a:lnTo>
                    <a:pt x="6818204" y="2161692"/>
                  </a:lnTo>
                  <a:lnTo>
                    <a:pt x="6821627" y="2181185"/>
                  </a:lnTo>
                  <a:lnTo>
                    <a:pt x="6825050" y="2176394"/>
                  </a:lnTo>
                  <a:lnTo>
                    <a:pt x="6828473" y="2230388"/>
                  </a:lnTo>
                  <a:lnTo>
                    <a:pt x="6831895" y="2279581"/>
                  </a:lnTo>
                  <a:lnTo>
                    <a:pt x="6835318" y="2332152"/>
                  </a:lnTo>
                  <a:lnTo>
                    <a:pt x="6838741" y="2375568"/>
                  </a:lnTo>
                  <a:lnTo>
                    <a:pt x="6842164" y="2400704"/>
                  </a:lnTo>
                  <a:lnTo>
                    <a:pt x="6845587" y="2483773"/>
                  </a:lnTo>
                  <a:lnTo>
                    <a:pt x="6849009" y="2395318"/>
                  </a:lnTo>
                  <a:lnTo>
                    <a:pt x="6852432" y="2274437"/>
                  </a:lnTo>
                  <a:lnTo>
                    <a:pt x="6855855" y="2196271"/>
                  </a:lnTo>
                  <a:lnTo>
                    <a:pt x="6859278" y="2087292"/>
                  </a:lnTo>
                  <a:lnTo>
                    <a:pt x="6862700" y="2033510"/>
                  </a:lnTo>
                  <a:lnTo>
                    <a:pt x="6866123" y="2023536"/>
                  </a:lnTo>
                  <a:lnTo>
                    <a:pt x="6869546" y="2086051"/>
                  </a:lnTo>
                  <a:lnTo>
                    <a:pt x="6872969" y="2118526"/>
                  </a:lnTo>
                  <a:lnTo>
                    <a:pt x="6876392" y="2110406"/>
                  </a:lnTo>
                  <a:lnTo>
                    <a:pt x="6879814" y="2150026"/>
                  </a:lnTo>
                  <a:lnTo>
                    <a:pt x="6883237" y="2236909"/>
                  </a:lnTo>
                  <a:lnTo>
                    <a:pt x="6886660" y="2243536"/>
                  </a:lnTo>
                  <a:lnTo>
                    <a:pt x="6890083" y="2196357"/>
                  </a:lnTo>
                  <a:lnTo>
                    <a:pt x="6893506" y="2196137"/>
                  </a:lnTo>
                  <a:lnTo>
                    <a:pt x="6896928" y="2251946"/>
                  </a:lnTo>
                  <a:lnTo>
                    <a:pt x="6900351" y="2305354"/>
                  </a:lnTo>
                  <a:lnTo>
                    <a:pt x="6903774" y="2220979"/>
                  </a:lnTo>
                  <a:lnTo>
                    <a:pt x="6907197" y="2123844"/>
                  </a:lnTo>
                  <a:lnTo>
                    <a:pt x="6910620" y="2062723"/>
                  </a:lnTo>
                  <a:lnTo>
                    <a:pt x="6914042" y="2043464"/>
                  </a:lnTo>
                  <a:lnTo>
                    <a:pt x="6917465" y="1993649"/>
                  </a:lnTo>
                  <a:lnTo>
                    <a:pt x="6920888" y="1955262"/>
                  </a:lnTo>
                  <a:lnTo>
                    <a:pt x="6924311" y="1995862"/>
                  </a:lnTo>
                  <a:lnTo>
                    <a:pt x="6927734" y="2000312"/>
                  </a:lnTo>
                  <a:lnTo>
                    <a:pt x="6931156" y="2007421"/>
                  </a:lnTo>
                  <a:lnTo>
                    <a:pt x="6934579" y="2057688"/>
                  </a:lnTo>
                  <a:lnTo>
                    <a:pt x="6938002" y="2091696"/>
                  </a:lnTo>
                  <a:lnTo>
                    <a:pt x="6941425" y="2034471"/>
                  </a:lnTo>
                  <a:lnTo>
                    <a:pt x="6944848" y="2048753"/>
                  </a:lnTo>
                  <a:lnTo>
                    <a:pt x="6948270" y="2182649"/>
                  </a:lnTo>
                  <a:lnTo>
                    <a:pt x="6951693" y="2320116"/>
                  </a:lnTo>
                  <a:lnTo>
                    <a:pt x="6955116" y="2350640"/>
                  </a:lnTo>
                  <a:lnTo>
                    <a:pt x="6958539" y="2359945"/>
                  </a:lnTo>
                  <a:lnTo>
                    <a:pt x="6961961" y="2424143"/>
                  </a:lnTo>
                  <a:lnTo>
                    <a:pt x="6965384" y="2463261"/>
                  </a:lnTo>
                  <a:lnTo>
                    <a:pt x="6968807" y="2395756"/>
                  </a:lnTo>
                  <a:lnTo>
                    <a:pt x="6972230" y="2316806"/>
                  </a:lnTo>
                  <a:lnTo>
                    <a:pt x="6975653" y="2349778"/>
                  </a:lnTo>
                  <a:lnTo>
                    <a:pt x="6979075" y="2401399"/>
                  </a:lnTo>
                  <a:lnTo>
                    <a:pt x="6982498" y="2366858"/>
                  </a:lnTo>
                  <a:lnTo>
                    <a:pt x="6985921" y="2240012"/>
                  </a:lnTo>
                  <a:lnTo>
                    <a:pt x="6989344" y="2204818"/>
                  </a:lnTo>
                  <a:lnTo>
                    <a:pt x="6992767" y="2171596"/>
                  </a:lnTo>
                  <a:lnTo>
                    <a:pt x="6996189" y="2109691"/>
                  </a:lnTo>
                  <a:lnTo>
                    <a:pt x="6999612" y="2118140"/>
                  </a:lnTo>
                  <a:lnTo>
                    <a:pt x="7003035" y="2212938"/>
                  </a:lnTo>
                  <a:lnTo>
                    <a:pt x="7006458" y="2305820"/>
                  </a:lnTo>
                  <a:lnTo>
                    <a:pt x="7009881" y="2313853"/>
                  </a:lnTo>
                  <a:lnTo>
                    <a:pt x="7013303" y="2392241"/>
                  </a:lnTo>
                  <a:lnTo>
                    <a:pt x="7016726" y="2479467"/>
                  </a:lnTo>
                  <a:lnTo>
                    <a:pt x="7020149" y="2503204"/>
                  </a:lnTo>
                  <a:lnTo>
                    <a:pt x="7023572" y="2576904"/>
                  </a:lnTo>
                  <a:lnTo>
                    <a:pt x="7026995" y="2642402"/>
                  </a:lnTo>
                  <a:lnTo>
                    <a:pt x="7030417" y="2761567"/>
                  </a:lnTo>
                  <a:lnTo>
                    <a:pt x="7033840" y="2804167"/>
                  </a:lnTo>
                  <a:lnTo>
                    <a:pt x="7037263" y="2744033"/>
                  </a:lnTo>
                  <a:lnTo>
                    <a:pt x="7040686" y="2694116"/>
                  </a:lnTo>
                  <a:lnTo>
                    <a:pt x="7044109" y="2565274"/>
                  </a:lnTo>
                  <a:lnTo>
                    <a:pt x="7047531" y="2374471"/>
                  </a:lnTo>
                  <a:lnTo>
                    <a:pt x="7050954" y="2215338"/>
                  </a:lnTo>
                  <a:lnTo>
                    <a:pt x="7054377" y="2062046"/>
                  </a:lnTo>
                  <a:lnTo>
                    <a:pt x="7057800" y="1923033"/>
                  </a:lnTo>
                  <a:lnTo>
                    <a:pt x="7061223" y="1838127"/>
                  </a:lnTo>
                  <a:lnTo>
                    <a:pt x="7064645" y="1857840"/>
                  </a:lnTo>
                  <a:lnTo>
                    <a:pt x="7068068" y="1922419"/>
                  </a:lnTo>
                  <a:lnTo>
                    <a:pt x="7071491" y="1943295"/>
                  </a:lnTo>
                  <a:lnTo>
                    <a:pt x="7074914" y="1949500"/>
                  </a:lnTo>
                  <a:lnTo>
                    <a:pt x="7078336" y="1970097"/>
                  </a:lnTo>
                  <a:lnTo>
                    <a:pt x="7081759" y="1947564"/>
                  </a:lnTo>
                  <a:lnTo>
                    <a:pt x="7085182" y="2037237"/>
                  </a:lnTo>
                  <a:lnTo>
                    <a:pt x="7088605" y="2214159"/>
                  </a:lnTo>
                  <a:lnTo>
                    <a:pt x="7092028" y="2304398"/>
                  </a:lnTo>
                  <a:lnTo>
                    <a:pt x="7095450" y="2342983"/>
                  </a:lnTo>
                  <a:lnTo>
                    <a:pt x="7098873" y="2350139"/>
                  </a:lnTo>
                  <a:lnTo>
                    <a:pt x="7102296" y="2396137"/>
                  </a:lnTo>
                  <a:lnTo>
                    <a:pt x="7105719" y="2388503"/>
                  </a:lnTo>
                  <a:lnTo>
                    <a:pt x="7109142" y="2367619"/>
                  </a:lnTo>
                  <a:lnTo>
                    <a:pt x="7112564" y="2322784"/>
                  </a:lnTo>
                  <a:lnTo>
                    <a:pt x="7115987" y="2286145"/>
                  </a:lnTo>
                  <a:lnTo>
                    <a:pt x="7119410" y="2310760"/>
                  </a:lnTo>
                  <a:lnTo>
                    <a:pt x="7122833" y="2310042"/>
                  </a:lnTo>
                  <a:lnTo>
                    <a:pt x="7126256" y="2229922"/>
                  </a:lnTo>
                  <a:lnTo>
                    <a:pt x="7129678" y="2119220"/>
                  </a:lnTo>
                  <a:lnTo>
                    <a:pt x="7133101" y="2111688"/>
                  </a:lnTo>
                  <a:lnTo>
                    <a:pt x="7136524" y="2199576"/>
                  </a:lnTo>
                  <a:lnTo>
                    <a:pt x="7139947" y="2277205"/>
                  </a:lnTo>
                  <a:lnTo>
                    <a:pt x="7143370" y="2289609"/>
                  </a:lnTo>
                  <a:lnTo>
                    <a:pt x="7146792" y="2296317"/>
                  </a:lnTo>
                  <a:lnTo>
                    <a:pt x="7150215" y="2347781"/>
                  </a:lnTo>
                  <a:lnTo>
                    <a:pt x="7153638" y="2395093"/>
                  </a:lnTo>
                  <a:lnTo>
                    <a:pt x="7157061" y="2404698"/>
                  </a:lnTo>
                  <a:lnTo>
                    <a:pt x="7160484" y="2410248"/>
                  </a:lnTo>
                  <a:lnTo>
                    <a:pt x="7163906" y="2459158"/>
                  </a:lnTo>
                  <a:lnTo>
                    <a:pt x="7167329" y="2457842"/>
                  </a:lnTo>
                  <a:lnTo>
                    <a:pt x="7170752" y="2469448"/>
                  </a:lnTo>
                  <a:lnTo>
                    <a:pt x="7174175" y="2453948"/>
                  </a:lnTo>
                  <a:lnTo>
                    <a:pt x="7177597" y="2355826"/>
                  </a:lnTo>
                  <a:lnTo>
                    <a:pt x="7181020" y="2297628"/>
                  </a:lnTo>
                  <a:lnTo>
                    <a:pt x="7184443" y="2287140"/>
                  </a:lnTo>
                  <a:lnTo>
                    <a:pt x="7187866" y="2286809"/>
                  </a:lnTo>
                  <a:lnTo>
                    <a:pt x="7191289" y="2328506"/>
                  </a:lnTo>
                  <a:lnTo>
                    <a:pt x="7194711" y="2443669"/>
                  </a:lnTo>
                  <a:lnTo>
                    <a:pt x="7198134" y="2625572"/>
                  </a:lnTo>
                  <a:lnTo>
                    <a:pt x="7201557" y="2613984"/>
                  </a:lnTo>
                  <a:lnTo>
                    <a:pt x="7204980" y="2538601"/>
                  </a:lnTo>
                  <a:lnTo>
                    <a:pt x="7208403" y="2513866"/>
                  </a:lnTo>
                  <a:lnTo>
                    <a:pt x="7211825" y="2337942"/>
                  </a:lnTo>
                  <a:lnTo>
                    <a:pt x="7215248" y="2128488"/>
                  </a:lnTo>
                  <a:lnTo>
                    <a:pt x="7218671" y="1963815"/>
                  </a:lnTo>
                  <a:lnTo>
                    <a:pt x="7222094" y="1927246"/>
                  </a:lnTo>
                  <a:lnTo>
                    <a:pt x="7225517" y="1937414"/>
                  </a:lnTo>
                  <a:lnTo>
                    <a:pt x="7228939" y="1952938"/>
                  </a:lnTo>
                  <a:lnTo>
                    <a:pt x="7232362" y="2079597"/>
                  </a:lnTo>
                  <a:lnTo>
                    <a:pt x="7235785" y="2223061"/>
                  </a:lnTo>
                  <a:lnTo>
                    <a:pt x="7239208" y="2275104"/>
                  </a:lnTo>
                  <a:lnTo>
                    <a:pt x="7242631" y="2279190"/>
                  </a:lnTo>
                  <a:lnTo>
                    <a:pt x="7246053" y="2220397"/>
                  </a:lnTo>
                  <a:lnTo>
                    <a:pt x="7249476" y="2150594"/>
                  </a:lnTo>
                  <a:lnTo>
                    <a:pt x="7252899" y="2014489"/>
                  </a:lnTo>
                  <a:lnTo>
                    <a:pt x="7256322" y="1857712"/>
                  </a:lnTo>
                  <a:lnTo>
                    <a:pt x="7259745" y="1739029"/>
                  </a:lnTo>
                  <a:lnTo>
                    <a:pt x="7263167" y="1750569"/>
                  </a:lnTo>
                  <a:lnTo>
                    <a:pt x="7266590" y="1860039"/>
                  </a:lnTo>
                  <a:lnTo>
                    <a:pt x="7270013" y="1831033"/>
                  </a:lnTo>
                  <a:lnTo>
                    <a:pt x="7273436" y="1815718"/>
                  </a:lnTo>
                  <a:lnTo>
                    <a:pt x="7276858" y="1745547"/>
                  </a:lnTo>
                  <a:lnTo>
                    <a:pt x="7280281" y="1740081"/>
                  </a:lnTo>
                  <a:lnTo>
                    <a:pt x="7283704" y="1672225"/>
                  </a:lnTo>
                  <a:lnTo>
                    <a:pt x="7287127" y="1520145"/>
                  </a:lnTo>
                  <a:lnTo>
                    <a:pt x="7290550" y="1542454"/>
                  </a:lnTo>
                  <a:lnTo>
                    <a:pt x="7293972" y="1535244"/>
                  </a:lnTo>
                  <a:lnTo>
                    <a:pt x="7297395" y="1602513"/>
                  </a:lnTo>
                  <a:lnTo>
                    <a:pt x="7300818" y="1673857"/>
                  </a:lnTo>
                  <a:lnTo>
                    <a:pt x="7304241" y="1686550"/>
                  </a:lnTo>
                  <a:lnTo>
                    <a:pt x="7307664" y="1701910"/>
                  </a:lnTo>
                  <a:lnTo>
                    <a:pt x="7311086" y="1664340"/>
                  </a:lnTo>
                  <a:lnTo>
                    <a:pt x="7314509" y="1679671"/>
                  </a:lnTo>
                  <a:lnTo>
                    <a:pt x="7317932" y="1666681"/>
                  </a:lnTo>
                  <a:lnTo>
                    <a:pt x="7321355" y="1591892"/>
                  </a:lnTo>
                  <a:lnTo>
                    <a:pt x="7324778" y="1586461"/>
                  </a:lnTo>
                  <a:lnTo>
                    <a:pt x="7328200" y="1572424"/>
                  </a:lnTo>
                  <a:lnTo>
                    <a:pt x="7331623" y="1514992"/>
                  </a:lnTo>
                  <a:lnTo>
                    <a:pt x="7335046" y="1481490"/>
                  </a:lnTo>
                  <a:lnTo>
                    <a:pt x="7338469" y="1450613"/>
                  </a:lnTo>
                  <a:lnTo>
                    <a:pt x="7341892" y="1379049"/>
                  </a:lnTo>
                  <a:lnTo>
                    <a:pt x="7345314" y="1318536"/>
                  </a:lnTo>
                  <a:lnTo>
                    <a:pt x="7348737" y="1288254"/>
                  </a:lnTo>
                  <a:lnTo>
                    <a:pt x="7352160" y="1295577"/>
                  </a:lnTo>
                  <a:lnTo>
                    <a:pt x="7355583" y="1315483"/>
                  </a:lnTo>
                  <a:lnTo>
                    <a:pt x="7359006" y="1285552"/>
                  </a:lnTo>
                  <a:lnTo>
                    <a:pt x="7362428" y="1224388"/>
                  </a:lnTo>
                  <a:lnTo>
                    <a:pt x="7365851" y="1144885"/>
                  </a:lnTo>
                  <a:lnTo>
                    <a:pt x="7369274" y="1090774"/>
                  </a:lnTo>
                  <a:lnTo>
                    <a:pt x="7372697" y="1133710"/>
                  </a:lnTo>
                  <a:lnTo>
                    <a:pt x="7376120" y="1166255"/>
                  </a:lnTo>
                  <a:lnTo>
                    <a:pt x="7379542" y="1251890"/>
                  </a:lnTo>
                  <a:lnTo>
                    <a:pt x="7382965" y="1497884"/>
                  </a:lnTo>
                  <a:lnTo>
                    <a:pt x="7386388" y="1754320"/>
                  </a:lnTo>
                  <a:lnTo>
                    <a:pt x="7389811" y="1960973"/>
                  </a:lnTo>
                  <a:lnTo>
                    <a:pt x="7393233" y="2097087"/>
                  </a:lnTo>
                  <a:lnTo>
                    <a:pt x="7396656" y="2202833"/>
                  </a:lnTo>
                  <a:lnTo>
                    <a:pt x="7400079" y="2293967"/>
                  </a:lnTo>
                  <a:lnTo>
                    <a:pt x="7403502" y="2401402"/>
                  </a:lnTo>
                  <a:lnTo>
                    <a:pt x="7406925" y="2487235"/>
                  </a:lnTo>
                  <a:lnTo>
                    <a:pt x="7410347" y="2619734"/>
                  </a:lnTo>
                  <a:lnTo>
                    <a:pt x="7413770" y="2697457"/>
                  </a:lnTo>
                  <a:lnTo>
                    <a:pt x="7417193" y="2689210"/>
                  </a:lnTo>
                  <a:lnTo>
                    <a:pt x="7420616" y="2682498"/>
                  </a:lnTo>
                  <a:lnTo>
                    <a:pt x="7424039" y="2549618"/>
                  </a:lnTo>
                  <a:lnTo>
                    <a:pt x="7427461" y="2426361"/>
                  </a:lnTo>
                  <a:lnTo>
                    <a:pt x="7430884" y="2412606"/>
                  </a:lnTo>
                  <a:lnTo>
                    <a:pt x="7434307" y="2384449"/>
                  </a:lnTo>
                  <a:lnTo>
                    <a:pt x="7437730" y="2322791"/>
                  </a:lnTo>
                  <a:lnTo>
                    <a:pt x="7441153" y="2257091"/>
                  </a:lnTo>
                  <a:lnTo>
                    <a:pt x="7444575" y="2339524"/>
                  </a:lnTo>
                  <a:lnTo>
                    <a:pt x="7447998" y="2472239"/>
                  </a:lnTo>
                  <a:lnTo>
                    <a:pt x="7451421" y="2481173"/>
                  </a:lnTo>
                  <a:lnTo>
                    <a:pt x="7454844" y="2475736"/>
                  </a:lnTo>
                  <a:lnTo>
                    <a:pt x="7458267" y="2565659"/>
                  </a:lnTo>
                  <a:lnTo>
                    <a:pt x="7461689" y="2654853"/>
                  </a:lnTo>
                  <a:lnTo>
                    <a:pt x="7465112" y="2597807"/>
                  </a:lnTo>
                  <a:lnTo>
                    <a:pt x="7468535" y="2519904"/>
                  </a:lnTo>
                  <a:lnTo>
                    <a:pt x="7471958" y="2432244"/>
                  </a:lnTo>
                  <a:lnTo>
                    <a:pt x="7475381" y="2377096"/>
                  </a:lnTo>
                  <a:lnTo>
                    <a:pt x="7478803" y="2385844"/>
                  </a:lnTo>
                  <a:lnTo>
                    <a:pt x="7482226" y="2449756"/>
                  </a:lnTo>
                  <a:lnTo>
                    <a:pt x="7485649" y="2567272"/>
                  </a:lnTo>
                  <a:lnTo>
                    <a:pt x="7489072" y="2677057"/>
                  </a:lnTo>
                  <a:lnTo>
                    <a:pt x="7492494" y="2693281"/>
                  </a:lnTo>
                  <a:lnTo>
                    <a:pt x="7495917" y="2645767"/>
                  </a:lnTo>
                  <a:lnTo>
                    <a:pt x="7499340" y="2574091"/>
                  </a:lnTo>
                  <a:lnTo>
                    <a:pt x="7502763" y="2459376"/>
                  </a:lnTo>
                  <a:lnTo>
                    <a:pt x="7506186" y="2387800"/>
                  </a:lnTo>
                  <a:lnTo>
                    <a:pt x="7509608" y="2335742"/>
                  </a:lnTo>
                  <a:lnTo>
                    <a:pt x="7513031" y="2304350"/>
                  </a:lnTo>
                  <a:lnTo>
                    <a:pt x="7516454" y="2319447"/>
                  </a:lnTo>
                  <a:lnTo>
                    <a:pt x="7519877" y="2286515"/>
                  </a:lnTo>
                  <a:lnTo>
                    <a:pt x="7523300" y="2310754"/>
                  </a:lnTo>
                  <a:lnTo>
                    <a:pt x="7526722" y="2356651"/>
                  </a:lnTo>
                  <a:lnTo>
                    <a:pt x="7530145" y="2394686"/>
                  </a:lnTo>
                  <a:lnTo>
                    <a:pt x="7533568" y="2417895"/>
                  </a:lnTo>
                  <a:lnTo>
                    <a:pt x="7536991" y="2517253"/>
                  </a:lnTo>
                  <a:lnTo>
                    <a:pt x="7540414" y="2698560"/>
                  </a:lnTo>
                  <a:lnTo>
                    <a:pt x="7543836" y="2742042"/>
                  </a:lnTo>
                  <a:lnTo>
                    <a:pt x="7547259" y="2659119"/>
                  </a:lnTo>
                  <a:lnTo>
                    <a:pt x="7550682" y="2523535"/>
                  </a:lnTo>
                  <a:lnTo>
                    <a:pt x="7554105" y="2491621"/>
                  </a:lnTo>
                  <a:lnTo>
                    <a:pt x="7557528" y="2474187"/>
                  </a:lnTo>
                  <a:lnTo>
                    <a:pt x="7560950" y="2468189"/>
                  </a:lnTo>
                  <a:lnTo>
                    <a:pt x="7564373" y="2557185"/>
                  </a:lnTo>
                  <a:lnTo>
                    <a:pt x="7567796" y="2641313"/>
                  </a:lnTo>
                  <a:lnTo>
                    <a:pt x="7571219" y="2653849"/>
                  </a:lnTo>
                  <a:lnTo>
                    <a:pt x="7574642" y="2635562"/>
                  </a:lnTo>
                  <a:lnTo>
                    <a:pt x="7578064" y="2617339"/>
                  </a:lnTo>
                  <a:lnTo>
                    <a:pt x="7581487" y="2608307"/>
                  </a:lnTo>
                  <a:lnTo>
                    <a:pt x="7584910" y="2561742"/>
                  </a:lnTo>
                  <a:lnTo>
                    <a:pt x="7588333" y="2561662"/>
                  </a:lnTo>
                  <a:lnTo>
                    <a:pt x="7591755" y="2615584"/>
                  </a:lnTo>
                  <a:lnTo>
                    <a:pt x="7595178" y="2670809"/>
                  </a:lnTo>
                  <a:lnTo>
                    <a:pt x="7598601" y="2739200"/>
                  </a:lnTo>
                  <a:lnTo>
                    <a:pt x="7602024" y="2792648"/>
                  </a:lnTo>
                  <a:lnTo>
                    <a:pt x="7605447" y="2853998"/>
                  </a:lnTo>
                  <a:lnTo>
                    <a:pt x="7608869" y="2888790"/>
                  </a:lnTo>
                  <a:lnTo>
                    <a:pt x="7612292" y="2951367"/>
                  </a:lnTo>
                  <a:lnTo>
                    <a:pt x="7615715" y="3010778"/>
                  </a:lnTo>
                  <a:lnTo>
                    <a:pt x="7619138" y="2991653"/>
                  </a:lnTo>
                  <a:lnTo>
                    <a:pt x="7622561" y="2917725"/>
                  </a:lnTo>
                  <a:lnTo>
                    <a:pt x="7625983" y="2869179"/>
                  </a:lnTo>
                  <a:lnTo>
                    <a:pt x="7629406" y="2852168"/>
                  </a:lnTo>
                  <a:lnTo>
                    <a:pt x="7632829" y="2831069"/>
                  </a:lnTo>
                  <a:lnTo>
                    <a:pt x="7636252" y="2774219"/>
                  </a:lnTo>
                  <a:lnTo>
                    <a:pt x="7639675" y="2786082"/>
                  </a:lnTo>
                  <a:lnTo>
                    <a:pt x="7643097" y="2792866"/>
                  </a:lnTo>
                  <a:lnTo>
                    <a:pt x="7646520" y="2765830"/>
                  </a:lnTo>
                  <a:lnTo>
                    <a:pt x="7649943" y="2723152"/>
                  </a:lnTo>
                  <a:lnTo>
                    <a:pt x="7653366" y="2643639"/>
                  </a:lnTo>
                  <a:lnTo>
                    <a:pt x="7656789" y="2620947"/>
                  </a:lnTo>
                  <a:lnTo>
                    <a:pt x="7660211" y="2551843"/>
                  </a:lnTo>
                  <a:lnTo>
                    <a:pt x="7663634" y="2497802"/>
                  </a:lnTo>
                  <a:lnTo>
                    <a:pt x="7667057" y="2467654"/>
                  </a:lnTo>
                  <a:lnTo>
                    <a:pt x="7670480" y="2483536"/>
                  </a:lnTo>
                  <a:lnTo>
                    <a:pt x="7673903" y="2579557"/>
                  </a:lnTo>
                  <a:lnTo>
                    <a:pt x="7677325" y="2675160"/>
                  </a:lnTo>
                  <a:lnTo>
                    <a:pt x="7680748" y="2698530"/>
                  </a:lnTo>
                  <a:lnTo>
                    <a:pt x="7684171" y="2685966"/>
                  </a:lnTo>
                  <a:lnTo>
                    <a:pt x="7687594" y="2721956"/>
                  </a:lnTo>
                  <a:lnTo>
                    <a:pt x="7691017" y="2692253"/>
                  </a:lnTo>
                  <a:lnTo>
                    <a:pt x="7694439" y="2587190"/>
                  </a:lnTo>
                  <a:lnTo>
                    <a:pt x="7697862" y="2526299"/>
                  </a:lnTo>
                  <a:lnTo>
                    <a:pt x="7701285" y="2440836"/>
                  </a:lnTo>
                  <a:lnTo>
                    <a:pt x="7704708" y="2335197"/>
                  </a:lnTo>
                  <a:lnTo>
                    <a:pt x="7708130" y="2203836"/>
                  </a:lnTo>
                  <a:lnTo>
                    <a:pt x="7711553" y="2196153"/>
                  </a:lnTo>
                  <a:lnTo>
                    <a:pt x="7714976" y="2236160"/>
                  </a:lnTo>
                  <a:lnTo>
                    <a:pt x="7718399" y="2253131"/>
                  </a:lnTo>
                  <a:lnTo>
                    <a:pt x="7721822" y="2353548"/>
                  </a:lnTo>
                  <a:lnTo>
                    <a:pt x="7725244" y="2498620"/>
                  </a:lnTo>
                  <a:lnTo>
                    <a:pt x="7728667" y="2618205"/>
                  </a:lnTo>
                  <a:lnTo>
                    <a:pt x="7732090" y="2616018"/>
                  </a:lnTo>
                  <a:lnTo>
                    <a:pt x="7735513" y="2646682"/>
                  </a:lnTo>
                  <a:lnTo>
                    <a:pt x="7738936" y="2679334"/>
                  </a:lnTo>
                  <a:lnTo>
                    <a:pt x="7742358" y="2707584"/>
                  </a:lnTo>
                  <a:lnTo>
                    <a:pt x="7745781" y="2721185"/>
                  </a:lnTo>
                  <a:lnTo>
                    <a:pt x="7749204" y="2705121"/>
                  </a:lnTo>
                  <a:lnTo>
                    <a:pt x="7752627" y="2680333"/>
                  </a:lnTo>
                  <a:lnTo>
                    <a:pt x="7756050" y="2660312"/>
                  </a:lnTo>
                  <a:lnTo>
                    <a:pt x="7759472" y="2604391"/>
                  </a:lnTo>
                  <a:lnTo>
                    <a:pt x="7762895" y="2577811"/>
                  </a:lnTo>
                  <a:lnTo>
                    <a:pt x="7766318" y="2593101"/>
                  </a:lnTo>
                  <a:lnTo>
                    <a:pt x="7769741" y="2683213"/>
                  </a:lnTo>
                  <a:lnTo>
                    <a:pt x="7773164" y="2826278"/>
                  </a:lnTo>
                  <a:lnTo>
                    <a:pt x="7776586" y="2869091"/>
                  </a:lnTo>
                  <a:lnTo>
                    <a:pt x="7780009" y="2902263"/>
                  </a:lnTo>
                  <a:lnTo>
                    <a:pt x="7783432" y="2924951"/>
                  </a:lnTo>
                  <a:lnTo>
                    <a:pt x="7786855" y="2871812"/>
                  </a:lnTo>
                  <a:lnTo>
                    <a:pt x="7790278" y="2786332"/>
                  </a:lnTo>
                  <a:lnTo>
                    <a:pt x="7793700" y="2680719"/>
                  </a:lnTo>
                  <a:lnTo>
                    <a:pt x="7797123" y="2607849"/>
                  </a:lnTo>
                  <a:lnTo>
                    <a:pt x="7800546" y="2490146"/>
                  </a:lnTo>
                  <a:lnTo>
                    <a:pt x="7803969" y="2378647"/>
                  </a:lnTo>
                  <a:lnTo>
                    <a:pt x="7807391" y="2395942"/>
                  </a:lnTo>
                  <a:lnTo>
                    <a:pt x="7810814" y="2444948"/>
                  </a:lnTo>
                  <a:lnTo>
                    <a:pt x="7814237" y="2437925"/>
                  </a:lnTo>
                  <a:lnTo>
                    <a:pt x="7817660" y="2468239"/>
                  </a:lnTo>
                  <a:lnTo>
                    <a:pt x="7821083" y="2603612"/>
                  </a:lnTo>
                  <a:lnTo>
                    <a:pt x="7824505" y="2726545"/>
                  </a:lnTo>
                  <a:lnTo>
                    <a:pt x="7827928" y="2772358"/>
                  </a:lnTo>
                  <a:lnTo>
                    <a:pt x="7831351" y="2700092"/>
                  </a:lnTo>
                  <a:lnTo>
                    <a:pt x="7834774" y="2668214"/>
                  </a:lnTo>
                  <a:lnTo>
                    <a:pt x="7838197" y="2671250"/>
                  </a:lnTo>
                  <a:lnTo>
                    <a:pt x="7841619" y="2625838"/>
                  </a:lnTo>
                  <a:lnTo>
                    <a:pt x="7845042" y="2532234"/>
                  </a:lnTo>
                  <a:lnTo>
                    <a:pt x="7848465" y="2482888"/>
                  </a:lnTo>
                  <a:lnTo>
                    <a:pt x="7851888" y="2576785"/>
                  </a:lnTo>
                  <a:lnTo>
                    <a:pt x="7855311" y="2662104"/>
                  </a:lnTo>
                  <a:lnTo>
                    <a:pt x="7858733" y="2683738"/>
                  </a:lnTo>
                  <a:lnTo>
                    <a:pt x="7862156" y="2673625"/>
                  </a:lnTo>
                  <a:lnTo>
                    <a:pt x="7865579" y="2704678"/>
                  </a:lnTo>
                  <a:lnTo>
                    <a:pt x="7869002" y="2698373"/>
                  </a:lnTo>
                  <a:lnTo>
                    <a:pt x="7872425" y="2549434"/>
                  </a:lnTo>
                  <a:lnTo>
                    <a:pt x="7875847" y="2431632"/>
                  </a:lnTo>
                  <a:lnTo>
                    <a:pt x="7879270" y="2385977"/>
                  </a:lnTo>
                  <a:lnTo>
                    <a:pt x="7882693" y="2409996"/>
                  </a:lnTo>
                  <a:lnTo>
                    <a:pt x="7886116" y="2382086"/>
                  </a:lnTo>
                  <a:lnTo>
                    <a:pt x="7889539" y="2397355"/>
                  </a:lnTo>
                  <a:lnTo>
                    <a:pt x="7892961" y="2532136"/>
                  </a:lnTo>
                  <a:lnTo>
                    <a:pt x="7896384" y="2690784"/>
                  </a:lnTo>
                  <a:lnTo>
                    <a:pt x="7899807" y="2794481"/>
                  </a:lnTo>
                  <a:lnTo>
                    <a:pt x="7903230" y="2799672"/>
                  </a:lnTo>
                  <a:lnTo>
                    <a:pt x="7906652" y="2751278"/>
                  </a:lnTo>
                  <a:lnTo>
                    <a:pt x="7910075" y="2693377"/>
                  </a:lnTo>
                  <a:lnTo>
                    <a:pt x="7913498" y="2688361"/>
                  </a:lnTo>
                  <a:lnTo>
                    <a:pt x="7916921" y="2653902"/>
                  </a:lnTo>
                  <a:lnTo>
                    <a:pt x="7920344" y="2622644"/>
                  </a:lnTo>
                  <a:lnTo>
                    <a:pt x="7923766" y="2657312"/>
                  </a:lnTo>
                  <a:lnTo>
                    <a:pt x="7927189" y="2737753"/>
                  </a:lnTo>
                  <a:lnTo>
                    <a:pt x="7930612" y="2767653"/>
                  </a:lnTo>
                  <a:lnTo>
                    <a:pt x="7934035" y="2782582"/>
                  </a:lnTo>
                  <a:lnTo>
                    <a:pt x="7937458" y="2797062"/>
                  </a:lnTo>
                  <a:lnTo>
                    <a:pt x="7940880" y="2783914"/>
                  </a:lnTo>
                  <a:lnTo>
                    <a:pt x="7944303" y="2778557"/>
                  </a:lnTo>
                  <a:lnTo>
                    <a:pt x="7947726" y="2862513"/>
                  </a:lnTo>
                  <a:lnTo>
                    <a:pt x="7951149" y="2951834"/>
                  </a:lnTo>
                  <a:lnTo>
                    <a:pt x="7954572" y="2963610"/>
                  </a:lnTo>
                  <a:lnTo>
                    <a:pt x="7957994" y="2983590"/>
                  </a:lnTo>
                  <a:lnTo>
                    <a:pt x="7961417" y="3027998"/>
                  </a:lnTo>
                  <a:lnTo>
                    <a:pt x="7964840" y="3063300"/>
                  </a:lnTo>
                  <a:lnTo>
                    <a:pt x="7968263" y="3055037"/>
                  </a:lnTo>
                  <a:lnTo>
                    <a:pt x="7971686" y="2951360"/>
                  </a:lnTo>
                  <a:lnTo>
                    <a:pt x="7975108" y="2807071"/>
                  </a:lnTo>
                  <a:lnTo>
                    <a:pt x="7978531" y="2734501"/>
                  </a:lnTo>
                  <a:lnTo>
                    <a:pt x="7981954" y="2658398"/>
                  </a:lnTo>
                  <a:lnTo>
                    <a:pt x="7985377" y="2488299"/>
                  </a:lnTo>
                  <a:lnTo>
                    <a:pt x="7988800" y="2288615"/>
                  </a:lnTo>
                  <a:lnTo>
                    <a:pt x="7992222" y="2204674"/>
                  </a:lnTo>
                  <a:lnTo>
                    <a:pt x="7995645" y="2173380"/>
                  </a:lnTo>
                  <a:lnTo>
                    <a:pt x="7999068" y="2120967"/>
                  </a:lnTo>
                  <a:lnTo>
                    <a:pt x="8002491" y="2111859"/>
                  </a:lnTo>
                  <a:lnTo>
                    <a:pt x="8005914" y="2150446"/>
                  </a:lnTo>
                  <a:lnTo>
                    <a:pt x="8009336" y="2222719"/>
                  </a:lnTo>
                  <a:lnTo>
                    <a:pt x="8012759" y="2216141"/>
                  </a:lnTo>
                  <a:lnTo>
                    <a:pt x="8016182" y="2176333"/>
                  </a:lnTo>
                  <a:lnTo>
                    <a:pt x="8019605" y="2027504"/>
                  </a:lnTo>
                  <a:lnTo>
                    <a:pt x="8023027" y="1843468"/>
                  </a:lnTo>
                  <a:lnTo>
                    <a:pt x="8026450" y="1821730"/>
                  </a:lnTo>
                  <a:lnTo>
                    <a:pt x="8029873" y="1893388"/>
                  </a:lnTo>
                  <a:lnTo>
                    <a:pt x="8033296" y="2009887"/>
                  </a:lnTo>
                  <a:lnTo>
                    <a:pt x="8036719" y="2180238"/>
                  </a:lnTo>
                  <a:lnTo>
                    <a:pt x="8040141" y="2454047"/>
                  </a:lnTo>
                  <a:lnTo>
                    <a:pt x="8043564" y="2730566"/>
                  </a:lnTo>
                  <a:lnTo>
                    <a:pt x="8046987" y="2906622"/>
                  </a:lnTo>
                  <a:lnTo>
                    <a:pt x="8050410" y="2962158"/>
                  </a:lnTo>
                  <a:lnTo>
                    <a:pt x="8053833" y="3030404"/>
                  </a:lnTo>
                  <a:lnTo>
                    <a:pt x="8057255" y="3002754"/>
                  </a:lnTo>
                  <a:lnTo>
                    <a:pt x="8060678" y="2869766"/>
                  </a:lnTo>
                  <a:lnTo>
                    <a:pt x="8064101" y="2668565"/>
                  </a:lnTo>
                  <a:lnTo>
                    <a:pt x="8067524" y="2481994"/>
                  </a:lnTo>
                  <a:lnTo>
                    <a:pt x="8070947" y="2434291"/>
                  </a:lnTo>
                  <a:lnTo>
                    <a:pt x="8074369" y="2391294"/>
                  </a:lnTo>
                  <a:lnTo>
                    <a:pt x="8077792" y="2442050"/>
                  </a:lnTo>
                  <a:lnTo>
                    <a:pt x="8081215" y="2550246"/>
                  </a:lnTo>
                  <a:lnTo>
                    <a:pt x="8084638" y="2696218"/>
                  </a:lnTo>
                  <a:lnTo>
                    <a:pt x="8088061" y="2811454"/>
                  </a:lnTo>
                  <a:lnTo>
                    <a:pt x="8091483" y="2824696"/>
                  </a:lnTo>
                  <a:lnTo>
                    <a:pt x="8094906" y="2841227"/>
                  </a:lnTo>
                  <a:lnTo>
                    <a:pt x="8098329" y="2829287"/>
                  </a:lnTo>
                  <a:lnTo>
                    <a:pt x="8101752" y="2840749"/>
                  </a:lnTo>
                  <a:lnTo>
                    <a:pt x="8105175" y="2834118"/>
                  </a:lnTo>
                  <a:lnTo>
                    <a:pt x="8108597" y="2823488"/>
                  </a:lnTo>
                  <a:lnTo>
                    <a:pt x="8112020" y="2778619"/>
                  </a:lnTo>
                  <a:lnTo>
                    <a:pt x="8115443" y="2645604"/>
                  </a:lnTo>
                  <a:lnTo>
                    <a:pt x="8118866" y="2501595"/>
                  </a:lnTo>
                  <a:lnTo>
                    <a:pt x="8122288" y="2472559"/>
                  </a:lnTo>
                  <a:lnTo>
                    <a:pt x="8125711" y="2433257"/>
                  </a:lnTo>
                  <a:lnTo>
                    <a:pt x="8129134" y="2246106"/>
                  </a:lnTo>
                  <a:lnTo>
                    <a:pt x="8132557" y="2087677"/>
                  </a:lnTo>
                  <a:lnTo>
                    <a:pt x="8135980" y="2142595"/>
                  </a:lnTo>
                  <a:lnTo>
                    <a:pt x="8139402" y="2293738"/>
                  </a:lnTo>
                  <a:lnTo>
                    <a:pt x="8142825" y="2272618"/>
                  </a:lnTo>
                  <a:lnTo>
                    <a:pt x="8146248" y="2265146"/>
                  </a:lnTo>
                  <a:lnTo>
                    <a:pt x="8149671" y="2381338"/>
                  </a:lnTo>
                  <a:lnTo>
                    <a:pt x="8153094" y="2553847"/>
                  </a:lnTo>
                  <a:lnTo>
                    <a:pt x="8156516" y="2611764"/>
                  </a:lnTo>
                  <a:lnTo>
                    <a:pt x="8159939" y="2556478"/>
                  </a:lnTo>
                  <a:lnTo>
                    <a:pt x="8163362" y="2489243"/>
                  </a:lnTo>
                  <a:lnTo>
                    <a:pt x="8166785" y="2454136"/>
                  </a:lnTo>
                  <a:lnTo>
                    <a:pt x="8170208" y="2445505"/>
                  </a:lnTo>
                  <a:lnTo>
                    <a:pt x="8173630" y="2329817"/>
                  </a:lnTo>
                  <a:lnTo>
                    <a:pt x="8177053" y="2245605"/>
                  </a:lnTo>
                  <a:lnTo>
                    <a:pt x="8180476" y="2300594"/>
                  </a:lnTo>
                  <a:lnTo>
                    <a:pt x="8183899" y="2385145"/>
                  </a:lnTo>
                  <a:lnTo>
                    <a:pt x="8187322" y="2378868"/>
                  </a:lnTo>
                  <a:lnTo>
                    <a:pt x="8190744" y="2365725"/>
                  </a:lnTo>
                  <a:lnTo>
                    <a:pt x="8194167" y="2412474"/>
                  </a:lnTo>
                  <a:lnTo>
                    <a:pt x="8197590" y="2460450"/>
                  </a:lnTo>
                  <a:lnTo>
                    <a:pt x="8201013" y="2445498"/>
                  </a:lnTo>
                  <a:lnTo>
                    <a:pt x="8204436" y="2440747"/>
                  </a:lnTo>
                  <a:lnTo>
                    <a:pt x="8207858" y="2516312"/>
                  </a:lnTo>
                  <a:lnTo>
                    <a:pt x="8211281" y="2600240"/>
                  </a:lnTo>
                  <a:lnTo>
                    <a:pt x="8214704" y="2730498"/>
                  </a:lnTo>
                  <a:lnTo>
                    <a:pt x="8218127" y="2824384"/>
                  </a:lnTo>
                  <a:lnTo>
                    <a:pt x="8221550" y="2831480"/>
                  </a:lnTo>
                  <a:lnTo>
                    <a:pt x="8224972" y="2838918"/>
                  </a:lnTo>
                  <a:lnTo>
                    <a:pt x="8228395" y="2862812"/>
                  </a:lnTo>
                  <a:lnTo>
                    <a:pt x="8231818" y="2825530"/>
                  </a:lnTo>
                  <a:lnTo>
                    <a:pt x="8235241" y="2783822"/>
                  </a:lnTo>
                  <a:lnTo>
                    <a:pt x="8238663" y="2697568"/>
                  </a:lnTo>
                  <a:lnTo>
                    <a:pt x="8242086" y="2656261"/>
                  </a:lnTo>
                  <a:lnTo>
                    <a:pt x="8245509" y="2586231"/>
                  </a:lnTo>
                  <a:lnTo>
                    <a:pt x="8248932" y="2505345"/>
                  </a:lnTo>
                  <a:lnTo>
                    <a:pt x="8252355" y="2520225"/>
                  </a:lnTo>
                  <a:lnTo>
                    <a:pt x="8255777" y="2527723"/>
                  </a:lnTo>
                  <a:lnTo>
                    <a:pt x="8259200" y="2573708"/>
                  </a:lnTo>
                  <a:lnTo>
                    <a:pt x="8262623" y="2582498"/>
                  </a:lnTo>
                  <a:lnTo>
                    <a:pt x="8266046" y="2612090"/>
                  </a:lnTo>
                  <a:lnTo>
                    <a:pt x="8269469" y="2671835"/>
                  </a:lnTo>
                  <a:lnTo>
                    <a:pt x="8272891" y="2660136"/>
                  </a:lnTo>
                  <a:lnTo>
                    <a:pt x="8276314" y="2590910"/>
                  </a:lnTo>
                  <a:lnTo>
                    <a:pt x="8279737" y="2572933"/>
                  </a:lnTo>
                  <a:lnTo>
                    <a:pt x="8283160" y="2556277"/>
                  </a:lnTo>
                  <a:lnTo>
                    <a:pt x="8286583" y="2500978"/>
                  </a:lnTo>
                  <a:lnTo>
                    <a:pt x="8290005" y="2449601"/>
                  </a:lnTo>
                  <a:lnTo>
                    <a:pt x="8293428" y="2497728"/>
                  </a:lnTo>
                  <a:lnTo>
                    <a:pt x="8296851" y="2545489"/>
                  </a:lnTo>
                  <a:lnTo>
                    <a:pt x="8300274" y="2536976"/>
                  </a:lnTo>
                  <a:lnTo>
                    <a:pt x="8303697" y="2576942"/>
                  </a:lnTo>
                  <a:lnTo>
                    <a:pt x="8307119" y="2716154"/>
                  </a:lnTo>
                  <a:lnTo>
                    <a:pt x="8310542" y="2831968"/>
                  </a:lnTo>
                  <a:lnTo>
                    <a:pt x="8313965" y="2885910"/>
                  </a:lnTo>
                  <a:lnTo>
                    <a:pt x="8317388" y="2960715"/>
                  </a:lnTo>
                  <a:lnTo>
                    <a:pt x="8320811" y="3027816"/>
                  </a:lnTo>
                  <a:lnTo>
                    <a:pt x="8324233" y="3071917"/>
                  </a:lnTo>
                  <a:lnTo>
                    <a:pt x="8327656" y="3071917"/>
                  </a:lnTo>
                  <a:lnTo>
                    <a:pt x="8331079" y="3071917"/>
                  </a:lnTo>
                  <a:lnTo>
                    <a:pt x="8334502" y="3071917"/>
                  </a:lnTo>
                  <a:lnTo>
                    <a:pt x="8337924" y="3071917"/>
                  </a:lnTo>
                  <a:lnTo>
                    <a:pt x="8341347" y="3071917"/>
                  </a:lnTo>
                  <a:lnTo>
                    <a:pt x="8344770" y="3071917"/>
                  </a:lnTo>
                  <a:lnTo>
                    <a:pt x="8348193" y="2986997"/>
                  </a:lnTo>
                  <a:lnTo>
                    <a:pt x="8351616" y="2858349"/>
                  </a:lnTo>
                  <a:lnTo>
                    <a:pt x="8355038" y="2745539"/>
                  </a:lnTo>
                  <a:lnTo>
                    <a:pt x="8358461" y="2675241"/>
                  </a:lnTo>
                  <a:lnTo>
                    <a:pt x="8361884" y="2683898"/>
                  </a:lnTo>
                  <a:lnTo>
                    <a:pt x="8365307" y="2616396"/>
                  </a:lnTo>
                  <a:lnTo>
                    <a:pt x="8368730" y="2558360"/>
                  </a:lnTo>
                  <a:lnTo>
                    <a:pt x="8372152" y="2521278"/>
                  </a:lnTo>
                  <a:lnTo>
                    <a:pt x="8375575" y="2508324"/>
                  </a:lnTo>
                  <a:lnTo>
                    <a:pt x="8378998" y="2445613"/>
                  </a:lnTo>
                  <a:lnTo>
                    <a:pt x="8382421" y="2334756"/>
                  </a:lnTo>
                  <a:lnTo>
                    <a:pt x="8385844" y="2298775"/>
                  </a:lnTo>
                  <a:lnTo>
                    <a:pt x="8389266" y="2269431"/>
                  </a:lnTo>
                  <a:lnTo>
                    <a:pt x="8392689" y="2225828"/>
                  </a:lnTo>
                  <a:lnTo>
                    <a:pt x="8396112" y="2140671"/>
                  </a:lnTo>
                  <a:lnTo>
                    <a:pt x="8399535" y="2126265"/>
                  </a:lnTo>
                  <a:lnTo>
                    <a:pt x="8402958" y="2207953"/>
                  </a:lnTo>
                  <a:lnTo>
                    <a:pt x="8406380" y="2283304"/>
                  </a:lnTo>
                  <a:lnTo>
                    <a:pt x="8409803" y="2416295"/>
                  </a:lnTo>
                  <a:lnTo>
                    <a:pt x="8413226" y="2536119"/>
                  </a:lnTo>
                  <a:lnTo>
                    <a:pt x="8416649" y="2645071"/>
                  </a:lnTo>
                  <a:lnTo>
                    <a:pt x="8420072" y="2663627"/>
                  </a:lnTo>
                  <a:lnTo>
                    <a:pt x="8423494" y="2453291"/>
                  </a:lnTo>
                  <a:lnTo>
                    <a:pt x="8426917" y="2330926"/>
                  </a:lnTo>
                  <a:lnTo>
                    <a:pt x="8430340" y="2320288"/>
                  </a:lnTo>
                  <a:lnTo>
                    <a:pt x="8433763" y="2411635"/>
                  </a:lnTo>
                  <a:lnTo>
                    <a:pt x="8437185" y="2469093"/>
                  </a:lnTo>
                  <a:lnTo>
                    <a:pt x="8440608" y="2512455"/>
                  </a:lnTo>
                  <a:lnTo>
                    <a:pt x="8444031" y="2629720"/>
                  </a:lnTo>
                  <a:lnTo>
                    <a:pt x="8447454" y="2668845"/>
                  </a:lnTo>
                  <a:lnTo>
                    <a:pt x="8450877" y="2631505"/>
                  </a:lnTo>
                  <a:lnTo>
                    <a:pt x="8454299" y="2504273"/>
                  </a:lnTo>
                  <a:lnTo>
                    <a:pt x="8457722" y="2401636"/>
                  </a:lnTo>
                  <a:lnTo>
                    <a:pt x="8461145" y="2388190"/>
                  </a:lnTo>
                  <a:lnTo>
                    <a:pt x="8464568" y="2472833"/>
                  </a:lnTo>
                  <a:lnTo>
                    <a:pt x="8467991" y="2577108"/>
                  </a:lnTo>
                  <a:lnTo>
                    <a:pt x="8471413" y="2577060"/>
                  </a:lnTo>
                  <a:lnTo>
                    <a:pt x="8474836" y="2590023"/>
                  </a:lnTo>
                  <a:lnTo>
                    <a:pt x="8478259" y="2646730"/>
                  </a:lnTo>
                  <a:lnTo>
                    <a:pt x="8481682" y="2705092"/>
                  </a:lnTo>
                  <a:lnTo>
                    <a:pt x="8485105" y="2654122"/>
                  </a:lnTo>
                  <a:lnTo>
                    <a:pt x="8488527" y="2566879"/>
                  </a:lnTo>
                  <a:lnTo>
                    <a:pt x="8491950" y="2517512"/>
                  </a:lnTo>
                  <a:lnTo>
                    <a:pt x="8495373" y="2486656"/>
                  </a:lnTo>
                  <a:lnTo>
                    <a:pt x="8498796" y="2439833"/>
                  </a:lnTo>
                  <a:lnTo>
                    <a:pt x="8502219" y="2320284"/>
                  </a:lnTo>
                  <a:lnTo>
                    <a:pt x="8505641" y="2234649"/>
                  </a:lnTo>
                  <a:lnTo>
                    <a:pt x="8509064" y="2179139"/>
                  </a:lnTo>
                  <a:lnTo>
                    <a:pt x="8512487" y="2276282"/>
                  </a:lnTo>
                  <a:lnTo>
                    <a:pt x="8515910" y="2390705"/>
                  </a:lnTo>
                  <a:lnTo>
                    <a:pt x="8519333" y="2484332"/>
                  </a:lnTo>
                  <a:lnTo>
                    <a:pt x="8522755" y="2540910"/>
                  </a:lnTo>
                  <a:lnTo>
                    <a:pt x="8526178" y="2538339"/>
                  </a:lnTo>
                  <a:lnTo>
                    <a:pt x="8529601" y="2529401"/>
                  </a:lnTo>
                  <a:lnTo>
                    <a:pt x="8533024" y="2408031"/>
                  </a:lnTo>
                  <a:lnTo>
                    <a:pt x="8536447" y="2347261"/>
                  </a:lnTo>
                  <a:lnTo>
                    <a:pt x="8539869" y="2328521"/>
                  </a:lnTo>
                  <a:lnTo>
                    <a:pt x="8543292" y="2345477"/>
                  </a:lnTo>
                  <a:lnTo>
                    <a:pt x="8546715" y="2427132"/>
                  </a:lnTo>
                  <a:lnTo>
                    <a:pt x="8550138" y="2429042"/>
                  </a:lnTo>
                  <a:lnTo>
                    <a:pt x="8553560" y="2416741"/>
                  </a:lnTo>
                  <a:lnTo>
                    <a:pt x="8553560" y="3116972"/>
                  </a:lnTo>
                  <a:lnTo>
                    <a:pt x="8550138" y="3116972"/>
                  </a:lnTo>
                  <a:lnTo>
                    <a:pt x="8546715" y="3116972"/>
                  </a:lnTo>
                  <a:lnTo>
                    <a:pt x="8543292" y="3116972"/>
                  </a:lnTo>
                  <a:lnTo>
                    <a:pt x="8539869" y="3116972"/>
                  </a:lnTo>
                  <a:lnTo>
                    <a:pt x="8536447" y="3116972"/>
                  </a:lnTo>
                  <a:lnTo>
                    <a:pt x="8533024" y="3116972"/>
                  </a:lnTo>
                  <a:lnTo>
                    <a:pt x="8529601" y="3116972"/>
                  </a:lnTo>
                  <a:lnTo>
                    <a:pt x="8526178" y="3116972"/>
                  </a:lnTo>
                  <a:lnTo>
                    <a:pt x="8522755" y="3116972"/>
                  </a:lnTo>
                  <a:lnTo>
                    <a:pt x="8519333" y="3116972"/>
                  </a:lnTo>
                  <a:lnTo>
                    <a:pt x="8515910" y="3116972"/>
                  </a:lnTo>
                  <a:lnTo>
                    <a:pt x="8512487" y="3116972"/>
                  </a:lnTo>
                  <a:lnTo>
                    <a:pt x="8509064" y="3116972"/>
                  </a:lnTo>
                  <a:lnTo>
                    <a:pt x="8505641" y="3116972"/>
                  </a:lnTo>
                  <a:lnTo>
                    <a:pt x="8502219" y="3116972"/>
                  </a:lnTo>
                  <a:lnTo>
                    <a:pt x="8498796" y="3116972"/>
                  </a:lnTo>
                  <a:lnTo>
                    <a:pt x="8495373" y="3116972"/>
                  </a:lnTo>
                  <a:lnTo>
                    <a:pt x="8491950" y="3116972"/>
                  </a:lnTo>
                  <a:lnTo>
                    <a:pt x="8488527" y="3116972"/>
                  </a:lnTo>
                  <a:lnTo>
                    <a:pt x="8485105" y="3116972"/>
                  </a:lnTo>
                  <a:lnTo>
                    <a:pt x="8481682" y="3116972"/>
                  </a:lnTo>
                  <a:lnTo>
                    <a:pt x="8478259" y="3116972"/>
                  </a:lnTo>
                  <a:lnTo>
                    <a:pt x="8474836" y="3116972"/>
                  </a:lnTo>
                  <a:lnTo>
                    <a:pt x="8471413" y="3116972"/>
                  </a:lnTo>
                  <a:lnTo>
                    <a:pt x="8467991" y="3116972"/>
                  </a:lnTo>
                  <a:lnTo>
                    <a:pt x="8464568" y="3116972"/>
                  </a:lnTo>
                  <a:lnTo>
                    <a:pt x="8461145" y="3116972"/>
                  </a:lnTo>
                  <a:lnTo>
                    <a:pt x="8457722" y="3116972"/>
                  </a:lnTo>
                  <a:lnTo>
                    <a:pt x="8454299" y="3116972"/>
                  </a:lnTo>
                  <a:lnTo>
                    <a:pt x="8450877" y="3116972"/>
                  </a:lnTo>
                  <a:lnTo>
                    <a:pt x="8447454" y="3116972"/>
                  </a:lnTo>
                  <a:lnTo>
                    <a:pt x="8444031" y="3116972"/>
                  </a:lnTo>
                  <a:lnTo>
                    <a:pt x="8440608" y="3116972"/>
                  </a:lnTo>
                  <a:lnTo>
                    <a:pt x="8437185" y="3116972"/>
                  </a:lnTo>
                  <a:lnTo>
                    <a:pt x="8433763" y="3116972"/>
                  </a:lnTo>
                  <a:lnTo>
                    <a:pt x="8430340" y="3116972"/>
                  </a:lnTo>
                  <a:lnTo>
                    <a:pt x="8426917" y="3116972"/>
                  </a:lnTo>
                  <a:lnTo>
                    <a:pt x="8423494" y="3116972"/>
                  </a:lnTo>
                  <a:lnTo>
                    <a:pt x="8420072" y="3116972"/>
                  </a:lnTo>
                  <a:lnTo>
                    <a:pt x="8416649" y="3116972"/>
                  </a:lnTo>
                  <a:lnTo>
                    <a:pt x="8413226" y="3116972"/>
                  </a:lnTo>
                  <a:lnTo>
                    <a:pt x="8409803" y="3116972"/>
                  </a:lnTo>
                  <a:lnTo>
                    <a:pt x="8406380" y="3116972"/>
                  </a:lnTo>
                  <a:lnTo>
                    <a:pt x="8402958" y="3116972"/>
                  </a:lnTo>
                  <a:lnTo>
                    <a:pt x="8399535" y="3116972"/>
                  </a:lnTo>
                  <a:lnTo>
                    <a:pt x="8396112" y="3116972"/>
                  </a:lnTo>
                  <a:lnTo>
                    <a:pt x="8392689" y="3116972"/>
                  </a:lnTo>
                  <a:lnTo>
                    <a:pt x="8389266" y="3116972"/>
                  </a:lnTo>
                  <a:lnTo>
                    <a:pt x="8385844" y="3116972"/>
                  </a:lnTo>
                  <a:lnTo>
                    <a:pt x="8382421" y="3116972"/>
                  </a:lnTo>
                  <a:lnTo>
                    <a:pt x="8378998" y="3116972"/>
                  </a:lnTo>
                  <a:lnTo>
                    <a:pt x="8375575" y="3116972"/>
                  </a:lnTo>
                  <a:lnTo>
                    <a:pt x="8372152" y="3116972"/>
                  </a:lnTo>
                  <a:lnTo>
                    <a:pt x="8368730" y="3116972"/>
                  </a:lnTo>
                  <a:lnTo>
                    <a:pt x="8365307" y="3116972"/>
                  </a:lnTo>
                  <a:lnTo>
                    <a:pt x="8361884" y="3116972"/>
                  </a:lnTo>
                  <a:lnTo>
                    <a:pt x="8358461" y="3116972"/>
                  </a:lnTo>
                  <a:lnTo>
                    <a:pt x="8355038" y="3116972"/>
                  </a:lnTo>
                  <a:lnTo>
                    <a:pt x="8351616" y="3116972"/>
                  </a:lnTo>
                  <a:lnTo>
                    <a:pt x="8348193" y="3116972"/>
                  </a:lnTo>
                  <a:lnTo>
                    <a:pt x="8344770" y="3116972"/>
                  </a:lnTo>
                  <a:lnTo>
                    <a:pt x="8341347" y="3116972"/>
                  </a:lnTo>
                  <a:lnTo>
                    <a:pt x="8337924" y="3116972"/>
                  </a:lnTo>
                  <a:lnTo>
                    <a:pt x="8334502" y="3116972"/>
                  </a:lnTo>
                  <a:lnTo>
                    <a:pt x="8331079" y="3116972"/>
                  </a:lnTo>
                  <a:lnTo>
                    <a:pt x="8327656" y="3116972"/>
                  </a:lnTo>
                  <a:lnTo>
                    <a:pt x="8324233" y="3116972"/>
                  </a:lnTo>
                  <a:lnTo>
                    <a:pt x="8320811" y="3116972"/>
                  </a:lnTo>
                  <a:lnTo>
                    <a:pt x="8317388" y="3116972"/>
                  </a:lnTo>
                  <a:lnTo>
                    <a:pt x="8313965" y="3116972"/>
                  </a:lnTo>
                  <a:lnTo>
                    <a:pt x="8310542" y="3116972"/>
                  </a:lnTo>
                  <a:lnTo>
                    <a:pt x="8307119" y="3116972"/>
                  </a:lnTo>
                  <a:lnTo>
                    <a:pt x="8303697" y="3116972"/>
                  </a:lnTo>
                  <a:lnTo>
                    <a:pt x="8300274" y="3116972"/>
                  </a:lnTo>
                  <a:lnTo>
                    <a:pt x="8296851" y="3116972"/>
                  </a:lnTo>
                  <a:lnTo>
                    <a:pt x="8293428" y="3116972"/>
                  </a:lnTo>
                  <a:lnTo>
                    <a:pt x="8290005" y="3116972"/>
                  </a:lnTo>
                  <a:lnTo>
                    <a:pt x="8286583" y="3116972"/>
                  </a:lnTo>
                  <a:lnTo>
                    <a:pt x="8283160" y="3116972"/>
                  </a:lnTo>
                  <a:lnTo>
                    <a:pt x="8279737" y="3116972"/>
                  </a:lnTo>
                  <a:lnTo>
                    <a:pt x="8276314" y="3116972"/>
                  </a:lnTo>
                  <a:lnTo>
                    <a:pt x="8272891" y="3116972"/>
                  </a:lnTo>
                  <a:lnTo>
                    <a:pt x="8269469" y="3116972"/>
                  </a:lnTo>
                  <a:lnTo>
                    <a:pt x="8266046" y="3116972"/>
                  </a:lnTo>
                  <a:lnTo>
                    <a:pt x="8262623" y="3116972"/>
                  </a:lnTo>
                  <a:lnTo>
                    <a:pt x="8259200" y="3116972"/>
                  </a:lnTo>
                  <a:lnTo>
                    <a:pt x="8255777" y="3116972"/>
                  </a:lnTo>
                  <a:lnTo>
                    <a:pt x="8252355" y="3116972"/>
                  </a:lnTo>
                  <a:lnTo>
                    <a:pt x="8248932" y="3116972"/>
                  </a:lnTo>
                  <a:lnTo>
                    <a:pt x="8245509" y="3116972"/>
                  </a:lnTo>
                  <a:lnTo>
                    <a:pt x="8242086" y="3116972"/>
                  </a:lnTo>
                  <a:lnTo>
                    <a:pt x="8238663" y="3116972"/>
                  </a:lnTo>
                  <a:lnTo>
                    <a:pt x="8235241" y="3116972"/>
                  </a:lnTo>
                  <a:lnTo>
                    <a:pt x="8231818" y="3116972"/>
                  </a:lnTo>
                  <a:lnTo>
                    <a:pt x="8228395" y="3116972"/>
                  </a:lnTo>
                  <a:lnTo>
                    <a:pt x="8224972" y="3116972"/>
                  </a:lnTo>
                  <a:lnTo>
                    <a:pt x="8221550" y="3116972"/>
                  </a:lnTo>
                  <a:lnTo>
                    <a:pt x="8218127" y="3116972"/>
                  </a:lnTo>
                  <a:lnTo>
                    <a:pt x="8214704" y="3116972"/>
                  </a:lnTo>
                  <a:lnTo>
                    <a:pt x="8211281" y="3116972"/>
                  </a:lnTo>
                  <a:lnTo>
                    <a:pt x="8207858" y="3116972"/>
                  </a:lnTo>
                  <a:lnTo>
                    <a:pt x="8204436" y="3116972"/>
                  </a:lnTo>
                  <a:lnTo>
                    <a:pt x="8201013" y="3116972"/>
                  </a:lnTo>
                  <a:lnTo>
                    <a:pt x="8197590" y="3116972"/>
                  </a:lnTo>
                  <a:lnTo>
                    <a:pt x="8194167" y="3116972"/>
                  </a:lnTo>
                  <a:lnTo>
                    <a:pt x="8190744" y="3116972"/>
                  </a:lnTo>
                  <a:lnTo>
                    <a:pt x="8187322" y="3116972"/>
                  </a:lnTo>
                  <a:lnTo>
                    <a:pt x="8183899" y="3116972"/>
                  </a:lnTo>
                  <a:lnTo>
                    <a:pt x="8180476" y="3116972"/>
                  </a:lnTo>
                  <a:lnTo>
                    <a:pt x="8177053" y="3116972"/>
                  </a:lnTo>
                  <a:lnTo>
                    <a:pt x="8173630" y="3116972"/>
                  </a:lnTo>
                  <a:lnTo>
                    <a:pt x="8170208" y="3116972"/>
                  </a:lnTo>
                  <a:lnTo>
                    <a:pt x="8166785" y="3116972"/>
                  </a:lnTo>
                  <a:lnTo>
                    <a:pt x="8163362" y="3116972"/>
                  </a:lnTo>
                  <a:lnTo>
                    <a:pt x="8159939" y="3116972"/>
                  </a:lnTo>
                  <a:lnTo>
                    <a:pt x="8156516" y="3116972"/>
                  </a:lnTo>
                  <a:lnTo>
                    <a:pt x="8153094" y="3116972"/>
                  </a:lnTo>
                  <a:lnTo>
                    <a:pt x="8149671" y="3116972"/>
                  </a:lnTo>
                  <a:lnTo>
                    <a:pt x="8146248" y="3116972"/>
                  </a:lnTo>
                  <a:lnTo>
                    <a:pt x="8142825" y="3116972"/>
                  </a:lnTo>
                  <a:lnTo>
                    <a:pt x="8139402" y="3116972"/>
                  </a:lnTo>
                  <a:lnTo>
                    <a:pt x="8135980" y="3116972"/>
                  </a:lnTo>
                  <a:lnTo>
                    <a:pt x="8132557" y="3116972"/>
                  </a:lnTo>
                  <a:lnTo>
                    <a:pt x="8129134" y="3116972"/>
                  </a:lnTo>
                  <a:lnTo>
                    <a:pt x="8125711" y="3116972"/>
                  </a:lnTo>
                  <a:lnTo>
                    <a:pt x="8122288" y="3116972"/>
                  </a:lnTo>
                  <a:lnTo>
                    <a:pt x="8118866" y="3116972"/>
                  </a:lnTo>
                  <a:lnTo>
                    <a:pt x="8115443" y="3116972"/>
                  </a:lnTo>
                  <a:lnTo>
                    <a:pt x="8112020" y="3116972"/>
                  </a:lnTo>
                  <a:lnTo>
                    <a:pt x="8108597" y="3116972"/>
                  </a:lnTo>
                  <a:lnTo>
                    <a:pt x="8105175" y="3116972"/>
                  </a:lnTo>
                  <a:lnTo>
                    <a:pt x="8101752" y="3116972"/>
                  </a:lnTo>
                  <a:lnTo>
                    <a:pt x="8098329" y="3116972"/>
                  </a:lnTo>
                  <a:lnTo>
                    <a:pt x="8094906" y="3116972"/>
                  </a:lnTo>
                  <a:lnTo>
                    <a:pt x="8091483" y="3116972"/>
                  </a:lnTo>
                  <a:lnTo>
                    <a:pt x="8088061" y="3116972"/>
                  </a:lnTo>
                  <a:lnTo>
                    <a:pt x="8084638" y="3116972"/>
                  </a:lnTo>
                  <a:lnTo>
                    <a:pt x="8081215" y="3116972"/>
                  </a:lnTo>
                  <a:lnTo>
                    <a:pt x="8077792" y="3116972"/>
                  </a:lnTo>
                  <a:lnTo>
                    <a:pt x="8074369" y="3116972"/>
                  </a:lnTo>
                  <a:lnTo>
                    <a:pt x="8070947" y="3116972"/>
                  </a:lnTo>
                  <a:lnTo>
                    <a:pt x="8067524" y="3116972"/>
                  </a:lnTo>
                  <a:lnTo>
                    <a:pt x="8064101" y="3116972"/>
                  </a:lnTo>
                  <a:lnTo>
                    <a:pt x="8060678" y="3116972"/>
                  </a:lnTo>
                  <a:lnTo>
                    <a:pt x="8057255" y="3116972"/>
                  </a:lnTo>
                  <a:lnTo>
                    <a:pt x="8053833" y="3116972"/>
                  </a:lnTo>
                  <a:lnTo>
                    <a:pt x="8050410" y="3116972"/>
                  </a:lnTo>
                  <a:lnTo>
                    <a:pt x="8046987" y="3116972"/>
                  </a:lnTo>
                  <a:lnTo>
                    <a:pt x="8043564" y="3116972"/>
                  </a:lnTo>
                  <a:lnTo>
                    <a:pt x="8040141" y="3116972"/>
                  </a:lnTo>
                  <a:lnTo>
                    <a:pt x="8036719" y="3116972"/>
                  </a:lnTo>
                  <a:lnTo>
                    <a:pt x="8033296" y="3116972"/>
                  </a:lnTo>
                  <a:lnTo>
                    <a:pt x="8029873" y="3116972"/>
                  </a:lnTo>
                  <a:lnTo>
                    <a:pt x="8026450" y="3116972"/>
                  </a:lnTo>
                  <a:lnTo>
                    <a:pt x="8023027" y="3116972"/>
                  </a:lnTo>
                  <a:lnTo>
                    <a:pt x="8019605" y="3116972"/>
                  </a:lnTo>
                  <a:lnTo>
                    <a:pt x="8016182" y="3116972"/>
                  </a:lnTo>
                  <a:lnTo>
                    <a:pt x="8012759" y="3116972"/>
                  </a:lnTo>
                  <a:lnTo>
                    <a:pt x="8009336" y="3116972"/>
                  </a:lnTo>
                  <a:lnTo>
                    <a:pt x="8005914" y="3116972"/>
                  </a:lnTo>
                  <a:lnTo>
                    <a:pt x="8002491" y="3116972"/>
                  </a:lnTo>
                  <a:lnTo>
                    <a:pt x="7999068" y="3116972"/>
                  </a:lnTo>
                  <a:lnTo>
                    <a:pt x="7995645" y="3116972"/>
                  </a:lnTo>
                  <a:lnTo>
                    <a:pt x="7992222" y="3116972"/>
                  </a:lnTo>
                  <a:lnTo>
                    <a:pt x="7988800" y="3116972"/>
                  </a:lnTo>
                  <a:lnTo>
                    <a:pt x="7985377" y="3116972"/>
                  </a:lnTo>
                  <a:lnTo>
                    <a:pt x="7981954" y="3116972"/>
                  </a:lnTo>
                  <a:lnTo>
                    <a:pt x="7978531" y="3116972"/>
                  </a:lnTo>
                  <a:lnTo>
                    <a:pt x="7975108" y="3116972"/>
                  </a:lnTo>
                  <a:lnTo>
                    <a:pt x="7971686" y="3116972"/>
                  </a:lnTo>
                  <a:lnTo>
                    <a:pt x="7968263" y="3116972"/>
                  </a:lnTo>
                  <a:lnTo>
                    <a:pt x="7964840" y="3116972"/>
                  </a:lnTo>
                  <a:lnTo>
                    <a:pt x="7961417" y="3116972"/>
                  </a:lnTo>
                  <a:lnTo>
                    <a:pt x="7957994" y="3116972"/>
                  </a:lnTo>
                  <a:lnTo>
                    <a:pt x="7954572" y="3116972"/>
                  </a:lnTo>
                  <a:lnTo>
                    <a:pt x="7951149" y="3116972"/>
                  </a:lnTo>
                  <a:lnTo>
                    <a:pt x="7947726" y="3116972"/>
                  </a:lnTo>
                  <a:lnTo>
                    <a:pt x="7944303" y="3116972"/>
                  </a:lnTo>
                  <a:lnTo>
                    <a:pt x="7940880" y="3116972"/>
                  </a:lnTo>
                  <a:lnTo>
                    <a:pt x="7937458" y="3116972"/>
                  </a:lnTo>
                  <a:lnTo>
                    <a:pt x="7934035" y="3116972"/>
                  </a:lnTo>
                  <a:lnTo>
                    <a:pt x="7930612" y="3116972"/>
                  </a:lnTo>
                  <a:lnTo>
                    <a:pt x="7927189" y="3116972"/>
                  </a:lnTo>
                  <a:lnTo>
                    <a:pt x="7923766" y="3116972"/>
                  </a:lnTo>
                  <a:lnTo>
                    <a:pt x="7920344" y="3116972"/>
                  </a:lnTo>
                  <a:lnTo>
                    <a:pt x="7916921" y="3116972"/>
                  </a:lnTo>
                  <a:lnTo>
                    <a:pt x="7913498" y="3116972"/>
                  </a:lnTo>
                  <a:lnTo>
                    <a:pt x="7910075" y="3116972"/>
                  </a:lnTo>
                  <a:lnTo>
                    <a:pt x="7906652" y="3116972"/>
                  </a:lnTo>
                  <a:lnTo>
                    <a:pt x="7903230" y="3116972"/>
                  </a:lnTo>
                  <a:lnTo>
                    <a:pt x="7899807" y="3116972"/>
                  </a:lnTo>
                  <a:lnTo>
                    <a:pt x="7896384" y="3116972"/>
                  </a:lnTo>
                  <a:lnTo>
                    <a:pt x="7892961" y="3116972"/>
                  </a:lnTo>
                  <a:lnTo>
                    <a:pt x="7889539" y="3116972"/>
                  </a:lnTo>
                  <a:lnTo>
                    <a:pt x="7886116" y="3116972"/>
                  </a:lnTo>
                  <a:lnTo>
                    <a:pt x="7882693" y="3116972"/>
                  </a:lnTo>
                  <a:lnTo>
                    <a:pt x="7879270" y="3116972"/>
                  </a:lnTo>
                  <a:lnTo>
                    <a:pt x="7875847" y="3116972"/>
                  </a:lnTo>
                  <a:lnTo>
                    <a:pt x="7872425" y="3116972"/>
                  </a:lnTo>
                  <a:lnTo>
                    <a:pt x="7869002" y="3116972"/>
                  </a:lnTo>
                  <a:lnTo>
                    <a:pt x="7865579" y="3116972"/>
                  </a:lnTo>
                  <a:lnTo>
                    <a:pt x="7862156" y="3116972"/>
                  </a:lnTo>
                  <a:lnTo>
                    <a:pt x="7858733" y="3116972"/>
                  </a:lnTo>
                  <a:lnTo>
                    <a:pt x="7855311" y="3116972"/>
                  </a:lnTo>
                  <a:lnTo>
                    <a:pt x="7851888" y="3116972"/>
                  </a:lnTo>
                  <a:lnTo>
                    <a:pt x="7848465" y="3116972"/>
                  </a:lnTo>
                  <a:lnTo>
                    <a:pt x="7845042" y="3116972"/>
                  </a:lnTo>
                  <a:lnTo>
                    <a:pt x="7841619" y="3116972"/>
                  </a:lnTo>
                  <a:lnTo>
                    <a:pt x="7838197" y="3116972"/>
                  </a:lnTo>
                  <a:lnTo>
                    <a:pt x="7834774" y="3116972"/>
                  </a:lnTo>
                  <a:lnTo>
                    <a:pt x="7831351" y="3116972"/>
                  </a:lnTo>
                  <a:lnTo>
                    <a:pt x="7827928" y="3116972"/>
                  </a:lnTo>
                  <a:lnTo>
                    <a:pt x="7824505" y="3116972"/>
                  </a:lnTo>
                  <a:lnTo>
                    <a:pt x="7821083" y="3116972"/>
                  </a:lnTo>
                  <a:lnTo>
                    <a:pt x="7817660" y="3116972"/>
                  </a:lnTo>
                  <a:lnTo>
                    <a:pt x="7814237" y="3116972"/>
                  </a:lnTo>
                  <a:lnTo>
                    <a:pt x="7810814" y="3116972"/>
                  </a:lnTo>
                  <a:lnTo>
                    <a:pt x="7807391" y="3116972"/>
                  </a:lnTo>
                  <a:lnTo>
                    <a:pt x="7803969" y="3116972"/>
                  </a:lnTo>
                  <a:lnTo>
                    <a:pt x="7800546" y="3116972"/>
                  </a:lnTo>
                  <a:lnTo>
                    <a:pt x="7797123" y="3116972"/>
                  </a:lnTo>
                  <a:lnTo>
                    <a:pt x="7793700" y="3116972"/>
                  </a:lnTo>
                  <a:lnTo>
                    <a:pt x="7790278" y="3116972"/>
                  </a:lnTo>
                  <a:lnTo>
                    <a:pt x="7786855" y="3116972"/>
                  </a:lnTo>
                  <a:lnTo>
                    <a:pt x="7783432" y="3116972"/>
                  </a:lnTo>
                  <a:lnTo>
                    <a:pt x="7780009" y="3116972"/>
                  </a:lnTo>
                  <a:lnTo>
                    <a:pt x="7776586" y="3116972"/>
                  </a:lnTo>
                  <a:lnTo>
                    <a:pt x="7773164" y="3116972"/>
                  </a:lnTo>
                  <a:lnTo>
                    <a:pt x="7769741" y="3116972"/>
                  </a:lnTo>
                  <a:lnTo>
                    <a:pt x="7766318" y="3116972"/>
                  </a:lnTo>
                  <a:lnTo>
                    <a:pt x="7762895" y="3116972"/>
                  </a:lnTo>
                  <a:lnTo>
                    <a:pt x="7759472" y="3116972"/>
                  </a:lnTo>
                  <a:lnTo>
                    <a:pt x="7756050" y="3116972"/>
                  </a:lnTo>
                  <a:lnTo>
                    <a:pt x="7752627" y="3116972"/>
                  </a:lnTo>
                  <a:lnTo>
                    <a:pt x="7749204" y="3116972"/>
                  </a:lnTo>
                  <a:lnTo>
                    <a:pt x="7745781" y="3116972"/>
                  </a:lnTo>
                  <a:lnTo>
                    <a:pt x="7742358" y="3116972"/>
                  </a:lnTo>
                  <a:lnTo>
                    <a:pt x="7738936" y="3116972"/>
                  </a:lnTo>
                  <a:lnTo>
                    <a:pt x="7735513" y="3116972"/>
                  </a:lnTo>
                  <a:lnTo>
                    <a:pt x="7732090" y="3116972"/>
                  </a:lnTo>
                  <a:lnTo>
                    <a:pt x="7728667" y="3116972"/>
                  </a:lnTo>
                  <a:lnTo>
                    <a:pt x="7725244" y="3116972"/>
                  </a:lnTo>
                  <a:lnTo>
                    <a:pt x="7721822" y="3116972"/>
                  </a:lnTo>
                  <a:lnTo>
                    <a:pt x="7718399" y="3116972"/>
                  </a:lnTo>
                  <a:lnTo>
                    <a:pt x="7714976" y="3116972"/>
                  </a:lnTo>
                  <a:lnTo>
                    <a:pt x="7711553" y="3116972"/>
                  </a:lnTo>
                  <a:lnTo>
                    <a:pt x="7708130" y="3116972"/>
                  </a:lnTo>
                  <a:lnTo>
                    <a:pt x="7704708" y="3116972"/>
                  </a:lnTo>
                  <a:lnTo>
                    <a:pt x="7701285" y="3116972"/>
                  </a:lnTo>
                  <a:lnTo>
                    <a:pt x="7697862" y="3116972"/>
                  </a:lnTo>
                  <a:lnTo>
                    <a:pt x="7694439" y="3116972"/>
                  </a:lnTo>
                  <a:lnTo>
                    <a:pt x="7691017" y="3116972"/>
                  </a:lnTo>
                  <a:lnTo>
                    <a:pt x="7687594" y="3116972"/>
                  </a:lnTo>
                  <a:lnTo>
                    <a:pt x="7684171" y="3116972"/>
                  </a:lnTo>
                  <a:lnTo>
                    <a:pt x="7680748" y="3116972"/>
                  </a:lnTo>
                  <a:lnTo>
                    <a:pt x="7677325" y="3116972"/>
                  </a:lnTo>
                  <a:lnTo>
                    <a:pt x="7673903" y="3116972"/>
                  </a:lnTo>
                  <a:lnTo>
                    <a:pt x="7670480" y="3116972"/>
                  </a:lnTo>
                  <a:lnTo>
                    <a:pt x="7667057" y="3116972"/>
                  </a:lnTo>
                  <a:lnTo>
                    <a:pt x="7663634" y="3116972"/>
                  </a:lnTo>
                  <a:lnTo>
                    <a:pt x="7660211" y="3116972"/>
                  </a:lnTo>
                  <a:lnTo>
                    <a:pt x="7656789" y="3116972"/>
                  </a:lnTo>
                  <a:lnTo>
                    <a:pt x="7653366" y="3116972"/>
                  </a:lnTo>
                  <a:lnTo>
                    <a:pt x="7649943" y="3116972"/>
                  </a:lnTo>
                  <a:lnTo>
                    <a:pt x="7646520" y="3116972"/>
                  </a:lnTo>
                  <a:lnTo>
                    <a:pt x="7643097" y="3116972"/>
                  </a:lnTo>
                  <a:lnTo>
                    <a:pt x="7639675" y="3116972"/>
                  </a:lnTo>
                  <a:lnTo>
                    <a:pt x="7636252" y="3116972"/>
                  </a:lnTo>
                  <a:lnTo>
                    <a:pt x="7632829" y="3116972"/>
                  </a:lnTo>
                  <a:lnTo>
                    <a:pt x="7629406" y="3116972"/>
                  </a:lnTo>
                  <a:lnTo>
                    <a:pt x="7625983" y="3116972"/>
                  </a:lnTo>
                  <a:lnTo>
                    <a:pt x="7622561" y="3116972"/>
                  </a:lnTo>
                  <a:lnTo>
                    <a:pt x="7619138" y="3116972"/>
                  </a:lnTo>
                  <a:lnTo>
                    <a:pt x="7615715" y="3116972"/>
                  </a:lnTo>
                  <a:lnTo>
                    <a:pt x="7612292" y="3116972"/>
                  </a:lnTo>
                  <a:lnTo>
                    <a:pt x="7608869" y="3116972"/>
                  </a:lnTo>
                  <a:lnTo>
                    <a:pt x="7605447" y="3116972"/>
                  </a:lnTo>
                  <a:lnTo>
                    <a:pt x="7602024" y="3116972"/>
                  </a:lnTo>
                  <a:lnTo>
                    <a:pt x="7598601" y="3116972"/>
                  </a:lnTo>
                  <a:lnTo>
                    <a:pt x="7595178" y="3116972"/>
                  </a:lnTo>
                  <a:lnTo>
                    <a:pt x="7591755" y="3116972"/>
                  </a:lnTo>
                  <a:lnTo>
                    <a:pt x="7588333" y="3116972"/>
                  </a:lnTo>
                  <a:lnTo>
                    <a:pt x="7584910" y="3116972"/>
                  </a:lnTo>
                  <a:lnTo>
                    <a:pt x="7581487" y="3116972"/>
                  </a:lnTo>
                  <a:lnTo>
                    <a:pt x="7578064" y="3116972"/>
                  </a:lnTo>
                  <a:lnTo>
                    <a:pt x="7574642" y="3116972"/>
                  </a:lnTo>
                  <a:lnTo>
                    <a:pt x="7571219" y="3116972"/>
                  </a:lnTo>
                  <a:lnTo>
                    <a:pt x="7567796" y="3116972"/>
                  </a:lnTo>
                  <a:lnTo>
                    <a:pt x="7564373" y="3116972"/>
                  </a:lnTo>
                  <a:lnTo>
                    <a:pt x="7560950" y="3116972"/>
                  </a:lnTo>
                  <a:lnTo>
                    <a:pt x="7557528" y="3116972"/>
                  </a:lnTo>
                  <a:lnTo>
                    <a:pt x="7554105" y="3116972"/>
                  </a:lnTo>
                  <a:lnTo>
                    <a:pt x="7550682" y="3116972"/>
                  </a:lnTo>
                  <a:lnTo>
                    <a:pt x="7547259" y="3116972"/>
                  </a:lnTo>
                  <a:lnTo>
                    <a:pt x="7543836" y="3116972"/>
                  </a:lnTo>
                  <a:lnTo>
                    <a:pt x="7540414" y="3116972"/>
                  </a:lnTo>
                  <a:lnTo>
                    <a:pt x="7536991" y="3116972"/>
                  </a:lnTo>
                  <a:lnTo>
                    <a:pt x="7533568" y="3116972"/>
                  </a:lnTo>
                  <a:lnTo>
                    <a:pt x="7530145" y="3116972"/>
                  </a:lnTo>
                  <a:lnTo>
                    <a:pt x="7526722" y="3116972"/>
                  </a:lnTo>
                  <a:lnTo>
                    <a:pt x="7523300" y="3116972"/>
                  </a:lnTo>
                  <a:lnTo>
                    <a:pt x="7519877" y="3116972"/>
                  </a:lnTo>
                  <a:lnTo>
                    <a:pt x="7516454" y="3116972"/>
                  </a:lnTo>
                  <a:lnTo>
                    <a:pt x="7513031" y="3116972"/>
                  </a:lnTo>
                  <a:lnTo>
                    <a:pt x="7509608" y="3116972"/>
                  </a:lnTo>
                  <a:lnTo>
                    <a:pt x="7506186" y="3116972"/>
                  </a:lnTo>
                  <a:lnTo>
                    <a:pt x="7502763" y="3116972"/>
                  </a:lnTo>
                  <a:lnTo>
                    <a:pt x="7499340" y="3116972"/>
                  </a:lnTo>
                  <a:lnTo>
                    <a:pt x="7495917" y="3116972"/>
                  </a:lnTo>
                  <a:lnTo>
                    <a:pt x="7492494" y="3116972"/>
                  </a:lnTo>
                  <a:lnTo>
                    <a:pt x="7489072" y="3116972"/>
                  </a:lnTo>
                  <a:lnTo>
                    <a:pt x="7485649" y="3116972"/>
                  </a:lnTo>
                  <a:lnTo>
                    <a:pt x="7482226" y="3116972"/>
                  </a:lnTo>
                  <a:lnTo>
                    <a:pt x="7478803" y="3116972"/>
                  </a:lnTo>
                  <a:lnTo>
                    <a:pt x="7475381" y="3116972"/>
                  </a:lnTo>
                  <a:lnTo>
                    <a:pt x="7471958" y="3116972"/>
                  </a:lnTo>
                  <a:lnTo>
                    <a:pt x="7468535" y="3116972"/>
                  </a:lnTo>
                  <a:lnTo>
                    <a:pt x="7465112" y="3116972"/>
                  </a:lnTo>
                  <a:lnTo>
                    <a:pt x="7461689" y="3116972"/>
                  </a:lnTo>
                  <a:lnTo>
                    <a:pt x="7458267" y="3116972"/>
                  </a:lnTo>
                  <a:lnTo>
                    <a:pt x="7454844" y="3116972"/>
                  </a:lnTo>
                  <a:lnTo>
                    <a:pt x="7451421" y="3116972"/>
                  </a:lnTo>
                  <a:lnTo>
                    <a:pt x="7447998" y="3116972"/>
                  </a:lnTo>
                  <a:lnTo>
                    <a:pt x="7444575" y="3116972"/>
                  </a:lnTo>
                  <a:lnTo>
                    <a:pt x="7441153" y="3116972"/>
                  </a:lnTo>
                  <a:lnTo>
                    <a:pt x="7437730" y="3116972"/>
                  </a:lnTo>
                  <a:lnTo>
                    <a:pt x="7434307" y="3116972"/>
                  </a:lnTo>
                  <a:lnTo>
                    <a:pt x="7430884" y="3116972"/>
                  </a:lnTo>
                  <a:lnTo>
                    <a:pt x="7427461" y="3116972"/>
                  </a:lnTo>
                  <a:lnTo>
                    <a:pt x="7424039" y="3116972"/>
                  </a:lnTo>
                  <a:lnTo>
                    <a:pt x="7420616" y="3116972"/>
                  </a:lnTo>
                  <a:lnTo>
                    <a:pt x="7417193" y="3116972"/>
                  </a:lnTo>
                  <a:lnTo>
                    <a:pt x="7413770" y="3116972"/>
                  </a:lnTo>
                  <a:lnTo>
                    <a:pt x="7410347" y="3116972"/>
                  </a:lnTo>
                  <a:lnTo>
                    <a:pt x="7406925" y="3116972"/>
                  </a:lnTo>
                  <a:lnTo>
                    <a:pt x="7403502" y="3116972"/>
                  </a:lnTo>
                  <a:lnTo>
                    <a:pt x="7400079" y="3116972"/>
                  </a:lnTo>
                  <a:lnTo>
                    <a:pt x="7396656" y="3116972"/>
                  </a:lnTo>
                  <a:lnTo>
                    <a:pt x="7393233" y="3116972"/>
                  </a:lnTo>
                  <a:lnTo>
                    <a:pt x="7389811" y="3116972"/>
                  </a:lnTo>
                  <a:lnTo>
                    <a:pt x="7386388" y="3116972"/>
                  </a:lnTo>
                  <a:lnTo>
                    <a:pt x="7382965" y="3116972"/>
                  </a:lnTo>
                  <a:lnTo>
                    <a:pt x="7379542" y="3116972"/>
                  </a:lnTo>
                  <a:lnTo>
                    <a:pt x="7376120" y="3116972"/>
                  </a:lnTo>
                  <a:lnTo>
                    <a:pt x="7372697" y="3116972"/>
                  </a:lnTo>
                  <a:lnTo>
                    <a:pt x="7369274" y="3116972"/>
                  </a:lnTo>
                  <a:lnTo>
                    <a:pt x="7365851" y="3116972"/>
                  </a:lnTo>
                  <a:lnTo>
                    <a:pt x="7362428" y="3116972"/>
                  </a:lnTo>
                  <a:lnTo>
                    <a:pt x="7359006" y="3116972"/>
                  </a:lnTo>
                  <a:lnTo>
                    <a:pt x="7355583" y="3116972"/>
                  </a:lnTo>
                  <a:lnTo>
                    <a:pt x="7352160" y="3116972"/>
                  </a:lnTo>
                  <a:lnTo>
                    <a:pt x="7348737" y="3116972"/>
                  </a:lnTo>
                  <a:lnTo>
                    <a:pt x="7345314" y="3116972"/>
                  </a:lnTo>
                  <a:lnTo>
                    <a:pt x="7341892" y="3116972"/>
                  </a:lnTo>
                  <a:lnTo>
                    <a:pt x="7338469" y="3116972"/>
                  </a:lnTo>
                  <a:lnTo>
                    <a:pt x="7335046" y="3116972"/>
                  </a:lnTo>
                  <a:lnTo>
                    <a:pt x="7331623" y="3116972"/>
                  </a:lnTo>
                  <a:lnTo>
                    <a:pt x="7328200" y="3116972"/>
                  </a:lnTo>
                  <a:lnTo>
                    <a:pt x="7324778" y="3116972"/>
                  </a:lnTo>
                  <a:lnTo>
                    <a:pt x="7321355" y="3116972"/>
                  </a:lnTo>
                  <a:lnTo>
                    <a:pt x="7317932" y="3116972"/>
                  </a:lnTo>
                  <a:lnTo>
                    <a:pt x="7314509" y="3116972"/>
                  </a:lnTo>
                  <a:lnTo>
                    <a:pt x="7311086" y="3116972"/>
                  </a:lnTo>
                  <a:lnTo>
                    <a:pt x="7307664" y="3116972"/>
                  </a:lnTo>
                  <a:lnTo>
                    <a:pt x="7304241" y="3116972"/>
                  </a:lnTo>
                  <a:lnTo>
                    <a:pt x="7300818" y="3116972"/>
                  </a:lnTo>
                  <a:lnTo>
                    <a:pt x="7297395" y="3116972"/>
                  </a:lnTo>
                  <a:lnTo>
                    <a:pt x="7293972" y="3116972"/>
                  </a:lnTo>
                  <a:lnTo>
                    <a:pt x="7290550" y="3116972"/>
                  </a:lnTo>
                  <a:lnTo>
                    <a:pt x="7287127" y="3116972"/>
                  </a:lnTo>
                  <a:lnTo>
                    <a:pt x="7283704" y="3116972"/>
                  </a:lnTo>
                  <a:lnTo>
                    <a:pt x="7280281" y="3116972"/>
                  </a:lnTo>
                  <a:lnTo>
                    <a:pt x="7276858" y="3116972"/>
                  </a:lnTo>
                  <a:lnTo>
                    <a:pt x="7273436" y="3116972"/>
                  </a:lnTo>
                  <a:lnTo>
                    <a:pt x="7270013" y="3116972"/>
                  </a:lnTo>
                  <a:lnTo>
                    <a:pt x="7266590" y="3116972"/>
                  </a:lnTo>
                  <a:lnTo>
                    <a:pt x="7263167" y="3116972"/>
                  </a:lnTo>
                  <a:lnTo>
                    <a:pt x="7259745" y="3116972"/>
                  </a:lnTo>
                  <a:lnTo>
                    <a:pt x="7256322" y="3116972"/>
                  </a:lnTo>
                  <a:lnTo>
                    <a:pt x="7252899" y="3116972"/>
                  </a:lnTo>
                  <a:lnTo>
                    <a:pt x="7249476" y="3116972"/>
                  </a:lnTo>
                  <a:lnTo>
                    <a:pt x="7246053" y="3116972"/>
                  </a:lnTo>
                  <a:lnTo>
                    <a:pt x="7242631" y="3116972"/>
                  </a:lnTo>
                  <a:lnTo>
                    <a:pt x="7239208" y="3116972"/>
                  </a:lnTo>
                  <a:lnTo>
                    <a:pt x="7235785" y="3116972"/>
                  </a:lnTo>
                  <a:lnTo>
                    <a:pt x="7232362" y="3116972"/>
                  </a:lnTo>
                  <a:lnTo>
                    <a:pt x="7228939" y="3116972"/>
                  </a:lnTo>
                  <a:lnTo>
                    <a:pt x="7225517" y="3116972"/>
                  </a:lnTo>
                  <a:lnTo>
                    <a:pt x="7222094" y="3116972"/>
                  </a:lnTo>
                  <a:lnTo>
                    <a:pt x="7218671" y="3116972"/>
                  </a:lnTo>
                  <a:lnTo>
                    <a:pt x="7215248" y="3116972"/>
                  </a:lnTo>
                  <a:lnTo>
                    <a:pt x="7211825" y="3116972"/>
                  </a:lnTo>
                  <a:lnTo>
                    <a:pt x="7208403" y="3116972"/>
                  </a:lnTo>
                  <a:lnTo>
                    <a:pt x="7204980" y="3116972"/>
                  </a:lnTo>
                  <a:lnTo>
                    <a:pt x="7201557" y="3116972"/>
                  </a:lnTo>
                  <a:lnTo>
                    <a:pt x="7198134" y="3116972"/>
                  </a:lnTo>
                  <a:lnTo>
                    <a:pt x="7194711" y="3116972"/>
                  </a:lnTo>
                  <a:lnTo>
                    <a:pt x="7191289" y="3116972"/>
                  </a:lnTo>
                  <a:lnTo>
                    <a:pt x="7187866" y="3116972"/>
                  </a:lnTo>
                  <a:lnTo>
                    <a:pt x="7184443" y="3116972"/>
                  </a:lnTo>
                  <a:lnTo>
                    <a:pt x="7181020" y="3116972"/>
                  </a:lnTo>
                  <a:lnTo>
                    <a:pt x="7177597" y="3116972"/>
                  </a:lnTo>
                  <a:lnTo>
                    <a:pt x="7174175" y="3116972"/>
                  </a:lnTo>
                  <a:lnTo>
                    <a:pt x="7170752" y="3116972"/>
                  </a:lnTo>
                  <a:lnTo>
                    <a:pt x="7167329" y="3116972"/>
                  </a:lnTo>
                  <a:lnTo>
                    <a:pt x="7163906" y="3116972"/>
                  </a:lnTo>
                  <a:lnTo>
                    <a:pt x="7160484" y="3116972"/>
                  </a:lnTo>
                  <a:lnTo>
                    <a:pt x="7157061" y="3116972"/>
                  </a:lnTo>
                  <a:lnTo>
                    <a:pt x="7153638" y="3116972"/>
                  </a:lnTo>
                  <a:lnTo>
                    <a:pt x="7150215" y="3116972"/>
                  </a:lnTo>
                  <a:lnTo>
                    <a:pt x="7146792" y="3116972"/>
                  </a:lnTo>
                  <a:lnTo>
                    <a:pt x="7143370" y="3116972"/>
                  </a:lnTo>
                  <a:lnTo>
                    <a:pt x="7139947" y="3116972"/>
                  </a:lnTo>
                  <a:lnTo>
                    <a:pt x="7136524" y="3116972"/>
                  </a:lnTo>
                  <a:lnTo>
                    <a:pt x="7133101" y="3116972"/>
                  </a:lnTo>
                  <a:lnTo>
                    <a:pt x="7129678" y="3116972"/>
                  </a:lnTo>
                  <a:lnTo>
                    <a:pt x="7126256" y="3116972"/>
                  </a:lnTo>
                  <a:lnTo>
                    <a:pt x="7122833" y="3116972"/>
                  </a:lnTo>
                  <a:lnTo>
                    <a:pt x="7119410" y="3116972"/>
                  </a:lnTo>
                  <a:lnTo>
                    <a:pt x="7115987" y="3116972"/>
                  </a:lnTo>
                  <a:lnTo>
                    <a:pt x="7112564" y="3116972"/>
                  </a:lnTo>
                  <a:lnTo>
                    <a:pt x="7109142" y="3116972"/>
                  </a:lnTo>
                  <a:lnTo>
                    <a:pt x="7105719" y="3116972"/>
                  </a:lnTo>
                  <a:lnTo>
                    <a:pt x="7102296" y="3116972"/>
                  </a:lnTo>
                  <a:lnTo>
                    <a:pt x="7098873" y="3116972"/>
                  </a:lnTo>
                  <a:lnTo>
                    <a:pt x="7095450" y="3116972"/>
                  </a:lnTo>
                  <a:lnTo>
                    <a:pt x="7092028" y="3116972"/>
                  </a:lnTo>
                  <a:lnTo>
                    <a:pt x="7088605" y="3116972"/>
                  </a:lnTo>
                  <a:lnTo>
                    <a:pt x="7085182" y="3116972"/>
                  </a:lnTo>
                  <a:lnTo>
                    <a:pt x="7081759" y="3116972"/>
                  </a:lnTo>
                  <a:lnTo>
                    <a:pt x="7078336" y="3116972"/>
                  </a:lnTo>
                  <a:lnTo>
                    <a:pt x="7074914" y="3116972"/>
                  </a:lnTo>
                  <a:lnTo>
                    <a:pt x="7071491" y="3116972"/>
                  </a:lnTo>
                  <a:lnTo>
                    <a:pt x="7068068" y="3116972"/>
                  </a:lnTo>
                  <a:lnTo>
                    <a:pt x="7064645" y="3116972"/>
                  </a:lnTo>
                  <a:lnTo>
                    <a:pt x="7061223" y="3116972"/>
                  </a:lnTo>
                  <a:lnTo>
                    <a:pt x="7057800" y="3116972"/>
                  </a:lnTo>
                  <a:lnTo>
                    <a:pt x="7054377" y="3116972"/>
                  </a:lnTo>
                  <a:lnTo>
                    <a:pt x="7050954" y="3116972"/>
                  </a:lnTo>
                  <a:lnTo>
                    <a:pt x="7047531" y="3116972"/>
                  </a:lnTo>
                  <a:lnTo>
                    <a:pt x="7044109" y="3116972"/>
                  </a:lnTo>
                  <a:lnTo>
                    <a:pt x="7040686" y="3116972"/>
                  </a:lnTo>
                  <a:lnTo>
                    <a:pt x="7037263" y="3116972"/>
                  </a:lnTo>
                  <a:lnTo>
                    <a:pt x="7033840" y="3116972"/>
                  </a:lnTo>
                  <a:lnTo>
                    <a:pt x="7030417" y="3116972"/>
                  </a:lnTo>
                  <a:lnTo>
                    <a:pt x="7026995" y="3116972"/>
                  </a:lnTo>
                  <a:lnTo>
                    <a:pt x="7023572" y="3116972"/>
                  </a:lnTo>
                  <a:lnTo>
                    <a:pt x="7020149" y="3116972"/>
                  </a:lnTo>
                  <a:lnTo>
                    <a:pt x="7016726" y="3116972"/>
                  </a:lnTo>
                  <a:lnTo>
                    <a:pt x="7013303" y="3116972"/>
                  </a:lnTo>
                  <a:lnTo>
                    <a:pt x="7009881" y="3116972"/>
                  </a:lnTo>
                  <a:lnTo>
                    <a:pt x="7006458" y="3116972"/>
                  </a:lnTo>
                  <a:lnTo>
                    <a:pt x="7003035" y="3116972"/>
                  </a:lnTo>
                  <a:lnTo>
                    <a:pt x="6999612" y="3116972"/>
                  </a:lnTo>
                  <a:lnTo>
                    <a:pt x="6996189" y="3116972"/>
                  </a:lnTo>
                  <a:lnTo>
                    <a:pt x="6992767" y="3116972"/>
                  </a:lnTo>
                  <a:lnTo>
                    <a:pt x="6989344" y="3116972"/>
                  </a:lnTo>
                  <a:lnTo>
                    <a:pt x="6985921" y="3116972"/>
                  </a:lnTo>
                  <a:lnTo>
                    <a:pt x="6982498" y="3116972"/>
                  </a:lnTo>
                  <a:lnTo>
                    <a:pt x="6979075" y="3116972"/>
                  </a:lnTo>
                  <a:lnTo>
                    <a:pt x="6975653" y="3116972"/>
                  </a:lnTo>
                  <a:lnTo>
                    <a:pt x="6972230" y="3116972"/>
                  </a:lnTo>
                  <a:lnTo>
                    <a:pt x="6968807" y="3116972"/>
                  </a:lnTo>
                  <a:lnTo>
                    <a:pt x="6965384" y="3116972"/>
                  </a:lnTo>
                  <a:lnTo>
                    <a:pt x="6961961" y="3116972"/>
                  </a:lnTo>
                  <a:lnTo>
                    <a:pt x="6958539" y="3116972"/>
                  </a:lnTo>
                  <a:lnTo>
                    <a:pt x="6955116" y="3116972"/>
                  </a:lnTo>
                  <a:lnTo>
                    <a:pt x="6951693" y="3116972"/>
                  </a:lnTo>
                  <a:lnTo>
                    <a:pt x="6948270" y="3116972"/>
                  </a:lnTo>
                  <a:lnTo>
                    <a:pt x="6944848" y="3116972"/>
                  </a:lnTo>
                  <a:lnTo>
                    <a:pt x="6941425" y="3116972"/>
                  </a:lnTo>
                  <a:lnTo>
                    <a:pt x="6938002" y="3116972"/>
                  </a:lnTo>
                  <a:lnTo>
                    <a:pt x="6934579" y="3116972"/>
                  </a:lnTo>
                  <a:lnTo>
                    <a:pt x="6931156" y="3116972"/>
                  </a:lnTo>
                  <a:lnTo>
                    <a:pt x="6927734" y="3116972"/>
                  </a:lnTo>
                  <a:lnTo>
                    <a:pt x="6924311" y="3116972"/>
                  </a:lnTo>
                  <a:lnTo>
                    <a:pt x="6920888" y="3116972"/>
                  </a:lnTo>
                  <a:lnTo>
                    <a:pt x="6917465" y="3116972"/>
                  </a:lnTo>
                  <a:lnTo>
                    <a:pt x="6914042" y="3116972"/>
                  </a:lnTo>
                  <a:lnTo>
                    <a:pt x="6910620" y="3116972"/>
                  </a:lnTo>
                  <a:lnTo>
                    <a:pt x="6907197" y="3116972"/>
                  </a:lnTo>
                  <a:lnTo>
                    <a:pt x="6903774" y="3116972"/>
                  </a:lnTo>
                  <a:lnTo>
                    <a:pt x="6900351" y="3116972"/>
                  </a:lnTo>
                  <a:lnTo>
                    <a:pt x="6896928" y="3116972"/>
                  </a:lnTo>
                  <a:lnTo>
                    <a:pt x="6893506" y="3116972"/>
                  </a:lnTo>
                  <a:lnTo>
                    <a:pt x="6890083" y="3116972"/>
                  </a:lnTo>
                  <a:lnTo>
                    <a:pt x="6886660" y="3116972"/>
                  </a:lnTo>
                  <a:lnTo>
                    <a:pt x="6883237" y="3116972"/>
                  </a:lnTo>
                  <a:lnTo>
                    <a:pt x="6879814" y="3116972"/>
                  </a:lnTo>
                  <a:lnTo>
                    <a:pt x="6876392" y="3116972"/>
                  </a:lnTo>
                  <a:lnTo>
                    <a:pt x="6872969" y="3116972"/>
                  </a:lnTo>
                  <a:lnTo>
                    <a:pt x="6869546" y="3116972"/>
                  </a:lnTo>
                  <a:lnTo>
                    <a:pt x="6866123" y="3116972"/>
                  </a:lnTo>
                  <a:lnTo>
                    <a:pt x="6862700" y="3116972"/>
                  </a:lnTo>
                  <a:lnTo>
                    <a:pt x="6859278" y="3116972"/>
                  </a:lnTo>
                  <a:lnTo>
                    <a:pt x="6855855" y="3116972"/>
                  </a:lnTo>
                  <a:lnTo>
                    <a:pt x="6852432" y="3116972"/>
                  </a:lnTo>
                  <a:lnTo>
                    <a:pt x="6849009" y="3116972"/>
                  </a:lnTo>
                  <a:lnTo>
                    <a:pt x="6845587" y="3116972"/>
                  </a:lnTo>
                  <a:lnTo>
                    <a:pt x="6842164" y="3116972"/>
                  </a:lnTo>
                  <a:lnTo>
                    <a:pt x="6838741" y="3116972"/>
                  </a:lnTo>
                  <a:lnTo>
                    <a:pt x="6835318" y="3116972"/>
                  </a:lnTo>
                  <a:lnTo>
                    <a:pt x="6831895" y="3116972"/>
                  </a:lnTo>
                  <a:lnTo>
                    <a:pt x="6828473" y="3116972"/>
                  </a:lnTo>
                  <a:lnTo>
                    <a:pt x="6825050" y="3116972"/>
                  </a:lnTo>
                  <a:lnTo>
                    <a:pt x="6821627" y="3116972"/>
                  </a:lnTo>
                  <a:lnTo>
                    <a:pt x="6818204" y="3116972"/>
                  </a:lnTo>
                  <a:lnTo>
                    <a:pt x="6814781" y="3116972"/>
                  </a:lnTo>
                  <a:lnTo>
                    <a:pt x="6811359" y="3116972"/>
                  </a:lnTo>
                  <a:lnTo>
                    <a:pt x="6807936" y="3116972"/>
                  </a:lnTo>
                  <a:lnTo>
                    <a:pt x="6804513" y="3116972"/>
                  </a:lnTo>
                  <a:lnTo>
                    <a:pt x="6801090" y="3116972"/>
                  </a:lnTo>
                  <a:lnTo>
                    <a:pt x="6797667" y="3116972"/>
                  </a:lnTo>
                  <a:lnTo>
                    <a:pt x="6794245" y="3116972"/>
                  </a:lnTo>
                  <a:lnTo>
                    <a:pt x="6790822" y="3116972"/>
                  </a:lnTo>
                  <a:lnTo>
                    <a:pt x="6787399" y="3116972"/>
                  </a:lnTo>
                  <a:lnTo>
                    <a:pt x="6783976" y="3116972"/>
                  </a:lnTo>
                  <a:lnTo>
                    <a:pt x="6780553" y="3116972"/>
                  </a:lnTo>
                  <a:lnTo>
                    <a:pt x="6777131" y="3116972"/>
                  </a:lnTo>
                  <a:lnTo>
                    <a:pt x="6773708" y="3116972"/>
                  </a:lnTo>
                  <a:lnTo>
                    <a:pt x="6770285" y="3116972"/>
                  </a:lnTo>
                  <a:lnTo>
                    <a:pt x="6766862" y="3116972"/>
                  </a:lnTo>
                  <a:lnTo>
                    <a:pt x="6763439" y="3116972"/>
                  </a:lnTo>
                  <a:lnTo>
                    <a:pt x="6760017" y="3116972"/>
                  </a:lnTo>
                  <a:lnTo>
                    <a:pt x="6756594" y="3116972"/>
                  </a:lnTo>
                  <a:lnTo>
                    <a:pt x="6753171" y="3116972"/>
                  </a:lnTo>
                  <a:lnTo>
                    <a:pt x="6749748" y="3116972"/>
                  </a:lnTo>
                  <a:lnTo>
                    <a:pt x="6746325" y="3116972"/>
                  </a:lnTo>
                  <a:lnTo>
                    <a:pt x="6742903" y="3116972"/>
                  </a:lnTo>
                  <a:lnTo>
                    <a:pt x="6739480" y="3116972"/>
                  </a:lnTo>
                  <a:lnTo>
                    <a:pt x="6736057" y="3116972"/>
                  </a:lnTo>
                  <a:lnTo>
                    <a:pt x="6732634" y="3116972"/>
                  </a:lnTo>
                  <a:lnTo>
                    <a:pt x="6729212" y="3116972"/>
                  </a:lnTo>
                  <a:lnTo>
                    <a:pt x="6725789" y="3116972"/>
                  </a:lnTo>
                  <a:lnTo>
                    <a:pt x="6722366" y="3116972"/>
                  </a:lnTo>
                  <a:lnTo>
                    <a:pt x="6718943" y="3116972"/>
                  </a:lnTo>
                  <a:lnTo>
                    <a:pt x="6715520" y="3116972"/>
                  </a:lnTo>
                  <a:lnTo>
                    <a:pt x="6712098" y="3116972"/>
                  </a:lnTo>
                  <a:lnTo>
                    <a:pt x="6708675" y="3116972"/>
                  </a:lnTo>
                  <a:lnTo>
                    <a:pt x="6705252" y="3116972"/>
                  </a:lnTo>
                  <a:lnTo>
                    <a:pt x="6701829" y="3116972"/>
                  </a:lnTo>
                  <a:lnTo>
                    <a:pt x="6698406" y="3116972"/>
                  </a:lnTo>
                  <a:lnTo>
                    <a:pt x="6694984" y="3116972"/>
                  </a:lnTo>
                  <a:lnTo>
                    <a:pt x="6691561" y="3116972"/>
                  </a:lnTo>
                  <a:lnTo>
                    <a:pt x="6688138" y="3116972"/>
                  </a:lnTo>
                  <a:lnTo>
                    <a:pt x="6684715" y="3116972"/>
                  </a:lnTo>
                  <a:lnTo>
                    <a:pt x="6681292" y="3116972"/>
                  </a:lnTo>
                  <a:lnTo>
                    <a:pt x="6677870" y="3116972"/>
                  </a:lnTo>
                  <a:lnTo>
                    <a:pt x="6674447" y="3116972"/>
                  </a:lnTo>
                  <a:lnTo>
                    <a:pt x="6671024" y="3116972"/>
                  </a:lnTo>
                  <a:lnTo>
                    <a:pt x="6667601" y="3116972"/>
                  </a:lnTo>
                  <a:lnTo>
                    <a:pt x="6664178" y="3116972"/>
                  </a:lnTo>
                  <a:lnTo>
                    <a:pt x="6660756" y="3116972"/>
                  </a:lnTo>
                  <a:lnTo>
                    <a:pt x="6657333" y="3116972"/>
                  </a:lnTo>
                  <a:lnTo>
                    <a:pt x="6653910" y="3116972"/>
                  </a:lnTo>
                  <a:lnTo>
                    <a:pt x="6650487" y="3116972"/>
                  </a:lnTo>
                  <a:lnTo>
                    <a:pt x="6647064" y="3116972"/>
                  </a:lnTo>
                  <a:lnTo>
                    <a:pt x="6643642" y="3116972"/>
                  </a:lnTo>
                  <a:lnTo>
                    <a:pt x="6640219" y="3116972"/>
                  </a:lnTo>
                  <a:lnTo>
                    <a:pt x="6636796" y="3116972"/>
                  </a:lnTo>
                  <a:lnTo>
                    <a:pt x="6633373" y="3116972"/>
                  </a:lnTo>
                  <a:lnTo>
                    <a:pt x="6629951" y="3116972"/>
                  </a:lnTo>
                  <a:lnTo>
                    <a:pt x="6626528" y="3116972"/>
                  </a:lnTo>
                  <a:lnTo>
                    <a:pt x="6623105" y="3116972"/>
                  </a:lnTo>
                  <a:lnTo>
                    <a:pt x="6619682" y="3116972"/>
                  </a:lnTo>
                  <a:lnTo>
                    <a:pt x="6616259" y="3116972"/>
                  </a:lnTo>
                  <a:lnTo>
                    <a:pt x="6612837" y="3116972"/>
                  </a:lnTo>
                  <a:lnTo>
                    <a:pt x="6609414" y="3116972"/>
                  </a:lnTo>
                  <a:lnTo>
                    <a:pt x="6605991" y="3116972"/>
                  </a:lnTo>
                  <a:lnTo>
                    <a:pt x="6602568" y="3116972"/>
                  </a:lnTo>
                  <a:lnTo>
                    <a:pt x="6599145" y="3116972"/>
                  </a:lnTo>
                  <a:lnTo>
                    <a:pt x="6595723" y="3116972"/>
                  </a:lnTo>
                  <a:lnTo>
                    <a:pt x="6592300" y="3116972"/>
                  </a:lnTo>
                  <a:lnTo>
                    <a:pt x="6588877" y="3116972"/>
                  </a:lnTo>
                  <a:lnTo>
                    <a:pt x="6585454" y="3116972"/>
                  </a:lnTo>
                  <a:lnTo>
                    <a:pt x="6582031" y="3116972"/>
                  </a:lnTo>
                  <a:lnTo>
                    <a:pt x="6578609" y="3116972"/>
                  </a:lnTo>
                  <a:lnTo>
                    <a:pt x="6575186" y="3116972"/>
                  </a:lnTo>
                  <a:lnTo>
                    <a:pt x="6571763" y="3116972"/>
                  </a:lnTo>
                  <a:lnTo>
                    <a:pt x="6568340" y="3116972"/>
                  </a:lnTo>
                  <a:lnTo>
                    <a:pt x="6564917" y="3116972"/>
                  </a:lnTo>
                  <a:lnTo>
                    <a:pt x="6561495" y="3116972"/>
                  </a:lnTo>
                  <a:lnTo>
                    <a:pt x="6558072" y="3116972"/>
                  </a:lnTo>
                  <a:lnTo>
                    <a:pt x="6554649" y="3116972"/>
                  </a:lnTo>
                  <a:lnTo>
                    <a:pt x="6551226" y="3116972"/>
                  </a:lnTo>
                  <a:lnTo>
                    <a:pt x="6547803" y="3116972"/>
                  </a:lnTo>
                  <a:lnTo>
                    <a:pt x="6544381" y="3116972"/>
                  </a:lnTo>
                  <a:lnTo>
                    <a:pt x="6540958" y="3116972"/>
                  </a:lnTo>
                  <a:lnTo>
                    <a:pt x="6537535" y="3116972"/>
                  </a:lnTo>
                  <a:lnTo>
                    <a:pt x="6534112" y="3116972"/>
                  </a:lnTo>
                  <a:lnTo>
                    <a:pt x="6530690" y="3116972"/>
                  </a:lnTo>
                  <a:lnTo>
                    <a:pt x="6527267" y="3116972"/>
                  </a:lnTo>
                  <a:lnTo>
                    <a:pt x="6523844" y="3116972"/>
                  </a:lnTo>
                  <a:lnTo>
                    <a:pt x="6520421" y="3116972"/>
                  </a:lnTo>
                  <a:lnTo>
                    <a:pt x="6516998" y="3116972"/>
                  </a:lnTo>
                  <a:lnTo>
                    <a:pt x="6513576" y="3116972"/>
                  </a:lnTo>
                  <a:lnTo>
                    <a:pt x="6510153" y="3116972"/>
                  </a:lnTo>
                  <a:lnTo>
                    <a:pt x="6506730" y="3116972"/>
                  </a:lnTo>
                  <a:lnTo>
                    <a:pt x="6503307" y="3116972"/>
                  </a:lnTo>
                  <a:lnTo>
                    <a:pt x="6499884" y="3116972"/>
                  </a:lnTo>
                  <a:lnTo>
                    <a:pt x="6496462" y="3116972"/>
                  </a:lnTo>
                  <a:lnTo>
                    <a:pt x="6493039" y="3116972"/>
                  </a:lnTo>
                  <a:lnTo>
                    <a:pt x="6489616" y="3116972"/>
                  </a:lnTo>
                  <a:lnTo>
                    <a:pt x="6486193" y="3116972"/>
                  </a:lnTo>
                  <a:lnTo>
                    <a:pt x="6482770" y="3116972"/>
                  </a:lnTo>
                  <a:lnTo>
                    <a:pt x="6479348" y="3116972"/>
                  </a:lnTo>
                  <a:lnTo>
                    <a:pt x="6475925" y="3116972"/>
                  </a:lnTo>
                  <a:lnTo>
                    <a:pt x="6472502" y="3116972"/>
                  </a:lnTo>
                  <a:lnTo>
                    <a:pt x="6469079" y="3116972"/>
                  </a:lnTo>
                  <a:lnTo>
                    <a:pt x="6465656" y="3116972"/>
                  </a:lnTo>
                  <a:lnTo>
                    <a:pt x="6462234" y="3116972"/>
                  </a:lnTo>
                  <a:lnTo>
                    <a:pt x="6458811" y="3116972"/>
                  </a:lnTo>
                  <a:lnTo>
                    <a:pt x="6455388" y="3116972"/>
                  </a:lnTo>
                  <a:lnTo>
                    <a:pt x="6451965" y="3116972"/>
                  </a:lnTo>
                  <a:lnTo>
                    <a:pt x="6448542" y="3116972"/>
                  </a:lnTo>
                  <a:lnTo>
                    <a:pt x="6445120" y="3116972"/>
                  </a:lnTo>
                  <a:lnTo>
                    <a:pt x="6441697" y="3116972"/>
                  </a:lnTo>
                  <a:lnTo>
                    <a:pt x="6438274" y="3116972"/>
                  </a:lnTo>
                  <a:lnTo>
                    <a:pt x="6434851" y="3116972"/>
                  </a:lnTo>
                  <a:lnTo>
                    <a:pt x="6431428" y="3116972"/>
                  </a:lnTo>
                  <a:lnTo>
                    <a:pt x="6428006" y="3116972"/>
                  </a:lnTo>
                  <a:lnTo>
                    <a:pt x="6424583" y="3116972"/>
                  </a:lnTo>
                  <a:lnTo>
                    <a:pt x="6421160" y="3116972"/>
                  </a:lnTo>
                  <a:lnTo>
                    <a:pt x="6417737" y="3116972"/>
                  </a:lnTo>
                  <a:lnTo>
                    <a:pt x="6414315" y="3116972"/>
                  </a:lnTo>
                  <a:lnTo>
                    <a:pt x="6410892" y="3116972"/>
                  </a:lnTo>
                  <a:lnTo>
                    <a:pt x="6407469" y="3116972"/>
                  </a:lnTo>
                  <a:lnTo>
                    <a:pt x="6404046" y="3116972"/>
                  </a:lnTo>
                  <a:lnTo>
                    <a:pt x="6400623" y="3116972"/>
                  </a:lnTo>
                  <a:lnTo>
                    <a:pt x="6397201" y="3116972"/>
                  </a:lnTo>
                  <a:lnTo>
                    <a:pt x="6393778" y="3116972"/>
                  </a:lnTo>
                  <a:lnTo>
                    <a:pt x="6390355" y="3116972"/>
                  </a:lnTo>
                  <a:lnTo>
                    <a:pt x="6386932" y="3116972"/>
                  </a:lnTo>
                  <a:lnTo>
                    <a:pt x="6383509" y="3116972"/>
                  </a:lnTo>
                  <a:lnTo>
                    <a:pt x="6380087" y="3116972"/>
                  </a:lnTo>
                  <a:lnTo>
                    <a:pt x="6376664" y="3116972"/>
                  </a:lnTo>
                  <a:lnTo>
                    <a:pt x="6373241" y="3116972"/>
                  </a:lnTo>
                  <a:lnTo>
                    <a:pt x="6369818" y="3116972"/>
                  </a:lnTo>
                  <a:lnTo>
                    <a:pt x="6366395" y="3116972"/>
                  </a:lnTo>
                  <a:lnTo>
                    <a:pt x="6362973" y="3116972"/>
                  </a:lnTo>
                  <a:lnTo>
                    <a:pt x="6359550" y="3116972"/>
                  </a:lnTo>
                  <a:lnTo>
                    <a:pt x="6356127" y="3116972"/>
                  </a:lnTo>
                  <a:lnTo>
                    <a:pt x="6352704" y="3116972"/>
                  </a:lnTo>
                  <a:lnTo>
                    <a:pt x="6349281" y="3116972"/>
                  </a:lnTo>
                  <a:lnTo>
                    <a:pt x="6345859" y="3116972"/>
                  </a:lnTo>
                  <a:lnTo>
                    <a:pt x="6342436" y="3116972"/>
                  </a:lnTo>
                  <a:lnTo>
                    <a:pt x="6339013" y="3116972"/>
                  </a:lnTo>
                  <a:lnTo>
                    <a:pt x="6335590" y="3116972"/>
                  </a:lnTo>
                  <a:lnTo>
                    <a:pt x="6332167" y="3116972"/>
                  </a:lnTo>
                  <a:lnTo>
                    <a:pt x="6328745" y="3116972"/>
                  </a:lnTo>
                  <a:lnTo>
                    <a:pt x="6325322" y="3116972"/>
                  </a:lnTo>
                  <a:lnTo>
                    <a:pt x="6321899" y="3116972"/>
                  </a:lnTo>
                  <a:lnTo>
                    <a:pt x="6318476" y="3116972"/>
                  </a:lnTo>
                  <a:lnTo>
                    <a:pt x="6315054" y="3116972"/>
                  </a:lnTo>
                  <a:lnTo>
                    <a:pt x="6311631" y="3116972"/>
                  </a:lnTo>
                  <a:lnTo>
                    <a:pt x="6308208" y="3116972"/>
                  </a:lnTo>
                  <a:lnTo>
                    <a:pt x="6304785" y="3116972"/>
                  </a:lnTo>
                  <a:lnTo>
                    <a:pt x="6301362" y="3116972"/>
                  </a:lnTo>
                  <a:lnTo>
                    <a:pt x="6297940" y="3116972"/>
                  </a:lnTo>
                  <a:lnTo>
                    <a:pt x="6294517" y="3116972"/>
                  </a:lnTo>
                  <a:lnTo>
                    <a:pt x="6291094" y="3116972"/>
                  </a:lnTo>
                  <a:lnTo>
                    <a:pt x="6287671" y="3116972"/>
                  </a:lnTo>
                  <a:lnTo>
                    <a:pt x="6284248" y="3116972"/>
                  </a:lnTo>
                  <a:lnTo>
                    <a:pt x="6280826" y="3116972"/>
                  </a:lnTo>
                  <a:lnTo>
                    <a:pt x="6277403" y="3116972"/>
                  </a:lnTo>
                  <a:lnTo>
                    <a:pt x="6273980" y="3116972"/>
                  </a:lnTo>
                  <a:lnTo>
                    <a:pt x="6270557" y="3116972"/>
                  </a:lnTo>
                  <a:lnTo>
                    <a:pt x="6267134" y="3116972"/>
                  </a:lnTo>
                  <a:lnTo>
                    <a:pt x="6263712" y="3116972"/>
                  </a:lnTo>
                  <a:lnTo>
                    <a:pt x="6260289" y="3116972"/>
                  </a:lnTo>
                  <a:lnTo>
                    <a:pt x="6256866" y="3116972"/>
                  </a:lnTo>
                  <a:lnTo>
                    <a:pt x="6253443" y="3116972"/>
                  </a:lnTo>
                  <a:lnTo>
                    <a:pt x="6250020" y="3116972"/>
                  </a:lnTo>
                  <a:lnTo>
                    <a:pt x="6246598" y="3116972"/>
                  </a:lnTo>
                  <a:lnTo>
                    <a:pt x="6243175" y="3116972"/>
                  </a:lnTo>
                  <a:lnTo>
                    <a:pt x="6239752" y="3116972"/>
                  </a:lnTo>
                  <a:lnTo>
                    <a:pt x="6236329" y="3116972"/>
                  </a:lnTo>
                  <a:lnTo>
                    <a:pt x="6232906" y="3116972"/>
                  </a:lnTo>
                  <a:lnTo>
                    <a:pt x="6229484" y="3116972"/>
                  </a:lnTo>
                  <a:lnTo>
                    <a:pt x="6226061" y="3116972"/>
                  </a:lnTo>
                  <a:lnTo>
                    <a:pt x="6222638" y="3116972"/>
                  </a:lnTo>
                  <a:lnTo>
                    <a:pt x="6219215" y="3116972"/>
                  </a:lnTo>
                  <a:lnTo>
                    <a:pt x="6215793" y="3116972"/>
                  </a:lnTo>
                  <a:lnTo>
                    <a:pt x="6212370" y="3116972"/>
                  </a:lnTo>
                  <a:lnTo>
                    <a:pt x="6208947" y="3116972"/>
                  </a:lnTo>
                  <a:lnTo>
                    <a:pt x="6205524" y="3116972"/>
                  </a:lnTo>
                  <a:lnTo>
                    <a:pt x="6202101" y="3116972"/>
                  </a:lnTo>
                  <a:lnTo>
                    <a:pt x="6198679" y="3116972"/>
                  </a:lnTo>
                  <a:lnTo>
                    <a:pt x="6195256" y="3116972"/>
                  </a:lnTo>
                  <a:lnTo>
                    <a:pt x="6191833" y="3116972"/>
                  </a:lnTo>
                  <a:lnTo>
                    <a:pt x="6188410" y="3116972"/>
                  </a:lnTo>
                  <a:lnTo>
                    <a:pt x="6184987" y="3116972"/>
                  </a:lnTo>
                  <a:lnTo>
                    <a:pt x="6181565" y="3116972"/>
                  </a:lnTo>
                  <a:lnTo>
                    <a:pt x="6178142" y="3116972"/>
                  </a:lnTo>
                  <a:lnTo>
                    <a:pt x="6174719" y="3116972"/>
                  </a:lnTo>
                  <a:lnTo>
                    <a:pt x="6171296" y="3116972"/>
                  </a:lnTo>
                  <a:lnTo>
                    <a:pt x="6167873" y="3116972"/>
                  </a:lnTo>
                  <a:lnTo>
                    <a:pt x="6164451" y="3116972"/>
                  </a:lnTo>
                  <a:lnTo>
                    <a:pt x="6161028" y="3116972"/>
                  </a:lnTo>
                  <a:lnTo>
                    <a:pt x="6157605" y="3116972"/>
                  </a:lnTo>
                  <a:lnTo>
                    <a:pt x="6154182" y="3116972"/>
                  </a:lnTo>
                  <a:lnTo>
                    <a:pt x="6150759" y="3116972"/>
                  </a:lnTo>
                  <a:lnTo>
                    <a:pt x="6147337" y="3116972"/>
                  </a:lnTo>
                  <a:lnTo>
                    <a:pt x="6143914" y="3116972"/>
                  </a:lnTo>
                  <a:lnTo>
                    <a:pt x="6140491" y="3116972"/>
                  </a:lnTo>
                  <a:lnTo>
                    <a:pt x="6137068" y="3116972"/>
                  </a:lnTo>
                  <a:lnTo>
                    <a:pt x="6133645" y="3116972"/>
                  </a:lnTo>
                  <a:lnTo>
                    <a:pt x="6130223" y="3116972"/>
                  </a:lnTo>
                  <a:lnTo>
                    <a:pt x="6126800" y="3116972"/>
                  </a:lnTo>
                  <a:lnTo>
                    <a:pt x="6123377" y="3116972"/>
                  </a:lnTo>
                  <a:lnTo>
                    <a:pt x="6119954" y="3116972"/>
                  </a:lnTo>
                  <a:lnTo>
                    <a:pt x="6116531" y="3116972"/>
                  </a:lnTo>
                  <a:lnTo>
                    <a:pt x="6113109" y="3116972"/>
                  </a:lnTo>
                  <a:lnTo>
                    <a:pt x="6109686" y="3116972"/>
                  </a:lnTo>
                  <a:lnTo>
                    <a:pt x="6106263" y="3116972"/>
                  </a:lnTo>
                  <a:lnTo>
                    <a:pt x="6102840" y="3116972"/>
                  </a:lnTo>
                  <a:lnTo>
                    <a:pt x="6099418" y="3116972"/>
                  </a:lnTo>
                  <a:lnTo>
                    <a:pt x="6095995" y="3116972"/>
                  </a:lnTo>
                  <a:lnTo>
                    <a:pt x="6092572" y="3116972"/>
                  </a:lnTo>
                  <a:lnTo>
                    <a:pt x="6089149" y="3116972"/>
                  </a:lnTo>
                  <a:lnTo>
                    <a:pt x="6085726" y="3116972"/>
                  </a:lnTo>
                  <a:lnTo>
                    <a:pt x="6082304" y="3116972"/>
                  </a:lnTo>
                  <a:lnTo>
                    <a:pt x="6078881" y="3116972"/>
                  </a:lnTo>
                  <a:lnTo>
                    <a:pt x="6075458" y="3116972"/>
                  </a:lnTo>
                  <a:lnTo>
                    <a:pt x="6072035" y="3116972"/>
                  </a:lnTo>
                  <a:lnTo>
                    <a:pt x="6068612" y="3116972"/>
                  </a:lnTo>
                  <a:lnTo>
                    <a:pt x="6065190" y="3116972"/>
                  </a:lnTo>
                  <a:lnTo>
                    <a:pt x="6061767" y="3116972"/>
                  </a:lnTo>
                  <a:lnTo>
                    <a:pt x="6058344" y="3116972"/>
                  </a:lnTo>
                  <a:lnTo>
                    <a:pt x="6054921" y="3116972"/>
                  </a:lnTo>
                  <a:lnTo>
                    <a:pt x="6051498" y="3116972"/>
                  </a:lnTo>
                  <a:lnTo>
                    <a:pt x="6048076" y="3116972"/>
                  </a:lnTo>
                  <a:lnTo>
                    <a:pt x="6044653" y="3116972"/>
                  </a:lnTo>
                  <a:lnTo>
                    <a:pt x="6041230" y="3116972"/>
                  </a:lnTo>
                  <a:lnTo>
                    <a:pt x="6037807" y="3116972"/>
                  </a:lnTo>
                  <a:lnTo>
                    <a:pt x="6034384" y="3116972"/>
                  </a:lnTo>
                  <a:lnTo>
                    <a:pt x="6030962" y="3116972"/>
                  </a:lnTo>
                  <a:lnTo>
                    <a:pt x="6027539" y="3116972"/>
                  </a:lnTo>
                  <a:lnTo>
                    <a:pt x="6024116" y="3116972"/>
                  </a:lnTo>
                  <a:lnTo>
                    <a:pt x="6020693" y="3116972"/>
                  </a:lnTo>
                  <a:lnTo>
                    <a:pt x="6017270" y="3116972"/>
                  </a:lnTo>
                  <a:lnTo>
                    <a:pt x="6013848" y="3116972"/>
                  </a:lnTo>
                  <a:lnTo>
                    <a:pt x="6010425" y="3116972"/>
                  </a:lnTo>
                  <a:lnTo>
                    <a:pt x="6007002" y="3116972"/>
                  </a:lnTo>
                  <a:lnTo>
                    <a:pt x="6003579" y="3116972"/>
                  </a:lnTo>
                  <a:lnTo>
                    <a:pt x="6000157" y="3116972"/>
                  </a:lnTo>
                  <a:lnTo>
                    <a:pt x="5996734" y="3116972"/>
                  </a:lnTo>
                  <a:lnTo>
                    <a:pt x="5993311" y="3116972"/>
                  </a:lnTo>
                  <a:lnTo>
                    <a:pt x="5989888" y="3116972"/>
                  </a:lnTo>
                  <a:lnTo>
                    <a:pt x="5986465" y="3116972"/>
                  </a:lnTo>
                  <a:lnTo>
                    <a:pt x="5983043" y="3116972"/>
                  </a:lnTo>
                  <a:lnTo>
                    <a:pt x="5979620" y="3116972"/>
                  </a:lnTo>
                  <a:lnTo>
                    <a:pt x="5976197" y="3116972"/>
                  </a:lnTo>
                  <a:lnTo>
                    <a:pt x="5972774" y="3116972"/>
                  </a:lnTo>
                  <a:lnTo>
                    <a:pt x="5969351" y="3116972"/>
                  </a:lnTo>
                  <a:lnTo>
                    <a:pt x="5965929" y="3116972"/>
                  </a:lnTo>
                  <a:lnTo>
                    <a:pt x="5962506" y="3116972"/>
                  </a:lnTo>
                  <a:lnTo>
                    <a:pt x="5959083" y="3116972"/>
                  </a:lnTo>
                  <a:lnTo>
                    <a:pt x="5955660" y="3116972"/>
                  </a:lnTo>
                  <a:lnTo>
                    <a:pt x="5952237" y="3116972"/>
                  </a:lnTo>
                  <a:lnTo>
                    <a:pt x="5948815" y="3116972"/>
                  </a:lnTo>
                  <a:lnTo>
                    <a:pt x="5945392" y="3116972"/>
                  </a:lnTo>
                  <a:lnTo>
                    <a:pt x="5941969" y="3116972"/>
                  </a:lnTo>
                  <a:lnTo>
                    <a:pt x="5938546" y="3116972"/>
                  </a:lnTo>
                  <a:lnTo>
                    <a:pt x="5935123" y="3116972"/>
                  </a:lnTo>
                  <a:lnTo>
                    <a:pt x="5931701" y="3116972"/>
                  </a:lnTo>
                  <a:lnTo>
                    <a:pt x="5928278" y="3116972"/>
                  </a:lnTo>
                  <a:lnTo>
                    <a:pt x="5924855" y="3116972"/>
                  </a:lnTo>
                  <a:lnTo>
                    <a:pt x="5921432" y="3116972"/>
                  </a:lnTo>
                  <a:lnTo>
                    <a:pt x="5918009" y="3116972"/>
                  </a:lnTo>
                  <a:lnTo>
                    <a:pt x="5914587" y="3116972"/>
                  </a:lnTo>
                  <a:lnTo>
                    <a:pt x="5911164" y="3116972"/>
                  </a:lnTo>
                  <a:lnTo>
                    <a:pt x="5907741" y="3116972"/>
                  </a:lnTo>
                  <a:lnTo>
                    <a:pt x="5904318" y="3116972"/>
                  </a:lnTo>
                  <a:lnTo>
                    <a:pt x="5900896" y="3116972"/>
                  </a:lnTo>
                  <a:lnTo>
                    <a:pt x="5897473" y="3116972"/>
                  </a:lnTo>
                  <a:lnTo>
                    <a:pt x="5894050" y="3116972"/>
                  </a:lnTo>
                  <a:lnTo>
                    <a:pt x="5890627" y="3116972"/>
                  </a:lnTo>
                  <a:lnTo>
                    <a:pt x="5887204" y="3116972"/>
                  </a:lnTo>
                  <a:lnTo>
                    <a:pt x="5883782" y="3116972"/>
                  </a:lnTo>
                  <a:lnTo>
                    <a:pt x="5880359" y="3116972"/>
                  </a:lnTo>
                  <a:lnTo>
                    <a:pt x="5876936" y="3116972"/>
                  </a:lnTo>
                  <a:lnTo>
                    <a:pt x="5873513" y="3116972"/>
                  </a:lnTo>
                  <a:lnTo>
                    <a:pt x="5870090" y="3116972"/>
                  </a:lnTo>
                  <a:lnTo>
                    <a:pt x="5866668" y="3116972"/>
                  </a:lnTo>
                  <a:lnTo>
                    <a:pt x="5863245" y="3116972"/>
                  </a:lnTo>
                  <a:lnTo>
                    <a:pt x="5859822" y="3116972"/>
                  </a:lnTo>
                  <a:lnTo>
                    <a:pt x="5856399" y="3116972"/>
                  </a:lnTo>
                  <a:lnTo>
                    <a:pt x="5852976" y="3116972"/>
                  </a:lnTo>
                  <a:lnTo>
                    <a:pt x="5849554" y="3116972"/>
                  </a:lnTo>
                  <a:lnTo>
                    <a:pt x="5846131" y="3116972"/>
                  </a:lnTo>
                  <a:lnTo>
                    <a:pt x="5842708" y="3116972"/>
                  </a:lnTo>
                  <a:lnTo>
                    <a:pt x="5839285" y="3116972"/>
                  </a:lnTo>
                  <a:lnTo>
                    <a:pt x="5835862" y="3116972"/>
                  </a:lnTo>
                  <a:lnTo>
                    <a:pt x="5832440" y="3116972"/>
                  </a:lnTo>
                  <a:lnTo>
                    <a:pt x="5829017" y="3116972"/>
                  </a:lnTo>
                  <a:lnTo>
                    <a:pt x="5825594" y="3116972"/>
                  </a:lnTo>
                  <a:lnTo>
                    <a:pt x="5822171" y="3116972"/>
                  </a:lnTo>
                  <a:lnTo>
                    <a:pt x="5818748" y="3116972"/>
                  </a:lnTo>
                  <a:lnTo>
                    <a:pt x="5815326" y="3116972"/>
                  </a:lnTo>
                  <a:lnTo>
                    <a:pt x="5811903" y="3116972"/>
                  </a:lnTo>
                  <a:lnTo>
                    <a:pt x="5808480" y="3116972"/>
                  </a:lnTo>
                  <a:lnTo>
                    <a:pt x="5805057" y="3116972"/>
                  </a:lnTo>
                  <a:lnTo>
                    <a:pt x="5801634" y="3116972"/>
                  </a:lnTo>
                  <a:lnTo>
                    <a:pt x="5798212" y="3116972"/>
                  </a:lnTo>
                  <a:lnTo>
                    <a:pt x="5794789" y="3116972"/>
                  </a:lnTo>
                  <a:lnTo>
                    <a:pt x="5791366" y="3116972"/>
                  </a:lnTo>
                  <a:lnTo>
                    <a:pt x="5787943" y="3116972"/>
                  </a:lnTo>
                  <a:lnTo>
                    <a:pt x="5784521" y="3116972"/>
                  </a:lnTo>
                  <a:lnTo>
                    <a:pt x="5781098" y="3116972"/>
                  </a:lnTo>
                  <a:lnTo>
                    <a:pt x="5777675" y="3116972"/>
                  </a:lnTo>
                  <a:lnTo>
                    <a:pt x="5774252" y="3116972"/>
                  </a:lnTo>
                  <a:lnTo>
                    <a:pt x="5770829" y="3116972"/>
                  </a:lnTo>
                  <a:lnTo>
                    <a:pt x="5767407" y="3116972"/>
                  </a:lnTo>
                  <a:lnTo>
                    <a:pt x="5763984" y="3116972"/>
                  </a:lnTo>
                  <a:lnTo>
                    <a:pt x="5760561" y="3116972"/>
                  </a:lnTo>
                  <a:lnTo>
                    <a:pt x="5757138" y="3116972"/>
                  </a:lnTo>
                  <a:lnTo>
                    <a:pt x="5753715" y="3116972"/>
                  </a:lnTo>
                  <a:lnTo>
                    <a:pt x="5750293" y="3116972"/>
                  </a:lnTo>
                  <a:lnTo>
                    <a:pt x="5746870" y="3116972"/>
                  </a:lnTo>
                  <a:lnTo>
                    <a:pt x="5743447" y="3116972"/>
                  </a:lnTo>
                  <a:lnTo>
                    <a:pt x="5740024" y="3116972"/>
                  </a:lnTo>
                  <a:lnTo>
                    <a:pt x="5736601" y="3116972"/>
                  </a:lnTo>
                  <a:lnTo>
                    <a:pt x="5733179" y="3116972"/>
                  </a:lnTo>
                  <a:lnTo>
                    <a:pt x="5729756" y="3116972"/>
                  </a:lnTo>
                  <a:lnTo>
                    <a:pt x="5726333" y="3116972"/>
                  </a:lnTo>
                  <a:lnTo>
                    <a:pt x="5722910" y="3116972"/>
                  </a:lnTo>
                  <a:lnTo>
                    <a:pt x="5719487" y="3116972"/>
                  </a:lnTo>
                  <a:lnTo>
                    <a:pt x="5716065" y="3116972"/>
                  </a:lnTo>
                  <a:lnTo>
                    <a:pt x="5712642" y="3116972"/>
                  </a:lnTo>
                  <a:lnTo>
                    <a:pt x="5709219" y="3116972"/>
                  </a:lnTo>
                  <a:lnTo>
                    <a:pt x="5705796" y="3116972"/>
                  </a:lnTo>
                  <a:lnTo>
                    <a:pt x="5702373" y="3116972"/>
                  </a:lnTo>
                  <a:lnTo>
                    <a:pt x="5698951" y="3116972"/>
                  </a:lnTo>
                  <a:lnTo>
                    <a:pt x="5695528" y="3116972"/>
                  </a:lnTo>
                  <a:lnTo>
                    <a:pt x="5692105" y="3116972"/>
                  </a:lnTo>
                  <a:lnTo>
                    <a:pt x="5688682" y="3116972"/>
                  </a:lnTo>
                  <a:lnTo>
                    <a:pt x="5685260" y="3116972"/>
                  </a:lnTo>
                  <a:lnTo>
                    <a:pt x="5681837" y="3116972"/>
                  </a:lnTo>
                  <a:lnTo>
                    <a:pt x="5678414" y="3116972"/>
                  </a:lnTo>
                  <a:lnTo>
                    <a:pt x="5674991" y="3116972"/>
                  </a:lnTo>
                  <a:lnTo>
                    <a:pt x="5671568" y="3116972"/>
                  </a:lnTo>
                  <a:lnTo>
                    <a:pt x="5668146" y="3116972"/>
                  </a:lnTo>
                  <a:lnTo>
                    <a:pt x="5664723" y="3116972"/>
                  </a:lnTo>
                  <a:lnTo>
                    <a:pt x="5661300" y="3116972"/>
                  </a:lnTo>
                  <a:lnTo>
                    <a:pt x="5657877" y="3116972"/>
                  </a:lnTo>
                  <a:lnTo>
                    <a:pt x="5654454" y="3116972"/>
                  </a:lnTo>
                  <a:lnTo>
                    <a:pt x="5651032" y="3116972"/>
                  </a:lnTo>
                  <a:lnTo>
                    <a:pt x="5647609" y="3116972"/>
                  </a:lnTo>
                  <a:lnTo>
                    <a:pt x="5644186" y="3116972"/>
                  </a:lnTo>
                  <a:lnTo>
                    <a:pt x="5640763" y="3116972"/>
                  </a:lnTo>
                  <a:lnTo>
                    <a:pt x="5637340" y="3116972"/>
                  </a:lnTo>
                  <a:lnTo>
                    <a:pt x="5633918" y="3116972"/>
                  </a:lnTo>
                  <a:lnTo>
                    <a:pt x="5630495" y="3116972"/>
                  </a:lnTo>
                  <a:lnTo>
                    <a:pt x="5627072" y="3116972"/>
                  </a:lnTo>
                  <a:lnTo>
                    <a:pt x="5623649" y="3116972"/>
                  </a:lnTo>
                  <a:lnTo>
                    <a:pt x="5620226" y="3116972"/>
                  </a:lnTo>
                  <a:lnTo>
                    <a:pt x="5616804" y="3116972"/>
                  </a:lnTo>
                  <a:lnTo>
                    <a:pt x="5613381" y="3116972"/>
                  </a:lnTo>
                  <a:lnTo>
                    <a:pt x="5609958" y="3116972"/>
                  </a:lnTo>
                  <a:lnTo>
                    <a:pt x="5606535" y="3116972"/>
                  </a:lnTo>
                  <a:lnTo>
                    <a:pt x="5603112" y="3116972"/>
                  </a:lnTo>
                  <a:lnTo>
                    <a:pt x="5599690" y="3116972"/>
                  </a:lnTo>
                  <a:lnTo>
                    <a:pt x="5596267" y="3116972"/>
                  </a:lnTo>
                  <a:lnTo>
                    <a:pt x="5592844" y="3116972"/>
                  </a:lnTo>
                  <a:lnTo>
                    <a:pt x="5589421" y="3116972"/>
                  </a:lnTo>
                  <a:lnTo>
                    <a:pt x="5585999" y="3116972"/>
                  </a:lnTo>
                  <a:lnTo>
                    <a:pt x="5582576" y="3116972"/>
                  </a:lnTo>
                  <a:lnTo>
                    <a:pt x="5579153" y="3116972"/>
                  </a:lnTo>
                  <a:lnTo>
                    <a:pt x="5575730" y="3116972"/>
                  </a:lnTo>
                  <a:lnTo>
                    <a:pt x="5572307" y="3116972"/>
                  </a:lnTo>
                  <a:lnTo>
                    <a:pt x="5568885" y="3116972"/>
                  </a:lnTo>
                  <a:lnTo>
                    <a:pt x="5565462" y="3116972"/>
                  </a:lnTo>
                  <a:lnTo>
                    <a:pt x="5562039" y="3116972"/>
                  </a:lnTo>
                  <a:lnTo>
                    <a:pt x="5558616" y="3116972"/>
                  </a:lnTo>
                  <a:lnTo>
                    <a:pt x="5555193" y="3116972"/>
                  </a:lnTo>
                  <a:lnTo>
                    <a:pt x="5551771" y="3116972"/>
                  </a:lnTo>
                  <a:lnTo>
                    <a:pt x="5548348" y="3116972"/>
                  </a:lnTo>
                  <a:lnTo>
                    <a:pt x="5544925" y="3116972"/>
                  </a:lnTo>
                  <a:lnTo>
                    <a:pt x="5541502" y="3116972"/>
                  </a:lnTo>
                  <a:lnTo>
                    <a:pt x="5538079" y="3116972"/>
                  </a:lnTo>
                  <a:lnTo>
                    <a:pt x="5534657" y="3116972"/>
                  </a:lnTo>
                  <a:lnTo>
                    <a:pt x="5531234" y="3116972"/>
                  </a:lnTo>
                  <a:lnTo>
                    <a:pt x="5527811" y="3116972"/>
                  </a:lnTo>
                  <a:lnTo>
                    <a:pt x="5524388" y="3116972"/>
                  </a:lnTo>
                  <a:lnTo>
                    <a:pt x="5520965" y="3116972"/>
                  </a:lnTo>
                  <a:lnTo>
                    <a:pt x="5517543" y="3116972"/>
                  </a:lnTo>
                  <a:lnTo>
                    <a:pt x="5514120" y="3116972"/>
                  </a:lnTo>
                  <a:lnTo>
                    <a:pt x="5510697" y="3116972"/>
                  </a:lnTo>
                  <a:lnTo>
                    <a:pt x="5507274" y="3116972"/>
                  </a:lnTo>
                  <a:lnTo>
                    <a:pt x="5503851" y="3116972"/>
                  </a:lnTo>
                  <a:lnTo>
                    <a:pt x="5500429" y="3116972"/>
                  </a:lnTo>
                  <a:lnTo>
                    <a:pt x="5497006" y="3116972"/>
                  </a:lnTo>
                  <a:lnTo>
                    <a:pt x="5493583" y="3116972"/>
                  </a:lnTo>
                  <a:lnTo>
                    <a:pt x="5490160" y="3116972"/>
                  </a:lnTo>
                  <a:lnTo>
                    <a:pt x="5486737" y="3116972"/>
                  </a:lnTo>
                  <a:lnTo>
                    <a:pt x="5483315" y="3116972"/>
                  </a:lnTo>
                  <a:lnTo>
                    <a:pt x="5479892" y="3116972"/>
                  </a:lnTo>
                  <a:lnTo>
                    <a:pt x="5476469" y="3116972"/>
                  </a:lnTo>
                  <a:lnTo>
                    <a:pt x="5473046" y="3116972"/>
                  </a:lnTo>
                  <a:lnTo>
                    <a:pt x="5469624" y="3116972"/>
                  </a:lnTo>
                  <a:lnTo>
                    <a:pt x="5466201" y="3116972"/>
                  </a:lnTo>
                  <a:lnTo>
                    <a:pt x="5462778" y="3116972"/>
                  </a:lnTo>
                  <a:lnTo>
                    <a:pt x="5459355" y="3116972"/>
                  </a:lnTo>
                  <a:lnTo>
                    <a:pt x="5455932" y="3116972"/>
                  </a:lnTo>
                  <a:lnTo>
                    <a:pt x="5452510" y="3116972"/>
                  </a:lnTo>
                  <a:lnTo>
                    <a:pt x="5449087" y="3116972"/>
                  </a:lnTo>
                  <a:lnTo>
                    <a:pt x="5445664" y="3116972"/>
                  </a:lnTo>
                  <a:lnTo>
                    <a:pt x="5442241" y="3116972"/>
                  </a:lnTo>
                  <a:lnTo>
                    <a:pt x="5438818" y="3116972"/>
                  </a:lnTo>
                  <a:lnTo>
                    <a:pt x="5435396" y="3116972"/>
                  </a:lnTo>
                  <a:lnTo>
                    <a:pt x="5431973" y="3116972"/>
                  </a:lnTo>
                  <a:lnTo>
                    <a:pt x="5428550" y="3116972"/>
                  </a:lnTo>
                  <a:lnTo>
                    <a:pt x="5425127" y="3116972"/>
                  </a:lnTo>
                  <a:lnTo>
                    <a:pt x="5421704" y="3116972"/>
                  </a:lnTo>
                  <a:lnTo>
                    <a:pt x="5418282" y="3116972"/>
                  </a:lnTo>
                  <a:lnTo>
                    <a:pt x="5414859" y="3116972"/>
                  </a:lnTo>
                  <a:lnTo>
                    <a:pt x="5411436" y="3116972"/>
                  </a:lnTo>
                  <a:lnTo>
                    <a:pt x="5408013" y="3116972"/>
                  </a:lnTo>
                  <a:lnTo>
                    <a:pt x="5404590" y="3116972"/>
                  </a:lnTo>
                  <a:lnTo>
                    <a:pt x="5401168" y="3116972"/>
                  </a:lnTo>
                  <a:lnTo>
                    <a:pt x="5397745" y="3116972"/>
                  </a:lnTo>
                  <a:lnTo>
                    <a:pt x="5394322" y="3116972"/>
                  </a:lnTo>
                  <a:lnTo>
                    <a:pt x="5390899" y="3116972"/>
                  </a:lnTo>
                  <a:lnTo>
                    <a:pt x="5387476" y="3116972"/>
                  </a:lnTo>
                  <a:lnTo>
                    <a:pt x="5384054" y="3116972"/>
                  </a:lnTo>
                  <a:lnTo>
                    <a:pt x="5380631" y="3116972"/>
                  </a:lnTo>
                  <a:lnTo>
                    <a:pt x="5377208" y="3116972"/>
                  </a:lnTo>
                  <a:lnTo>
                    <a:pt x="5373785" y="3116972"/>
                  </a:lnTo>
                  <a:lnTo>
                    <a:pt x="5370363" y="3116972"/>
                  </a:lnTo>
                  <a:lnTo>
                    <a:pt x="5366940" y="3116972"/>
                  </a:lnTo>
                  <a:lnTo>
                    <a:pt x="5363517" y="3116972"/>
                  </a:lnTo>
                  <a:lnTo>
                    <a:pt x="5360094" y="3116972"/>
                  </a:lnTo>
                  <a:lnTo>
                    <a:pt x="5356671" y="3116972"/>
                  </a:lnTo>
                  <a:lnTo>
                    <a:pt x="5353249" y="3116972"/>
                  </a:lnTo>
                  <a:lnTo>
                    <a:pt x="5349826" y="3116972"/>
                  </a:lnTo>
                  <a:lnTo>
                    <a:pt x="5346403" y="3116972"/>
                  </a:lnTo>
                  <a:lnTo>
                    <a:pt x="5342980" y="3116972"/>
                  </a:lnTo>
                  <a:lnTo>
                    <a:pt x="5339557" y="3116972"/>
                  </a:lnTo>
                  <a:lnTo>
                    <a:pt x="5336135" y="3116972"/>
                  </a:lnTo>
                  <a:lnTo>
                    <a:pt x="5332712" y="3116972"/>
                  </a:lnTo>
                  <a:lnTo>
                    <a:pt x="5329289" y="3116972"/>
                  </a:lnTo>
                  <a:lnTo>
                    <a:pt x="5325866" y="3116972"/>
                  </a:lnTo>
                  <a:lnTo>
                    <a:pt x="5322443" y="3116972"/>
                  </a:lnTo>
                  <a:lnTo>
                    <a:pt x="5319021" y="3116972"/>
                  </a:lnTo>
                  <a:lnTo>
                    <a:pt x="5315598" y="3116972"/>
                  </a:lnTo>
                  <a:lnTo>
                    <a:pt x="5312175" y="3116972"/>
                  </a:lnTo>
                  <a:lnTo>
                    <a:pt x="5308752" y="3116972"/>
                  </a:lnTo>
                  <a:lnTo>
                    <a:pt x="5305329" y="3116972"/>
                  </a:lnTo>
                  <a:lnTo>
                    <a:pt x="5301907" y="3116972"/>
                  </a:lnTo>
                  <a:lnTo>
                    <a:pt x="5298484" y="3116972"/>
                  </a:lnTo>
                  <a:lnTo>
                    <a:pt x="5295061" y="3116972"/>
                  </a:lnTo>
                  <a:lnTo>
                    <a:pt x="5291638" y="3116972"/>
                  </a:lnTo>
                  <a:lnTo>
                    <a:pt x="5288215" y="3116972"/>
                  </a:lnTo>
                  <a:lnTo>
                    <a:pt x="5284793" y="3116972"/>
                  </a:lnTo>
                  <a:lnTo>
                    <a:pt x="5281370" y="3116972"/>
                  </a:lnTo>
                  <a:lnTo>
                    <a:pt x="5277947" y="3116972"/>
                  </a:lnTo>
                  <a:lnTo>
                    <a:pt x="5274524" y="3116972"/>
                  </a:lnTo>
                  <a:lnTo>
                    <a:pt x="5271101" y="3116972"/>
                  </a:lnTo>
                  <a:lnTo>
                    <a:pt x="5267679" y="3116972"/>
                  </a:lnTo>
                  <a:lnTo>
                    <a:pt x="5264256" y="3116972"/>
                  </a:lnTo>
                  <a:lnTo>
                    <a:pt x="5260833" y="3116972"/>
                  </a:lnTo>
                  <a:lnTo>
                    <a:pt x="5257410" y="3116972"/>
                  </a:lnTo>
                  <a:lnTo>
                    <a:pt x="5253988" y="3116972"/>
                  </a:lnTo>
                  <a:lnTo>
                    <a:pt x="5250565" y="3116972"/>
                  </a:lnTo>
                  <a:lnTo>
                    <a:pt x="5247142" y="3116972"/>
                  </a:lnTo>
                  <a:lnTo>
                    <a:pt x="5243719" y="3116972"/>
                  </a:lnTo>
                  <a:lnTo>
                    <a:pt x="5240296" y="3116972"/>
                  </a:lnTo>
                  <a:lnTo>
                    <a:pt x="5236874" y="3116972"/>
                  </a:lnTo>
                  <a:lnTo>
                    <a:pt x="5233451" y="3116972"/>
                  </a:lnTo>
                  <a:lnTo>
                    <a:pt x="5230028" y="3116972"/>
                  </a:lnTo>
                  <a:lnTo>
                    <a:pt x="5226605" y="3116972"/>
                  </a:lnTo>
                  <a:lnTo>
                    <a:pt x="5223182" y="3116972"/>
                  </a:lnTo>
                  <a:lnTo>
                    <a:pt x="5219760" y="3116972"/>
                  </a:lnTo>
                  <a:lnTo>
                    <a:pt x="5216337" y="3116972"/>
                  </a:lnTo>
                  <a:lnTo>
                    <a:pt x="5212914" y="3116972"/>
                  </a:lnTo>
                  <a:lnTo>
                    <a:pt x="5209491" y="3116972"/>
                  </a:lnTo>
                  <a:lnTo>
                    <a:pt x="5206068" y="3116972"/>
                  </a:lnTo>
                  <a:lnTo>
                    <a:pt x="5202646" y="3116972"/>
                  </a:lnTo>
                  <a:lnTo>
                    <a:pt x="5199223" y="3116972"/>
                  </a:lnTo>
                  <a:lnTo>
                    <a:pt x="5195800" y="3116972"/>
                  </a:lnTo>
                  <a:lnTo>
                    <a:pt x="5192377" y="3116972"/>
                  </a:lnTo>
                  <a:lnTo>
                    <a:pt x="5188954" y="3116972"/>
                  </a:lnTo>
                  <a:lnTo>
                    <a:pt x="5185532" y="3116972"/>
                  </a:lnTo>
                  <a:lnTo>
                    <a:pt x="5182109" y="3116972"/>
                  </a:lnTo>
                  <a:lnTo>
                    <a:pt x="5178686" y="3116972"/>
                  </a:lnTo>
                  <a:lnTo>
                    <a:pt x="5175263" y="3116972"/>
                  </a:lnTo>
                  <a:lnTo>
                    <a:pt x="5171840" y="3116972"/>
                  </a:lnTo>
                  <a:lnTo>
                    <a:pt x="5168418" y="3116972"/>
                  </a:lnTo>
                  <a:lnTo>
                    <a:pt x="5164995" y="3116972"/>
                  </a:lnTo>
                  <a:lnTo>
                    <a:pt x="5161572" y="3116972"/>
                  </a:lnTo>
                  <a:lnTo>
                    <a:pt x="5158149" y="3116972"/>
                  </a:lnTo>
                  <a:lnTo>
                    <a:pt x="5154727" y="3116972"/>
                  </a:lnTo>
                  <a:lnTo>
                    <a:pt x="5151304" y="3116972"/>
                  </a:lnTo>
                  <a:lnTo>
                    <a:pt x="5147881" y="3116972"/>
                  </a:lnTo>
                  <a:lnTo>
                    <a:pt x="5144458" y="3116972"/>
                  </a:lnTo>
                  <a:lnTo>
                    <a:pt x="5141035" y="3116972"/>
                  </a:lnTo>
                  <a:lnTo>
                    <a:pt x="5137613" y="3116972"/>
                  </a:lnTo>
                  <a:lnTo>
                    <a:pt x="5134190" y="3116972"/>
                  </a:lnTo>
                  <a:lnTo>
                    <a:pt x="5130767" y="3116972"/>
                  </a:lnTo>
                  <a:lnTo>
                    <a:pt x="5127344" y="3116972"/>
                  </a:lnTo>
                  <a:lnTo>
                    <a:pt x="5123921" y="3116972"/>
                  </a:lnTo>
                  <a:lnTo>
                    <a:pt x="5120499" y="3116972"/>
                  </a:lnTo>
                  <a:lnTo>
                    <a:pt x="5117076" y="3116972"/>
                  </a:lnTo>
                  <a:lnTo>
                    <a:pt x="5113653" y="3116972"/>
                  </a:lnTo>
                  <a:lnTo>
                    <a:pt x="5110230" y="3116972"/>
                  </a:lnTo>
                  <a:lnTo>
                    <a:pt x="5106807" y="3116972"/>
                  </a:lnTo>
                  <a:lnTo>
                    <a:pt x="5103385" y="3116972"/>
                  </a:lnTo>
                  <a:lnTo>
                    <a:pt x="5099962" y="3116972"/>
                  </a:lnTo>
                  <a:lnTo>
                    <a:pt x="5096539" y="3116972"/>
                  </a:lnTo>
                  <a:lnTo>
                    <a:pt x="5093116" y="3116972"/>
                  </a:lnTo>
                  <a:lnTo>
                    <a:pt x="5089693" y="3116972"/>
                  </a:lnTo>
                  <a:lnTo>
                    <a:pt x="5086271" y="3116972"/>
                  </a:lnTo>
                  <a:lnTo>
                    <a:pt x="5082848" y="3116972"/>
                  </a:lnTo>
                  <a:lnTo>
                    <a:pt x="5079425" y="3116972"/>
                  </a:lnTo>
                  <a:lnTo>
                    <a:pt x="5076002" y="3116972"/>
                  </a:lnTo>
                  <a:lnTo>
                    <a:pt x="5072579" y="3116972"/>
                  </a:lnTo>
                  <a:lnTo>
                    <a:pt x="5069157" y="3116972"/>
                  </a:lnTo>
                  <a:lnTo>
                    <a:pt x="5065734" y="3116972"/>
                  </a:lnTo>
                  <a:lnTo>
                    <a:pt x="5062311" y="3116972"/>
                  </a:lnTo>
                  <a:lnTo>
                    <a:pt x="5058888" y="3116972"/>
                  </a:lnTo>
                  <a:lnTo>
                    <a:pt x="5055466" y="3116972"/>
                  </a:lnTo>
                  <a:lnTo>
                    <a:pt x="5052043" y="3116972"/>
                  </a:lnTo>
                  <a:lnTo>
                    <a:pt x="5048620" y="3116972"/>
                  </a:lnTo>
                  <a:lnTo>
                    <a:pt x="5045197" y="3116972"/>
                  </a:lnTo>
                  <a:lnTo>
                    <a:pt x="5041774" y="3116972"/>
                  </a:lnTo>
                  <a:lnTo>
                    <a:pt x="5038352" y="3116972"/>
                  </a:lnTo>
                  <a:lnTo>
                    <a:pt x="5034929" y="3116972"/>
                  </a:lnTo>
                  <a:lnTo>
                    <a:pt x="5031506" y="3116972"/>
                  </a:lnTo>
                  <a:lnTo>
                    <a:pt x="5028083" y="3116972"/>
                  </a:lnTo>
                  <a:lnTo>
                    <a:pt x="5024660" y="3116972"/>
                  </a:lnTo>
                  <a:lnTo>
                    <a:pt x="5021238" y="3116972"/>
                  </a:lnTo>
                  <a:lnTo>
                    <a:pt x="5017815" y="3116972"/>
                  </a:lnTo>
                  <a:lnTo>
                    <a:pt x="5014392" y="3116972"/>
                  </a:lnTo>
                  <a:lnTo>
                    <a:pt x="5010969" y="3116972"/>
                  </a:lnTo>
                  <a:lnTo>
                    <a:pt x="5007546" y="3116972"/>
                  </a:lnTo>
                  <a:lnTo>
                    <a:pt x="5004124" y="3116972"/>
                  </a:lnTo>
                  <a:lnTo>
                    <a:pt x="5000701" y="3116972"/>
                  </a:lnTo>
                  <a:lnTo>
                    <a:pt x="4997278" y="3116972"/>
                  </a:lnTo>
                  <a:lnTo>
                    <a:pt x="4993855" y="3116972"/>
                  </a:lnTo>
                  <a:lnTo>
                    <a:pt x="4990432" y="3116972"/>
                  </a:lnTo>
                  <a:lnTo>
                    <a:pt x="4987010" y="3116972"/>
                  </a:lnTo>
                  <a:lnTo>
                    <a:pt x="4983587" y="3116972"/>
                  </a:lnTo>
                  <a:lnTo>
                    <a:pt x="4980164" y="3116972"/>
                  </a:lnTo>
                  <a:lnTo>
                    <a:pt x="4976741" y="3116972"/>
                  </a:lnTo>
                  <a:lnTo>
                    <a:pt x="4973318" y="3116972"/>
                  </a:lnTo>
                  <a:lnTo>
                    <a:pt x="4969896" y="3116972"/>
                  </a:lnTo>
                  <a:lnTo>
                    <a:pt x="4966473" y="3116972"/>
                  </a:lnTo>
                  <a:lnTo>
                    <a:pt x="4963050" y="3116972"/>
                  </a:lnTo>
                  <a:lnTo>
                    <a:pt x="4959627" y="3116972"/>
                  </a:lnTo>
                  <a:lnTo>
                    <a:pt x="4956204" y="3116972"/>
                  </a:lnTo>
                  <a:lnTo>
                    <a:pt x="4952782" y="3116972"/>
                  </a:lnTo>
                  <a:lnTo>
                    <a:pt x="4949359" y="3116972"/>
                  </a:lnTo>
                  <a:lnTo>
                    <a:pt x="4945936" y="3116972"/>
                  </a:lnTo>
                  <a:lnTo>
                    <a:pt x="4942513" y="3116972"/>
                  </a:lnTo>
                  <a:lnTo>
                    <a:pt x="4939091" y="3116972"/>
                  </a:lnTo>
                  <a:lnTo>
                    <a:pt x="4935668" y="3116972"/>
                  </a:lnTo>
                  <a:lnTo>
                    <a:pt x="4932245" y="3116972"/>
                  </a:lnTo>
                  <a:lnTo>
                    <a:pt x="4928822" y="3116972"/>
                  </a:lnTo>
                  <a:lnTo>
                    <a:pt x="4925399" y="3116972"/>
                  </a:lnTo>
                  <a:lnTo>
                    <a:pt x="4921977" y="3116972"/>
                  </a:lnTo>
                  <a:lnTo>
                    <a:pt x="4918554" y="3116972"/>
                  </a:lnTo>
                  <a:lnTo>
                    <a:pt x="4915131" y="3116972"/>
                  </a:lnTo>
                  <a:lnTo>
                    <a:pt x="4911708" y="3116972"/>
                  </a:lnTo>
                  <a:lnTo>
                    <a:pt x="4908285" y="3116972"/>
                  </a:lnTo>
                  <a:lnTo>
                    <a:pt x="4904863" y="3116972"/>
                  </a:lnTo>
                  <a:lnTo>
                    <a:pt x="4901440" y="3116972"/>
                  </a:lnTo>
                  <a:lnTo>
                    <a:pt x="4898017" y="3116972"/>
                  </a:lnTo>
                  <a:lnTo>
                    <a:pt x="4894594" y="3116972"/>
                  </a:lnTo>
                  <a:lnTo>
                    <a:pt x="4891171" y="3116972"/>
                  </a:lnTo>
                  <a:lnTo>
                    <a:pt x="4887749" y="3116972"/>
                  </a:lnTo>
                  <a:lnTo>
                    <a:pt x="4884326" y="3116972"/>
                  </a:lnTo>
                  <a:lnTo>
                    <a:pt x="4880903" y="3116972"/>
                  </a:lnTo>
                  <a:lnTo>
                    <a:pt x="4877480" y="3116972"/>
                  </a:lnTo>
                  <a:lnTo>
                    <a:pt x="4874057" y="3116972"/>
                  </a:lnTo>
                  <a:lnTo>
                    <a:pt x="4870635" y="3116972"/>
                  </a:lnTo>
                  <a:lnTo>
                    <a:pt x="4867212" y="3116972"/>
                  </a:lnTo>
                  <a:lnTo>
                    <a:pt x="4863789" y="3116972"/>
                  </a:lnTo>
                  <a:lnTo>
                    <a:pt x="4860366" y="3116972"/>
                  </a:lnTo>
                  <a:lnTo>
                    <a:pt x="4856943" y="3116972"/>
                  </a:lnTo>
                  <a:lnTo>
                    <a:pt x="4853521" y="3116972"/>
                  </a:lnTo>
                  <a:lnTo>
                    <a:pt x="4850098" y="3116972"/>
                  </a:lnTo>
                  <a:lnTo>
                    <a:pt x="4846675" y="3116972"/>
                  </a:lnTo>
                  <a:lnTo>
                    <a:pt x="4843252" y="3116972"/>
                  </a:lnTo>
                  <a:lnTo>
                    <a:pt x="4839830" y="3116972"/>
                  </a:lnTo>
                  <a:lnTo>
                    <a:pt x="4836407" y="3116972"/>
                  </a:lnTo>
                  <a:lnTo>
                    <a:pt x="4832984" y="3116972"/>
                  </a:lnTo>
                  <a:lnTo>
                    <a:pt x="4829561" y="3116972"/>
                  </a:lnTo>
                  <a:lnTo>
                    <a:pt x="4826138" y="3116972"/>
                  </a:lnTo>
                  <a:lnTo>
                    <a:pt x="4822716" y="3116972"/>
                  </a:lnTo>
                  <a:lnTo>
                    <a:pt x="4819293" y="3116972"/>
                  </a:lnTo>
                  <a:lnTo>
                    <a:pt x="4815870" y="3116972"/>
                  </a:lnTo>
                  <a:lnTo>
                    <a:pt x="4812447" y="3116972"/>
                  </a:lnTo>
                  <a:lnTo>
                    <a:pt x="4809024" y="3116972"/>
                  </a:lnTo>
                  <a:lnTo>
                    <a:pt x="4805602" y="3116972"/>
                  </a:lnTo>
                  <a:lnTo>
                    <a:pt x="4802179" y="3116972"/>
                  </a:lnTo>
                  <a:lnTo>
                    <a:pt x="4798756" y="3116972"/>
                  </a:lnTo>
                  <a:lnTo>
                    <a:pt x="4795333" y="3116972"/>
                  </a:lnTo>
                  <a:lnTo>
                    <a:pt x="4791910" y="3116972"/>
                  </a:lnTo>
                  <a:lnTo>
                    <a:pt x="4788488" y="3116972"/>
                  </a:lnTo>
                  <a:lnTo>
                    <a:pt x="4785065" y="3116972"/>
                  </a:lnTo>
                  <a:lnTo>
                    <a:pt x="4781642" y="3116972"/>
                  </a:lnTo>
                  <a:lnTo>
                    <a:pt x="4778219" y="3116972"/>
                  </a:lnTo>
                  <a:lnTo>
                    <a:pt x="4774796" y="3116972"/>
                  </a:lnTo>
                  <a:lnTo>
                    <a:pt x="4771374" y="3116972"/>
                  </a:lnTo>
                  <a:lnTo>
                    <a:pt x="4767951" y="3116972"/>
                  </a:lnTo>
                  <a:lnTo>
                    <a:pt x="4764528" y="3116972"/>
                  </a:lnTo>
                  <a:lnTo>
                    <a:pt x="4761105" y="3116972"/>
                  </a:lnTo>
                  <a:lnTo>
                    <a:pt x="4757682" y="3116972"/>
                  </a:lnTo>
                  <a:lnTo>
                    <a:pt x="4754260" y="3116972"/>
                  </a:lnTo>
                  <a:lnTo>
                    <a:pt x="4750837" y="3116972"/>
                  </a:lnTo>
                  <a:lnTo>
                    <a:pt x="4747414" y="3116972"/>
                  </a:lnTo>
                  <a:lnTo>
                    <a:pt x="4743991" y="3116972"/>
                  </a:lnTo>
                  <a:lnTo>
                    <a:pt x="4740569" y="3116972"/>
                  </a:lnTo>
                  <a:lnTo>
                    <a:pt x="4737146" y="3116972"/>
                  </a:lnTo>
                  <a:lnTo>
                    <a:pt x="4733723" y="3116972"/>
                  </a:lnTo>
                  <a:lnTo>
                    <a:pt x="4730300" y="3116972"/>
                  </a:lnTo>
                  <a:lnTo>
                    <a:pt x="4726877" y="3116972"/>
                  </a:lnTo>
                  <a:lnTo>
                    <a:pt x="4723455" y="3116972"/>
                  </a:lnTo>
                  <a:lnTo>
                    <a:pt x="4720032" y="3116972"/>
                  </a:lnTo>
                  <a:lnTo>
                    <a:pt x="4716609" y="3116972"/>
                  </a:lnTo>
                  <a:lnTo>
                    <a:pt x="4713186" y="3116972"/>
                  </a:lnTo>
                  <a:lnTo>
                    <a:pt x="4709763" y="3116972"/>
                  </a:lnTo>
                  <a:lnTo>
                    <a:pt x="4706341" y="3116972"/>
                  </a:lnTo>
                  <a:lnTo>
                    <a:pt x="4702918" y="3116972"/>
                  </a:lnTo>
                  <a:lnTo>
                    <a:pt x="4699495" y="3116972"/>
                  </a:lnTo>
                  <a:lnTo>
                    <a:pt x="4696072" y="3116972"/>
                  </a:lnTo>
                  <a:lnTo>
                    <a:pt x="4692649" y="3116972"/>
                  </a:lnTo>
                  <a:lnTo>
                    <a:pt x="4689227" y="3116972"/>
                  </a:lnTo>
                  <a:lnTo>
                    <a:pt x="4685804" y="3116972"/>
                  </a:lnTo>
                  <a:lnTo>
                    <a:pt x="4682381" y="3116972"/>
                  </a:lnTo>
                  <a:lnTo>
                    <a:pt x="4678958" y="3116972"/>
                  </a:lnTo>
                  <a:lnTo>
                    <a:pt x="4675535" y="3116972"/>
                  </a:lnTo>
                  <a:lnTo>
                    <a:pt x="4672113" y="3116972"/>
                  </a:lnTo>
                  <a:lnTo>
                    <a:pt x="4668690" y="3116972"/>
                  </a:lnTo>
                  <a:lnTo>
                    <a:pt x="4665267" y="3116972"/>
                  </a:lnTo>
                  <a:lnTo>
                    <a:pt x="4661844" y="3116972"/>
                  </a:lnTo>
                  <a:lnTo>
                    <a:pt x="4658421" y="3116972"/>
                  </a:lnTo>
                  <a:lnTo>
                    <a:pt x="4654999" y="3116972"/>
                  </a:lnTo>
                  <a:lnTo>
                    <a:pt x="4651576" y="3116972"/>
                  </a:lnTo>
                  <a:lnTo>
                    <a:pt x="4648153" y="3116972"/>
                  </a:lnTo>
                  <a:lnTo>
                    <a:pt x="4644730" y="3116972"/>
                  </a:lnTo>
                  <a:lnTo>
                    <a:pt x="4641307" y="3116972"/>
                  </a:lnTo>
                  <a:lnTo>
                    <a:pt x="4637885" y="3116972"/>
                  </a:lnTo>
                  <a:lnTo>
                    <a:pt x="4634462" y="3116972"/>
                  </a:lnTo>
                  <a:lnTo>
                    <a:pt x="4631039" y="3116972"/>
                  </a:lnTo>
                  <a:lnTo>
                    <a:pt x="4627616" y="3116972"/>
                  </a:lnTo>
                  <a:lnTo>
                    <a:pt x="4624194" y="3116972"/>
                  </a:lnTo>
                  <a:lnTo>
                    <a:pt x="4620771" y="3116972"/>
                  </a:lnTo>
                  <a:lnTo>
                    <a:pt x="4617348" y="3116972"/>
                  </a:lnTo>
                  <a:lnTo>
                    <a:pt x="4613925" y="3116972"/>
                  </a:lnTo>
                  <a:lnTo>
                    <a:pt x="4610502" y="3116972"/>
                  </a:lnTo>
                  <a:lnTo>
                    <a:pt x="4607080" y="3116972"/>
                  </a:lnTo>
                  <a:lnTo>
                    <a:pt x="4603657" y="3116972"/>
                  </a:lnTo>
                  <a:lnTo>
                    <a:pt x="4600234" y="3116972"/>
                  </a:lnTo>
                  <a:lnTo>
                    <a:pt x="4596811" y="3116972"/>
                  </a:lnTo>
                  <a:lnTo>
                    <a:pt x="4593388" y="3116972"/>
                  </a:lnTo>
                  <a:lnTo>
                    <a:pt x="4589966" y="3116972"/>
                  </a:lnTo>
                  <a:lnTo>
                    <a:pt x="4586543" y="3116972"/>
                  </a:lnTo>
                  <a:lnTo>
                    <a:pt x="4583120" y="3116972"/>
                  </a:lnTo>
                  <a:lnTo>
                    <a:pt x="4579697" y="3116972"/>
                  </a:lnTo>
                  <a:lnTo>
                    <a:pt x="4576274" y="3116972"/>
                  </a:lnTo>
                  <a:lnTo>
                    <a:pt x="4572852" y="3116972"/>
                  </a:lnTo>
                  <a:lnTo>
                    <a:pt x="4569429" y="3116972"/>
                  </a:lnTo>
                  <a:lnTo>
                    <a:pt x="4566006" y="3116972"/>
                  </a:lnTo>
                  <a:lnTo>
                    <a:pt x="4562583" y="3116972"/>
                  </a:lnTo>
                  <a:lnTo>
                    <a:pt x="4559160" y="3116972"/>
                  </a:lnTo>
                  <a:lnTo>
                    <a:pt x="4555738" y="3116972"/>
                  </a:lnTo>
                  <a:lnTo>
                    <a:pt x="4552315" y="3116972"/>
                  </a:lnTo>
                  <a:lnTo>
                    <a:pt x="4548892" y="3116972"/>
                  </a:lnTo>
                  <a:lnTo>
                    <a:pt x="4545469" y="3116972"/>
                  </a:lnTo>
                  <a:lnTo>
                    <a:pt x="4542046" y="3116972"/>
                  </a:lnTo>
                  <a:lnTo>
                    <a:pt x="4538624" y="3116972"/>
                  </a:lnTo>
                  <a:lnTo>
                    <a:pt x="4535201" y="3116972"/>
                  </a:lnTo>
                  <a:lnTo>
                    <a:pt x="4531778" y="3116972"/>
                  </a:lnTo>
                  <a:lnTo>
                    <a:pt x="4528355" y="3116972"/>
                  </a:lnTo>
                  <a:lnTo>
                    <a:pt x="4524933" y="3116972"/>
                  </a:lnTo>
                  <a:lnTo>
                    <a:pt x="4521510" y="3116972"/>
                  </a:lnTo>
                  <a:lnTo>
                    <a:pt x="4518087" y="3116972"/>
                  </a:lnTo>
                  <a:lnTo>
                    <a:pt x="4514664" y="3116972"/>
                  </a:lnTo>
                  <a:lnTo>
                    <a:pt x="4511241" y="3116972"/>
                  </a:lnTo>
                  <a:lnTo>
                    <a:pt x="4507819" y="3116972"/>
                  </a:lnTo>
                  <a:lnTo>
                    <a:pt x="4504396" y="3116972"/>
                  </a:lnTo>
                  <a:lnTo>
                    <a:pt x="4500973" y="3116972"/>
                  </a:lnTo>
                  <a:lnTo>
                    <a:pt x="4497550" y="3116972"/>
                  </a:lnTo>
                  <a:lnTo>
                    <a:pt x="4494127" y="3116972"/>
                  </a:lnTo>
                  <a:lnTo>
                    <a:pt x="4490705" y="3116972"/>
                  </a:lnTo>
                  <a:lnTo>
                    <a:pt x="4487282" y="3116972"/>
                  </a:lnTo>
                  <a:lnTo>
                    <a:pt x="4483859" y="3116972"/>
                  </a:lnTo>
                  <a:lnTo>
                    <a:pt x="4480436" y="3116972"/>
                  </a:lnTo>
                  <a:lnTo>
                    <a:pt x="4477013" y="3116972"/>
                  </a:lnTo>
                  <a:lnTo>
                    <a:pt x="4473591" y="3116972"/>
                  </a:lnTo>
                  <a:lnTo>
                    <a:pt x="4470168" y="3116972"/>
                  </a:lnTo>
                  <a:lnTo>
                    <a:pt x="4466745" y="3116972"/>
                  </a:lnTo>
                  <a:lnTo>
                    <a:pt x="4463322" y="3116972"/>
                  </a:lnTo>
                  <a:lnTo>
                    <a:pt x="4459899" y="3116972"/>
                  </a:lnTo>
                  <a:lnTo>
                    <a:pt x="4456477" y="3116972"/>
                  </a:lnTo>
                  <a:lnTo>
                    <a:pt x="4453054" y="3116972"/>
                  </a:lnTo>
                  <a:lnTo>
                    <a:pt x="4449631" y="3116972"/>
                  </a:lnTo>
                  <a:lnTo>
                    <a:pt x="4446208" y="3116972"/>
                  </a:lnTo>
                  <a:lnTo>
                    <a:pt x="4442785" y="3116972"/>
                  </a:lnTo>
                  <a:lnTo>
                    <a:pt x="4439363" y="3116972"/>
                  </a:lnTo>
                  <a:lnTo>
                    <a:pt x="4435940" y="3116972"/>
                  </a:lnTo>
                  <a:lnTo>
                    <a:pt x="4432517" y="3116972"/>
                  </a:lnTo>
                  <a:lnTo>
                    <a:pt x="4429094" y="3116972"/>
                  </a:lnTo>
                  <a:lnTo>
                    <a:pt x="4425672" y="3116972"/>
                  </a:lnTo>
                  <a:lnTo>
                    <a:pt x="4422249" y="3116972"/>
                  </a:lnTo>
                  <a:lnTo>
                    <a:pt x="4418826" y="3116972"/>
                  </a:lnTo>
                  <a:lnTo>
                    <a:pt x="4415403" y="3116972"/>
                  </a:lnTo>
                  <a:lnTo>
                    <a:pt x="4411980" y="3116972"/>
                  </a:lnTo>
                  <a:lnTo>
                    <a:pt x="4408558" y="3116972"/>
                  </a:lnTo>
                  <a:lnTo>
                    <a:pt x="4405135" y="3116972"/>
                  </a:lnTo>
                  <a:lnTo>
                    <a:pt x="4401712" y="3116972"/>
                  </a:lnTo>
                  <a:lnTo>
                    <a:pt x="4398289" y="3116972"/>
                  </a:lnTo>
                  <a:lnTo>
                    <a:pt x="4394866" y="3116972"/>
                  </a:lnTo>
                  <a:lnTo>
                    <a:pt x="4391444" y="3116972"/>
                  </a:lnTo>
                  <a:lnTo>
                    <a:pt x="4388021" y="3116972"/>
                  </a:lnTo>
                  <a:lnTo>
                    <a:pt x="4384598" y="3116972"/>
                  </a:lnTo>
                  <a:lnTo>
                    <a:pt x="4381175" y="3116972"/>
                  </a:lnTo>
                  <a:lnTo>
                    <a:pt x="4377752" y="3116972"/>
                  </a:lnTo>
                  <a:lnTo>
                    <a:pt x="4374330" y="3116972"/>
                  </a:lnTo>
                  <a:lnTo>
                    <a:pt x="4370907" y="3116972"/>
                  </a:lnTo>
                  <a:lnTo>
                    <a:pt x="4367484" y="3116972"/>
                  </a:lnTo>
                  <a:lnTo>
                    <a:pt x="4364061" y="3116972"/>
                  </a:lnTo>
                  <a:lnTo>
                    <a:pt x="4360638" y="3116972"/>
                  </a:lnTo>
                  <a:lnTo>
                    <a:pt x="4357216" y="3116972"/>
                  </a:lnTo>
                  <a:lnTo>
                    <a:pt x="4353793" y="3116972"/>
                  </a:lnTo>
                  <a:lnTo>
                    <a:pt x="4350370" y="3116972"/>
                  </a:lnTo>
                  <a:lnTo>
                    <a:pt x="4346947" y="3116972"/>
                  </a:lnTo>
                  <a:lnTo>
                    <a:pt x="4343524" y="3116972"/>
                  </a:lnTo>
                  <a:lnTo>
                    <a:pt x="4340102" y="3116972"/>
                  </a:lnTo>
                  <a:lnTo>
                    <a:pt x="4336679" y="3116972"/>
                  </a:lnTo>
                  <a:lnTo>
                    <a:pt x="4333256" y="3116972"/>
                  </a:lnTo>
                  <a:lnTo>
                    <a:pt x="4329833" y="3116972"/>
                  </a:lnTo>
                  <a:lnTo>
                    <a:pt x="4326410" y="3116972"/>
                  </a:lnTo>
                  <a:lnTo>
                    <a:pt x="4322988" y="3116972"/>
                  </a:lnTo>
                  <a:lnTo>
                    <a:pt x="4319565" y="3116972"/>
                  </a:lnTo>
                  <a:lnTo>
                    <a:pt x="4316142" y="3116972"/>
                  </a:lnTo>
                  <a:lnTo>
                    <a:pt x="4312719" y="3116972"/>
                  </a:lnTo>
                  <a:lnTo>
                    <a:pt x="4309297" y="3116972"/>
                  </a:lnTo>
                  <a:lnTo>
                    <a:pt x="4305874" y="3116972"/>
                  </a:lnTo>
                  <a:lnTo>
                    <a:pt x="4302451" y="3116972"/>
                  </a:lnTo>
                  <a:lnTo>
                    <a:pt x="4299028" y="3116972"/>
                  </a:lnTo>
                  <a:lnTo>
                    <a:pt x="4295605" y="3116972"/>
                  </a:lnTo>
                  <a:lnTo>
                    <a:pt x="4292183" y="3116972"/>
                  </a:lnTo>
                  <a:lnTo>
                    <a:pt x="4288760" y="3116972"/>
                  </a:lnTo>
                  <a:lnTo>
                    <a:pt x="4285337" y="3116972"/>
                  </a:lnTo>
                  <a:lnTo>
                    <a:pt x="4281914" y="3116972"/>
                  </a:lnTo>
                  <a:lnTo>
                    <a:pt x="4278491" y="3116972"/>
                  </a:lnTo>
                  <a:lnTo>
                    <a:pt x="4275069" y="3116972"/>
                  </a:lnTo>
                  <a:lnTo>
                    <a:pt x="4271646" y="3116972"/>
                  </a:lnTo>
                  <a:lnTo>
                    <a:pt x="4268223" y="3116972"/>
                  </a:lnTo>
                  <a:lnTo>
                    <a:pt x="4264800" y="3116972"/>
                  </a:lnTo>
                  <a:lnTo>
                    <a:pt x="4261377" y="3116972"/>
                  </a:lnTo>
                  <a:lnTo>
                    <a:pt x="4257955" y="3116972"/>
                  </a:lnTo>
                  <a:lnTo>
                    <a:pt x="4254532" y="3116972"/>
                  </a:lnTo>
                  <a:lnTo>
                    <a:pt x="4251109" y="3116972"/>
                  </a:lnTo>
                  <a:lnTo>
                    <a:pt x="4247686" y="3116972"/>
                  </a:lnTo>
                  <a:lnTo>
                    <a:pt x="4244263" y="3116972"/>
                  </a:lnTo>
                  <a:lnTo>
                    <a:pt x="4240841" y="3116972"/>
                  </a:lnTo>
                  <a:lnTo>
                    <a:pt x="4237418" y="3116972"/>
                  </a:lnTo>
                  <a:lnTo>
                    <a:pt x="4233995" y="3116972"/>
                  </a:lnTo>
                  <a:lnTo>
                    <a:pt x="4230572" y="3116972"/>
                  </a:lnTo>
                  <a:lnTo>
                    <a:pt x="4227149" y="3116972"/>
                  </a:lnTo>
                  <a:lnTo>
                    <a:pt x="4223727" y="3116972"/>
                  </a:lnTo>
                  <a:lnTo>
                    <a:pt x="4220304" y="3116972"/>
                  </a:lnTo>
                  <a:lnTo>
                    <a:pt x="4216881" y="3116972"/>
                  </a:lnTo>
                  <a:lnTo>
                    <a:pt x="4213458" y="3116972"/>
                  </a:lnTo>
                  <a:lnTo>
                    <a:pt x="4210036" y="3116972"/>
                  </a:lnTo>
                  <a:lnTo>
                    <a:pt x="4206613" y="3116972"/>
                  </a:lnTo>
                  <a:lnTo>
                    <a:pt x="4203190" y="3116972"/>
                  </a:lnTo>
                  <a:lnTo>
                    <a:pt x="4199767" y="3116972"/>
                  </a:lnTo>
                  <a:lnTo>
                    <a:pt x="4196344" y="3116972"/>
                  </a:lnTo>
                  <a:lnTo>
                    <a:pt x="4192922" y="3116972"/>
                  </a:lnTo>
                  <a:lnTo>
                    <a:pt x="4189499" y="3116972"/>
                  </a:lnTo>
                  <a:lnTo>
                    <a:pt x="4186076" y="3116972"/>
                  </a:lnTo>
                  <a:lnTo>
                    <a:pt x="4182653" y="3116972"/>
                  </a:lnTo>
                  <a:lnTo>
                    <a:pt x="4179230" y="3116972"/>
                  </a:lnTo>
                  <a:lnTo>
                    <a:pt x="4175808" y="3116972"/>
                  </a:lnTo>
                  <a:lnTo>
                    <a:pt x="4172385" y="3116972"/>
                  </a:lnTo>
                  <a:lnTo>
                    <a:pt x="4168962" y="3116972"/>
                  </a:lnTo>
                  <a:lnTo>
                    <a:pt x="4165539" y="3116972"/>
                  </a:lnTo>
                  <a:lnTo>
                    <a:pt x="4162116" y="3116972"/>
                  </a:lnTo>
                  <a:lnTo>
                    <a:pt x="4158694" y="3116972"/>
                  </a:lnTo>
                  <a:lnTo>
                    <a:pt x="4155271" y="3116972"/>
                  </a:lnTo>
                  <a:lnTo>
                    <a:pt x="4151848" y="3116972"/>
                  </a:lnTo>
                  <a:lnTo>
                    <a:pt x="4148425" y="3116972"/>
                  </a:lnTo>
                  <a:lnTo>
                    <a:pt x="4145002" y="3116972"/>
                  </a:lnTo>
                  <a:lnTo>
                    <a:pt x="4141580" y="3116972"/>
                  </a:lnTo>
                  <a:lnTo>
                    <a:pt x="4138157" y="3116972"/>
                  </a:lnTo>
                  <a:lnTo>
                    <a:pt x="4134734" y="3116972"/>
                  </a:lnTo>
                  <a:lnTo>
                    <a:pt x="4131311" y="3116972"/>
                  </a:lnTo>
                  <a:lnTo>
                    <a:pt x="4127888" y="3116972"/>
                  </a:lnTo>
                  <a:lnTo>
                    <a:pt x="4124466" y="3116972"/>
                  </a:lnTo>
                  <a:lnTo>
                    <a:pt x="4121043" y="3116972"/>
                  </a:lnTo>
                  <a:lnTo>
                    <a:pt x="4117620" y="3116972"/>
                  </a:lnTo>
                  <a:lnTo>
                    <a:pt x="4114197" y="3116972"/>
                  </a:lnTo>
                  <a:lnTo>
                    <a:pt x="4110775" y="3116972"/>
                  </a:lnTo>
                  <a:lnTo>
                    <a:pt x="4107352" y="3116972"/>
                  </a:lnTo>
                  <a:lnTo>
                    <a:pt x="4103929" y="3116972"/>
                  </a:lnTo>
                  <a:lnTo>
                    <a:pt x="4100506" y="3116972"/>
                  </a:lnTo>
                  <a:lnTo>
                    <a:pt x="4097083" y="3116972"/>
                  </a:lnTo>
                  <a:lnTo>
                    <a:pt x="4093661" y="3116972"/>
                  </a:lnTo>
                  <a:lnTo>
                    <a:pt x="4090238" y="3116972"/>
                  </a:lnTo>
                  <a:lnTo>
                    <a:pt x="4086815" y="3116972"/>
                  </a:lnTo>
                  <a:lnTo>
                    <a:pt x="4083392" y="3116972"/>
                  </a:lnTo>
                  <a:lnTo>
                    <a:pt x="4079969" y="3116972"/>
                  </a:lnTo>
                  <a:lnTo>
                    <a:pt x="4076547" y="3116972"/>
                  </a:lnTo>
                  <a:lnTo>
                    <a:pt x="4073124" y="3116972"/>
                  </a:lnTo>
                  <a:lnTo>
                    <a:pt x="4069701" y="3116972"/>
                  </a:lnTo>
                  <a:lnTo>
                    <a:pt x="4066278" y="3116972"/>
                  </a:lnTo>
                  <a:lnTo>
                    <a:pt x="4062855" y="3116972"/>
                  </a:lnTo>
                  <a:lnTo>
                    <a:pt x="4059433" y="3116972"/>
                  </a:lnTo>
                  <a:lnTo>
                    <a:pt x="4056010" y="3116972"/>
                  </a:lnTo>
                  <a:lnTo>
                    <a:pt x="4052587" y="3116972"/>
                  </a:lnTo>
                  <a:lnTo>
                    <a:pt x="4049164" y="3116972"/>
                  </a:lnTo>
                  <a:lnTo>
                    <a:pt x="4045741" y="3116972"/>
                  </a:lnTo>
                  <a:lnTo>
                    <a:pt x="4042319" y="3116972"/>
                  </a:lnTo>
                  <a:lnTo>
                    <a:pt x="4038896" y="3116972"/>
                  </a:lnTo>
                  <a:lnTo>
                    <a:pt x="4035473" y="3116972"/>
                  </a:lnTo>
                  <a:lnTo>
                    <a:pt x="4032050" y="3116972"/>
                  </a:lnTo>
                  <a:lnTo>
                    <a:pt x="4028627" y="3116972"/>
                  </a:lnTo>
                  <a:lnTo>
                    <a:pt x="4025205" y="3116972"/>
                  </a:lnTo>
                  <a:lnTo>
                    <a:pt x="4021782" y="3116972"/>
                  </a:lnTo>
                  <a:lnTo>
                    <a:pt x="4018359" y="3116972"/>
                  </a:lnTo>
                  <a:lnTo>
                    <a:pt x="4014936" y="3116972"/>
                  </a:lnTo>
                  <a:lnTo>
                    <a:pt x="4011513" y="3116972"/>
                  </a:lnTo>
                  <a:lnTo>
                    <a:pt x="4008091" y="3116972"/>
                  </a:lnTo>
                  <a:lnTo>
                    <a:pt x="4004668" y="3116972"/>
                  </a:lnTo>
                  <a:lnTo>
                    <a:pt x="4001245" y="3116972"/>
                  </a:lnTo>
                  <a:lnTo>
                    <a:pt x="3997822" y="3116972"/>
                  </a:lnTo>
                  <a:lnTo>
                    <a:pt x="3994400" y="3116972"/>
                  </a:lnTo>
                  <a:lnTo>
                    <a:pt x="3990977" y="3116972"/>
                  </a:lnTo>
                  <a:lnTo>
                    <a:pt x="3987554" y="3116972"/>
                  </a:lnTo>
                  <a:lnTo>
                    <a:pt x="3984131" y="3116972"/>
                  </a:lnTo>
                  <a:lnTo>
                    <a:pt x="3980708" y="3116972"/>
                  </a:lnTo>
                  <a:lnTo>
                    <a:pt x="3977286" y="3116972"/>
                  </a:lnTo>
                  <a:lnTo>
                    <a:pt x="3973863" y="3116972"/>
                  </a:lnTo>
                  <a:lnTo>
                    <a:pt x="3970440" y="3116972"/>
                  </a:lnTo>
                  <a:lnTo>
                    <a:pt x="3967017" y="3116972"/>
                  </a:lnTo>
                  <a:lnTo>
                    <a:pt x="3963594" y="3116972"/>
                  </a:lnTo>
                  <a:lnTo>
                    <a:pt x="3960172" y="3116972"/>
                  </a:lnTo>
                  <a:lnTo>
                    <a:pt x="3956749" y="3116972"/>
                  </a:lnTo>
                  <a:lnTo>
                    <a:pt x="3953326" y="3116972"/>
                  </a:lnTo>
                  <a:lnTo>
                    <a:pt x="3949903" y="3116972"/>
                  </a:lnTo>
                  <a:lnTo>
                    <a:pt x="3946480" y="3116972"/>
                  </a:lnTo>
                  <a:lnTo>
                    <a:pt x="3943058" y="3116972"/>
                  </a:lnTo>
                  <a:lnTo>
                    <a:pt x="3939635" y="3116972"/>
                  </a:lnTo>
                  <a:lnTo>
                    <a:pt x="3936212" y="3116972"/>
                  </a:lnTo>
                  <a:lnTo>
                    <a:pt x="3932789" y="3116972"/>
                  </a:lnTo>
                  <a:lnTo>
                    <a:pt x="3929366" y="3116972"/>
                  </a:lnTo>
                  <a:lnTo>
                    <a:pt x="3925944" y="3116972"/>
                  </a:lnTo>
                  <a:lnTo>
                    <a:pt x="3922521" y="3116972"/>
                  </a:lnTo>
                  <a:lnTo>
                    <a:pt x="3919098" y="3116972"/>
                  </a:lnTo>
                  <a:lnTo>
                    <a:pt x="3915675" y="3116972"/>
                  </a:lnTo>
                  <a:lnTo>
                    <a:pt x="3912252" y="3116972"/>
                  </a:lnTo>
                  <a:lnTo>
                    <a:pt x="3908830" y="3116972"/>
                  </a:lnTo>
                  <a:lnTo>
                    <a:pt x="3905407" y="3116972"/>
                  </a:lnTo>
                  <a:lnTo>
                    <a:pt x="3901984" y="3116972"/>
                  </a:lnTo>
                  <a:lnTo>
                    <a:pt x="3898561" y="3116972"/>
                  </a:lnTo>
                  <a:lnTo>
                    <a:pt x="3895139" y="3116972"/>
                  </a:lnTo>
                  <a:lnTo>
                    <a:pt x="3891716" y="3116972"/>
                  </a:lnTo>
                  <a:lnTo>
                    <a:pt x="3888293" y="3116972"/>
                  </a:lnTo>
                  <a:lnTo>
                    <a:pt x="3884870" y="3116972"/>
                  </a:lnTo>
                  <a:lnTo>
                    <a:pt x="3881447" y="3116972"/>
                  </a:lnTo>
                  <a:lnTo>
                    <a:pt x="3878025" y="3116972"/>
                  </a:lnTo>
                  <a:lnTo>
                    <a:pt x="3874602" y="3116972"/>
                  </a:lnTo>
                  <a:lnTo>
                    <a:pt x="3871179" y="3116972"/>
                  </a:lnTo>
                  <a:lnTo>
                    <a:pt x="3867756" y="3116972"/>
                  </a:lnTo>
                  <a:lnTo>
                    <a:pt x="3864333" y="3116972"/>
                  </a:lnTo>
                  <a:lnTo>
                    <a:pt x="3860911" y="3116972"/>
                  </a:lnTo>
                  <a:lnTo>
                    <a:pt x="3857488" y="3116972"/>
                  </a:lnTo>
                  <a:lnTo>
                    <a:pt x="3854065" y="3116972"/>
                  </a:lnTo>
                  <a:lnTo>
                    <a:pt x="3850642" y="3116972"/>
                  </a:lnTo>
                  <a:lnTo>
                    <a:pt x="3847219" y="3116972"/>
                  </a:lnTo>
                  <a:lnTo>
                    <a:pt x="3843797" y="3116972"/>
                  </a:lnTo>
                  <a:lnTo>
                    <a:pt x="3840374" y="3116972"/>
                  </a:lnTo>
                  <a:lnTo>
                    <a:pt x="3836951" y="3116972"/>
                  </a:lnTo>
                  <a:lnTo>
                    <a:pt x="3833528" y="3116972"/>
                  </a:lnTo>
                  <a:lnTo>
                    <a:pt x="3830105" y="3116972"/>
                  </a:lnTo>
                  <a:lnTo>
                    <a:pt x="3826683" y="3116972"/>
                  </a:lnTo>
                  <a:lnTo>
                    <a:pt x="3823260" y="3116972"/>
                  </a:lnTo>
                  <a:lnTo>
                    <a:pt x="3819837" y="3116972"/>
                  </a:lnTo>
                  <a:lnTo>
                    <a:pt x="3816414" y="3116972"/>
                  </a:lnTo>
                  <a:lnTo>
                    <a:pt x="3812991" y="3116972"/>
                  </a:lnTo>
                  <a:lnTo>
                    <a:pt x="3809569" y="3116972"/>
                  </a:lnTo>
                  <a:lnTo>
                    <a:pt x="3806146" y="3116972"/>
                  </a:lnTo>
                  <a:lnTo>
                    <a:pt x="3802723" y="3116972"/>
                  </a:lnTo>
                  <a:lnTo>
                    <a:pt x="3799300" y="3116972"/>
                  </a:lnTo>
                  <a:lnTo>
                    <a:pt x="3795877" y="3116972"/>
                  </a:lnTo>
                  <a:lnTo>
                    <a:pt x="3792455" y="3116972"/>
                  </a:lnTo>
                  <a:lnTo>
                    <a:pt x="3789032" y="3116972"/>
                  </a:lnTo>
                  <a:lnTo>
                    <a:pt x="3785609" y="3116972"/>
                  </a:lnTo>
                  <a:lnTo>
                    <a:pt x="3782186" y="3116972"/>
                  </a:lnTo>
                  <a:lnTo>
                    <a:pt x="3778764" y="3116972"/>
                  </a:lnTo>
                  <a:lnTo>
                    <a:pt x="3775341" y="3116972"/>
                  </a:lnTo>
                  <a:lnTo>
                    <a:pt x="3771918" y="3116972"/>
                  </a:lnTo>
                  <a:lnTo>
                    <a:pt x="3768495" y="3116972"/>
                  </a:lnTo>
                  <a:lnTo>
                    <a:pt x="3765072" y="3116972"/>
                  </a:lnTo>
                  <a:lnTo>
                    <a:pt x="3761650" y="3116972"/>
                  </a:lnTo>
                  <a:lnTo>
                    <a:pt x="3758227" y="3116972"/>
                  </a:lnTo>
                  <a:lnTo>
                    <a:pt x="3754804" y="3116972"/>
                  </a:lnTo>
                  <a:lnTo>
                    <a:pt x="3751381" y="3116972"/>
                  </a:lnTo>
                  <a:lnTo>
                    <a:pt x="3747958" y="3116972"/>
                  </a:lnTo>
                  <a:lnTo>
                    <a:pt x="3744536" y="3116972"/>
                  </a:lnTo>
                  <a:lnTo>
                    <a:pt x="3741113" y="3116972"/>
                  </a:lnTo>
                  <a:lnTo>
                    <a:pt x="3737690" y="3116972"/>
                  </a:lnTo>
                  <a:lnTo>
                    <a:pt x="3734267" y="3116972"/>
                  </a:lnTo>
                  <a:lnTo>
                    <a:pt x="3730844" y="3116972"/>
                  </a:lnTo>
                  <a:lnTo>
                    <a:pt x="3727422" y="3116972"/>
                  </a:lnTo>
                  <a:lnTo>
                    <a:pt x="3723999" y="3116972"/>
                  </a:lnTo>
                  <a:lnTo>
                    <a:pt x="3720576" y="3116972"/>
                  </a:lnTo>
                  <a:lnTo>
                    <a:pt x="3717153" y="3116972"/>
                  </a:lnTo>
                  <a:lnTo>
                    <a:pt x="3713730" y="3116972"/>
                  </a:lnTo>
                  <a:lnTo>
                    <a:pt x="3710308" y="3116972"/>
                  </a:lnTo>
                  <a:lnTo>
                    <a:pt x="3706885" y="3116972"/>
                  </a:lnTo>
                  <a:lnTo>
                    <a:pt x="3703462" y="3116972"/>
                  </a:lnTo>
                  <a:lnTo>
                    <a:pt x="3700039" y="3116972"/>
                  </a:lnTo>
                  <a:lnTo>
                    <a:pt x="3696616" y="3116972"/>
                  </a:lnTo>
                  <a:lnTo>
                    <a:pt x="3693194" y="3116972"/>
                  </a:lnTo>
                  <a:lnTo>
                    <a:pt x="3689771" y="3116972"/>
                  </a:lnTo>
                  <a:lnTo>
                    <a:pt x="3686348" y="3116972"/>
                  </a:lnTo>
                  <a:lnTo>
                    <a:pt x="3682925" y="3116972"/>
                  </a:lnTo>
                  <a:lnTo>
                    <a:pt x="3679503" y="3116972"/>
                  </a:lnTo>
                  <a:lnTo>
                    <a:pt x="3676080" y="3116972"/>
                  </a:lnTo>
                  <a:lnTo>
                    <a:pt x="3672657" y="3116972"/>
                  </a:lnTo>
                  <a:lnTo>
                    <a:pt x="3669234" y="3116972"/>
                  </a:lnTo>
                  <a:lnTo>
                    <a:pt x="3665811" y="3116972"/>
                  </a:lnTo>
                  <a:lnTo>
                    <a:pt x="3662389" y="3116972"/>
                  </a:lnTo>
                  <a:lnTo>
                    <a:pt x="3658966" y="3116972"/>
                  </a:lnTo>
                  <a:lnTo>
                    <a:pt x="3655543" y="3116972"/>
                  </a:lnTo>
                  <a:lnTo>
                    <a:pt x="3652120" y="3116972"/>
                  </a:lnTo>
                  <a:lnTo>
                    <a:pt x="3648697" y="3116972"/>
                  </a:lnTo>
                  <a:lnTo>
                    <a:pt x="3645275" y="3116972"/>
                  </a:lnTo>
                  <a:lnTo>
                    <a:pt x="3641852" y="3116972"/>
                  </a:lnTo>
                  <a:lnTo>
                    <a:pt x="3638429" y="3116972"/>
                  </a:lnTo>
                  <a:lnTo>
                    <a:pt x="3635006" y="3116972"/>
                  </a:lnTo>
                  <a:lnTo>
                    <a:pt x="3631583" y="3116972"/>
                  </a:lnTo>
                  <a:lnTo>
                    <a:pt x="3628161" y="3116972"/>
                  </a:lnTo>
                  <a:lnTo>
                    <a:pt x="3624738" y="3116972"/>
                  </a:lnTo>
                  <a:lnTo>
                    <a:pt x="3621315" y="3116972"/>
                  </a:lnTo>
                  <a:lnTo>
                    <a:pt x="3617892" y="3116972"/>
                  </a:lnTo>
                  <a:lnTo>
                    <a:pt x="3614469" y="3116972"/>
                  </a:lnTo>
                  <a:lnTo>
                    <a:pt x="3611047" y="3116972"/>
                  </a:lnTo>
                  <a:lnTo>
                    <a:pt x="3607624" y="3116972"/>
                  </a:lnTo>
                  <a:lnTo>
                    <a:pt x="3604201" y="3116972"/>
                  </a:lnTo>
                  <a:lnTo>
                    <a:pt x="3600778" y="3116972"/>
                  </a:lnTo>
                  <a:lnTo>
                    <a:pt x="3597355" y="3116972"/>
                  </a:lnTo>
                  <a:lnTo>
                    <a:pt x="3593933" y="3116972"/>
                  </a:lnTo>
                  <a:lnTo>
                    <a:pt x="3590510" y="3116972"/>
                  </a:lnTo>
                  <a:lnTo>
                    <a:pt x="3587087" y="3116972"/>
                  </a:lnTo>
                  <a:lnTo>
                    <a:pt x="3583664" y="3116972"/>
                  </a:lnTo>
                  <a:lnTo>
                    <a:pt x="3580242" y="3116972"/>
                  </a:lnTo>
                  <a:lnTo>
                    <a:pt x="3576819" y="3116972"/>
                  </a:lnTo>
                  <a:lnTo>
                    <a:pt x="3573396" y="3116972"/>
                  </a:lnTo>
                  <a:lnTo>
                    <a:pt x="3569973" y="3116972"/>
                  </a:lnTo>
                  <a:lnTo>
                    <a:pt x="3566550" y="3116972"/>
                  </a:lnTo>
                  <a:lnTo>
                    <a:pt x="3563128" y="3116972"/>
                  </a:lnTo>
                  <a:lnTo>
                    <a:pt x="3559705" y="3116972"/>
                  </a:lnTo>
                  <a:lnTo>
                    <a:pt x="3556282" y="3116972"/>
                  </a:lnTo>
                  <a:lnTo>
                    <a:pt x="3552859" y="3116972"/>
                  </a:lnTo>
                  <a:lnTo>
                    <a:pt x="3549436" y="3116972"/>
                  </a:lnTo>
                  <a:lnTo>
                    <a:pt x="3546014" y="3116972"/>
                  </a:lnTo>
                  <a:lnTo>
                    <a:pt x="3542591" y="3116972"/>
                  </a:lnTo>
                  <a:lnTo>
                    <a:pt x="3539168" y="3116972"/>
                  </a:lnTo>
                  <a:lnTo>
                    <a:pt x="3535745" y="3116972"/>
                  </a:lnTo>
                  <a:lnTo>
                    <a:pt x="3532322" y="3116972"/>
                  </a:lnTo>
                  <a:lnTo>
                    <a:pt x="3528900" y="3116972"/>
                  </a:lnTo>
                  <a:lnTo>
                    <a:pt x="3525477" y="3116972"/>
                  </a:lnTo>
                  <a:lnTo>
                    <a:pt x="3522054" y="3116972"/>
                  </a:lnTo>
                  <a:lnTo>
                    <a:pt x="3518631" y="3116972"/>
                  </a:lnTo>
                  <a:lnTo>
                    <a:pt x="3515208" y="3116972"/>
                  </a:lnTo>
                  <a:lnTo>
                    <a:pt x="3511786" y="3116972"/>
                  </a:lnTo>
                  <a:lnTo>
                    <a:pt x="3508363" y="3116972"/>
                  </a:lnTo>
                  <a:lnTo>
                    <a:pt x="3504940" y="3116972"/>
                  </a:lnTo>
                  <a:lnTo>
                    <a:pt x="3501517" y="3116972"/>
                  </a:lnTo>
                  <a:lnTo>
                    <a:pt x="3498094" y="3116972"/>
                  </a:lnTo>
                  <a:lnTo>
                    <a:pt x="3494672" y="3116972"/>
                  </a:lnTo>
                  <a:lnTo>
                    <a:pt x="3491249" y="3116972"/>
                  </a:lnTo>
                  <a:lnTo>
                    <a:pt x="3487826" y="3116972"/>
                  </a:lnTo>
                  <a:lnTo>
                    <a:pt x="3484403" y="3116972"/>
                  </a:lnTo>
                  <a:lnTo>
                    <a:pt x="3480980" y="3116972"/>
                  </a:lnTo>
                  <a:lnTo>
                    <a:pt x="3477558" y="3116972"/>
                  </a:lnTo>
                  <a:lnTo>
                    <a:pt x="3474135" y="3116972"/>
                  </a:lnTo>
                  <a:lnTo>
                    <a:pt x="3470712" y="3116972"/>
                  </a:lnTo>
                  <a:lnTo>
                    <a:pt x="3467289" y="3116972"/>
                  </a:lnTo>
                  <a:lnTo>
                    <a:pt x="3463867" y="3116972"/>
                  </a:lnTo>
                  <a:lnTo>
                    <a:pt x="3460444" y="3116972"/>
                  </a:lnTo>
                  <a:lnTo>
                    <a:pt x="3457021" y="3116972"/>
                  </a:lnTo>
                  <a:lnTo>
                    <a:pt x="3453598" y="3116972"/>
                  </a:lnTo>
                  <a:lnTo>
                    <a:pt x="3450175" y="3116972"/>
                  </a:lnTo>
                  <a:lnTo>
                    <a:pt x="3446753" y="3116972"/>
                  </a:lnTo>
                  <a:lnTo>
                    <a:pt x="3443330" y="3116972"/>
                  </a:lnTo>
                  <a:lnTo>
                    <a:pt x="3439907" y="3116972"/>
                  </a:lnTo>
                  <a:lnTo>
                    <a:pt x="3436484" y="3116972"/>
                  </a:lnTo>
                  <a:lnTo>
                    <a:pt x="3433061" y="3116972"/>
                  </a:lnTo>
                  <a:lnTo>
                    <a:pt x="3429639" y="3116972"/>
                  </a:lnTo>
                  <a:lnTo>
                    <a:pt x="3426216" y="3116972"/>
                  </a:lnTo>
                  <a:lnTo>
                    <a:pt x="3422793" y="3116972"/>
                  </a:lnTo>
                  <a:lnTo>
                    <a:pt x="3419370" y="3116972"/>
                  </a:lnTo>
                  <a:lnTo>
                    <a:pt x="3415947" y="3116972"/>
                  </a:lnTo>
                  <a:lnTo>
                    <a:pt x="3412525" y="3116972"/>
                  </a:lnTo>
                  <a:lnTo>
                    <a:pt x="3409102" y="3116972"/>
                  </a:lnTo>
                  <a:lnTo>
                    <a:pt x="3405679" y="3116972"/>
                  </a:lnTo>
                  <a:lnTo>
                    <a:pt x="3402256" y="3116972"/>
                  </a:lnTo>
                  <a:lnTo>
                    <a:pt x="3398833" y="3116972"/>
                  </a:lnTo>
                  <a:lnTo>
                    <a:pt x="3395411" y="3116972"/>
                  </a:lnTo>
                  <a:lnTo>
                    <a:pt x="3391988" y="3116972"/>
                  </a:lnTo>
                  <a:lnTo>
                    <a:pt x="3388565" y="3116972"/>
                  </a:lnTo>
                  <a:lnTo>
                    <a:pt x="3385142" y="3116972"/>
                  </a:lnTo>
                  <a:lnTo>
                    <a:pt x="3381719" y="3116972"/>
                  </a:lnTo>
                  <a:lnTo>
                    <a:pt x="3378297" y="3116972"/>
                  </a:lnTo>
                  <a:lnTo>
                    <a:pt x="3374874" y="3116972"/>
                  </a:lnTo>
                  <a:lnTo>
                    <a:pt x="3371451" y="3116972"/>
                  </a:lnTo>
                  <a:lnTo>
                    <a:pt x="3368028" y="3116972"/>
                  </a:lnTo>
                  <a:lnTo>
                    <a:pt x="3364606" y="3116972"/>
                  </a:lnTo>
                  <a:lnTo>
                    <a:pt x="3361183" y="3116972"/>
                  </a:lnTo>
                  <a:lnTo>
                    <a:pt x="3357760" y="3116972"/>
                  </a:lnTo>
                  <a:lnTo>
                    <a:pt x="3354337" y="3116972"/>
                  </a:lnTo>
                  <a:lnTo>
                    <a:pt x="3350914" y="3116972"/>
                  </a:lnTo>
                  <a:lnTo>
                    <a:pt x="3347492" y="3116972"/>
                  </a:lnTo>
                  <a:lnTo>
                    <a:pt x="3344069" y="3116972"/>
                  </a:lnTo>
                  <a:lnTo>
                    <a:pt x="3340646" y="3116972"/>
                  </a:lnTo>
                  <a:lnTo>
                    <a:pt x="3337223" y="3116972"/>
                  </a:lnTo>
                  <a:lnTo>
                    <a:pt x="3333800" y="3116972"/>
                  </a:lnTo>
                  <a:lnTo>
                    <a:pt x="3330378" y="3116972"/>
                  </a:lnTo>
                  <a:lnTo>
                    <a:pt x="3326955" y="3116972"/>
                  </a:lnTo>
                  <a:lnTo>
                    <a:pt x="3323532" y="3116972"/>
                  </a:lnTo>
                  <a:lnTo>
                    <a:pt x="3320109" y="3116972"/>
                  </a:lnTo>
                  <a:lnTo>
                    <a:pt x="3316686" y="3116972"/>
                  </a:lnTo>
                  <a:lnTo>
                    <a:pt x="3313264" y="3116972"/>
                  </a:lnTo>
                  <a:lnTo>
                    <a:pt x="3309841" y="3116972"/>
                  </a:lnTo>
                  <a:lnTo>
                    <a:pt x="3306418" y="3116972"/>
                  </a:lnTo>
                  <a:lnTo>
                    <a:pt x="3302995" y="3116972"/>
                  </a:lnTo>
                  <a:lnTo>
                    <a:pt x="3299572" y="3116972"/>
                  </a:lnTo>
                  <a:lnTo>
                    <a:pt x="3296150" y="3116972"/>
                  </a:lnTo>
                  <a:lnTo>
                    <a:pt x="3292727" y="3116972"/>
                  </a:lnTo>
                  <a:lnTo>
                    <a:pt x="3289304" y="3116972"/>
                  </a:lnTo>
                  <a:lnTo>
                    <a:pt x="3285881" y="3116972"/>
                  </a:lnTo>
                  <a:lnTo>
                    <a:pt x="3282458" y="3116972"/>
                  </a:lnTo>
                  <a:lnTo>
                    <a:pt x="3279036" y="3116972"/>
                  </a:lnTo>
                  <a:lnTo>
                    <a:pt x="3275613" y="3116972"/>
                  </a:lnTo>
                  <a:lnTo>
                    <a:pt x="3272190" y="3116972"/>
                  </a:lnTo>
                  <a:lnTo>
                    <a:pt x="3268767" y="3116972"/>
                  </a:lnTo>
                  <a:lnTo>
                    <a:pt x="3265345" y="3116972"/>
                  </a:lnTo>
                  <a:lnTo>
                    <a:pt x="3261922" y="3116972"/>
                  </a:lnTo>
                  <a:lnTo>
                    <a:pt x="3258499" y="3116972"/>
                  </a:lnTo>
                  <a:lnTo>
                    <a:pt x="3255076" y="3116972"/>
                  </a:lnTo>
                  <a:lnTo>
                    <a:pt x="3251653" y="3116972"/>
                  </a:lnTo>
                  <a:lnTo>
                    <a:pt x="3248231" y="3116972"/>
                  </a:lnTo>
                  <a:lnTo>
                    <a:pt x="3244808" y="3116972"/>
                  </a:lnTo>
                  <a:lnTo>
                    <a:pt x="3241385" y="3116972"/>
                  </a:lnTo>
                  <a:lnTo>
                    <a:pt x="3237962" y="3116972"/>
                  </a:lnTo>
                  <a:lnTo>
                    <a:pt x="3234539" y="3116972"/>
                  </a:lnTo>
                  <a:lnTo>
                    <a:pt x="3231117" y="3116972"/>
                  </a:lnTo>
                  <a:lnTo>
                    <a:pt x="3227694" y="3116972"/>
                  </a:lnTo>
                  <a:lnTo>
                    <a:pt x="3224271" y="3116972"/>
                  </a:lnTo>
                  <a:lnTo>
                    <a:pt x="3220848" y="3116972"/>
                  </a:lnTo>
                  <a:lnTo>
                    <a:pt x="3217425" y="3116972"/>
                  </a:lnTo>
                  <a:lnTo>
                    <a:pt x="3214003" y="3116972"/>
                  </a:lnTo>
                  <a:lnTo>
                    <a:pt x="3210580" y="3116972"/>
                  </a:lnTo>
                  <a:lnTo>
                    <a:pt x="3207157" y="3116972"/>
                  </a:lnTo>
                  <a:lnTo>
                    <a:pt x="3203734" y="3116972"/>
                  </a:lnTo>
                  <a:lnTo>
                    <a:pt x="3200311" y="3116972"/>
                  </a:lnTo>
                  <a:lnTo>
                    <a:pt x="3196889" y="3116972"/>
                  </a:lnTo>
                  <a:lnTo>
                    <a:pt x="3193466" y="3116972"/>
                  </a:lnTo>
                  <a:lnTo>
                    <a:pt x="3190043" y="3116972"/>
                  </a:lnTo>
                  <a:lnTo>
                    <a:pt x="3186620" y="3116972"/>
                  </a:lnTo>
                  <a:lnTo>
                    <a:pt x="3183197" y="3116972"/>
                  </a:lnTo>
                  <a:lnTo>
                    <a:pt x="3179775" y="3116972"/>
                  </a:lnTo>
                  <a:lnTo>
                    <a:pt x="3176352" y="3116972"/>
                  </a:lnTo>
                  <a:lnTo>
                    <a:pt x="3172929" y="3116972"/>
                  </a:lnTo>
                  <a:lnTo>
                    <a:pt x="3169506" y="3116972"/>
                  </a:lnTo>
                  <a:lnTo>
                    <a:pt x="3166083" y="3116972"/>
                  </a:lnTo>
                  <a:lnTo>
                    <a:pt x="3162661" y="3116972"/>
                  </a:lnTo>
                  <a:lnTo>
                    <a:pt x="3159238" y="3116972"/>
                  </a:lnTo>
                  <a:lnTo>
                    <a:pt x="3155815" y="3116972"/>
                  </a:lnTo>
                  <a:lnTo>
                    <a:pt x="3152392" y="3116972"/>
                  </a:lnTo>
                  <a:lnTo>
                    <a:pt x="3148970" y="3116972"/>
                  </a:lnTo>
                  <a:lnTo>
                    <a:pt x="3145547" y="3116972"/>
                  </a:lnTo>
                  <a:lnTo>
                    <a:pt x="3142124" y="3116972"/>
                  </a:lnTo>
                  <a:lnTo>
                    <a:pt x="3138701" y="3116972"/>
                  </a:lnTo>
                  <a:lnTo>
                    <a:pt x="3135278" y="3116972"/>
                  </a:lnTo>
                  <a:lnTo>
                    <a:pt x="3131856" y="3116972"/>
                  </a:lnTo>
                  <a:lnTo>
                    <a:pt x="3128433" y="3116972"/>
                  </a:lnTo>
                  <a:lnTo>
                    <a:pt x="3125010" y="3116972"/>
                  </a:lnTo>
                  <a:lnTo>
                    <a:pt x="3121587" y="3116972"/>
                  </a:lnTo>
                  <a:lnTo>
                    <a:pt x="3118164" y="3116972"/>
                  </a:lnTo>
                  <a:lnTo>
                    <a:pt x="3114742" y="3116972"/>
                  </a:lnTo>
                  <a:lnTo>
                    <a:pt x="3111319" y="3116972"/>
                  </a:lnTo>
                  <a:lnTo>
                    <a:pt x="3107896" y="3116972"/>
                  </a:lnTo>
                  <a:lnTo>
                    <a:pt x="3104473" y="3116972"/>
                  </a:lnTo>
                  <a:lnTo>
                    <a:pt x="3101050" y="3116972"/>
                  </a:lnTo>
                  <a:lnTo>
                    <a:pt x="3097628" y="3116972"/>
                  </a:lnTo>
                  <a:lnTo>
                    <a:pt x="3094205" y="3116972"/>
                  </a:lnTo>
                  <a:lnTo>
                    <a:pt x="3090782" y="3116972"/>
                  </a:lnTo>
                  <a:lnTo>
                    <a:pt x="3087359" y="3116972"/>
                  </a:lnTo>
                  <a:lnTo>
                    <a:pt x="3083936" y="3116972"/>
                  </a:lnTo>
                  <a:lnTo>
                    <a:pt x="3080514" y="3116972"/>
                  </a:lnTo>
                  <a:lnTo>
                    <a:pt x="3077091" y="3116972"/>
                  </a:lnTo>
                  <a:lnTo>
                    <a:pt x="3073668" y="3116972"/>
                  </a:lnTo>
                  <a:lnTo>
                    <a:pt x="3070245" y="3116972"/>
                  </a:lnTo>
                  <a:lnTo>
                    <a:pt x="3066822" y="3116972"/>
                  </a:lnTo>
                  <a:lnTo>
                    <a:pt x="3063400" y="3116972"/>
                  </a:lnTo>
                  <a:lnTo>
                    <a:pt x="3059977" y="3116972"/>
                  </a:lnTo>
                  <a:lnTo>
                    <a:pt x="3056554" y="3116972"/>
                  </a:lnTo>
                  <a:lnTo>
                    <a:pt x="3053131" y="3116972"/>
                  </a:lnTo>
                  <a:lnTo>
                    <a:pt x="3049709" y="3116972"/>
                  </a:lnTo>
                  <a:lnTo>
                    <a:pt x="3046286" y="3116972"/>
                  </a:lnTo>
                  <a:lnTo>
                    <a:pt x="3042863" y="3116972"/>
                  </a:lnTo>
                  <a:lnTo>
                    <a:pt x="3039440" y="3116972"/>
                  </a:lnTo>
                  <a:lnTo>
                    <a:pt x="3036017" y="3116972"/>
                  </a:lnTo>
                  <a:lnTo>
                    <a:pt x="3032595" y="3116972"/>
                  </a:lnTo>
                  <a:lnTo>
                    <a:pt x="3029172" y="3116972"/>
                  </a:lnTo>
                  <a:lnTo>
                    <a:pt x="3025749" y="3116972"/>
                  </a:lnTo>
                  <a:lnTo>
                    <a:pt x="3022326" y="3116972"/>
                  </a:lnTo>
                  <a:lnTo>
                    <a:pt x="3018903" y="3116972"/>
                  </a:lnTo>
                  <a:lnTo>
                    <a:pt x="3015481" y="3116972"/>
                  </a:lnTo>
                  <a:lnTo>
                    <a:pt x="3012058" y="3116972"/>
                  </a:lnTo>
                  <a:lnTo>
                    <a:pt x="3008635" y="3116972"/>
                  </a:lnTo>
                  <a:lnTo>
                    <a:pt x="3005212" y="3116972"/>
                  </a:lnTo>
                  <a:lnTo>
                    <a:pt x="3001789" y="3116972"/>
                  </a:lnTo>
                  <a:lnTo>
                    <a:pt x="2998367" y="3116972"/>
                  </a:lnTo>
                  <a:lnTo>
                    <a:pt x="2994944" y="3116972"/>
                  </a:lnTo>
                  <a:lnTo>
                    <a:pt x="2991521" y="3116972"/>
                  </a:lnTo>
                  <a:lnTo>
                    <a:pt x="2988098" y="3116972"/>
                  </a:lnTo>
                  <a:lnTo>
                    <a:pt x="2984675" y="3116972"/>
                  </a:lnTo>
                  <a:lnTo>
                    <a:pt x="2981253" y="3116972"/>
                  </a:lnTo>
                  <a:lnTo>
                    <a:pt x="2977830" y="3116972"/>
                  </a:lnTo>
                  <a:lnTo>
                    <a:pt x="2974407" y="3116972"/>
                  </a:lnTo>
                  <a:lnTo>
                    <a:pt x="2970984" y="3116972"/>
                  </a:lnTo>
                  <a:lnTo>
                    <a:pt x="2967561" y="3116972"/>
                  </a:lnTo>
                  <a:lnTo>
                    <a:pt x="2964139" y="3116972"/>
                  </a:lnTo>
                  <a:lnTo>
                    <a:pt x="2960716" y="3116972"/>
                  </a:lnTo>
                  <a:lnTo>
                    <a:pt x="2957293" y="3116972"/>
                  </a:lnTo>
                  <a:lnTo>
                    <a:pt x="2953870" y="3116972"/>
                  </a:lnTo>
                  <a:lnTo>
                    <a:pt x="2950448" y="3116972"/>
                  </a:lnTo>
                  <a:lnTo>
                    <a:pt x="2947025" y="3116972"/>
                  </a:lnTo>
                  <a:lnTo>
                    <a:pt x="2943602" y="3116972"/>
                  </a:lnTo>
                  <a:lnTo>
                    <a:pt x="2940179" y="3116972"/>
                  </a:lnTo>
                  <a:lnTo>
                    <a:pt x="2936756" y="3116972"/>
                  </a:lnTo>
                  <a:lnTo>
                    <a:pt x="2933334" y="3116972"/>
                  </a:lnTo>
                  <a:lnTo>
                    <a:pt x="2929911" y="3116972"/>
                  </a:lnTo>
                  <a:lnTo>
                    <a:pt x="2926488" y="3116972"/>
                  </a:lnTo>
                  <a:lnTo>
                    <a:pt x="2923065" y="3116972"/>
                  </a:lnTo>
                  <a:lnTo>
                    <a:pt x="2919642" y="3116972"/>
                  </a:lnTo>
                  <a:lnTo>
                    <a:pt x="2916220" y="3116972"/>
                  </a:lnTo>
                  <a:lnTo>
                    <a:pt x="2912797" y="3116972"/>
                  </a:lnTo>
                  <a:lnTo>
                    <a:pt x="2909374" y="3116972"/>
                  </a:lnTo>
                  <a:lnTo>
                    <a:pt x="2905951" y="3116972"/>
                  </a:lnTo>
                  <a:lnTo>
                    <a:pt x="2902528" y="3116972"/>
                  </a:lnTo>
                  <a:lnTo>
                    <a:pt x="2899106" y="3116972"/>
                  </a:lnTo>
                  <a:lnTo>
                    <a:pt x="2895683" y="3116972"/>
                  </a:lnTo>
                  <a:lnTo>
                    <a:pt x="2892260" y="3116972"/>
                  </a:lnTo>
                  <a:lnTo>
                    <a:pt x="2888837" y="3116972"/>
                  </a:lnTo>
                  <a:lnTo>
                    <a:pt x="2885414" y="3116972"/>
                  </a:lnTo>
                  <a:lnTo>
                    <a:pt x="2881992" y="3116972"/>
                  </a:lnTo>
                  <a:lnTo>
                    <a:pt x="2878569" y="3116972"/>
                  </a:lnTo>
                  <a:lnTo>
                    <a:pt x="2875146" y="3116972"/>
                  </a:lnTo>
                  <a:lnTo>
                    <a:pt x="2871723" y="3116972"/>
                  </a:lnTo>
                  <a:lnTo>
                    <a:pt x="2868300" y="3116972"/>
                  </a:lnTo>
                  <a:lnTo>
                    <a:pt x="2864878" y="3116972"/>
                  </a:lnTo>
                  <a:lnTo>
                    <a:pt x="2861455" y="3116972"/>
                  </a:lnTo>
                  <a:lnTo>
                    <a:pt x="2858032" y="3116972"/>
                  </a:lnTo>
                  <a:lnTo>
                    <a:pt x="2854609" y="3116972"/>
                  </a:lnTo>
                  <a:lnTo>
                    <a:pt x="2851186" y="3116972"/>
                  </a:lnTo>
                  <a:lnTo>
                    <a:pt x="2847764" y="3116972"/>
                  </a:lnTo>
                  <a:lnTo>
                    <a:pt x="2844341" y="3116972"/>
                  </a:lnTo>
                  <a:lnTo>
                    <a:pt x="2840918" y="3116972"/>
                  </a:lnTo>
                  <a:lnTo>
                    <a:pt x="2837495" y="3116972"/>
                  </a:lnTo>
                  <a:lnTo>
                    <a:pt x="2834073" y="3116972"/>
                  </a:lnTo>
                  <a:lnTo>
                    <a:pt x="2830650" y="3116972"/>
                  </a:lnTo>
                  <a:lnTo>
                    <a:pt x="2827227" y="3116972"/>
                  </a:lnTo>
                  <a:lnTo>
                    <a:pt x="2823804" y="3116972"/>
                  </a:lnTo>
                  <a:lnTo>
                    <a:pt x="2820381" y="3116972"/>
                  </a:lnTo>
                  <a:lnTo>
                    <a:pt x="2816959" y="3116972"/>
                  </a:lnTo>
                  <a:lnTo>
                    <a:pt x="2813536" y="3116972"/>
                  </a:lnTo>
                  <a:lnTo>
                    <a:pt x="2810113" y="3116972"/>
                  </a:lnTo>
                  <a:lnTo>
                    <a:pt x="2806690" y="3116972"/>
                  </a:lnTo>
                  <a:lnTo>
                    <a:pt x="2803267" y="3116972"/>
                  </a:lnTo>
                  <a:lnTo>
                    <a:pt x="2799845" y="3116972"/>
                  </a:lnTo>
                  <a:lnTo>
                    <a:pt x="2796422" y="3116972"/>
                  </a:lnTo>
                  <a:lnTo>
                    <a:pt x="2792999" y="3116972"/>
                  </a:lnTo>
                  <a:lnTo>
                    <a:pt x="2789576" y="3116972"/>
                  </a:lnTo>
                  <a:lnTo>
                    <a:pt x="2786153" y="3116972"/>
                  </a:lnTo>
                  <a:lnTo>
                    <a:pt x="2782731" y="3116972"/>
                  </a:lnTo>
                  <a:lnTo>
                    <a:pt x="2779308" y="3116972"/>
                  </a:lnTo>
                  <a:lnTo>
                    <a:pt x="2775885" y="3116972"/>
                  </a:lnTo>
                  <a:lnTo>
                    <a:pt x="2772462" y="3116972"/>
                  </a:lnTo>
                  <a:lnTo>
                    <a:pt x="2769039" y="3116972"/>
                  </a:lnTo>
                  <a:lnTo>
                    <a:pt x="2765617" y="3116972"/>
                  </a:lnTo>
                  <a:lnTo>
                    <a:pt x="2762194" y="3116972"/>
                  </a:lnTo>
                  <a:lnTo>
                    <a:pt x="2758771" y="3116972"/>
                  </a:lnTo>
                  <a:lnTo>
                    <a:pt x="2755348" y="3116972"/>
                  </a:lnTo>
                  <a:lnTo>
                    <a:pt x="2751925" y="3116972"/>
                  </a:lnTo>
                  <a:lnTo>
                    <a:pt x="2748503" y="3116972"/>
                  </a:lnTo>
                  <a:lnTo>
                    <a:pt x="2745080" y="3116972"/>
                  </a:lnTo>
                  <a:lnTo>
                    <a:pt x="2741657" y="3116972"/>
                  </a:lnTo>
                  <a:lnTo>
                    <a:pt x="2738234" y="3116972"/>
                  </a:lnTo>
                  <a:lnTo>
                    <a:pt x="2734812" y="3116972"/>
                  </a:lnTo>
                  <a:lnTo>
                    <a:pt x="2731389" y="3116972"/>
                  </a:lnTo>
                  <a:lnTo>
                    <a:pt x="2727966" y="3116972"/>
                  </a:lnTo>
                  <a:lnTo>
                    <a:pt x="2724543" y="3116972"/>
                  </a:lnTo>
                  <a:lnTo>
                    <a:pt x="2721120" y="3116972"/>
                  </a:lnTo>
                  <a:lnTo>
                    <a:pt x="2717698" y="3116972"/>
                  </a:lnTo>
                  <a:lnTo>
                    <a:pt x="2714275" y="3116972"/>
                  </a:lnTo>
                  <a:lnTo>
                    <a:pt x="2710852" y="3116972"/>
                  </a:lnTo>
                  <a:lnTo>
                    <a:pt x="2707429" y="3116972"/>
                  </a:lnTo>
                  <a:lnTo>
                    <a:pt x="2704006" y="3116972"/>
                  </a:lnTo>
                  <a:lnTo>
                    <a:pt x="2700584" y="3116972"/>
                  </a:lnTo>
                  <a:lnTo>
                    <a:pt x="2697161" y="3116972"/>
                  </a:lnTo>
                  <a:lnTo>
                    <a:pt x="2693738" y="3116972"/>
                  </a:lnTo>
                  <a:lnTo>
                    <a:pt x="2690315" y="3116972"/>
                  </a:lnTo>
                  <a:lnTo>
                    <a:pt x="2686892" y="3116972"/>
                  </a:lnTo>
                  <a:lnTo>
                    <a:pt x="2683470" y="3116972"/>
                  </a:lnTo>
                  <a:lnTo>
                    <a:pt x="2680047" y="3116972"/>
                  </a:lnTo>
                  <a:lnTo>
                    <a:pt x="2676624" y="3116972"/>
                  </a:lnTo>
                  <a:lnTo>
                    <a:pt x="2673201" y="3116972"/>
                  </a:lnTo>
                  <a:lnTo>
                    <a:pt x="2669778" y="3116972"/>
                  </a:lnTo>
                  <a:lnTo>
                    <a:pt x="2666356" y="3116972"/>
                  </a:lnTo>
                  <a:lnTo>
                    <a:pt x="2662933" y="3116972"/>
                  </a:lnTo>
                  <a:lnTo>
                    <a:pt x="2659510" y="3116972"/>
                  </a:lnTo>
                  <a:lnTo>
                    <a:pt x="2656087" y="3116972"/>
                  </a:lnTo>
                  <a:lnTo>
                    <a:pt x="2652664" y="3116972"/>
                  </a:lnTo>
                  <a:lnTo>
                    <a:pt x="2649242" y="3116972"/>
                  </a:lnTo>
                  <a:lnTo>
                    <a:pt x="2645819" y="3116972"/>
                  </a:lnTo>
                  <a:lnTo>
                    <a:pt x="2642396" y="3116972"/>
                  </a:lnTo>
                  <a:lnTo>
                    <a:pt x="2638973" y="3116972"/>
                  </a:lnTo>
                  <a:lnTo>
                    <a:pt x="2635550" y="3116972"/>
                  </a:lnTo>
                  <a:lnTo>
                    <a:pt x="2632128" y="3116972"/>
                  </a:lnTo>
                  <a:lnTo>
                    <a:pt x="2628705" y="3116972"/>
                  </a:lnTo>
                  <a:lnTo>
                    <a:pt x="2625282" y="3116972"/>
                  </a:lnTo>
                  <a:lnTo>
                    <a:pt x="2621859" y="3116972"/>
                  </a:lnTo>
                  <a:lnTo>
                    <a:pt x="2618437" y="3116972"/>
                  </a:lnTo>
                  <a:lnTo>
                    <a:pt x="2615014" y="3116972"/>
                  </a:lnTo>
                  <a:lnTo>
                    <a:pt x="2611591" y="3116972"/>
                  </a:lnTo>
                  <a:lnTo>
                    <a:pt x="2608168" y="3116972"/>
                  </a:lnTo>
                  <a:lnTo>
                    <a:pt x="2604745" y="3116972"/>
                  </a:lnTo>
                  <a:lnTo>
                    <a:pt x="2601323" y="3116972"/>
                  </a:lnTo>
                  <a:lnTo>
                    <a:pt x="2597900" y="3116972"/>
                  </a:lnTo>
                  <a:lnTo>
                    <a:pt x="2594477" y="3116972"/>
                  </a:lnTo>
                  <a:lnTo>
                    <a:pt x="2591054" y="3116972"/>
                  </a:lnTo>
                  <a:lnTo>
                    <a:pt x="2587631" y="3116972"/>
                  </a:lnTo>
                  <a:lnTo>
                    <a:pt x="2584209" y="3116972"/>
                  </a:lnTo>
                  <a:lnTo>
                    <a:pt x="2580786" y="3116972"/>
                  </a:lnTo>
                  <a:lnTo>
                    <a:pt x="2577363" y="3116972"/>
                  </a:lnTo>
                  <a:lnTo>
                    <a:pt x="2573940" y="3116972"/>
                  </a:lnTo>
                  <a:lnTo>
                    <a:pt x="2570517" y="3116972"/>
                  </a:lnTo>
                  <a:lnTo>
                    <a:pt x="2567095" y="3116972"/>
                  </a:lnTo>
                  <a:lnTo>
                    <a:pt x="2563672" y="3116972"/>
                  </a:lnTo>
                  <a:lnTo>
                    <a:pt x="2560249" y="3116972"/>
                  </a:lnTo>
                  <a:lnTo>
                    <a:pt x="2556826" y="3116972"/>
                  </a:lnTo>
                  <a:lnTo>
                    <a:pt x="2553403" y="3116972"/>
                  </a:lnTo>
                  <a:lnTo>
                    <a:pt x="2549981" y="3116972"/>
                  </a:lnTo>
                  <a:lnTo>
                    <a:pt x="2546558" y="3116972"/>
                  </a:lnTo>
                  <a:lnTo>
                    <a:pt x="2543135" y="3116972"/>
                  </a:lnTo>
                  <a:lnTo>
                    <a:pt x="2539712" y="3116972"/>
                  </a:lnTo>
                  <a:lnTo>
                    <a:pt x="2536289" y="3116972"/>
                  </a:lnTo>
                  <a:lnTo>
                    <a:pt x="2532867" y="3116972"/>
                  </a:lnTo>
                  <a:lnTo>
                    <a:pt x="2529444" y="3116972"/>
                  </a:lnTo>
                  <a:lnTo>
                    <a:pt x="2526021" y="3116972"/>
                  </a:lnTo>
                  <a:lnTo>
                    <a:pt x="2522598" y="3116972"/>
                  </a:lnTo>
                  <a:lnTo>
                    <a:pt x="2519176" y="3116972"/>
                  </a:lnTo>
                  <a:lnTo>
                    <a:pt x="2515753" y="3116972"/>
                  </a:lnTo>
                  <a:lnTo>
                    <a:pt x="2512330" y="3116972"/>
                  </a:lnTo>
                  <a:lnTo>
                    <a:pt x="2508907" y="3116972"/>
                  </a:lnTo>
                  <a:lnTo>
                    <a:pt x="2505484" y="3116972"/>
                  </a:lnTo>
                  <a:lnTo>
                    <a:pt x="2502062" y="3116972"/>
                  </a:lnTo>
                  <a:lnTo>
                    <a:pt x="2498639" y="3116972"/>
                  </a:lnTo>
                  <a:lnTo>
                    <a:pt x="2495216" y="3116972"/>
                  </a:lnTo>
                  <a:lnTo>
                    <a:pt x="2491793" y="3116972"/>
                  </a:lnTo>
                  <a:lnTo>
                    <a:pt x="2488370" y="3116972"/>
                  </a:lnTo>
                  <a:lnTo>
                    <a:pt x="2484948" y="3116972"/>
                  </a:lnTo>
                  <a:lnTo>
                    <a:pt x="2481525" y="3116972"/>
                  </a:lnTo>
                  <a:lnTo>
                    <a:pt x="2478102" y="3116972"/>
                  </a:lnTo>
                  <a:lnTo>
                    <a:pt x="2474679" y="3116972"/>
                  </a:lnTo>
                  <a:lnTo>
                    <a:pt x="2471256" y="3116972"/>
                  </a:lnTo>
                  <a:lnTo>
                    <a:pt x="2467834" y="3116972"/>
                  </a:lnTo>
                  <a:lnTo>
                    <a:pt x="2464411" y="3116972"/>
                  </a:lnTo>
                  <a:lnTo>
                    <a:pt x="2460988" y="3116972"/>
                  </a:lnTo>
                  <a:lnTo>
                    <a:pt x="2457565" y="3116972"/>
                  </a:lnTo>
                  <a:lnTo>
                    <a:pt x="2454142" y="3116972"/>
                  </a:lnTo>
                  <a:lnTo>
                    <a:pt x="2450720" y="3116972"/>
                  </a:lnTo>
                  <a:lnTo>
                    <a:pt x="2447297" y="3116972"/>
                  </a:lnTo>
                  <a:lnTo>
                    <a:pt x="2443874" y="3116972"/>
                  </a:lnTo>
                  <a:lnTo>
                    <a:pt x="2440451" y="3116972"/>
                  </a:lnTo>
                  <a:lnTo>
                    <a:pt x="2437028" y="3116972"/>
                  </a:lnTo>
                  <a:lnTo>
                    <a:pt x="2433606" y="3116972"/>
                  </a:lnTo>
                  <a:lnTo>
                    <a:pt x="2430183" y="3116972"/>
                  </a:lnTo>
                  <a:lnTo>
                    <a:pt x="2426760" y="3116972"/>
                  </a:lnTo>
                  <a:lnTo>
                    <a:pt x="2423337" y="3116972"/>
                  </a:lnTo>
                  <a:lnTo>
                    <a:pt x="2419915" y="3116972"/>
                  </a:lnTo>
                  <a:lnTo>
                    <a:pt x="2416492" y="3116972"/>
                  </a:lnTo>
                  <a:lnTo>
                    <a:pt x="2413069" y="3116972"/>
                  </a:lnTo>
                  <a:lnTo>
                    <a:pt x="2409646" y="3116972"/>
                  </a:lnTo>
                  <a:lnTo>
                    <a:pt x="2406223" y="3116972"/>
                  </a:lnTo>
                  <a:lnTo>
                    <a:pt x="2402801" y="3116972"/>
                  </a:lnTo>
                  <a:lnTo>
                    <a:pt x="2399378" y="3116972"/>
                  </a:lnTo>
                  <a:lnTo>
                    <a:pt x="2395955" y="3116972"/>
                  </a:lnTo>
                  <a:lnTo>
                    <a:pt x="2392532" y="3116972"/>
                  </a:lnTo>
                  <a:lnTo>
                    <a:pt x="2389109" y="3116972"/>
                  </a:lnTo>
                  <a:lnTo>
                    <a:pt x="2385687" y="3116972"/>
                  </a:lnTo>
                  <a:lnTo>
                    <a:pt x="2382264" y="3116972"/>
                  </a:lnTo>
                  <a:lnTo>
                    <a:pt x="2378841" y="3116972"/>
                  </a:lnTo>
                  <a:lnTo>
                    <a:pt x="2375418" y="3116972"/>
                  </a:lnTo>
                  <a:lnTo>
                    <a:pt x="2371995" y="3116972"/>
                  </a:lnTo>
                  <a:lnTo>
                    <a:pt x="2368573" y="3116972"/>
                  </a:lnTo>
                  <a:lnTo>
                    <a:pt x="2365150" y="3116972"/>
                  </a:lnTo>
                  <a:lnTo>
                    <a:pt x="2361727" y="3116972"/>
                  </a:lnTo>
                  <a:lnTo>
                    <a:pt x="2358304" y="3116972"/>
                  </a:lnTo>
                  <a:lnTo>
                    <a:pt x="2354881" y="3116972"/>
                  </a:lnTo>
                  <a:lnTo>
                    <a:pt x="2351459" y="3116972"/>
                  </a:lnTo>
                  <a:lnTo>
                    <a:pt x="2348036" y="3116972"/>
                  </a:lnTo>
                  <a:lnTo>
                    <a:pt x="2344613" y="3116972"/>
                  </a:lnTo>
                  <a:lnTo>
                    <a:pt x="2341190" y="3116972"/>
                  </a:lnTo>
                  <a:lnTo>
                    <a:pt x="2337767" y="3116972"/>
                  </a:lnTo>
                  <a:lnTo>
                    <a:pt x="2334345" y="3116972"/>
                  </a:lnTo>
                  <a:lnTo>
                    <a:pt x="2330922" y="3116972"/>
                  </a:lnTo>
                  <a:lnTo>
                    <a:pt x="2327499" y="3116972"/>
                  </a:lnTo>
                  <a:lnTo>
                    <a:pt x="2324076" y="3116972"/>
                  </a:lnTo>
                  <a:lnTo>
                    <a:pt x="2320653" y="3116972"/>
                  </a:lnTo>
                  <a:lnTo>
                    <a:pt x="2317231" y="3116972"/>
                  </a:lnTo>
                  <a:lnTo>
                    <a:pt x="2313808" y="3116972"/>
                  </a:lnTo>
                  <a:lnTo>
                    <a:pt x="2310385" y="3116972"/>
                  </a:lnTo>
                  <a:lnTo>
                    <a:pt x="2306962" y="3116972"/>
                  </a:lnTo>
                  <a:lnTo>
                    <a:pt x="2303540" y="3116972"/>
                  </a:lnTo>
                  <a:lnTo>
                    <a:pt x="2300117" y="3116972"/>
                  </a:lnTo>
                  <a:lnTo>
                    <a:pt x="2296694" y="3116972"/>
                  </a:lnTo>
                  <a:lnTo>
                    <a:pt x="2293271" y="3116972"/>
                  </a:lnTo>
                  <a:lnTo>
                    <a:pt x="2289848" y="3116972"/>
                  </a:lnTo>
                  <a:lnTo>
                    <a:pt x="2286426" y="3116972"/>
                  </a:lnTo>
                  <a:lnTo>
                    <a:pt x="2283003" y="3116972"/>
                  </a:lnTo>
                  <a:lnTo>
                    <a:pt x="2279580" y="3116972"/>
                  </a:lnTo>
                  <a:lnTo>
                    <a:pt x="2276157" y="3116972"/>
                  </a:lnTo>
                  <a:lnTo>
                    <a:pt x="2272734" y="3116972"/>
                  </a:lnTo>
                  <a:lnTo>
                    <a:pt x="2269312" y="3116972"/>
                  </a:lnTo>
                  <a:lnTo>
                    <a:pt x="2265889" y="3116972"/>
                  </a:lnTo>
                  <a:lnTo>
                    <a:pt x="2262466" y="3116972"/>
                  </a:lnTo>
                  <a:lnTo>
                    <a:pt x="2259043" y="3116972"/>
                  </a:lnTo>
                  <a:lnTo>
                    <a:pt x="2255620" y="3116972"/>
                  </a:lnTo>
                  <a:lnTo>
                    <a:pt x="2252198" y="3116972"/>
                  </a:lnTo>
                  <a:lnTo>
                    <a:pt x="2248775" y="3116972"/>
                  </a:lnTo>
                  <a:lnTo>
                    <a:pt x="2245352" y="3116972"/>
                  </a:lnTo>
                  <a:lnTo>
                    <a:pt x="2241929" y="3116972"/>
                  </a:lnTo>
                  <a:lnTo>
                    <a:pt x="2238506" y="3116972"/>
                  </a:lnTo>
                  <a:lnTo>
                    <a:pt x="2235084" y="3116972"/>
                  </a:lnTo>
                  <a:lnTo>
                    <a:pt x="2231661" y="3116972"/>
                  </a:lnTo>
                  <a:lnTo>
                    <a:pt x="2228238" y="3116972"/>
                  </a:lnTo>
                  <a:lnTo>
                    <a:pt x="2224815" y="3116972"/>
                  </a:lnTo>
                  <a:lnTo>
                    <a:pt x="2221392" y="3116972"/>
                  </a:lnTo>
                  <a:lnTo>
                    <a:pt x="2217970" y="3116972"/>
                  </a:lnTo>
                  <a:lnTo>
                    <a:pt x="2214547" y="3116972"/>
                  </a:lnTo>
                  <a:lnTo>
                    <a:pt x="2211124" y="3116972"/>
                  </a:lnTo>
                  <a:lnTo>
                    <a:pt x="2207701" y="3116972"/>
                  </a:lnTo>
                  <a:lnTo>
                    <a:pt x="2204279" y="3116972"/>
                  </a:lnTo>
                  <a:lnTo>
                    <a:pt x="2200856" y="3116972"/>
                  </a:lnTo>
                  <a:lnTo>
                    <a:pt x="2197433" y="3116972"/>
                  </a:lnTo>
                  <a:lnTo>
                    <a:pt x="2194010" y="3116972"/>
                  </a:lnTo>
                  <a:lnTo>
                    <a:pt x="2190587" y="3116972"/>
                  </a:lnTo>
                  <a:lnTo>
                    <a:pt x="2187165" y="3116972"/>
                  </a:lnTo>
                  <a:lnTo>
                    <a:pt x="2183742" y="3116972"/>
                  </a:lnTo>
                  <a:lnTo>
                    <a:pt x="2180319" y="3116972"/>
                  </a:lnTo>
                  <a:lnTo>
                    <a:pt x="2176896" y="3116972"/>
                  </a:lnTo>
                  <a:lnTo>
                    <a:pt x="2173473" y="3116972"/>
                  </a:lnTo>
                  <a:lnTo>
                    <a:pt x="2170051" y="3116972"/>
                  </a:lnTo>
                  <a:lnTo>
                    <a:pt x="2166628" y="3116972"/>
                  </a:lnTo>
                  <a:lnTo>
                    <a:pt x="2163205" y="3116972"/>
                  </a:lnTo>
                  <a:lnTo>
                    <a:pt x="2159782" y="3116972"/>
                  </a:lnTo>
                  <a:lnTo>
                    <a:pt x="2156359" y="3116972"/>
                  </a:lnTo>
                  <a:lnTo>
                    <a:pt x="2152937" y="3116972"/>
                  </a:lnTo>
                  <a:lnTo>
                    <a:pt x="2149514" y="3116972"/>
                  </a:lnTo>
                  <a:lnTo>
                    <a:pt x="2146091" y="3116972"/>
                  </a:lnTo>
                  <a:lnTo>
                    <a:pt x="2142668" y="3116972"/>
                  </a:lnTo>
                  <a:lnTo>
                    <a:pt x="2139245" y="3116972"/>
                  </a:lnTo>
                  <a:lnTo>
                    <a:pt x="2135823" y="3116972"/>
                  </a:lnTo>
                  <a:lnTo>
                    <a:pt x="2132400" y="3116972"/>
                  </a:lnTo>
                  <a:lnTo>
                    <a:pt x="2128977" y="3116972"/>
                  </a:lnTo>
                  <a:lnTo>
                    <a:pt x="2125554" y="3116972"/>
                  </a:lnTo>
                  <a:lnTo>
                    <a:pt x="2122131" y="3116972"/>
                  </a:lnTo>
                  <a:lnTo>
                    <a:pt x="2118709" y="3116972"/>
                  </a:lnTo>
                  <a:lnTo>
                    <a:pt x="2115286" y="3116972"/>
                  </a:lnTo>
                  <a:lnTo>
                    <a:pt x="2111863" y="3116972"/>
                  </a:lnTo>
                  <a:lnTo>
                    <a:pt x="2108440" y="3116972"/>
                  </a:lnTo>
                  <a:lnTo>
                    <a:pt x="2105018" y="3116972"/>
                  </a:lnTo>
                  <a:lnTo>
                    <a:pt x="2101595" y="3116972"/>
                  </a:lnTo>
                  <a:lnTo>
                    <a:pt x="2098172" y="3116972"/>
                  </a:lnTo>
                  <a:lnTo>
                    <a:pt x="2094749" y="3116972"/>
                  </a:lnTo>
                  <a:lnTo>
                    <a:pt x="2091326" y="3116972"/>
                  </a:lnTo>
                  <a:lnTo>
                    <a:pt x="2087904" y="3116972"/>
                  </a:lnTo>
                  <a:lnTo>
                    <a:pt x="2084481" y="3116972"/>
                  </a:lnTo>
                  <a:lnTo>
                    <a:pt x="2081058" y="3116972"/>
                  </a:lnTo>
                  <a:lnTo>
                    <a:pt x="2077635" y="3116972"/>
                  </a:lnTo>
                  <a:lnTo>
                    <a:pt x="2074212" y="3116972"/>
                  </a:lnTo>
                  <a:lnTo>
                    <a:pt x="2070790" y="3116972"/>
                  </a:lnTo>
                  <a:lnTo>
                    <a:pt x="2067367" y="3116972"/>
                  </a:lnTo>
                  <a:lnTo>
                    <a:pt x="2063944" y="3116972"/>
                  </a:lnTo>
                  <a:lnTo>
                    <a:pt x="2060521" y="3116972"/>
                  </a:lnTo>
                  <a:lnTo>
                    <a:pt x="2057098" y="3116972"/>
                  </a:lnTo>
                  <a:lnTo>
                    <a:pt x="2053676" y="3116972"/>
                  </a:lnTo>
                  <a:lnTo>
                    <a:pt x="2050253" y="3116972"/>
                  </a:lnTo>
                  <a:lnTo>
                    <a:pt x="2046830" y="3116972"/>
                  </a:lnTo>
                  <a:lnTo>
                    <a:pt x="2043407" y="3116972"/>
                  </a:lnTo>
                  <a:lnTo>
                    <a:pt x="2039984" y="3116972"/>
                  </a:lnTo>
                  <a:lnTo>
                    <a:pt x="2036562" y="3116972"/>
                  </a:lnTo>
                  <a:lnTo>
                    <a:pt x="2033139" y="3116972"/>
                  </a:lnTo>
                  <a:lnTo>
                    <a:pt x="2029716" y="3116972"/>
                  </a:lnTo>
                  <a:lnTo>
                    <a:pt x="2026293" y="3116972"/>
                  </a:lnTo>
                  <a:lnTo>
                    <a:pt x="2022870" y="3116972"/>
                  </a:lnTo>
                  <a:lnTo>
                    <a:pt x="2019448" y="3116972"/>
                  </a:lnTo>
                  <a:lnTo>
                    <a:pt x="2016025" y="3116972"/>
                  </a:lnTo>
                  <a:lnTo>
                    <a:pt x="2012602" y="3116972"/>
                  </a:lnTo>
                  <a:lnTo>
                    <a:pt x="2009179" y="3116972"/>
                  </a:lnTo>
                  <a:lnTo>
                    <a:pt x="2005756" y="3116972"/>
                  </a:lnTo>
                  <a:lnTo>
                    <a:pt x="2002334" y="3116972"/>
                  </a:lnTo>
                  <a:lnTo>
                    <a:pt x="1998911" y="3116972"/>
                  </a:lnTo>
                  <a:lnTo>
                    <a:pt x="1995488" y="3116972"/>
                  </a:lnTo>
                  <a:lnTo>
                    <a:pt x="1992065" y="3116972"/>
                  </a:lnTo>
                  <a:lnTo>
                    <a:pt x="1988643" y="3116972"/>
                  </a:lnTo>
                  <a:lnTo>
                    <a:pt x="1985220" y="3116972"/>
                  </a:lnTo>
                  <a:lnTo>
                    <a:pt x="1981797" y="3116972"/>
                  </a:lnTo>
                  <a:lnTo>
                    <a:pt x="1978374" y="3116972"/>
                  </a:lnTo>
                  <a:lnTo>
                    <a:pt x="1974951" y="3116972"/>
                  </a:lnTo>
                  <a:lnTo>
                    <a:pt x="1971529" y="3116972"/>
                  </a:lnTo>
                  <a:lnTo>
                    <a:pt x="1968106" y="3116972"/>
                  </a:lnTo>
                  <a:lnTo>
                    <a:pt x="1964683" y="3116972"/>
                  </a:lnTo>
                  <a:lnTo>
                    <a:pt x="1961260" y="3116972"/>
                  </a:lnTo>
                  <a:lnTo>
                    <a:pt x="1957837" y="3116972"/>
                  </a:lnTo>
                  <a:lnTo>
                    <a:pt x="1954415" y="3116972"/>
                  </a:lnTo>
                  <a:lnTo>
                    <a:pt x="1950992" y="3116972"/>
                  </a:lnTo>
                  <a:lnTo>
                    <a:pt x="1947569" y="3116972"/>
                  </a:lnTo>
                  <a:lnTo>
                    <a:pt x="1944146" y="3116972"/>
                  </a:lnTo>
                  <a:lnTo>
                    <a:pt x="1940723" y="3116972"/>
                  </a:lnTo>
                  <a:lnTo>
                    <a:pt x="1937301" y="3116972"/>
                  </a:lnTo>
                  <a:lnTo>
                    <a:pt x="1933878" y="3116972"/>
                  </a:lnTo>
                  <a:lnTo>
                    <a:pt x="1930455" y="3116972"/>
                  </a:lnTo>
                  <a:lnTo>
                    <a:pt x="1927032" y="3116972"/>
                  </a:lnTo>
                  <a:lnTo>
                    <a:pt x="1923609" y="3116972"/>
                  </a:lnTo>
                  <a:lnTo>
                    <a:pt x="1920187" y="3116972"/>
                  </a:lnTo>
                  <a:lnTo>
                    <a:pt x="1916764" y="3116972"/>
                  </a:lnTo>
                  <a:lnTo>
                    <a:pt x="1913341" y="3116972"/>
                  </a:lnTo>
                  <a:lnTo>
                    <a:pt x="1909918" y="3116972"/>
                  </a:lnTo>
                  <a:lnTo>
                    <a:pt x="1906495" y="3116972"/>
                  </a:lnTo>
                  <a:lnTo>
                    <a:pt x="1903073" y="3116972"/>
                  </a:lnTo>
                  <a:lnTo>
                    <a:pt x="1899650" y="3116972"/>
                  </a:lnTo>
                  <a:lnTo>
                    <a:pt x="1896227" y="3116972"/>
                  </a:lnTo>
                  <a:lnTo>
                    <a:pt x="1892804" y="3116972"/>
                  </a:lnTo>
                  <a:lnTo>
                    <a:pt x="1889382" y="3116972"/>
                  </a:lnTo>
                  <a:lnTo>
                    <a:pt x="1885959" y="3116972"/>
                  </a:lnTo>
                  <a:lnTo>
                    <a:pt x="1882536" y="3116972"/>
                  </a:lnTo>
                  <a:lnTo>
                    <a:pt x="1879113" y="3116972"/>
                  </a:lnTo>
                  <a:lnTo>
                    <a:pt x="1875690" y="3116972"/>
                  </a:lnTo>
                  <a:lnTo>
                    <a:pt x="1872268" y="3116972"/>
                  </a:lnTo>
                  <a:lnTo>
                    <a:pt x="1868845" y="3116972"/>
                  </a:lnTo>
                  <a:lnTo>
                    <a:pt x="1865422" y="3116972"/>
                  </a:lnTo>
                  <a:lnTo>
                    <a:pt x="1861999" y="3116972"/>
                  </a:lnTo>
                  <a:lnTo>
                    <a:pt x="1858576" y="3116972"/>
                  </a:lnTo>
                  <a:lnTo>
                    <a:pt x="1855154" y="3116972"/>
                  </a:lnTo>
                  <a:lnTo>
                    <a:pt x="1851731" y="3116972"/>
                  </a:lnTo>
                  <a:lnTo>
                    <a:pt x="1848308" y="3116972"/>
                  </a:lnTo>
                  <a:lnTo>
                    <a:pt x="1844885" y="3116972"/>
                  </a:lnTo>
                  <a:lnTo>
                    <a:pt x="1841462" y="3116972"/>
                  </a:lnTo>
                  <a:lnTo>
                    <a:pt x="1838040" y="3116972"/>
                  </a:lnTo>
                  <a:lnTo>
                    <a:pt x="1834617" y="3116972"/>
                  </a:lnTo>
                  <a:lnTo>
                    <a:pt x="1831194" y="3116972"/>
                  </a:lnTo>
                  <a:lnTo>
                    <a:pt x="1827771" y="3116972"/>
                  </a:lnTo>
                  <a:lnTo>
                    <a:pt x="1824348" y="3116972"/>
                  </a:lnTo>
                  <a:lnTo>
                    <a:pt x="1820926" y="3116972"/>
                  </a:lnTo>
                  <a:lnTo>
                    <a:pt x="1817503" y="3116972"/>
                  </a:lnTo>
                  <a:lnTo>
                    <a:pt x="1814080" y="3116972"/>
                  </a:lnTo>
                  <a:lnTo>
                    <a:pt x="1810657" y="3116972"/>
                  </a:lnTo>
                  <a:lnTo>
                    <a:pt x="1807234" y="3116972"/>
                  </a:lnTo>
                  <a:lnTo>
                    <a:pt x="1803812" y="3116972"/>
                  </a:lnTo>
                  <a:lnTo>
                    <a:pt x="1800389" y="3116972"/>
                  </a:lnTo>
                  <a:lnTo>
                    <a:pt x="1796966" y="3116972"/>
                  </a:lnTo>
                  <a:lnTo>
                    <a:pt x="1793543" y="3116972"/>
                  </a:lnTo>
                  <a:lnTo>
                    <a:pt x="1790121" y="3116972"/>
                  </a:lnTo>
                  <a:lnTo>
                    <a:pt x="1786698" y="3116972"/>
                  </a:lnTo>
                  <a:lnTo>
                    <a:pt x="1783275" y="3116972"/>
                  </a:lnTo>
                  <a:lnTo>
                    <a:pt x="1779852" y="3116972"/>
                  </a:lnTo>
                  <a:lnTo>
                    <a:pt x="1776429" y="3116972"/>
                  </a:lnTo>
                  <a:lnTo>
                    <a:pt x="1773007" y="3116972"/>
                  </a:lnTo>
                  <a:lnTo>
                    <a:pt x="1769584" y="3116972"/>
                  </a:lnTo>
                  <a:lnTo>
                    <a:pt x="1766161" y="3116972"/>
                  </a:lnTo>
                  <a:lnTo>
                    <a:pt x="1762738" y="3116972"/>
                  </a:lnTo>
                  <a:lnTo>
                    <a:pt x="1759315" y="3116972"/>
                  </a:lnTo>
                  <a:lnTo>
                    <a:pt x="1755893" y="3116972"/>
                  </a:lnTo>
                  <a:lnTo>
                    <a:pt x="1752470" y="3116972"/>
                  </a:lnTo>
                  <a:lnTo>
                    <a:pt x="1749047" y="3116972"/>
                  </a:lnTo>
                  <a:lnTo>
                    <a:pt x="1745624" y="3116972"/>
                  </a:lnTo>
                  <a:lnTo>
                    <a:pt x="1742201" y="3116972"/>
                  </a:lnTo>
                  <a:lnTo>
                    <a:pt x="1738779" y="3116972"/>
                  </a:lnTo>
                  <a:lnTo>
                    <a:pt x="1735356" y="3116972"/>
                  </a:lnTo>
                  <a:lnTo>
                    <a:pt x="1731933" y="3116972"/>
                  </a:lnTo>
                  <a:lnTo>
                    <a:pt x="1728510" y="3116972"/>
                  </a:lnTo>
                  <a:lnTo>
                    <a:pt x="1725087" y="3116972"/>
                  </a:lnTo>
                  <a:lnTo>
                    <a:pt x="1721665" y="3116972"/>
                  </a:lnTo>
                  <a:lnTo>
                    <a:pt x="1718242" y="3116972"/>
                  </a:lnTo>
                  <a:lnTo>
                    <a:pt x="1714819" y="3116972"/>
                  </a:lnTo>
                  <a:lnTo>
                    <a:pt x="1711396" y="3116972"/>
                  </a:lnTo>
                  <a:lnTo>
                    <a:pt x="1707973" y="3116972"/>
                  </a:lnTo>
                  <a:lnTo>
                    <a:pt x="1704551" y="3116972"/>
                  </a:lnTo>
                  <a:lnTo>
                    <a:pt x="1701128" y="3116972"/>
                  </a:lnTo>
                  <a:lnTo>
                    <a:pt x="1697705" y="3116972"/>
                  </a:lnTo>
                  <a:lnTo>
                    <a:pt x="1694282" y="3116972"/>
                  </a:lnTo>
                  <a:lnTo>
                    <a:pt x="1690859" y="3116972"/>
                  </a:lnTo>
                  <a:lnTo>
                    <a:pt x="1687437" y="3116972"/>
                  </a:lnTo>
                  <a:lnTo>
                    <a:pt x="1684014" y="3116972"/>
                  </a:lnTo>
                  <a:lnTo>
                    <a:pt x="1680591" y="3116972"/>
                  </a:lnTo>
                  <a:lnTo>
                    <a:pt x="1677168" y="3116972"/>
                  </a:lnTo>
                  <a:lnTo>
                    <a:pt x="1673746" y="3116972"/>
                  </a:lnTo>
                  <a:lnTo>
                    <a:pt x="1670323" y="3116972"/>
                  </a:lnTo>
                  <a:lnTo>
                    <a:pt x="1666900" y="3116972"/>
                  </a:lnTo>
                  <a:lnTo>
                    <a:pt x="1663477" y="3116972"/>
                  </a:lnTo>
                  <a:lnTo>
                    <a:pt x="1660054" y="3116972"/>
                  </a:lnTo>
                  <a:lnTo>
                    <a:pt x="1656632" y="3116972"/>
                  </a:lnTo>
                  <a:lnTo>
                    <a:pt x="1653209" y="3116972"/>
                  </a:lnTo>
                  <a:lnTo>
                    <a:pt x="1649786" y="3116972"/>
                  </a:lnTo>
                  <a:lnTo>
                    <a:pt x="1646363" y="3116972"/>
                  </a:lnTo>
                  <a:lnTo>
                    <a:pt x="1642940" y="3116972"/>
                  </a:lnTo>
                  <a:lnTo>
                    <a:pt x="1639518" y="3116972"/>
                  </a:lnTo>
                  <a:lnTo>
                    <a:pt x="1636095" y="3116972"/>
                  </a:lnTo>
                  <a:lnTo>
                    <a:pt x="1632672" y="3116972"/>
                  </a:lnTo>
                  <a:lnTo>
                    <a:pt x="1629249" y="3116972"/>
                  </a:lnTo>
                  <a:lnTo>
                    <a:pt x="1625826" y="3116972"/>
                  </a:lnTo>
                  <a:lnTo>
                    <a:pt x="1622404" y="3116972"/>
                  </a:lnTo>
                  <a:lnTo>
                    <a:pt x="1618981" y="3116972"/>
                  </a:lnTo>
                  <a:lnTo>
                    <a:pt x="1615558" y="3116972"/>
                  </a:lnTo>
                  <a:lnTo>
                    <a:pt x="1612135" y="3116972"/>
                  </a:lnTo>
                  <a:lnTo>
                    <a:pt x="1608712" y="3116972"/>
                  </a:lnTo>
                  <a:lnTo>
                    <a:pt x="1605290" y="3116972"/>
                  </a:lnTo>
                  <a:lnTo>
                    <a:pt x="1601867" y="3116972"/>
                  </a:lnTo>
                  <a:lnTo>
                    <a:pt x="1598444" y="3116972"/>
                  </a:lnTo>
                  <a:lnTo>
                    <a:pt x="1595021" y="3116972"/>
                  </a:lnTo>
                  <a:lnTo>
                    <a:pt x="1591598" y="3116972"/>
                  </a:lnTo>
                  <a:lnTo>
                    <a:pt x="1588176" y="3116972"/>
                  </a:lnTo>
                  <a:lnTo>
                    <a:pt x="1584753" y="3116972"/>
                  </a:lnTo>
                  <a:lnTo>
                    <a:pt x="1581330" y="3116972"/>
                  </a:lnTo>
                  <a:lnTo>
                    <a:pt x="1577907" y="3116972"/>
                  </a:lnTo>
                  <a:lnTo>
                    <a:pt x="1574485" y="3116972"/>
                  </a:lnTo>
                  <a:lnTo>
                    <a:pt x="1571062" y="3116972"/>
                  </a:lnTo>
                  <a:lnTo>
                    <a:pt x="1567639" y="3116972"/>
                  </a:lnTo>
                  <a:lnTo>
                    <a:pt x="1564216" y="3116972"/>
                  </a:lnTo>
                  <a:lnTo>
                    <a:pt x="1560793" y="3116972"/>
                  </a:lnTo>
                  <a:lnTo>
                    <a:pt x="1557371" y="3116972"/>
                  </a:lnTo>
                  <a:lnTo>
                    <a:pt x="1553948" y="3116972"/>
                  </a:lnTo>
                  <a:lnTo>
                    <a:pt x="1550525" y="3116972"/>
                  </a:lnTo>
                  <a:lnTo>
                    <a:pt x="1547102" y="3116972"/>
                  </a:lnTo>
                  <a:lnTo>
                    <a:pt x="1543679" y="3116972"/>
                  </a:lnTo>
                  <a:lnTo>
                    <a:pt x="1540257" y="3116972"/>
                  </a:lnTo>
                  <a:lnTo>
                    <a:pt x="1536834" y="3116972"/>
                  </a:lnTo>
                  <a:lnTo>
                    <a:pt x="1533411" y="3116972"/>
                  </a:lnTo>
                  <a:lnTo>
                    <a:pt x="1529988" y="3116972"/>
                  </a:lnTo>
                  <a:lnTo>
                    <a:pt x="1526565" y="3116972"/>
                  </a:lnTo>
                  <a:lnTo>
                    <a:pt x="1523143" y="3116972"/>
                  </a:lnTo>
                  <a:lnTo>
                    <a:pt x="1519720" y="3116972"/>
                  </a:lnTo>
                  <a:lnTo>
                    <a:pt x="1516297" y="3116972"/>
                  </a:lnTo>
                  <a:lnTo>
                    <a:pt x="1512874" y="3116972"/>
                  </a:lnTo>
                  <a:lnTo>
                    <a:pt x="1509451" y="3116972"/>
                  </a:lnTo>
                  <a:lnTo>
                    <a:pt x="1506029" y="3116972"/>
                  </a:lnTo>
                  <a:lnTo>
                    <a:pt x="1502606" y="3116972"/>
                  </a:lnTo>
                  <a:lnTo>
                    <a:pt x="1499183" y="3116972"/>
                  </a:lnTo>
                  <a:lnTo>
                    <a:pt x="1495760" y="3116972"/>
                  </a:lnTo>
                  <a:lnTo>
                    <a:pt x="1492337" y="3116972"/>
                  </a:lnTo>
                  <a:lnTo>
                    <a:pt x="1488915" y="3116972"/>
                  </a:lnTo>
                  <a:lnTo>
                    <a:pt x="1485492" y="3116972"/>
                  </a:lnTo>
                  <a:lnTo>
                    <a:pt x="1482069" y="3116972"/>
                  </a:lnTo>
                  <a:lnTo>
                    <a:pt x="1478646" y="3116972"/>
                  </a:lnTo>
                  <a:lnTo>
                    <a:pt x="1475224" y="3116972"/>
                  </a:lnTo>
                  <a:lnTo>
                    <a:pt x="1471801" y="3116972"/>
                  </a:lnTo>
                  <a:lnTo>
                    <a:pt x="1468378" y="3116972"/>
                  </a:lnTo>
                  <a:lnTo>
                    <a:pt x="1464955" y="3116972"/>
                  </a:lnTo>
                  <a:lnTo>
                    <a:pt x="1461532" y="3116972"/>
                  </a:lnTo>
                  <a:lnTo>
                    <a:pt x="1458110" y="3116972"/>
                  </a:lnTo>
                  <a:lnTo>
                    <a:pt x="1454687" y="3116972"/>
                  </a:lnTo>
                  <a:lnTo>
                    <a:pt x="1451264" y="3116972"/>
                  </a:lnTo>
                  <a:lnTo>
                    <a:pt x="1447841" y="3116972"/>
                  </a:lnTo>
                  <a:lnTo>
                    <a:pt x="1444418" y="3116972"/>
                  </a:lnTo>
                  <a:lnTo>
                    <a:pt x="1440996" y="3116972"/>
                  </a:lnTo>
                  <a:lnTo>
                    <a:pt x="1437573" y="3116972"/>
                  </a:lnTo>
                  <a:lnTo>
                    <a:pt x="1434150" y="3116972"/>
                  </a:lnTo>
                  <a:lnTo>
                    <a:pt x="1430727" y="3116972"/>
                  </a:lnTo>
                  <a:lnTo>
                    <a:pt x="1427304" y="3116972"/>
                  </a:lnTo>
                  <a:lnTo>
                    <a:pt x="1423882" y="3116972"/>
                  </a:lnTo>
                  <a:lnTo>
                    <a:pt x="1420459" y="3116972"/>
                  </a:lnTo>
                  <a:lnTo>
                    <a:pt x="1417036" y="3116972"/>
                  </a:lnTo>
                  <a:lnTo>
                    <a:pt x="1413613" y="3116972"/>
                  </a:lnTo>
                  <a:lnTo>
                    <a:pt x="1410190" y="3116972"/>
                  </a:lnTo>
                  <a:lnTo>
                    <a:pt x="1406768" y="3116972"/>
                  </a:lnTo>
                  <a:lnTo>
                    <a:pt x="1403345" y="3116972"/>
                  </a:lnTo>
                  <a:lnTo>
                    <a:pt x="1399922" y="3116972"/>
                  </a:lnTo>
                  <a:lnTo>
                    <a:pt x="1396499" y="3116972"/>
                  </a:lnTo>
                  <a:lnTo>
                    <a:pt x="1393076" y="3116972"/>
                  </a:lnTo>
                  <a:lnTo>
                    <a:pt x="1389654" y="3116972"/>
                  </a:lnTo>
                  <a:lnTo>
                    <a:pt x="1386231" y="3116972"/>
                  </a:lnTo>
                  <a:lnTo>
                    <a:pt x="1382808" y="3116972"/>
                  </a:lnTo>
                  <a:lnTo>
                    <a:pt x="1379385" y="3116972"/>
                  </a:lnTo>
                  <a:lnTo>
                    <a:pt x="1375962" y="3116972"/>
                  </a:lnTo>
                  <a:lnTo>
                    <a:pt x="1372540" y="3116972"/>
                  </a:lnTo>
                  <a:lnTo>
                    <a:pt x="1369117" y="3116972"/>
                  </a:lnTo>
                  <a:lnTo>
                    <a:pt x="1365694" y="3116972"/>
                  </a:lnTo>
                  <a:lnTo>
                    <a:pt x="1362271" y="3116972"/>
                  </a:lnTo>
                  <a:lnTo>
                    <a:pt x="1358849" y="3116972"/>
                  </a:lnTo>
                  <a:lnTo>
                    <a:pt x="1355426" y="3116972"/>
                  </a:lnTo>
                  <a:lnTo>
                    <a:pt x="1352003" y="3116972"/>
                  </a:lnTo>
                  <a:lnTo>
                    <a:pt x="1348580" y="3116972"/>
                  </a:lnTo>
                  <a:lnTo>
                    <a:pt x="1345157" y="3116972"/>
                  </a:lnTo>
                  <a:lnTo>
                    <a:pt x="1341735" y="3116972"/>
                  </a:lnTo>
                  <a:lnTo>
                    <a:pt x="1338312" y="3116972"/>
                  </a:lnTo>
                  <a:lnTo>
                    <a:pt x="1334889" y="3116972"/>
                  </a:lnTo>
                  <a:lnTo>
                    <a:pt x="1331466" y="3116972"/>
                  </a:lnTo>
                  <a:lnTo>
                    <a:pt x="1328043" y="3116972"/>
                  </a:lnTo>
                  <a:lnTo>
                    <a:pt x="1324621" y="3116972"/>
                  </a:lnTo>
                  <a:lnTo>
                    <a:pt x="1321198" y="3116972"/>
                  </a:lnTo>
                  <a:lnTo>
                    <a:pt x="1317775" y="3116972"/>
                  </a:lnTo>
                  <a:lnTo>
                    <a:pt x="1314352" y="3116972"/>
                  </a:lnTo>
                  <a:lnTo>
                    <a:pt x="1310929" y="3116972"/>
                  </a:lnTo>
                  <a:lnTo>
                    <a:pt x="1307507" y="3116972"/>
                  </a:lnTo>
                  <a:lnTo>
                    <a:pt x="1304084" y="3116972"/>
                  </a:lnTo>
                  <a:lnTo>
                    <a:pt x="1300661" y="3116972"/>
                  </a:lnTo>
                  <a:lnTo>
                    <a:pt x="1297238" y="3116972"/>
                  </a:lnTo>
                  <a:lnTo>
                    <a:pt x="1293815" y="3116972"/>
                  </a:lnTo>
                  <a:lnTo>
                    <a:pt x="1290393" y="3116972"/>
                  </a:lnTo>
                  <a:lnTo>
                    <a:pt x="1286970" y="3116972"/>
                  </a:lnTo>
                  <a:lnTo>
                    <a:pt x="1283547" y="3116972"/>
                  </a:lnTo>
                  <a:lnTo>
                    <a:pt x="1280124" y="3116972"/>
                  </a:lnTo>
                  <a:lnTo>
                    <a:pt x="1276701" y="3116972"/>
                  </a:lnTo>
                  <a:lnTo>
                    <a:pt x="1273279" y="3116972"/>
                  </a:lnTo>
                  <a:lnTo>
                    <a:pt x="1269856" y="3116972"/>
                  </a:lnTo>
                  <a:lnTo>
                    <a:pt x="1266433" y="3116972"/>
                  </a:lnTo>
                  <a:lnTo>
                    <a:pt x="1263010" y="3116972"/>
                  </a:lnTo>
                  <a:lnTo>
                    <a:pt x="1259588" y="3116972"/>
                  </a:lnTo>
                  <a:lnTo>
                    <a:pt x="1256165" y="3116972"/>
                  </a:lnTo>
                  <a:lnTo>
                    <a:pt x="1252742" y="3116972"/>
                  </a:lnTo>
                  <a:lnTo>
                    <a:pt x="1249319" y="3116972"/>
                  </a:lnTo>
                  <a:lnTo>
                    <a:pt x="1245896" y="3116972"/>
                  </a:lnTo>
                  <a:lnTo>
                    <a:pt x="1242474" y="3116972"/>
                  </a:lnTo>
                  <a:lnTo>
                    <a:pt x="1239051" y="3116972"/>
                  </a:lnTo>
                  <a:lnTo>
                    <a:pt x="1235628" y="3116972"/>
                  </a:lnTo>
                  <a:lnTo>
                    <a:pt x="1232205" y="3116972"/>
                  </a:lnTo>
                  <a:lnTo>
                    <a:pt x="1228782" y="3116972"/>
                  </a:lnTo>
                  <a:lnTo>
                    <a:pt x="1225360" y="3116972"/>
                  </a:lnTo>
                  <a:lnTo>
                    <a:pt x="1221937" y="3116972"/>
                  </a:lnTo>
                  <a:lnTo>
                    <a:pt x="1218514" y="3116972"/>
                  </a:lnTo>
                  <a:lnTo>
                    <a:pt x="1215091" y="3116972"/>
                  </a:lnTo>
                  <a:lnTo>
                    <a:pt x="1211668" y="3116972"/>
                  </a:lnTo>
                  <a:lnTo>
                    <a:pt x="1208246" y="3116972"/>
                  </a:lnTo>
                  <a:lnTo>
                    <a:pt x="1204823" y="3116972"/>
                  </a:lnTo>
                  <a:lnTo>
                    <a:pt x="1201400" y="3116972"/>
                  </a:lnTo>
                  <a:lnTo>
                    <a:pt x="1197977" y="3116972"/>
                  </a:lnTo>
                  <a:lnTo>
                    <a:pt x="1194554" y="3116972"/>
                  </a:lnTo>
                  <a:lnTo>
                    <a:pt x="1191132" y="3116972"/>
                  </a:lnTo>
                  <a:lnTo>
                    <a:pt x="1187709" y="3116972"/>
                  </a:lnTo>
                  <a:lnTo>
                    <a:pt x="1184286" y="3116972"/>
                  </a:lnTo>
                  <a:lnTo>
                    <a:pt x="1180863" y="3116972"/>
                  </a:lnTo>
                  <a:lnTo>
                    <a:pt x="1177440" y="3116972"/>
                  </a:lnTo>
                  <a:lnTo>
                    <a:pt x="1174018" y="3116972"/>
                  </a:lnTo>
                  <a:lnTo>
                    <a:pt x="1170595" y="3116972"/>
                  </a:lnTo>
                  <a:lnTo>
                    <a:pt x="1167172" y="3116972"/>
                  </a:lnTo>
                  <a:lnTo>
                    <a:pt x="1163749" y="3116972"/>
                  </a:lnTo>
                  <a:lnTo>
                    <a:pt x="1160326" y="3116972"/>
                  </a:lnTo>
                  <a:lnTo>
                    <a:pt x="1156904" y="3116972"/>
                  </a:lnTo>
                  <a:lnTo>
                    <a:pt x="1153481" y="3116972"/>
                  </a:lnTo>
                  <a:lnTo>
                    <a:pt x="1150058" y="3116972"/>
                  </a:lnTo>
                  <a:lnTo>
                    <a:pt x="1146635" y="3116972"/>
                  </a:lnTo>
                  <a:lnTo>
                    <a:pt x="1143213" y="3116972"/>
                  </a:lnTo>
                  <a:lnTo>
                    <a:pt x="1139790" y="3116972"/>
                  </a:lnTo>
                  <a:lnTo>
                    <a:pt x="1136367" y="3116972"/>
                  </a:lnTo>
                  <a:lnTo>
                    <a:pt x="1132944" y="3116972"/>
                  </a:lnTo>
                  <a:lnTo>
                    <a:pt x="1129521" y="3116972"/>
                  </a:lnTo>
                  <a:lnTo>
                    <a:pt x="1126099" y="3116972"/>
                  </a:lnTo>
                  <a:lnTo>
                    <a:pt x="1122676" y="3116972"/>
                  </a:lnTo>
                  <a:lnTo>
                    <a:pt x="1119253" y="3116972"/>
                  </a:lnTo>
                  <a:lnTo>
                    <a:pt x="1115830" y="3116972"/>
                  </a:lnTo>
                  <a:lnTo>
                    <a:pt x="1112407" y="3116972"/>
                  </a:lnTo>
                  <a:lnTo>
                    <a:pt x="1108985" y="3116972"/>
                  </a:lnTo>
                  <a:lnTo>
                    <a:pt x="1105562" y="3116972"/>
                  </a:lnTo>
                  <a:lnTo>
                    <a:pt x="1102139" y="3116972"/>
                  </a:lnTo>
                  <a:lnTo>
                    <a:pt x="1098716" y="3116972"/>
                  </a:lnTo>
                  <a:lnTo>
                    <a:pt x="1095293" y="3116972"/>
                  </a:lnTo>
                  <a:lnTo>
                    <a:pt x="1091871" y="3116972"/>
                  </a:lnTo>
                  <a:lnTo>
                    <a:pt x="1088448" y="3116972"/>
                  </a:lnTo>
                  <a:lnTo>
                    <a:pt x="1085025" y="3116972"/>
                  </a:lnTo>
                  <a:lnTo>
                    <a:pt x="1081602" y="3116972"/>
                  </a:lnTo>
                  <a:lnTo>
                    <a:pt x="1078179" y="3116972"/>
                  </a:lnTo>
                  <a:lnTo>
                    <a:pt x="1074757" y="3116972"/>
                  </a:lnTo>
                  <a:lnTo>
                    <a:pt x="1071334" y="3116972"/>
                  </a:lnTo>
                  <a:lnTo>
                    <a:pt x="1067911" y="3116972"/>
                  </a:lnTo>
                  <a:lnTo>
                    <a:pt x="1064488" y="3116972"/>
                  </a:lnTo>
                  <a:lnTo>
                    <a:pt x="1061065" y="3116972"/>
                  </a:lnTo>
                  <a:lnTo>
                    <a:pt x="1057643" y="3116972"/>
                  </a:lnTo>
                  <a:lnTo>
                    <a:pt x="1054220" y="3116972"/>
                  </a:lnTo>
                  <a:lnTo>
                    <a:pt x="1050797" y="3116972"/>
                  </a:lnTo>
                  <a:lnTo>
                    <a:pt x="1047374" y="3116972"/>
                  </a:lnTo>
                  <a:lnTo>
                    <a:pt x="1043952" y="3116972"/>
                  </a:lnTo>
                  <a:lnTo>
                    <a:pt x="1040529" y="3116972"/>
                  </a:lnTo>
                  <a:lnTo>
                    <a:pt x="1037106" y="3116972"/>
                  </a:lnTo>
                  <a:lnTo>
                    <a:pt x="1033683" y="3116972"/>
                  </a:lnTo>
                  <a:lnTo>
                    <a:pt x="1030260" y="3116972"/>
                  </a:lnTo>
                  <a:lnTo>
                    <a:pt x="1026838" y="3116972"/>
                  </a:lnTo>
                  <a:lnTo>
                    <a:pt x="1023415" y="3116972"/>
                  </a:lnTo>
                  <a:lnTo>
                    <a:pt x="1019992" y="3116972"/>
                  </a:lnTo>
                  <a:lnTo>
                    <a:pt x="1016569" y="3116972"/>
                  </a:lnTo>
                  <a:lnTo>
                    <a:pt x="1013146" y="3116972"/>
                  </a:lnTo>
                  <a:lnTo>
                    <a:pt x="1009724" y="3116972"/>
                  </a:lnTo>
                  <a:lnTo>
                    <a:pt x="1006301" y="3116972"/>
                  </a:lnTo>
                  <a:lnTo>
                    <a:pt x="1002878" y="3116972"/>
                  </a:lnTo>
                  <a:lnTo>
                    <a:pt x="999455" y="3116972"/>
                  </a:lnTo>
                  <a:lnTo>
                    <a:pt x="996032" y="3116972"/>
                  </a:lnTo>
                  <a:lnTo>
                    <a:pt x="992610" y="3116972"/>
                  </a:lnTo>
                  <a:lnTo>
                    <a:pt x="989187" y="3116972"/>
                  </a:lnTo>
                  <a:lnTo>
                    <a:pt x="985764" y="3116972"/>
                  </a:lnTo>
                  <a:lnTo>
                    <a:pt x="982341" y="3116972"/>
                  </a:lnTo>
                  <a:lnTo>
                    <a:pt x="978918" y="3116972"/>
                  </a:lnTo>
                  <a:lnTo>
                    <a:pt x="975496" y="3116972"/>
                  </a:lnTo>
                  <a:lnTo>
                    <a:pt x="972073" y="3116972"/>
                  </a:lnTo>
                  <a:lnTo>
                    <a:pt x="968650" y="3116972"/>
                  </a:lnTo>
                  <a:lnTo>
                    <a:pt x="965227" y="3116972"/>
                  </a:lnTo>
                  <a:lnTo>
                    <a:pt x="961804" y="3116972"/>
                  </a:lnTo>
                  <a:lnTo>
                    <a:pt x="958382" y="3116972"/>
                  </a:lnTo>
                  <a:lnTo>
                    <a:pt x="954959" y="3116972"/>
                  </a:lnTo>
                  <a:lnTo>
                    <a:pt x="951536" y="3116972"/>
                  </a:lnTo>
                  <a:lnTo>
                    <a:pt x="948113" y="3116972"/>
                  </a:lnTo>
                  <a:lnTo>
                    <a:pt x="944691" y="3116972"/>
                  </a:lnTo>
                  <a:lnTo>
                    <a:pt x="941268" y="3116972"/>
                  </a:lnTo>
                  <a:lnTo>
                    <a:pt x="937845" y="3116972"/>
                  </a:lnTo>
                  <a:lnTo>
                    <a:pt x="934422" y="3116972"/>
                  </a:lnTo>
                  <a:lnTo>
                    <a:pt x="930999" y="3116972"/>
                  </a:lnTo>
                  <a:lnTo>
                    <a:pt x="927577" y="3116972"/>
                  </a:lnTo>
                  <a:lnTo>
                    <a:pt x="924154" y="3116972"/>
                  </a:lnTo>
                  <a:lnTo>
                    <a:pt x="920731" y="3116972"/>
                  </a:lnTo>
                  <a:lnTo>
                    <a:pt x="917308" y="3116972"/>
                  </a:lnTo>
                  <a:lnTo>
                    <a:pt x="913885" y="3116972"/>
                  </a:lnTo>
                  <a:lnTo>
                    <a:pt x="910463" y="3116972"/>
                  </a:lnTo>
                  <a:lnTo>
                    <a:pt x="907040" y="3116972"/>
                  </a:lnTo>
                  <a:lnTo>
                    <a:pt x="903617" y="3116972"/>
                  </a:lnTo>
                  <a:lnTo>
                    <a:pt x="900194" y="3116972"/>
                  </a:lnTo>
                  <a:lnTo>
                    <a:pt x="896771" y="3116972"/>
                  </a:lnTo>
                  <a:lnTo>
                    <a:pt x="893349" y="3116972"/>
                  </a:lnTo>
                  <a:lnTo>
                    <a:pt x="889926" y="3116972"/>
                  </a:lnTo>
                  <a:lnTo>
                    <a:pt x="886503" y="3116972"/>
                  </a:lnTo>
                  <a:lnTo>
                    <a:pt x="883080" y="3116972"/>
                  </a:lnTo>
                  <a:lnTo>
                    <a:pt x="879657" y="3116972"/>
                  </a:lnTo>
                  <a:lnTo>
                    <a:pt x="876235" y="3116972"/>
                  </a:lnTo>
                  <a:lnTo>
                    <a:pt x="872812" y="3116972"/>
                  </a:lnTo>
                  <a:lnTo>
                    <a:pt x="869389" y="3116972"/>
                  </a:lnTo>
                  <a:lnTo>
                    <a:pt x="865966" y="3116972"/>
                  </a:lnTo>
                  <a:lnTo>
                    <a:pt x="862543" y="3116972"/>
                  </a:lnTo>
                  <a:lnTo>
                    <a:pt x="859121" y="3116972"/>
                  </a:lnTo>
                  <a:lnTo>
                    <a:pt x="855698" y="3116972"/>
                  </a:lnTo>
                  <a:lnTo>
                    <a:pt x="852275" y="3116972"/>
                  </a:lnTo>
                  <a:lnTo>
                    <a:pt x="848852" y="3116972"/>
                  </a:lnTo>
                  <a:lnTo>
                    <a:pt x="845429" y="3116972"/>
                  </a:lnTo>
                  <a:lnTo>
                    <a:pt x="842007" y="3116972"/>
                  </a:lnTo>
                  <a:lnTo>
                    <a:pt x="838584" y="3116972"/>
                  </a:lnTo>
                  <a:lnTo>
                    <a:pt x="835161" y="3116972"/>
                  </a:lnTo>
                  <a:lnTo>
                    <a:pt x="831738" y="3116972"/>
                  </a:lnTo>
                  <a:lnTo>
                    <a:pt x="828316" y="3116972"/>
                  </a:lnTo>
                  <a:lnTo>
                    <a:pt x="824893" y="3116972"/>
                  </a:lnTo>
                  <a:lnTo>
                    <a:pt x="821470" y="3116972"/>
                  </a:lnTo>
                  <a:lnTo>
                    <a:pt x="818047" y="3116972"/>
                  </a:lnTo>
                  <a:lnTo>
                    <a:pt x="814624" y="3116972"/>
                  </a:lnTo>
                  <a:lnTo>
                    <a:pt x="811202" y="3116972"/>
                  </a:lnTo>
                  <a:lnTo>
                    <a:pt x="807779" y="3116972"/>
                  </a:lnTo>
                  <a:lnTo>
                    <a:pt x="804356" y="3116972"/>
                  </a:lnTo>
                  <a:lnTo>
                    <a:pt x="800933" y="3116972"/>
                  </a:lnTo>
                  <a:lnTo>
                    <a:pt x="797510" y="3116972"/>
                  </a:lnTo>
                  <a:lnTo>
                    <a:pt x="794088" y="3116972"/>
                  </a:lnTo>
                  <a:lnTo>
                    <a:pt x="790665" y="3116972"/>
                  </a:lnTo>
                  <a:lnTo>
                    <a:pt x="787242" y="3116972"/>
                  </a:lnTo>
                  <a:lnTo>
                    <a:pt x="783819" y="3116972"/>
                  </a:lnTo>
                  <a:lnTo>
                    <a:pt x="780396" y="3116972"/>
                  </a:lnTo>
                  <a:lnTo>
                    <a:pt x="776974" y="3116972"/>
                  </a:lnTo>
                  <a:lnTo>
                    <a:pt x="773551" y="3116972"/>
                  </a:lnTo>
                  <a:lnTo>
                    <a:pt x="770128" y="3116972"/>
                  </a:lnTo>
                  <a:lnTo>
                    <a:pt x="766705" y="3116972"/>
                  </a:lnTo>
                  <a:lnTo>
                    <a:pt x="763282" y="3116972"/>
                  </a:lnTo>
                  <a:lnTo>
                    <a:pt x="759860" y="3116972"/>
                  </a:lnTo>
                  <a:lnTo>
                    <a:pt x="756437" y="3116972"/>
                  </a:lnTo>
                  <a:lnTo>
                    <a:pt x="753014" y="3116972"/>
                  </a:lnTo>
                  <a:lnTo>
                    <a:pt x="749591" y="3116972"/>
                  </a:lnTo>
                  <a:lnTo>
                    <a:pt x="746168" y="3116972"/>
                  </a:lnTo>
                  <a:lnTo>
                    <a:pt x="742746" y="3116972"/>
                  </a:lnTo>
                  <a:lnTo>
                    <a:pt x="739323" y="3116972"/>
                  </a:lnTo>
                  <a:lnTo>
                    <a:pt x="735900" y="3116972"/>
                  </a:lnTo>
                  <a:lnTo>
                    <a:pt x="732477" y="3116972"/>
                  </a:lnTo>
                  <a:lnTo>
                    <a:pt x="729055" y="3116972"/>
                  </a:lnTo>
                  <a:lnTo>
                    <a:pt x="725632" y="3116972"/>
                  </a:lnTo>
                  <a:lnTo>
                    <a:pt x="722209" y="3116972"/>
                  </a:lnTo>
                  <a:lnTo>
                    <a:pt x="718786" y="3116972"/>
                  </a:lnTo>
                  <a:lnTo>
                    <a:pt x="715363" y="3116972"/>
                  </a:lnTo>
                  <a:lnTo>
                    <a:pt x="711941" y="3116972"/>
                  </a:lnTo>
                  <a:lnTo>
                    <a:pt x="708518" y="3116972"/>
                  </a:lnTo>
                  <a:lnTo>
                    <a:pt x="705095" y="3116972"/>
                  </a:lnTo>
                  <a:lnTo>
                    <a:pt x="701672" y="3116972"/>
                  </a:lnTo>
                  <a:lnTo>
                    <a:pt x="698249" y="3116972"/>
                  </a:lnTo>
                  <a:lnTo>
                    <a:pt x="694827" y="3116972"/>
                  </a:lnTo>
                  <a:lnTo>
                    <a:pt x="691404" y="3116972"/>
                  </a:lnTo>
                  <a:lnTo>
                    <a:pt x="687981" y="3116972"/>
                  </a:lnTo>
                  <a:lnTo>
                    <a:pt x="684558" y="3116972"/>
                  </a:lnTo>
                  <a:lnTo>
                    <a:pt x="681135" y="3116972"/>
                  </a:lnTo>
                  <a:lnTo>
                    <a:pt x="677713" y="3116972"/>
                  </a:lnTo>
                  <a:lnTo>
                    <a:pt x="674290" y="3116972"/>
                  </a:lnTo>
                  <a:lnTo>
                    <a:pt x="670867" y="3116972"/>
                  </a:lnTo>
                  <a:lnTo>
                    <a:pt x="667444" y="3116972"/>
                  </a:lnTo>
                  <a:lnTo>
                    <a:pt x="664021" y="3116972"/>
                  </a:lnTo>
                  <a:lnTo>
                    <a:pt x="660599" y="3116972"/>
                  </a:lnTo>
                  <a:lnTo>
                    <a:pt x="657176" y="3116972"/>
                  </a:lnTo>
                  <a:lnTo>
                    <a:pt x="653753" y="3116972"/>
                  </a:lnTo>
                  <a:lnTo>
                    <a:pt x="650330" y="3116972"/>
                  </a:lnTo>
                  <a:lnTo>
                    <a:pt x="646907" y="3116972"/>
                  </a:lnTo>
                  <a:lnTo>
                    <a:pt x="643485" y="3116972"/>
                  </a:lnTo>
                  <a:lnTo>
                    <a:pt x="640062" y="3116972"/>
                  </a:lnTo>
                  <a:lnTo>
                    <a:pt x="636639" y="3116972"/>
                  </a:lnTo>
                  <a:lnTo>
                    <a:pt x="633216" y="3116972"/>
                  </a:lnTo>
                  <a:lnTo>
                    <a:pt x="629794" y="3116972"/>
                  </a:lnTo>
                  <a:lnTo>
                    <a:pt x="626371" y="3116972"/>
                  </a:lnTo>
                  <a:lnTo>
                    <a:pt x="622948" y="3116972"/>
                  </a:lnTo>
                  <a:lnTo>
                    <a:pt x="619525" y="3116972"/>
                  </a:lnTo>
                  <a:lnTo>
                    <a:pt x="616102" y="3116972"/>
                  </a:lnTo>
                  <a:lnTo>
                    <a:pt x="612680" y="3116972"/>
                  </a:lnTo>
                  <a:lnTo>
                    <a:pt x="609257" y="3116972"/>
                  </a:lnTo>
                  <a:lnTo>
                    <a:pt x="605834" y="3116972"/>
                  </a:lnTo>
                  <a:lnTo>
                    <a:pt x="602411" y="3116972"/>
                  </a:lnTo>
                  <a:lnTo>
                    <a:pt x="598988" y="3116972"/>
                  </a:lnTo>
                  <a:lnTo>
                    <a:pt x="595566" y="3116972"/>
                  </a:lnTo>
                  <a:lnTo>
                    <a:pt x="592143" y="3116972"/>
                  </a:lnTo>
                  <a:lnTo>
                    <a:pt x="588720" y="3116972"/>
                  </a:lnTo>
                  <a:lnTo>
                    <a:pt x="585297" y="3116972"/>
                  </a:lnTo>
                  <a:lnTo>
                    <a:pt x="581874" y="3116972"/>
                  </a:lnTo>
                  <a:lnTo>
                    <a:pt x="578452" y="3116972"/>
                  </a:lnTo>
                  <a:lnTo>
                    <a:pt x="575029" y="3116972"/>
                  </a:lnTo>
                  <a:lnTo>
                    <a:pt x="571606" y="3116972"/>
                  </a:lnTo>
                  <a:lnTo>
                    <a:pt x="568183" y="3116972"/>
                  </a:lnTo>
                  <a:lnTo>
                    <a:pt x="564760" y="3116972"/>
                  </a:lnTo>
                  <a:lnTo>
                    <a:pt x="561338" y="3116972"/>
                  </a:lnTo>
                  <a:lnTo>
                    <a:pt x="557915" y="3116972"/>
                  </a:lnTo>
                  <a:lnTo>
                    <a:pt x="554492" y="3116972"/>
                  </a:lnTo>
                  <a:lnTo>
                    <a:pt x="551069" y="3116972"/>
                  </a:lnTo>
                  <a:lnTo>
                    <a:pt x="547646" y="3116972"/>
                  </a:lnTo>
                  <a:lnTo>
                    <a:pt x="544224" y="3116972"/>
                  </a:lnTo>
                  <a:lnTo>
                    <a:pt x="540801" y="3116972"/>
                  </a:lnTo>
                  <a:lnTo>
                    <a:pt x="537378" y="3116972"/>
                  </a:lnTo>
                  <a:lnTo>
                    <a:pt x="533955" y="3116972"/>
                  </a:lnTo>
                  <a:lnTo>
                    <a:pt x="530532" y="3116972"/>
                  </a:lnTo>
                  <a:lnTo>
                    <a:pt x="527110" y="3116972"/>
                  </a:lnTo>
                  <a:lnTo>
                    <a:pt x="523687" y="3116972"/>
                  </a:lnTo>
                  <a:lnTo>
                    <a:pt x="520264" y="3116972"/>
                  </a:lnTo>
                  <a:lnTo>
                    <a:pt x="516841" y="3116972"/>
                  </a:lnTo>
                  <a:lnTo>
                    <a:pt x="513419" y="3116972"/>
                  </a:lnTo>
                  <a:lnTo>
                    <a:pt x="509996" y="3116972"/>
                  </a:lnTo>
                  <a:lnTo>
                    <a:pt x="506573" y="3116972"/>
                  </a:lnTo>
                  <a:lnTo>
                    <a:pt x="503150" y="3116972"/>
                  </a:lnTo>
                  <a:lnTo>
                    <a:pt x="499727" y="3116972"/>
                  </a:lnTo>
                  <a:lnTo>
                    <a:pt x="496305" y="3116972"/>
                  </a:lnTo>
                  <a:lnTo>
                    <a:pt x="492882" y="3116972"/>
                  </a:lnTo>
                  <a:lnTo>
                    <a:pt x="489459" y="3116972"/>
                  </a:lnTo>
                  <a:lnTo>
                    <a:pt x="486036" y="3116972"/>
                  </a:lnTo>
                  <a:lnTo>
                    <a:pt x="482613" y="3116972"/>
                  </a:lnTo>
                  <a:lnTo>
                    <a:pt x="479191" y="3116972"/>
                  </a:lnTo>
                  <a:lnTo>
                    <a:pt x="475768" y="3116972"/>
                  </a:lnTo>
                  <a:lnTo>
                    <a:pt x="472345" y="3116972"/>
                  </a:lnTo>
                  <a:lnTo>
                    <a:pt x="468922" y="3116972"/>
                  </a:lnTo>
                  <a:lnTo>
                    <a:pt x="465499" y="3116972"/>
                  </a:lnTo>
                  <a:lnTo>
                    <a:pt x="462077" y="3116972"/>
                  </a:lnTo>
                  <a:lnTo>
                    <a:pt x="458654" y="3116972"/>
                  </a:lnTo>
                  <a:lnTo>
                    <a:pt x="455231" y="3116972"/>
                  </a:lnTo>
                  <a:lnTo>
                    <a:pt x="451808" y="3116972"/>
                  </a:lnTo>
                  <a:lnTo>
                    <a:pt x="448385" y="3116972"/>
                  </a:lnTo>
                  <a:lnTo>
                    <a:pt x="444963" y="3116972"/>
                  </a:lnTo>
                  <a:lnTo>
                    <a:pt x="441540" y="3116972"/>
                  </a:lnTo>
                  <a:lnTo>
                    <a:pt x="438117" y="3116972"/>
                  </a:lnTo>
                  <a:lnTo>
                    <a:pt x="434694" y="3116972"/>
                  </a:lnTo>
                  <a:lnTo>
                    <a:pt x="431271" y="3116972"/>
                  </a:lnTo>
                  <a:lnTo>
                    <a:pt x="427849" y="3116972"/>
                  </a:lnTo>
                  <a:lnTo>
                    <a:pt x="424426" y="3116972"/>
                  </a:lnTo>
                  <a:lnTo>
                    <a:pt x="421003" y="3116972"/>
                  </a:lnTo>
                  <a:lnTo>
                    <a:pt x="417580" y="3116972"/>
                  </a:lnTo>
                  <a:lnTo>
                    <a:pt x="414158" y="3116972"/>
                  </a:lnTo>
                  <a:lnTo>
                    <a:pt x="410735" y="3116972"/>
                  </a:lnTo>
                  <a:lnTo>
                    <a:pt x="407312" y="3116972"/>
                  </a:lnTo>
                  <a:lnTo>
                    <a:pt x="403889" y="3116972"/>
                  </a:lnTo>
                  <a:lnTo>
                    <a:pt x="400466" y="3116972"/>
                  </a:lnTo>
                  <a:lnTo>
                    <a:pt x="397044" y="3116972"/>
                  </a:lnTo>
                  <a:lnTo>
                    <a:pt x="393621" y="3116972"/>
                  </a:lnTo>
                  <a:lnTo>
                    <a:pt x="390198" y="3116972"/>
                  </a:lnTo>
                  <a:lnTo>
                    <a:pt x="386775" y="3116972"/>
                  </a:lnTo>
                  <a:lnTo>
                    <a:pt x="383352" y="3116972"/>
                  </a:lnTo>
                  <a:lnTo>
                    <a:pt x="379930" y="3116972"/>
                  </a:lnTo>
                  <a:lnTo>
                    <a:pt x="376507" y="3116972"/>
                  </a:lnTo>
                  <a:lnTo>
                    <a:pt x="373084" y="3116972"/>
                  </a:lnTo>
                  <a:lnTo>
                    <a:pt x="369661" y="3116972"/>
                  </a:lnTo>
                  <a:lnTo>
                    <a:pt x="366238" y="3116972"/>
                  </a:lnTo>
                  <a:lnTo>
                    <a:pt x="362816" y="3116972"/>
                  </a:lnTo>
                  <a:lnTo>
                    <a:pt x="359393" y="3116972"/>
                  </a:lnTo>
                  <a:lnTo>
                    <a:pt x="355970" y="3116972"/>
                  </a:lnTo>
                  <a:lnTo>
                    <a:pt x="352547" y="3116972"/>
                  </a:lnTo>
                  <a:lnTo>
                    <a:pt x="349124" y="3116972"/>
                  </a:lnTo>
                  <a:lnTo>
                    <a:pt x="345702" y="3116972"/>
                  </a:lnTo>
                  <a:lnTo>
                    <a:pt x="342279" y="3116972"/>
                  </a:lnTo>
                  <a:lnTo>
                    <a:pt x="338856" y="3116972"/>
                  </a:lnTo>
                  <a:lnTo>
                    <a:pt x="335433" y="3116972"/>
                  </a:lnTo>
                  <a:lnTo>
                    <a:pt x="332010" y="3116972"/>
                  </a:lnTo>
                  <a:lnTo>
                    <a:pt x="328588" y="3116972"/>
                  </a:lnTo>
                  <a:lnTo>
                    <a:pt x="325165" y="3116972"/>
                  </a:lnTo>
                  <a:lnTo>
                    <a:pt x="321742" y="3116972"/>
                  </a:lnTo>
                  <a:lnTo>
                    <a:pt x="318319" y="3116972"/>
                  </a:lnTo>
                  <a:lnTo>
                    <a:pt x="314897" y="3116972"/>
                  </a:lnTo>
                  <a:lnTo>
                    <a:pt x="311474" y="3116972"/>
                  </a:lnTo>
                  <a:lnTo>
                    <a:pt x="308051" y="3116972"/>
                  </a:lnTo>
                  <a:lnTo>
                    <a:pt x="304628" y="3116972"/>
                  </a:lnTo>
                  <a:lnTo>
                    <a:pt x="301205" y="3116972"/>
                  </a:lnTo>
                  <a:lnTo>
                    <a:pt x="297783" y="3116972"/>
                  </a:lnTo>
                  <a:lnTo>
                    <a:pt x="294360" y="3116972"/>
                  </a:lnTo>
                  <a:lnTo>
                    <a:pt x="290937" y="3116972"/>
                  </a:lnTo>
                  <a:lnTo>
                    <a:pt x="287514" y="3116972"/>
                  </a:lnTo>
                  <a:lnTo>
                    <a:pt x="284091" y="3116972"/>
                  </a:lnTo>
                  <a:lnTo>
                    <a:pt x="280669" y="3116972"/>
                  </a:lnTo>
                  <a:lnTo>
                    <a:pt x="277246" y="3116972"/>
                  </a:lnTo>
                  <a:lnTo>
                    <a:pt x="273823" y="3116972"/>
                  </a:lnTo>
                  <a:lnTo>
                    <a:pt x="270400" y="3116972"/>
                  </a:lnTo>
                  <a:lnTo>
                    <a:pt x="266977" y="3116972"/>
                  </a:lnTo>
                  <a:lnTo>
                    <a:pt x="263555" y="3116972"/>
                  </a:lnTo>
                  <a:lnTo>
                    <a:pt x="260132" y="3116972"/>
                  </a:lnTo>
                  <a:lnTo>
                    <a:pt x="256709" y="3116972"/>
                  </a:lnTo>
                  <a:lnTo>
                    <a:pt x="253286" y="3116972"/>
                  </a:lnTo>
                  <a:lnTo>
                    <a:pt x="249863" y="3116972"/>
                  </a:lnTo>
                  <a:lnTo>
                    <a:pt x="246441" y="3116972"/>
                  </a:lnTo>
                  <a:lnTo>
                    <a:pt x="243018" y="3116972"/>
                  </a:lnTo>
                  <a:lnTo>
                    <a:pt x="239595" y="3116972"/>
                  </a:lnTo>
                  <a:lnTo>
                    <a:pt x="236172" y="3116972"/>
                  </a:lnTo>
                  <a:lnTo>
                    <a:pt x="232749" y="3116972"/>
                  </a:lnTo>
                  <a:lnTo>
                    <a:pt x="229327" y="3116972"/>
                  </a:lnTo>
                  <a:lnTo>
                    <a:pt x="225904" y="3116972"/>
                  </a:lnTo>
                  <a:lnTo>
                    <a:pt x="222481" y="3116972"/>
                  </a:lnTo>
                  <a:lnTo>
                    <a:pt x="219058" y="3116972"/>
                  </a:lnTo>
                  <a:lnTo>
                    <a:pt x="215635" y="3116972"/>
                  </a:lnTo>
                  <a:lnTo>
                    <a:pt x="212213" y="3116972"/>
                  </a:lnTo>
                  <a:lnTo>
                    <a:pt x="208790" y="3116972"/>
                  </a:lnTo>
                  <a:lnTo>
                    <a:pt x="205367" y="3116972"/>
                  </a:lnTo>
                  <a:lnTo>
                    <a:pt x="201944" y="3116972"/>
                  </a:lnTo>
                  <a:lnTo>
                    <a:pt x="198522" y="3116972"/>
                  </a:lnTo>
                  <a:lnTo>
                    <a:pt x="195099" y="3116972"/>
                  </a:lnTo>
                  <a:lnTo>
                    <a:pt x="191676" y="3116972"/>
                  </a:lnTo>
                  <a:lnTo>
                    <a:pt x="188253" y="3116972"/>
                  </a:lnTo>
                  <a:lnTo>
                    <a:pt x="184830" y="3116972"/>
                  </a:lnTo>
                  <a:lnTo>
                    <a:pt x="181408" y="3116972"/>
                  </a:lnTo>
                  <a:lnTo>
                    <a:pt x="177985" y="3116972"/>
                  </a:lnTo>
                  <a:lnTo>
                    <a:pt x="174562" y="3116972"/>
                  </a:lnTo>
                  <a:lnTo>
                    <a:pt x="171139" y="3116972"/>
                  </a:lnTo>
                  <a:lnTo>
                    <a:pt x="167716" y="3116972"/>
                  </a:lnTo>
                  <a:lnTo>
                    <a:pt x="164294" y="3116972"/>
                  </a:lnTo>
                  <a:lnTo>
                    <a:pt x="160871" y="3116972"/>
                  </a:lnTo>
                  <a:lnTo>
                    <a:pt x="157448" y="3116972"/>
                  </a:lnTo>
                  <a:lnTo>
                    <a:pt x="154025" y="3116972"/>
                  </a:lnTo>
                  <a:lnTo>
                    <a:pt x="150602" y="3116972"/>
                  </a:lnTo>
                  <a:lnTo>
                    <a:pt x="147180" y="3116972"/>
                  </a:lnTo>
                  <a:lnTo>
                    <a:pt x="143757" y="3116972"/>
                  </a:lnTo>
                  <a:lnTo>
                    <a:pt x="140334" y="3116972"/>
                  </a:lnTo>
                  <a:lnTo>
                    <a:pt x="136911" y="3116972"/>
                  </a:lnTo>
                  <a:lnTo>
                    <a:pt x="133488" y="3116972"/>
                  </a:lnTo>
                  <a:lnTo>
                    <a:pt x="130066" y="3116972"/>
                  </a:lnTo>
                  <a:lnTo>
                    <a:pt x="126643" y="3116972"/>
                  </a:lnTo>
                  <a:lnTo>
                    <a:pt x="123220" y="3116972"/>
                  </a:lnTo>
                  <a:lnTo>
                    <a:pt x="119797" y="3116972"/>
                  </a:lnTo>
                  <a:lnTo>
                    <a:pt x="116374" y="3116972"/>
                  </a:lnTo>
                  <a:lnTo>
                    <a:pt x="112952" y="3116972"/>
                  </a:lnTo>
                  <a:lnTo>
                    <a:pt x="109529" y="3116972"/>
                  </a:lnTo>
                  <a:lnTo>
                    <a:pt x="106106" y="3116972"/>
                  </a:lnTo>
                  <a:lnTo>
                    <a:pt x="102683" y="3116972"/>
                  </a:lnTo>
                  <a:lnTo>
                    <a:pt x="99261" y="3116972"/>
                  </a:lnTo>
                  <a:lnTo>
                    <a:pt x="95838" y="3116972"/>
                  </a:lnTo>
                  <a:lnTo>
                    <a:pt x="92415" y="3116972"/>
                  </a:lnTo>
                  <a:lnTo>
                    <a:pt x="88992" y="3116972"/>
                  </a:lnTo>
                  <a:lnTo>
                    <a:pt x="85569" y="3116972"/>
                  </a:lnTo>
                  <a:lnTo>
                    <a:pt x="82147" y="3116972"/>
                  </a:lnTo>
                  <a:lnTo>
                    <a:pt x="78724" y="3116972"/>
                  </a:lnTo>
                  <a:lnTo>
                    <a:pt x="75301" y="3116972"/>
                  </a:lnTo>
                  <a:lnTo>
                    <a:pt x="71878" y="3116972"/>
                  </a:lnTo>
                  <a:lnTo>
                    <a:pt x="68455" y="3116972"/>
                  </a:lnTo>
                  <a:lnTo>
                    <a:pt x="65033" y="3116972"/>
                  </a:lnTo>
                  <a:lnTo>
                    <a:pt x="61610" y="3116972"/>
                  </a:lnTo>
                  <a:lnTo>
                    <a:pt x="58187" y="3116972"/>
                  </a:lnTo>
                  <a:lnTo>
                    <a:pt x="54764" y="3116972"/>
                  </a:lnTo>
                  <a:lnTo>
                    <a:pt x="51341" y="3116972"/>
                  </a:lnTo>
                  <a:lnTo>
                    <a:pt x="47919" y="3116972"/>
                  </a:lnTo>
                  <a:lnTo>
                    <a:pt x="44496" y="3116972"/>
                  </a:lnTo>
                  <a:lnTo>
                    <a:pt x="41073" y="3116972"/>
                  </a:lnTo>
                  <a:lnTo>
                    <a:pt x="37650" y="3116972"/>
                  </a:lnTo>
                  <a:lnTo>
                    <a:pt x="34227" y="3116972"/>
                  </a:lnTo>
                  <a:lnTo>
                    <a:pt x="30805" y="3116972"/>
                  </a:lnTo>
                  <a:lnTo>
                    <a:pt x="27382" y="3116972"/>
                  </a:lnTo>
                  <a:lnTo>
                    <a:pt x="23959" y="3116972"/>
                  </a:lnTo>
                  <a:lnTo>
                    <a:pt x="20536" y="3116972"/>
                  </a:lnTo>
                  <a:lnTo>
                    <a:pt x="17113" y="3116972"/>
                  </a:lnTo>
                  <a:lnTo>
                    <a:pt x="13691" y="3116972"/>
                  </a:lnTo>
                  <a:lnTo>
                    <a:pt x="10268" y="3116972"/>
                  </a:lnTo>
                  <a:lnTo>
                    <a:pt x="6845" y="3116972"/>
                  </a:lnTo>
                  <a:lnTo>
                    <a:pt x="3422" y="3116972"/>
                  </a:lnTo>
                  <a:lnTo>
                    <a:pt x="0" y="3116972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3093540"/>
                  </a:moveTo>
                  <a:lnTo>
                    <a:pt x="3422" y="3096300"/>
                  </a:lnTo>
                  <a:lnTo>
                    <a:pt x="6845" y="3042572"/>
                  </a:lnTo>
                  <a:lnTo>
                    <a:pt x="10268" y="3023610"/>
                  </a:lnTo>
                  <a:lnTo>
                    <a:pt x="13691" y="3072757"/>
                  </a:lnTo>
                  <a:lnTo>
                    <a:pt x="17113" y="3116972"/>
                  </a:lnTo>
                  <a:lnTo>
                    <a:pt x="17113" y="3116972"/>
                  </a:lnTo>
                  <a:lnTo>
                    <a:pt x="20536" y="3116972"/>
                  </a:lnTo>
                  <a:lnTo>
                    <a:pt x="23959" y="3116972"/>
                  </a:lnTo>
                  <a:lnTo>
                    <a:pt x="27382" y="3116972"/>
                  </a:lnTo>
                  <a:lnTo>
                    <a:pt x="30805" y="3116972"/>
                  </a:lnTo>
                  <a:lnTo>
                    <a:pt x="34227" y="3116972"/>
                  </a:lnTo>
                  <a:lnTo>
                    <a:pt x="37650" y="3116972"/>
                  </a:lnTo>
                  <a:lnTo>
                    <a:pt x="41073" y="3116972"/>
                  </a:lnTo>
                  <a:lnTo>
                    <a:pt x="44496" y="3116972"/>
                  </a:lnTo>
                  <a:lnTo>
                    <a:pt x="47919" y="3116972"/>
                  </a:lnTo>
                  <a:lnTo>
                    <a:pt x="51341" y="3115178"/>
                  </a:lnTo>
                  <a:lnTo>
                    <a:pt x="54764" y="3085741"/>
                  </a:lnTo>
                  <a:lnTo>
                    <a:pt x="58187" y="3064439"/>
                  </a:lnTo>
                  <a:lnTo>
                    <a:pt x="61610" y="3019776"/>
                  </a:lnTo>
                  <a:lnTo>
                    <a:pt x="65033" y="2992633"/>
                  </a:lnTo>
                  <a:lnTo>
                    <a:pt x="68455" y="3062686"/>
                  </a:lnTo>
                  <a:lnTo>
                    <a:pt x="71878" y="3110317"/>
                  </a:lnTo>
                  <a:lnTo>
                    <a:pt x="75301" y="3108938"/>
                  </a:lnTo>
                  <a:lnTo>
                    <a:pt x="78724" y="3116972"/>
                  </a:lnTo>
                  <a:lnTo>
                    <a:pt x="78724" y="3116972"/>
                  </a:lnTo>
                  <a:lnTo>
                    <a:pt x="82147" y="3116972"/>
                  </a:lnTo>
                  <a:lnTo>
                    <a:pt x="85569" y="3116972"/>
                  </a:lnTo>
                  <a:lnTo>
                    <a:pt x="88992" y="3116972"/>
                  </a:lnTo>
                  <a:lnTo>
                    <a:pt x="92415" y="3116972"/>
                  </a:lnTo>
                  <a:lnTo>
                    <a:pt x="95838" y="3116972"/>
                  </a:lnTo>
                  <a:lnTo>
                    <a:pt x="99261" y="3029142"/>
                  </a:lnTo>
                  <a:lnTo>
                    <a:pt x="102683" y="2937831"/>
                  </a:lnTo>
                  <a:lnTo>
                    <a:pt x="106106" y="2927682"/>
                  </a:lnTo>
                  <a:lnTo>
                    <a:pt x="109529" y="2947630"/>
                  </a:lnTo>
                  <a:lnTo>
                    <a:pt x="112952" y="2919857"/>
                  </a:lnTo>
                  <a:lnTo>
                    <a:pt x="116374" y="2930024"/>
                  </a:lnTo>
                  <a:lnTo>
                    <a:pt x="119797" y="2978596"/>
                  </a:lnTo>
                  <a:lnTo>
                    <a:pt x="123220" y="2993989"/>
                  </a:lnTo>
                  <a:lnTo>
                    <a:pt x="126643" y="3023149"/>
                  </a:lnTo>
                  <a:lnTo>
                    <a:pt x="130066" y="3005725"/>
                  </a:lnTo>
                  <a:lnTo>
                    <a:pt x="133488" y="3012277"/>
                  </a:lnTo>
                  <a:lnTo>
                    <a:pt x="136911" y="3022255"/>
                  </a:lnTo>
                  <a:lnTo>
                    <a:pt x="140334" y="2970820"/>
                  </a:lnTo>
                  <a:lnTo>
                    <a:pt x="143757" y="2955838"/>
                  </a:lnTo>
                  <a:lnTo>
                    <a:pt x="147180" y="2936058"/>
                  </a:lnTo>
                  <a:lnTo>
                    <a:pt x="150602" y="2923551"/>
                  </a:lnTo>
                  <a:lnTo>
                    <a:pt x="154025" y="2942265"/>
                  </a:lnTo>
                  <a:lnTo>
                    <a:pt x="157448" y="2954593"/>
                  </a:lnTo>
                  <a:lnTo>
                    <a:pt x="160871" y="3007901"/>
                  </a:lnTo>
                  <a:lnTo>
                    <a:pt x="164294" y="3079955"/>
                  </a:lnTo>
                  <a:lnTo>
                    <a:pt x="167716" y="3116972"/>
                  </a:lnTo>
                  <a:lnTo>
                    <a:pt x="167716" y="3116972"/>
                  </a:lnTo>
                  <a:lnTo>
                    <a:pt x="171139" y="3116972"/>
                  </a:lnTo>
                  <a:lnTo>
                    <a:pt x="174562" y="3116972"/>
                  </a:lnTo>
                  <a:lnTo>
                    <a:pt x="177985" y="3116972"/>
                  </a:lnTo>
                  <a:lnTo>
                    <a:pt x="181408" y="3116972"/>
                  </a:lnTo>
                  <a:lnTo>
                    <a:pt x="184830" y="3116972"/>
                  </a:lnTo>
                  <a:lnTo>
                    <a:pt x="188253" y="3116972"/>
                  </a:lnTo>
                  <a:lnTo>
                    <a:pt x="191676" y="3116972"/>
                  </a:lnTo>
                  <a:lnTo>
                    <a:pt x="195099" y="3116972"/>
                  </a:lnTo>
                  <a:lnTo>
                    <a:pt x="198522" y="3116972"/>
                  </a:lnTo>
                  <a:lnTo>
                    <a:pt x="201944" y="3116972"/>
                  </a:lnTo>
                  <a:lnTo>
                    <a:pt x="205367" y="3116972"/>
                  </a:lnTo>
                  <a:lnTo>
                    <a:pt x="208790" y="3116972"/>
                  </a:lnTo>
                  <a:lnTo>
                    <a:pt x="212213" y="3116972"/>
                  </a:lnTo>
                  <a:lnTo>
                    <a:pt x="215635" y="3116972"/>
                  </a:lnTo>
                  <a:lnTo>
                    <a:pt x="219058" y="3116972"/>
                  </a:lnTo>
                  <a:lnTo>
                    <a:pt x="222481" y="3116972"/>
                  </a:lnTo>
                  <a:lnTo>
                    <a:pt x="225904" y="3116972"/>
                  </a:lnTo>
                  <a:lnTo>
                    <a:pt x="229327" y="3116972"/>
                  </a:lnTo>
                  <a:lnTo>
                    <a:pt x="232749" y="3116972"/>
                  </a:lnTo>
                  <a:lnTo>
                    <a:pt x="236172" y="3116972"/>
                  </a:lnTo>
                  <a:lnTo>
                    <a:pt x="239595" y="3116972"/>
                  </a:lnTo>
                  <a:lnTo>
                    <a:pt x="243018" y="3116972"/>
                  </a:lnTo>
                  <a:lnTo>
                    <a:pt x="246441" y="3113757"/>
                  </a:lnTo>
                  <a:lnTo>
                    <a:pt x="249863" y="3022025"/>
                  </a:lnTo>
                  <a:lnTo>
                    <a:pt x="253286" y="3022304"/>
                  </a:lnTo>
                  <a:lnTo>
                    <a:pt x="256709" y="2991263"/>
                  </a:lnTo>
                  <a:lnTo>
                    <a:pt x="260132" y="2900527"/>
                  </a:lnTo>
                  <a:lnTo>
                    <a:pt x="263555" y="2876235"/>
                  </a:lnTo>
                  <a:lnTo>
                    <a:pt x="266977" y="2936082"/>
                  </a:lnTo>
                  <a:lnTo>
                    <a:pt x="270400" y="2990914"/>
                  </a:lnTo>
                  <a:lnTo>
                    <a:pt x="273823" y="3016182"/>
                  </a:lnTo>
                  <a:lnTo>
                    <a:pt x="277246" y="3070016"/>
                  </a:lnTo>
                  <a:lnTo>
                    <a:pt x="280669" y="3102108"/>
                  </a:lnTo>
                  <a:lnTo>
                    <a:pt x="284091" y="3112712"/>
                  </a:lnTo>
                  <a:lnTo>
                    <a:pt x="287514" y="3094742"/>
                  </a:lnTo>
                  <a:lnTo>
                    <a:pt x="290937" y="3093978"/>
                  </a:lnTo>
                  <a:lnTo>
                    <a:pt x="294360" y="3098839"/>
                  </a:lnTo>
                  <a:lnTo>
                    <a:pt x="297783" y="3116972"/>
                  </a:lnTo>
                  <a:lnTo>
                    <a:pt x="297783" y="3116972"/>
                  </a:lnTo>
                  <a:lnTo>
                    <a:pt x="301205" y="3116972"/>
                  </a:lnTo>
                  <a:lnTo>
                    <a:pt x="304628" y="3116972"/>
                  </a:lnTo>
                  <a:lnTo>
                    <a:pt x="308051" y="3116972"/>
                  </a:lnTo>
                  <a:lnTo>
                    <a:pt x="311474" y="3116972"/>
                  </a:lnTo>
                  <a:lnTo>
                    <a:pt x="314897" y="3116972"/>
                  </a:lnTo>
                  <a:lnTo>
                    <a:pt x="318319" y="3116972"/>
                  </a:lnTo>
                  <a:lnTo>
                    <a:pt x="321742" y="3116972"/>
                  </a:lnTo>
                  <a:lnTo>
                    <a:pt x="325165" y="3116972"/>
                  </a:lnTo>
                  <a:lnTo>
                    <a:pt x="328588" y="3116972"/>
                  </a:lnTo>
                  <a:lnTo>
                    <a:pt x="332010" y="3033777"/>
                  </a:lnTo>
                  <a:lnTo>
                    <a:pt x="335433" y="3015625"/>
                  </a:lnTo>
                  <a:lnTo>
                    <a:pt x="338856" y="3057265"/>
                  </a:lnTo>
                  <a:lnTo>
                    <a:pt x="342279" y="3046606"/>
                  </a:lnTo>
                  <a:lnTo>
                    <a:pt x="345702" y="3059313"/>
                  </a:lnTo>
                  <a:lnTo>
                    <a:pt x="349124" y="3085192"/>
                  </a:lnTo>
                  <a:lnTo>
                    <a:pt x="352547" y="3116972"/>
                  </a:lnTo>
                  <a:lnTo>
                    <a:pt x="352547" y="3116972"/>
                  </a:lnTo>
                  <a:lnTo>
                    <a:pt x="355970" y="3116972"/>
                  </a:lnTo>
                  <a:lnTo>
                    <a:pt x="359393" y="3116972"/>
                  </a:lnTo>
                  <a:lnTo>
                    <a:pt x="362816" y="3116972"/>
                  </a:lnTo>
                  <a:lnTo>
                    <a:pt x="366238" y="3116972"/>
                  </a:lnTo>
                  <a:lnTo>
                    <a:pt x="369661" y="3116972"/>
                  </a:lnTo>
                  <a:lnTo>
                    <a:pt x="373084" y="3116972"/>
                  </a:lnTo>
                  <a:lnTo>
                    <a:pt x="376507" y="3115102"/>
                  </a:lnTo>
                  <a:lnTo>
                    <a:pt x="379930" y="3046196"/>
                  </a:lnTo>
                  <a:lnTo>
                    <a:pt x="383352" y="2964724"/>
                  </a:lnTo>
                  <a:lnTo>
                    <a:pt x="386775" y="2957863"/>
                  </a:lnTo>
                  <a:lnTo>
                    <a:pt x="390198" y="2958280"/>
                  </a:lnTo>
                  <a:lnTo>
                    <a:pt x="393621" y="2964889"/>
                  </a:lnTo>
                  <a:lnTo>
                    <a:pt x="397044" y="2931216"/>
                  </a:lnTo>
                  <a:lnTo>
                    <a:pt x="400466" y="2918023"/>
                  </a:lnTo>
                  <a:lnTo>
                    <a:pt x="403889" y="2950690"/>
                  </a:lnTo>
                  <a:lnTo>
                    <a:pt x="407312" y="2922433"/>
                  </a:lnTo>
                  <a:lnTo>
                    <a:pt x="410735" y="2908456"/>
                  </a:lnTo>
                  <a:lnTo>
                    <a:pt x="414158" y="2949051"/>
                  </a:lnTo>
                  <a:lnTo>
                    <a:pt x="417580" y="2987384"/>
                  </a:lnTo>
                  <a:lnTo>
                    <a:pt x="421003" y="3000987"/>
                  </a:lnTo>
                  <a:lnTo>
                    <a:pt x="424426" y="3039933"/>
                  </a:lnTo>
                  <a:lnTo>
                    <a:pt x="427849" y="3077797"/>
                  </a:lnTo>
                  <a:lnTo>
                    <a:pt x="431271" y="3091773"/>
                  </a:lnTo>
                  <a:lnTo>
                    <a:pt x="434694" y="3056027"/>
                  </a:lnTo>
                  <a:lnTo>
                    <a:pt x="438117" y="3016992"/>
                  </a:lnTo>
                  <a:lnTo>
                    <a:pt x="441540" y="3040107"/>
                  </a:lnTo>
                  <a:lnTo>
                    <a:pt x="444963" y="2980921"/>
                  </a:lnTo>
                  <a:lnTo>
                    <a:pt x="448385" y="2912616"/>
                  </a:lnTo>
                  <a:lnTo>
                    <a:pt x="451808" y="2898148"/>
                  </a:lnTo>
                  <a:lnTo>
                    <a:pt x="455231" y="2908190"/>
                  </a:lnTo>
                  <a:lnTo>
                    <a:pt x="458654" y="2948514"/>
                  </a:lnTo>
                  <a:lnTo>
                    <a:pt x="462077" y="2943465"/>
                  </a:lnTo>
                  <a:lnTo>
                    <a:pt x="465499" y="2946123"/>
                  </a:lnTo>
                  <a:lnTo>
                    <a:pt x="468922" y="2978181"/>
                  </a:lnTo>
                  <a:lnTo>
                    <a:pt x="472345" y="3006639"/>
                  </a:lnTo>
                  <a:lnTo>
                    <a:pt x="475768" y="3060779"/>
                  </a:lnTo>
                  <a:lnTo>
                    <a:pt x="479191" y="3077385"/>
                  </a:lnTo>
                  <a:lnTo>
                    <a:pt x="482613" y="3082082"/>
                  </a:lnTo>
                  <a:lnTo>
                    <a:pt x="486036" y="3064304"/>
                  </a:lnTo>
                  <a:lnTo>
                    <a:pt x="489459" y="3031610"/>
                  </a:lnTo>
                  <a:lnTo>
                    <a:pt x="492882" y="2985211"/>
                  </a:lnTo>
                  <a:lnTo>
                    <a:pt x="496305" y="2875865"/>
                  </a:lnTo>
                  <a:lnTo>
                    <a:pt x="499727" y="2806962"/>
                  </a:lnTo>
                  <a:lnTo>
                    <a:pt x="503150" y="2739227"/>
                  </a:lnTo>
                  <a:lnTo>
                    <a:pt x="506573" y="2753106"/>
                  </a:lnTo>
                  <a:lnTo>
                    <a:pt x="509996" y="2713911"/>
                  </a:lnTo>
                  <a:lnTo>
                    <a:pt x="513419" y="2636423"/>
                  </a:lnTo>
                  <a:lnTo>
                    <a:pt x="516841" y="2606859"/>
                  </a:lnTo>
                  <a:lnTo>
                    <a:pt x="520264" y="2587399"/>
                  </a:lnTo>
                  <a:lnTo>
                    <a:pt x="523687" y="2566997"/>
                  </a:lnTo>
                  <a:lnTo>
                    <a:pt x="527110" y="2543998"/>
                  </a:lnTo>
                  <a:lnTo>
                    <a:pt x="530532" y="2548838"/>
                  </a:lnTo>
                  <a:lnTo>
                    <a:pt x="533955" y="2600085"/>
                  </a:lnTo>
                  <a:lnTo>
                    <a:pt x="537378" y="2675935"/>
                  </a:lnTo>
                  <a:lnTo>
                    <a:pt x="540801" y="2755984"/>
                  </a:lnTo>
                  <a:lnTo>
                    <a:pt x="544224" y="2846871"/>
                  </a:lnTo>
                  <a:lnTo>
                    <a:pt x="547646" y="2878825"/>
                  </a:lnTo>
                  <a:lnTo>
                    <a:pt x="551069" y="2934911"/>
                  </a:lnTo>
                  <a:lnTo>
                    <a:pt x="554492" y="2913395"/>
                  </a:lnTo>
                  <a:lnTo>
                    <a:pt x="557915" y="2847728"/>
                  </a:lnTo>
                  <a:lnTo>
                    <a:pt x="561338" y="2766012"/>
                  </a:lnTo>
                  <a:lnTo>
                    <a:pt x="564760" y="2725390"/>
                  </a:lnTo>
                  <a:lnTo>
                    <a:pt x="568183" y="2693880"/>
                  </a:lnTo>
                  <a:lnTo>
                    <a:pt x="571606" y="2670880"/>
                  </a:lnTo>
                  <a:lnTo>
                    <a:pt x="575029" y="2736430"/>
                  </a:lnTo>
                  <a:lnTo>
                    <a:pt x="578452" y="2756162"/>
                  </a:lnTo>
                  <a:lnTo>
                    <a:pt x="581874" y="2791074"/>
                  </a:lnTo>
                  <a:lnTo>
                    <a:pt x="585297" y="2829563"/>
                  </a:lnTo>
                  <a:lnTo>
                    <a:pt x="588720" y="2891386"/>
                  </a:lnTo>
                  <a:lnTo>
                    <a:pt x="592143" y="2912033"/>
                  </a:lnTo>
                  <a:lnTo>
                    <a:pt x="595566" y="2787765"/>
                  </a:lnTo>
                  <a:lnTo>
                    <a:pt x="598988" y="2767483"/>
                  </a:lnTo>
                  <a:lnTo>
                    <a:pt x="602411" y="2799609"/>
                  </a:lnTo>
                  <a:lnTo>
                    <a:pt x="605834" y="2809337"/>
                  </a:lnTo>
                  <a:lnTo>
                    <a:pt x="609257" y="2791288"/>
                  </a:lnTo>
                  <a:lnTo>
                    <a:pt x="612680" y="2839088"/>
                  </a:lnTo>
                  <a:lnTo>
                    <a:pt x="616102" y="2998868"/>
                  </a:lnTo>
                  <a:lnTo>
                    <a:pt x="619525" y="3047881"/>
                  </a:lnTo>
                  <a:lnTo>
                    <a:pt x="622948" y="3056546"/>
                  </a:lnTo>
                  <a:lnTo>
                    <a:pt x="626371" y="3070853"/>
                  </a:lnTo>
                  <a:lnTo>
                    <a:pt x="629794" y="3099168"/>
                  </a:lnTo>
                  <a:lnTo>
                    <a:pt x="633216" y="3103160"/>
                  </a:lnTo>
                  <a:lnTo>
                    <a:pt x="636639" y="3108890"/>
                  </a:lnTo>
                  <a:lnTo>
                    <a:pt x="640062" y="3091547"/>
                  </a:lnTo>
                  <a:lnTo>
                    <a:pt x="643485" y="2979927"/>
                  </a:lnTo>
                  <a:lnTo>
                    <a:pt x="646907" y="2875299"/>
                  </a:lnTo>
                  <a:lnTo>
                    <a:pt x="650330" y="2848322"/>
                  </a:lnTo>
                  <a:lnTo>
                    <a:pt x="653753" y="2800930"/>
                  </a:lnTo>
                  <a:lnTo>
                    <a:pt x="657176" y="2727095"/>
                  </a:lnTo>
                  <a:lnTo>
                    <a:pt x="660599" y="2738255"/>
                  </a:lnTo>
                  <a:lnTo>
                    <a:pt x="664021" y="2786802"/>
                  </a:lnTo>
                  <a:lnTo>
                    <a:pt x="667444" y="2801177"/>
                  </a:lnTo>
                  <a:lnTo>
                    <a:pt x="670867" y="2796897"/>
                  </a:lnTo>
                  <a:lnTo>
                    <a:pt x="674290" y="2753594"/>
                  </a:lnTo>
                  <a:lnTo>
                    <a:pt x="677713" y="2730797"/>
                  </a:lnTo>
                  <a:lnTo>
                    <a:pt x="681135" y="2762762"/>
                  </a:lnTo>
                  <a:lnTo>
                    <a:pt x="684558" y="2810943"/>
                  </a:lnTo>
                  <a:lnTo>
                    <a:pt x="687981" y="2859443"/>
                  </a:lnTo>
                  <a:lnTo>
                    <a:pt x="691404" y="2794938"/>
                  </a:lnTo>
                  <a:lnTo>
                    <a:pt x="694827" y="2803329"/>
                  </a:lnTo>
                  <a:lnTo>
                    <a:pt x="698249" y="2766624"/>
                  </a:lnTo>
                  <a:lnTo>
                    <a:pt x="701672" y="2604669"/>
                  </a:lnTo>
                  <a:lnTo>
                    <a:pt x="705095" y="2468111"/>
                  </a:lnTo>
                  <a:lnTo>
                    <a:pt x="708518" y="2454142"/>
                  </a:lnTo>
                  <a:lnTo>
                    <a:pt x="711941" y="2515299"/>
                  </a:lnTo>
                  <a:lnTo>
                    <a:pt x="715363" y="2539306"/>
                  </a:lnTo>
                  <a:lnTo>
                    <a:pt x="718786" y="2624946"/>
                  </a:lnTo>
                  <a:lnTo>
                    <a:pt x="722209" y="2774303"/>
                  </a:lnTo>
                  <a:lnTo>
                    <a:pt x="725632" y="2895289"/>
                  </a:lnTo>
                  <a:lnTo>
                    <a:pt x="729055" y="2888797"/>
                  </a:lnTo>
                  <a:lnTo>
                    <a:pt x="732477" y="2893729"/>
                  </a:lnTo>
                  <a:lnTo>
                    <a:pt x="735900" y="2866361"/>
                  </a:lnTo>
                  <a:lnTo>
                    <a:pt x="739323" y="2807914"/>
                  </a:lnTo>
                  <a:lnTo>
                    <a:pt x="742746" y="2765641"/>
                  </a:lnTo>
                  <a:lnTo>
                    <a:pt x="746168" y="2734228"/>
                  </a:lnTo>
                  <a:lnTo>
                    <a:pt x="749591" y="2720093"/>
                  </a:lnTo>
                  <a:lnTo>
                    <a:pt x="753014" y="2685771"/>
                  </a:lnTo>
                  <a:lnTo>
                    <a:pt x="756437" y="2667090"/>
                  </a:lnTo>
                  <a:lnTo>
                    <a:pt x="759860" y="2655222"/>
                  </a:lnTo>
                  <a:lnTo>
                    <a:pt x="763282" y="2623062"/>
                  </a:lnTo>
                  <a:lnTo>
                    <a:pt x="766705" y="2614421"/>
                  </a:lnTo>
                  <a:lnTo>
                    <a:pt x="770128" y="2617316"/>
                  </a:lnTo>
                  <a:lnTo>
                    <a:pt x="773551" y="2662574"/>
                  </a:lnTo>
                  <a:lnTo>
                    <a:pt x="776974" y="2747760"/>
                  </a:lnTo>
                  <a:lnTo>
                    <a:pt x="780396" y="2797955"/>
                  </a:lnTo>
                  <a:lnTo>
                    <a:pt x="783819" y="2852546"/>
                  </a:lnTo>
                  <a:lnTo>
                    <a:pt x="787242" y="2841618"/>
                  </a:lnTo>
                  <a:lnTo>
                    <a:pt x="790665" y="2790011"/>
                  </a:lnTo>
                  <a:lnTo>
                    <a:pt x="794088" y="2741394"/>
                  </a:lnTo>
                  <a:lnTo>
                    <a:pt x="797510" y="2662633"/>
                  </a:lnTo>
                  <a:lnTo>
                    <a:pt x="800933" y="2652435"/>
                  </a:lnTo>
                  <a:lnTo>
                    <a:pt x="804356" y="2657944"/>
                  </a:lnTo>
                  <a:lnTo>
                    <a:pt x="807779" y="2668908"/>
                  </a:lnTo>
                  <a:lnTo>
                    <a:pt x="811202" y="2714605"/>
                  </a:lnTo>
                  <a:lnTo>
                    <a:pt x="814624" y="2726174"/>
                  </a:lnTo>
                  <a:lnTo>
                    <a:pt x="818047" y="2762096"/>
                  </a:lnTo>
                  <a:lnTo>
                    <a:pt x="821470" y="2772157"/>
                  </a:lnTo>
                  <a:lnTo>
                    <a:pt x="824893" y="2860022"/>
                  </a:lnTo>
                  <a:lnTo>
                    <a:pt x="828316" y="2953520"/>
                  </a:lnTo>
                  <a:lnTo>
                    <a:pt x="831738" y="2953098"/>
                  </a:lnTo>
                  <a:lnTo>
                    <a:pt x="835161" y="2955582"/>
                  </a:lnTo>
                  <a:lnTo>
                    <a:pt x="838584" y="3005869"/>
                  </a:lnTo>
                  <a:lnTo>
                    <a:pt x="842007" y="3010796"/>
                  </a:lnTo>
                  <a:lnTo>
                    <a:pt x="845429" y="2901661"/>
                  </a:lnTo>
                  <a:lnTo>
                    <a:pt x="848852" y="2804609"/>
                  </a:lnTo>
                  <a:lnTo>
                    <a:pt x="852275" y="2706086"/>
                  </a:lnTo>
                  <a:lnTo>
                    <a:pt x="855698" y="2594352"/>
                  </a:lnTo>
                  <a:lnTo>
                    <a:pt x="859121" y="2470817"/>
                  </a:lnTo>
                  <a:lnTo>
                    <a:pt x="862543" y="2383996"/>
                  </a:lnTo>
                  <a:lnTo>
                    <a:pt x="865966" y="2308150"/>
                  </a:lnTo>
                  <a:lnTo>
                    <a:pt x="869389" y="2271555"/>
                  </a:lnTo>
                  <a:lnTo>
                    <a:pt x="872812" y="2358740"/>
                  </a:lnTo>
                  <a:lnTo>
                    <a:pt x="876235" y="2410310"/>
                  </a:lnTo>
                  <a:lnTo>
                    <a:pt x="879657" y="2432727"/>
                  </a:lnTo>
                  <a:lnTo>
                    <a:pt x="883080" y="2451096"/>
                  </a:lnTo>
                  <a:lnTo>
                    <a:pt x="886503" y="2446431"/>
                  </a:lnTo>
                  <a:lnTo>
                    <a:pt x="889926" y="2387681"/>
                  </a:lnTo>
                  <a:lnTo>
                    <a:pt x="893349" y="2395287"/>
                  </a:lnTo>
                  <a:lnTo>
                    <a:pt x="896771" y="2434324"/>
                  </a:lnTo>
                  <a:lnTo>
                    <a:pt x="900194" y="2418360"/>
                  </a:lnTo>
                  <a:lnTo>
                    <a:pt x="903617" y="2464099"/>
                  </a:lnTo>
                  <a:lnTo>
                    <a:pt x="907040" y="2482707"/>
                  </a:lnTo>
                  <a:lnTo>
                    <a:pt x="910463" y="2473192"/>
                  </a:lnTo>
                  <a:lnTo>
                    <a:pt x="913885" y="2342320"/>
                  </a:lnTo>
                  <a:lnTo>
                    <a:pt x="917308" y="2334921"/>
                  </a:lnTo>
                  <a:lnTo>
                    <a:pt x="920731" y="2434374"/>
                  </a:lnTo>
                  <a:lnTo>
                    <a:pt x="924154" y="2499199"/>
                  </a:lnTo>
                  <a:lnTo>
                    <a:pt x="927577" y="2574224"/>
                  </a:lnTo>
                  <a:lnTo>
                    <a:pt x="930999" y="2706526"/>
                  </a:lnTo>
                  <a:lnTo>
                    <a:pt x="934422" y="2865728"/>
                  </a:lnTo>
                  <a:lnTo>
                    <a:pt x="937845" y="2854161"/>
                  </a:lnTo>
                  <a:lnTo>
                    <a:pt x="941268" y="2784210"/>
                  </a:lnTo>
                  <a:lnTo>
                    <a:pt x="944691" y="2671829"/>
                  </a:lnTo>
                  <a:lnTo>
                    <a:pt x="948113" y="2681533"/>
                  </a:lnTo>
                  <a:lnTo>
                    <a:pt x="951536" y="2758725"/>
                  </a:lnTo>
                  <a:lnTo>
                    <a:pt x="954959" y="2742756"/>
                  </a:lnTo>
                  <a:lnTo>
                    <a:pt x="958382" y="2812048"/>
                  </a:lnTo>
                  <a:lnTo>
                    <a:pt x="961804" y="2865396"/>
                  </a:lnTo>
                  <a:lnTo>
                    <a:pt x="965227" y="2830408"/>
                  </a:lnTo>
                  <a:lnTo>
                    <a:pt x="968650" y="2685183"/>
                  </a:lnTo>
                  <a:lnTo>
                    <a:pt x="972073" y="2620099"/>
                  </a:lnTo>
                  <a:lnTo>
                    <a:pt x="975496" y="2658806"/>
                  </a:lnTo>
                  <a:lnTo>
                    <a:pt x="978918" y="2521157"/>
                  </a:lnTo>
                  <a:lnTo>
                    <a:pt x="982341" y="2328218"/>
                  </a:lnTo>
                  <a:lnTo>
                    <a:pt x="985764" y="2317848"/>
                  </a:lnTo>
                  <a:lnTo>
                    <a:pt x="989187" y="2405362"/>
                  </a:lnTo>
                  <a:lnTo>
                    <a:pt x="992610" y="2323090"/>
                  </a:lnTo>
                  <a:lnTo>
                    <a:pt x="996032" y="2162266"/>
                  </a:lnTo>
                  <a:lnTo>
                    <a:pt x="999455" y="2111745"/>
                  </a:lnTo>
                  <a:lnTo>
                    <a:pt x="1002878" y="2157147"/>
                  </a:lnTo>
                  <a:lnTo>
                    <a:pt x="1006301" y="2116347"/>
                  </a:lnTo>
                  <a:lnTo>
                    <a:pt x="1009724" y="2058554"/>
                  </a:lnTo>
                  <a:lnTo>
                    <a:pt x="1013146" y="2075661"/>
                  </a:lnTo>
                  <a:lnTo>
                    <a:pt x="1016569" y="2143303"/>
                  </a:lnTo>
                  <a:lnTo>
                    <a:pt x="1019992" y="2291182"/>
                  </a:lnTo>
                  <a:lnTo>
                    <a:pt x="1023415" y="2417038"/>
                  </a:lnTo>
                  <a:lnTo>
                    <a:pt x="1026838" y="2534227"/>
                  </a:lnTo>
                  <a:lnTo>
                    <a:pt x="1030260" y="2555731"/>
                  </a:lnTo>
                  <a:lnTo>
                    <a:pt x="1033683" y="2465193"/>
                  </a:lnTo>
                  <a:lnTo>
                    <a:pt x="1037106" y="2355703"/>
                  </a:lnTo>
                  <a:lnTo>
                    <a:pt x="1040529" y="2264992"/>
                  </a:lnTo>
                  <a:lnTo>
                    <a:pt x="1043952" y="2298816"/>
                  </a:lnTo>
                  <a:lnTo>
                    <a:pt x="1047374" y="2364522"/>
                  </a:lnTo>
                  <a:lnTo>
                    <a:pt x="1050797" y="2488597"/>
                  </a:lnTo>
                  <a:lnTo>
                    <a:pt x="1054220" y="2599375"/>
                  </a:lnTo>
                  <a:lnTo>
                    <a:pt x="1057643" y="2710388"/>
                  </a:lnTo>
                  <a:lnTo>
                    <a:pt x="1061065" y="2798870"/>
                  </a:lnTo>
                  <a:lnTo>
                    <a:pt x="1064488" y="2773392"/>
                  </a:lnTo>
                  <a:lnTo>
                    <a:pt x="1067911" y="2630820"/>
                  </a:lnTo>
                  <a:lnTo>
                    <a:pt x="1071334" y="2504174"/>
                  </a:lnTo>
                  <a:lnTo>
                    <a:pt x="1074757" y="2456713"/>
                  </a:lnTo>
                  <a:lnTo>
                    <a:pt x="1078179" y="2394859"/>
                  </a:lnTo>
                  <a:lnTo>
                    <a:pt x="1081602" y="2280576"/>
                  </a:lnTo>
                  <a:lnTo>
                    <a:pt x="1085025" y="2168259"/>
                  </a:lnTo>
                  <a:lnTo>
                    <a:pt x="1088448" y="2171206"/>
                  </a:lnTo>
                  <a:lnTo>
                    <a:pt x="1091871" y="2135057"/>
                  </a:lnTo>
                  <a:lnTo>
                    <a:pt x="1095293" y="2113456"/>
                  </a:lnTo>
                  <a:lnTo>
                    <a:pt x="1098716" y="2132420"/>
                  </a:lnTo>
                  <a:lnTo>
                    <a:pt x="1102139" y="2182436"/>
                  </a:lnTo>
                  <a:lnTo>
                    <a:pt x="1105562" y="2227179"/>
                  </a:lnTo>
                  <a:lnTo>
                    <a:pt x="1108985" y="2285258"/>
                  </a:lnTo>
                  <a:lnTo>
                    <a:pt x="1112407" y="2380957"/>
                  </a:lnTo>
                  <a:lnTo>
                    <a:pt x="1115830" y="2539706"/>
                  </a:lnTo>
                  <a:lnTo>
                    <a:pt x="1119253" y="2684813"/>
                  </a:lnTo>
                  <a:lnTo>
                    <a:pt x="1122676" y="2701030"/>
                  </a:lnTo>
                  <a:lnTo>
                    <a:pt x="1126099" y="2727867"/>
                  </a:lnTo>
                  <a:lnTo>
                    <a:pt x="1129521" y="2804059"/>
                  </a:lnTo>
                  <a:lnTo>
                    <a:pt x="1132944" y="2811668"/>
                  </a:lnTo>
                  <a:lnTo>
                    <a:pt x="1136367" y="2739909"/>
                  </a:lnTo>
                  <a:lnTo>
                    <a:pt x="1139790" y="2671018"/>
                  </a:lnTo>
                  <a:lnTo>
                    <a:pt x="1143213" y="2739874"/>
                  </a:lnTo>
                  <a:lnTo>
                    <a:pt x="1146635" y="2749133"/>
                  </a:lnTo>
                  <a:lnTo>
                    <a:pt x="1150058" y="2674303"/>
                  </a:lnTo>
                  <a:lnTo>
                    <a:pt x="1153481" y="2699931"/>
                  </a:lnTo>
                  <a:lnTo>
                    <a:pt x="1156904" y="2644749"/>
                  </a:lnTo>
                  <a:lnTo>
                    <a:pt x="1160326" y="2534546"/>
                  </a:lnTo>
                  <a:lnTo>
                    <a:pt x="1163749" y="2452961"/>
                  </a:lnTo>
                  <a:lnTo>
                    <a:pt x="1167172" y="2371458"/>
                  </a:lnTo>
                  <a:lnTo>
                    <a:pt x="1170595" y="2318964"/>
                  </a:lnTo>
                  <a:lnTo>
                    <a:pt x="1174018" y="2273555"/>
                  </a:lnTo>
                  <a:lnTo>
                    <a:pt x="1177440" y="2360615"/>
                  </a:lnTo>
                  <a:lnTo>
                    <a:pt x="1180863" y="2460572"/>
                  </a:lnTo>
                  <a:lnTo>
                    <a:pt x="1184286" y="2492290"/>
                  </a:lnTo>
                  <a:lnTo>
                    <a:pt x="1187709" y="2640595"/>
                  </a:lnTo>
                  <a:lnTo>
                    <a:pt x="1191132" y="2686451"/>
                  </a:lnTo>
                  <a:lnTo>
                    <a:pt x="1194554" y="2658239"/>
                  </a:lnTo>
                  <a:lnTo>
                    <a:pt x="1197977" y="2608743"/>
                  </a:lnTo>
                  <a:lnTo>
                    <a:pt x="1201400" y="2602050"/>
                  </a:lnTo>
                  <a:lnTo>
                    <a:pt x="1204823" y="2678906"/>
                  </a:lnTo>
                  <a:lnTo>
                    <a:pt x="1208246" y="2693515"/>
                  </a:lnTo>
                  <a:lnTo>
                    <a:pt x="1211668" y="2790272"/>
                  </a:lnTo>
                  <a:lnTo>
                    <a:pt x="1215091" y="2873716"/>
                  </a:lnTo>
                  <a:lnTo>
                    <a:pt x="1218514" y="2883436"/>
                  </a:lnTo>
                  <a:lnTo>
                    <a:pt x="1221937" y="2895481"/>
                  </a:lnTo>
                  <a:lnTo>
                    <a:pt x="1225360" y="2869532"/>
                  </a:lnTo>
                  <a:lnTo>
                    <a:pt x="1228782" y="2853237"/>
                  </a:lnTo>
                  <a:lnTo>
                    <a:pt x="1232205" y="2779552"/>
                  </a:lnTo>
                  <a:lnTo>
                    <a:pt x="1235628" y="2692804"/>
                  </a:lnTo>
                  <a:lnTo>
                    <a:pt x="1239051" y="2581010"/>
                  </a:lnTo>
                  <a:lnTo>
                    <a:pt x="1242474" y="2471864"/>
                  </a:lnTo>
                  <a:lnTo>
                    <a:pt x="1245896" y="2373886"/>
                  </a:lnTo>
                  <a:lnTo>
                    <a:pt x="1249319" y="2291502"/>
                  </a:lnTo>
                  <a:lnTo>
                    <a:pt x="1252742" y="2350318"/>
                  </a:lnTo>
                  <a:lnTo>
                    <a:pt x="1256165" y="2431760"/>
                  </a:lnTo>
                  <a:lnTo>
                    <a:pt x="1259588" y="2526225"/>
                  </a:lnTo>
                  <a:lnTo>
                    <a:pt x="1263010" y="2588837"/>
                  </a:lnTo>
                  <a:lnTo>
                    <a:pt x="1266433" y="2592480"/>
                  </a:lnTo>
                  <a:lnTo>
                    <a:pt x="1269856" y="2587041"/>
                  </a:lnTo>
                  <a:lnTo>
                    <a:pt x="1273279" y="2496268"/>
                  </a:lnTo>
                  <a:lnTo>
                    <a:pt x="1276701" y="2413904"/>
                  </a:lnTo>
                  <a:lnTo>
                    <a:pt x="1280124" y="2456363"/>
                  </a:lnTo>
                  <a:lnTo>
                    <a:pt x="1283547" y="2576682"/>
                  </a:lnTo>
                  <a:lnTo>
                    <a:pt x="1286970" y="2642099"/>
                  </a:lnTo>
                  <a:lnTo>
                    <a:pt x="1290393" y="2642940"/>
                  </a:lnTo>
                  <a:lnTo>
                    <a:pt x="1293815" y="2646176"/>
                  </a:lnTo>
                  <a:lnTo>
                    <a:pt x="1297238" y="2698387"/>
                  </a:lnTo>
                  <a:lnTo>
                    <a:pt x="1300661" y="2681788"/>
                  </a:lnTo>
                  <a:lnTo>
                    <a:pt x="1304084" y="2565348"/>
                  </a:lnTo>
                  <a:lnTo>
                    <a:pt x="1307507" y="2415658"/>
                  </a:lnTo>
                  <a:lnTo>
                    <a:pt x="1310929" y="2394835"/>
                  </a:lnTo>
                  <a:lnTo>
                    <a:pt x="1314352" y="2392191"/>
                  </a:lnTo>
                  <a:lnTo>
                    <a:pt x="1317775" y="2357072"/>
                  </a:lnTo>
                  <a:lnTo>
                    <a:pt x="1321198" y="2306148"/>
                  </a:lnTo>
                  <a:lnTo>
                    <a:pt x="1324621" y="2344342"/>
                  </a:lnTo>
                  <a:lnTo>
                    <a:pt x="1328043" y="2488363"/>
                  </a:lnTo>
                  <a:lnTo>
                    <a:pt x="1331466" y="2554668"/>
                  </a:lnTo>
                  <a:lnTo>
                    <a:pt x="1334889" y="2655178"/>
                  </a:lnTo>
                  <a:lnTo>
                    <a:pt x="1338312" y="2717227"/>
                  </a:lnTo>
                  <a:lnTo>
                    <a:pt x="1341735" y="2777846"/>
                  </a:lnTo>
                  <a:lnTo>
                    <a:pt x="1345157" y="2799700"/>
                  </a:lnTo>
                  <a:lnTo>
                    <a:pt x="1348580" y="2813045"/>
                  </a:lnTo>
                  <a:lnTo>
                    <a:pt x="1352003" y="2789700"/>
                  </a:lnTo>
                  <a:lnTo>
                    <a:pt x="1355426" y="2696936"/>
                  </a:lnTo>
                  <a:lnTo>
                    <a:pt x="1358849" y="2661781"/>
                  </a:lnTo>
                  <a:lnTo>
                    <a:pt x="1362271" y="2623361"/>
                  </a:lnTo>
                  <a:lnTo>
                    <a:pt x="1365694" y="2558684"/>
                  </a:lnTo>
                  <a:lnTo>
                    <a:pt x="1369117" y="2436144"/>
                  </a:lnTo>
                  <a:lnTo>
                    <a:pt x="1372540" y="2361025"/>
                  </a:lnTo>
                  <a:lnTo>
                    <a:pt x="1375962" y="2360535"/>
                  </a:lnTo>
                  <a:lnTo>
                    <a:pt x="1379385" y="2337776"/>
                  </a:lnTo>
                  <a:lnTo>
                    <a:pt x="1382808" y="2344820"/>
                  </a:lnTo>
                  <a:lnTo>
                    <a:pt x="1386231" y="2419820"/>
                  </a:lnTo>
                  <a:lnTo>
                    <a:pt x="1389654" y="2579133"/>
                  </a:lnTo>
                  <a:lnTo>
                    <a:pt x="1393076" y="2724842"/>
                  </a:lnTo>
                  <a:lnTo>
                    <a:pt x="1396499" y="2818444"/>
                  </a:lnTo>
                  <a:lnTo>
                    <a:pt x="1399922" y="2883870"/>
                  </a:lnTo>
                  <a:lnTo>
                    <a:pt x="1403345" y="2886270"/>
                  </a:lnTo>
                  <a:lnTo>
                    <a:pt x="1406768" y="2836108"/>
                  </a:lnTo>
                  <a:lnTo>
                    <a:pt x="1410190" y="2755670"/>
                  </a:lnTo>
                  <a:lnTo>
                    <a:pt x="1413613" y="2666978"/>
                  </a:lnTo>
                  <a:lnTo>
                    <a:pt x="1417036" y="2649293"/>
                  </a:lnTo>
                  <a:lnTo>
                    <a:pt x="1420459" y="2669168"/>
                  </a:lnTo>
                  <a:lnTo>
                    <a:pt x="1423882" y="2705487"/>
                  </a:lnTo>
                  <a:lnTo>
                    <a:pt x="1427304" y="2711069"/>
                  </a:lnTo>
                  <a:lnTo>
                    <a:pt x="1430727" y="2667176"/>
                  </a:lnTo>
                  <a:lnTo>
                    <a:pt x="1434150" y="2641300"/>
                  </a:lnTo>
                  <a:lnTo>
                    <a:pt x="1437573" y="2620675"/>
                  </a:lnTo>
                  <a:lnTo>
                    <a:pt x="1440996" y="2520875"/>
                  </a:lnTo>
                  <a:lnTo>
                    <a:pt x="1444418" y="2465504"/>
                  </a:lnTo>
                  <a:lnTo>
                    <a:pt x="1447841" y="2444668"/>
                  </a:lnTo>
                  <a:lnTo>
                    <a:pt x="1451264" y="2471813"/>
                  </a:lnTo>
                  <a:lnTo>
                    <a:pt x="1454687" y="2524253"/>
                  </a:lnTo>
                  <a:lnTo>
                    <a:pt x="1458110" y="2444519"/>
                  </a:lnTo>
                  <a:lnTo>
                    <a:pt x="1461532" y="2360761"/>
                  </a:lnTo>
                  <a:lnTo>
                    <a:pt x="1464955" y="2268610"/>
                  </a:lnTo>
                  <a:lnTo>
                    <a:pt x="1468378" y="2171829"/>
                  </a:lnTo>
                  <a:lnTo>
                    <a:pt x="1471801" y="2101713"/>
                  </a:lnTo>
                  <a:lnTo>
                    <a:pt x="1475224" y="2065743"/>
                  </a:lnTo>
                  <a:lnTo>
                    <a:pt x="1478646" y="2134765"/>
                  </a:lnTo>
                  <a:lnTo>
                    <a:pt x="1482069" y="2242376"/>
                  </a:lnTo>
                  <a:lnTo>
                    <a:pt x="1485492" y="2296469"/>
                  </a:lnTo>
                  <a:lnTo>
                    <a:pt x="1488915" y="2373584"/>
                  </a:lnTo>
                  <a:lnTo>
                    <a:pt x="1492337" y="2517806"/>
                  </a:lnTo>
                  <a:lnTo>
                    <a:pt x="1495760" y="2639096"/>
                  </a:lnTo>
                  <a:lnTo>
                    <a:pt x="1499183" y="2628577"/>
                  </a:lnTo>
                  <a:lnTo>
                    <a:pt x="1502606" y="2592727"/>
                  </a:lnTo>
                  <a:lnTo>
                    <a:pt x="1506029" y="2550899"/>
                  </a:lnTo>
                  <a:lnTo>
                    <a:pt x="1509451" y="2506692"/>
                  </a:lnTo>
                  <a:lnTo>
                    <a:pt x="1512874" y="2457143"/>
                  </a:lnTo>
                  <a:lnTo>
                    <a:pt x="1516297" y="2315240"/>
                  </a:lnTo>
                  <a:lnTo>
                    <a:pt x="1519720" y="2242402"/>
                  </a:lnTo>
                  <a:lnTo>
                    <a:pt x="1523143" y="2270297"/>
                  </a:lnTo>
                  <a:lnTo>
                    <a:pt x="1526565" y="2279780"/>
                  </a:lnTo>
                  <a:lnTo>
                    <a:pt x="1529988" y="2271986"/>
                  </a:lnTo>
                  <a:lnTo>
                    <a:pt x="1533411" y="2238293"/>
                  </a:lnTo>
                  <a:lnTo>
                    <a:pt x="1536834" y="2219078"/>
                  </a:lnTo>
                  <a:lnTo>
                    <a:pt x="1540257" y="2181212"/>
                  </a:lnTo>
                  <a:lnTo>
                    <a:pt x="1543679" y="2125665"/>
                  </a:lnTo>
                  <a:lnTo>
                    <a:pt x="1547102" y="2166728"/>
                  </a:lnTo>
                  <a:lnTo>
                    <a:pt x="1550525" y="2287057"/>
                  </a:lnTo>
                  <a:lnTo>
                    <a:pt x="1553948" y="2301336"/>
                  </a:lnTo>
                  <a:lnTo>
                    <a:pt x="1557371" y="2387537"/>
                  </a:lnTo>
                  <a:lnTo>
                    <a:pt x="1560793" y="2453258"/>
                  </a:lnTo>
                  <a:lnTo>
                    <a:pt x="1564216" y="2475800"/>
                  </a:lnTo>
                  <a:lnTo>
                    <a:pt x="1567639" y="2533964"/>
                  </a:lnTo>
                  <a:lnTo>
                    <a:pt x="1571062" y="2482072"/>
                  </a:lnTo>
                  <a:lnTo>
                    <a:pt x="1574485" y="2475236"/>
                  </a:lnTo>
                  <a:lnTo>
                    <a:pt x="1577907" y="2405779"/>
                  </a:lnTo>
                  <a:lnTo>
                    <a:pt x="1581330" y="2279913"/>
                  </a:lnTo>
                  <a:lnTo>
                    <a:pt x="1584753" y="2269398"/>
                  </a:lnTo>
                  <a:lnTo>
                    <a:pt x="1588176" y="2320396"/>
                  </a:lnTo>
                  <a:lnTo>
                    <a:pt x="1591598" y="2437097"/>
                  </a:lnTo>
                  <a:lnTo>
                    <a:pt x="1595021" y="2471635"/>
                  </a:lnTo>
                  <a:lnTo>
                    <a:pt x="1598444" y="2499990"/>
                  </a:lnTo>
                  <a:lnTo>
                    <a:pt x="1601867" y="2655138"/>
                  </a:lnTo>
                  <a:lnTo>
                    <a:pt x="1605290" y="2686018"/>
                  </a:lnTo>
                  <a:lnTo>
                    <a:pt x="1608712" y="2636855"/>
                  </a:lnTo>
                  <a:lnTo>
                    <a:pt x="1612135" y="2633691"/>
                  </a:lnTo>
                  <a:lnTo>
                    <a:pt x="1615558" y="2767065"/>
                  </a:lnTo>
                  <a:lnTo>
                    <a:pt x="1618981" y="2889185"/>
                  </a:lnTo>
                  <a:lnTo>
                    <a:pt x="1622404" y="2957347"/>
                  </a:lnTo>
                  <a:lnTo>
                    <a:pt x="1625826" y="3053316"/>
                  </a:lnTo>
                  <a:lnTo>
                    <a:pt x="1629249" y="3080409"/>
                  </a:lnTo>
                  <a:lnTo>
                    <a:pt x="1632672" y="3002601"/>
                  </a:lnTo>
                  <a:lnTo>
                    <a:pt x="1636095" y="2841764"/>
                  </a:lnTo>
                  <a:lnTo>
                    <a:pt x="1639518" y="2689183"/>
                  </a:lnTo>
                  <a:lnTo>
                    <a:pt x="1642940" y="2474868"/>
                  </a:lnTo>
                  <a:lnTo>
                    <a:pt x="1646363" y="2298877"/>
                  </a:lnTo>
                  <a:lnTo>
                    <a:pt x="1649786" y="2180511"/>
                  </a:lnTo>
                  <a:lnTo>
                    <a:pt x="1653209" y="2111763"/>
                  </a:lnTo>
                  <a:lnTo>
                    <a:pt x="1656632" y="2108410"/>
                  </a:lnTo>
                  <a:lnTo>
                    <a:pt x="1660054" y="2174001"/>
                  </a:lnTo>
                  <a:lnTo>
                    <a:pt x="1663477" y="2330897"/>
                  </a:lnTo>
                  <a:lnTo>
                    <a:pt x="1666900" y="2443311"/>
                  </a:lnTo>
                  <a:lnTo>
                    <a:pt x="1670323" y="2566738"/>
                  </a:lnTo>
                  <a:lnTo>
                    <a:pt x="1673746" y="2595394"/>
                  </a:lnTo>
                  <a:lnTo>
                    <a:pt x="1677168" y="2545950"/>
                  </a:lnTo>
                  <a:lnTo>
                    <a:pt x="1680591" y="2503530"/>
                  </a:lnTo>
                  <a:lnTo>
                    <a:pt x="1684014" y="2443125"/>
                  </a:lnTo>
                  <a:lnTo>
                    <a:pt x="1687437" y="2353116"/>
                  </a:lnTo>
                  <a:lnTo>
                    <a:pt x="1690859" y="2223018"/>
                  </a:lnTo>
                  <a:lnTo>
                    <a:pt x="1694282" y="2209023"/>
                  </a:lnTo>
                  <a:lnTo>
                    <a:pt x="1697705" y="2244128"/>
                  </a:lnTo>
                  <a:lnTo>
                    <a:pt x="1701128" y="2250182"/>
                  </a:lnTo>
                  <a:lnTo>
                    <a:pt x="1704551" y="2339178"/>
                  </a:lnTo>
                  <a:lnTo>
                    <a:pt x="1707973" y="2380496"/>
                  </a:lnTo>
                  <a:lnTo>
                    <a:pt x="1711396" y="2333545"/>
                  </a:lnTo>
                  <a:lnTo>
                    <a:pt x="1714819" y="2280631"/>
                  </a:lnTo>
                  <a:lnTo>
                    <a:pt x="1718242" y="2176632"/>
                  </a:lnTo>
                  <a:lnTo>
                    <a:pt x="1721665" y="2070751"/>
                  </a:lnTo>
                  <a:lnTo>
                    <a:pt x="1725087" y="1926671"/>
                  </a:lnTo>
                  <a:lnTo>
                    <a:pt x="1728510" y="1927350"/>
                  </a:lnTo>
                  <a:lnTo>
                    <a:pt x="1731933" y="1977530"/>
                  </a:lnTo>
                  <a:lnTo>
                    <a:pt x="1735356" y="1973172"/>
                  </a:lnTo>
                  <a:lnTo>
                    <a:pt x="1738779" y="2056334"/>
                  </a:lnTo>
                  <a:lnTo>
                    <a:pt x="1742201" y="2114136"/>
                  </a:lnTo>
                  <a:lnTo>
                    <a:pt x="1745624" y="2238748"/>
                  </a:lnTo>
                  <a:lnTo>
                    <a:pt x="1749047" y="2356270"/>
                  </a:lnTo>
                  <a:lnTo>
                    <a:pt x="1752470" y="2489997"/>
                  </a:lnTo>
                  <a:lnTo>
                    <a:pt x="1755893" y="2579570"/>
                  </a:lnTo>
                  <a:lnTo>
                    <a:pt x="1759315" y="2625875"/>
                  </a:lnTo>
                  <a:lnTo>
                    <a:pt x="1762738" y="2593379"/>
                  </a:lnTo>
                  <a:lnTo>
                    <a:pt x="1766161" y="2432642"/>
                  </a:lnTo>
                  <a:lnTo>
                    <a:pt x="1769584" y="2278113"/>
                  </a:lnTo>
                  <a:lnTo>
                    <a:pt x="1773007" y="2151476"/>
                  </a:lnTo>
                  <a:lnTo>
                    <a:pt x="1776429" y="2102115"/>
                  </a:lnTo>
                  <a:lnTo>
                    <a:pt x="1779852" y="2031873"/>
                  </a:lnTo>
                  <a:lnTo>
                    <a:pt x="1783275" y="2002718"/>
                  </a:lnTo>
                  <a:lnTo>
                    <a:pt x="1786698" y="1996901"/>
                  </a:lnTo>
                  <a:lnTo>
                    <a:pt x="1790121" y="1900692"/>
                  </a:lnTo>
                  <a:lnTo>
                    <a:pt x="1793543" y="1776564"/>
                  </a:lnTo>
                  <a:lnTo>
                    <a:pt x="1796966" y="1697467"/>
                  </a:lnTo>
                  <a:lnTo>
                    <a:pt x="1800389" y="1712754"/>
                  </a:lnTo>
                  <a:lnTo>
                    <a:pt x="1803812" y="1751768"/>
                  </a:lnTo>
                  <a:lnTo>
                    <a:pt x="1807234" y="1783432"/>
                  </a:lnTo>
                  <a:lnTo>
                    <a:pt x="1810657" y="1824252"/>
                  </a:lnTo>
                  <a:lnTo>
                    <a:pt x="1814080" y="1898478"/>
                  </a:lnTo>
                  <a:lnTo>
                    <a:pt x="1817503" y="1922325"/>
                  </a:lnTo>
                  <a:lnTo>
                    <a:pt x="1820926" y="1850078"/>
                  </a:lnTo>
                  <a:lnTo>
                    <a:pt x="1824348" y="1794431"/>
                  </a:lnTo>
                  <a:lnTo>
                    <a:pt x="1827771" y="1831906"/>
                  </a:lnTo>
                  <a:lnTo>
                    <a:pt x="1831194" y="1942161"/>
                  </a:lnTo>
                  <a:lnTo>
                    <a:pt x="1834617" y="2089986"/>
                  </a:lnTo>
                  <a:lnTo>
                    <a:pt x="1838040" y="2169114"/>
                  </a:lnTo>
                  <a:lnTo>
                    <a:pt x="1841462" y="2183288"/>
                  </a:lnTo>
                  <a:lnTo>
                    <a:pt x="1844885" y="2220517"/>
                  </a:lnTo>
                  <a:lnTo>
                    <a:pt x="1848308" y="2233700"/>
                  </a:lnTo>
                  <a:lnTo>
                    <a:pt x="1851731" y="2185971"/>
                  </a:lnTo>
                  <a:lnTo>
                    <a:pt x="1855154" y="2074250"/>
                  </a:lnTo>
                  <a:lnTo>
                    <a:pt x="1858576" y="1984173"/>
                  </a:lnTo>
                  <a:lnTo>
                    <a:pt x="1861999" y="1965019"/>
                  </a:lnTo>
                  <a:lnTo>
                    <a:pt x="1865422" y="1987988"/>
                  </a:lnTo>
                  <a:lnTo>
                    <a:pt x="1868845" y="1982316"/>
                  </a:lnTo>
                  <a:lnTo>
                    <a:pt x="1872268" y="2025328"/>
                  </a:lnTo>
                  <a:lnTo>
                    <a:pt x="1875690" y="2034781"/>
                  </a:lnTo>
                  <a:lnTo>
                    <a:pt x="1879113" y="2077063"/>
                  </a:lnTo>
                  <a:lnTo>
                    <a:pt x="1882536" y="2124579"/>
                  </a:lnTo>
                  <a:lnTo>
                    <a:pt x="1885959" y="2089833"/>
                  </a:lnTo>
                  <a:lnTo>
                    <a:pt x="1889382" y="1981056"/>
                  </a:lnTo>
                  <a:lnTo>
                    <a:pt x="1892804" y="1839664"/>
                  </a:lnTo>
                  <a:lnTo>
                    <a:pt x="1896227" y="1757408"/>
                  </a:lnTo>
                  <a:lnTo>
                    <a:pt x="1899650" y="1718692"/>
                  </a:lnTo>
                  <a:lnTo>
                    <a:pt x="1903073" y="1653479"/>
                  </a:lnTo>
                  <a:lnTo>
                    <a:pt x="1906495" y="1530320"/>
                  </a:lnTo>
                  <a:lnTo>
                    <a:pt x="1909918" y="1484343"/>
                  </a:lnTo>
                  <a:lnTo>
                    <a:pt x="1913341" y="1443181"/>
                  </a:lnTo>
                  <a:lnTo>
                    <a:pt x="1916764" y="1400679"/>
                  </a:lnTo>
                  <a:lnTo>
                    <a:pt x="1920187" y="1338649"/>
                  </a:lnTo>
                  <a:lnTo>
                    <a:pt x="1923609" y="1283408"/>
                  </a:lnTo>
                  <a:lnTo>
                    <a:pt x="1927032" y="1274493"/>
                  </a:lnTo>
                  <a:lnTo>
                    <a:pt x="1930455" y="1226464"/>
                  </a:lnTo>
                  <a:lnTo>
                    <a:pt x="1933878" y="1208953"/>
                  </a:lnTo>
                  <a:lnTo>
                    <a:pt x="1937301" y="1226339"/>
                  </a:lnTo>
                  <a:lnTo>
                    <a:pt x="1940723" y="1211837"/>
                  </a:lnTo>
                  <a:lnTo>
                    <a:pt x="1944146" y="1259742"/>
                  </a:lnTo>
                  <a:lnTo>
                    <a:pt x="1947569" y="1335858"/>
                  </a:lnTo>
                  <a:lnTo>
                    <a:pt x="1950992" y="1425097"/>
                  </a:lnTo>
                  <a:lnTo>
                    <a:pt x="1954415" y="1469772"/>
                  </a:lnTo>
                  <a:lnTo>
                    <a:pt x="1957837" y="1541594"/>
                  </a:lnTo>
                  <a:lnTo>
                    <a:pt x="1961260" y="1632516"/>
                  </a:lnTo>
                  <a:lnTo>
                    <a:pt x="1964683" y="1615568"/>
                  </a:lnTo>
                  <a:lnTo>
                    <a:pt x="1968106" y="1619247"/>
                  </a:lnTo>
                  <a:lnTo>
                    <a:pt x="1971529" y="1665293"/>
                  </a:lnTo>
                  <a:lnTo>
                    <a:pt x="1974951" y="1728947"/>
                  </a:lnTo>
                  <a:lnTo>
                    <a:pt x="1978374" y="1848251"/>
                  </a:lnTo>
                  <a:lnTo>
                    <a:pt x="1981797" y="1990668"/>
                  </a:lnTo>
                  <a:lnTo>
                    <a:pt x="1985220" y="2067236"/>
                  </a:lnTo>
                  <a:lnTo>
                    <a:pt x="1988643" y="2008184"/>
                  </a:lnTo>
                  <a:lnTo>
                    <a:pt x="1992065" y="1891731"/>
                  </a:lnTo>
                  <a:lnTo>
                    <a:pt x="1995488" y="1779813"/>
                  </a:lnTo>
                  <a:lnTo>
                    <a:pt x="1998911" y="1557397"/>
                  </a:lnTo>
                  <a:lnTo>
                    <a:pt x="2002334" y="1339209"/>
                  </a:lnTo>
                  <a:lnTo>
                    <a:pt x="2005756" y="1243732"/>
                  </a:lnTo>
                  <a:lnTo>
                    <a:pt x="2009179" y="1273131"/>
                  </a:lnTo>
                  <a:lnTo>
                    <a:pt x="2012602" y="1288313"/>
                  </a:lnTo>
                  <a:lnTo>
                    <a:pt x="2016025" y="1286079"/>
                  </a:lnTo>
                  <a:lnTo>
                    <a:pt x="2019448" y="1231304"/>
                  </a:lnTo>
                  <a:lnTo>
                    <a:pt x="2022870" y="1164196"/>
                  </a:lnTo>
                  <a:lnTo>
                    <a:pt x="2026293" y="1164181"/>
                  </a:lnTo>
                  <a:lnTo>
                    <a:pt x="2029716" y="1176342"/>
                  </a:lnTo>
                  <a:lnTo>
                    <a:pt x="2033139" y="1240426"/>
                  </a:lnTo>
                  <a:lnTo>
                    <a:pt x="2036562" y="1296992"/>
                  </a:lnTo>
                  <a:lnTo>
                    <a:pt x="2039984" y="1434677"/>
                  </a:lnTo>
                  <a:lnTo>
                    <a:pt x="2043407" y="1565849"/>
                  </a:lnTo>
                  <a:lnTo>
                    <a:pt x="2046830" y="1542978"/>
                  </a:lnTo>
                  <a:lnTo>
                    <a:pt x="2050253" y="1448477"/>
                  </a:lnTo>
                  <a:lnTo>
                    <a:pt x="2053676" y="1335908"/>
                  </a:lnTo>
                  <a:lnTo>
                    <a:pt x="2057098" y="1253028"/>
                  </a:lnTo>
                  <a:lnTo>
                    <a:pt x="2060521" y="1199240"/>
                  </a:lnTo>
                  <a:lnTo>
                    <a:pt x="2063944" y="1250792"/>
                  </a:lnTo>
                  <a:lnTo>
                    <a:pt x="2067367" y="1430330"/>
                  </a:lnTo>
                  <a:lnTo>
                    <a:pt x="2070790" y="1700396"/>
                  </a:lnTo>
                  <a:lnTo>
                    <a:pt x="2074212" y="1977198"/>
                  </a:lnTo>
                  <a:lnTo>
                    <a:pt x="2077635" y="2146918"/>
                  </a:lnTo>
                  <a:lnTo>
                    <a:pt x="2081058" y="2153726"/>
                  </a:lnTo>
                  <a:lnTo>
                    <a:pt x="2084481" y="2077791"/>
                  </a:lnTo>
                  <a:lnTo>
                    <a:pt x="2087904" y="2040294"/>
                  </a:lnTo>
                  <a:lnTo>
                    <a:pt x="2091326" y="1889779"/>
                  </a:lnTo>
                  <a:lnTo>
                    <a:pt x="2094749" y="1697906"/>
                  </a:lnTo>
                  <a:lnTo>
                    <a:pt x="2098172" y="1597346"/>
                  </a:lnTo>
                  <a:lnTo>
                    <a:pt x="2101595" y="1731475"/>
                  </a:lnTo>
                  <a:lnTo>
                    <a:pt x="2105018" y="1840917"/>
                  </a:lnTo>
                  <a:lnTo>
                    <a:pt x="2108440" y="1841522"/>
                  </a:lnTo>
                  <a:lnTo>
                    <a:pt x="2111863" y="1957456"/>
                  </a:lnTo>
                  <a:lnTo>
                    <a:pt x="2115286" y="2052193"/>
                  </a:lnTo>
                  <a:lnTo>
                    <a:pt x="2118709" y="2078432"/>
                  </a:lnTo>
                  <a:lnTo>
                    <a:pt x="2122131" y="1949759"/>
                  </a:lnTo>
                  <a:lnTo>
                    <a:pt x="2125554" y="1759887"/>
                  </a:lnTo>
                  <a:lnTo>
                    <a:pt x="2128977" y="1639288"/>
                  </a:lnTo>
                  <a:lnTo>
                    <a:pt x="2132400" y="1553909"/>
                  </a:lnTo>
                  <a:lnTo>
                    <a:pt x="2135823" y="1557628"/>
                  </a:lnTo>
                  <a:lnTo>
                    <a:pt x="2139245" y="1578259"/>
                  </a:lnTo>
                  <a:lnTo>
                    <a:pt x="2142668" y="1643234"/>
                  </a:lnTo>
                  <a:lnTo>
                    <a:pt x="2146091" y="1801639"/>
                  </a:lnTo>
                  <a:lnTo>
                    <a:pt x="2149514" y="1982816"/>
                  </a:lnTo>
                  <a:lnTo>
                    <a:pt x="2152937" y="1936973"/>
                  </a:lnTo>
                  <a:lnTo>
                    <a:pt x="2156359" y="1885795"/>
                  </a:lnTo>
                  <a:lnTo>
                    <a:pt x="2159782" y="1870412"/>
                  </a:lnTo>
                  <a:lnTo>
                    <a:pt x="2163205" y="1842781"/>
                  </a:lnTo>
                  <a:lnTo>
                    <a:pt x="2166628" y="1800177"/>
                  </a:lnTo>
                  <a:lnTo>
                    <a:pt x="2170051" y="1669486"/>
                  </a:lnTo>
                  <a:lnTo>
                    <a:pt x="2173473" y="1606188"/>
                  </a:lnTo>
                  <a:lnTo>
                    <a:pt x="2176896" y="1436476"/>
                  </a:lnTo>
                  <a:lnTo>
                    <a:pt x="2180319" y="1351822"/>
                  </a:lnTo>
                  <a:lnTo>
                    <a:pt x="2183742" y="1296912"/>
                  </a:lnTo>
                  <a:lnTo>
                    <a:pt x="2187165" y="1219092"/>
                  </a:lnTo>
                  <a:lnTo>
                    <a:pt x="2190587" y="1163986"/>
                  </a:lnTo>
                  <a:lnTo>
                    <a:pt x="2194010" y="1193922"/>
                  </a:lnTo>
                  <a:lnTo>
                    <a:pt x="2197433" y="1298631"/>
                  </a:lnTo>
                  <a:lnTo>
                    <a:pt x="2200856" y="1321895"/>
                  </a:lnTo>
                  <a:lnTo>
                    <a:pt x="2204279" y="1282178"/>
                  </a:lnTo>
                  <a:lnTo>
                    <a:pt x="2207701" y="1269747"/>
                  </a:lnTo>
                  <a:lnTo>
                    <a:pt x="2211124" y="1342007"/>
                  </a:lnTo>
                  <a:lnTo>
                    <a:pt x="2214547" y="1427094"/>
                  </a:lnTo>
                  <a:lnTo>
                    <a:pt x="2217970" y="1443135"/>
                  </a:lnTo>
                  <a:lnTo>
                    <a:pt x="2221392" y="1487575"/>
                  </a:lnTo>
                  <a:lnTo>
                    <a:pt x="2224815" y="1572978"/>
                  </a:lnTo>
                  <a:lnTo>
                    <a:pt x="2228238" y="1535270"/>
                  </a:lnTo>
                  <a:lnTo>
                    <a:pt x="2231661" y="1439692"/>
                  </a:lnTo>
                  <a:lnTo>
                    <a:pt x="2235084" y="1335906"/>
                  </a:lnTo>
                  <a:lnTo>
                    <a:pt x="2238506" y="1280354"/>
                  </a:lnTo>
                  <a:lnTo>
                    <a:pt x="2241929" y="1209118"/>
                  </a:lnTo>
                  <a:lnTo>
                    <a:pt x="2245352" y="1120502"/>
                  </a:lnTo>
                  <a:lnTo>
                    <a:pt x="2248775" y="1106064"/>
                  </a:lnTo>
                  <a:lnTo>
                    <a:pt x="2252198" y="1054233"/>
                  </a:lnTo>
                  <a:lnTo>
                    <a:pt x="2255620" y="980401"/>
                  </a:lnTo>
                  <a:lnTo>
                    <a:pt x="2259043" y="891911"/>
                  </a:lnTo>
                  <a:lnTo>
                    <a:pt x="2262466" y="784992"/>
                  </a:lnTo>
                  <a:lnTo>
                    <a:pt x="2265889" y="721196"/>
                  </a:lnTo>
                  <a:lnTo>
                    <a:pt x="2269312" y="677874"/>
                  </a:lnTo>
                  <a:lnTo>
                    <a:pt x="2272734" y="663114"/>
                  </a:lnTo>
                  <a:lnTo>
                    <a:pt x="2276157" y="728463"/>
                  </a:lnTo>
                  <a:lnTo>
                    <a:pt x="2279580" y="808830"/>
                  </a:lnTo>
                  <a:lnTo>
                    <a:pt x="2283003" y="909491"/>
                  </a:lnTo>
                  <a:lnTo>
                    <a:pt x="2286426" y="1029587"/>
                  </a:lnTo>
                  <a:lnTo>
                    <a:pt x="2289848" y="1160403"/>
                  </a:lnTo>
                  <a:lnTo>
                    <a:pt x="2293271" y="1202493"/>
                  </a:lnTo>
                  <a:lnTo>
                    <a:pt x="2296694" y="1156759"/>
                  </a:lnTo>
                  <a:lnTo>
                    <a:pt x="2300117" y="1109808"/>
                  </a:lnTo>
                  <a:lnTo>
                    <a:pt x="2303540" y="1029058"/>
                  </a:lnTo>
                  <a:lnTo>
                    <a:pt x="2306962" y="897822"/>
                  </a:lnTo>
                  <a:lnTo>
                    <a:pt x="2310385" y="778697"/>
                  </a:lnTo>
                  <a:lnTo>
                    <a:pt x="2313808" y="881625"/>
                  </a:lnTo>
                  <a:lnTo>
                    <a:pt x="2317231" y="999521"/>
                  </a:lnTo>
                  <a:lnTo>
                    <a:pt x="2320653" y="1077657"/>
                  </a:lnTo>
                  <a:lnTo>
                    <a:pt x="2324076" y="1091795"/>
                  </a:lnTo>
                  <a:lnTo>
                    <a:pt x="2327499" y="1075350"/>
                  </a:lnTo>
                  <a:lnTo>
                    <a:pt x="2330922" y="1022019"/>
                  </a:lnTo>
                  <a:lnTo>
                    <a:pt x="2334345" y="874520"/>
                  </a:lnTo>
                  <a:lnTo>
                    <a:pt x="2337767" y="726585"/>
                  </a:lnTo>
                  <a:lnTo>
                    <a:pt x="2341190" y="589780"/>
                  </a:lnTo>
                  <a:lnTo>
                    <a:pt x="2344613" y="516275"/>
                  </a:lnTo>
                  <a:lnTo>
                    <a:pt x="2348036" y="437688"/>
                  </a:lnTo>
                  <a:lnTo>
                    <a:pt x="2351459" y="385391"/>
                  </a:lnTo>
                  <a:lnTo>
                    <a:pt x="2354881" y="253749"/>
                  </a:lnTo>
                  <a:lnTo>
                    <a:pt x="2358304" y="170424"/>
                  </a:lnTo>
                  <a:lnTo>
                    <a:pt x="2361727" y="161549"/>
                  </a:lnTo>
                  <a:lnTo>
                    <a:pt x="2365150" y="165044"/>
                  </a:lnTo>
                  <a:lnTo>
                    <a:pt x="2368573" y="276362"/>
                  </a:lnTo>
                  <a:lnTo>
                    <a:pt x="2371995" y="339330"/>
                  </a:lnTo>
                  <a:lnTo>
                    <a:pt x="2375418" y="370654"/>
                  </a:lnTo>
                  <a:lnTo>
                    <a:pt x="2378841" y="417570"/>
                  </a:lnTo>
                  <a:lnTo>
                    <a:pt x="2382264" y="478898"/>
                  </a:lnTo>
                  <a:lnTo>
                    <a:pt x="2385687" y="517282"/>
                  </a:lnTo>
                  <a:lnTo>
                    <a:pt x="2389109" y="450956"/>
                  </a:lnTo>
                  <a:lnTo>
                    <a:pt x="2392532" y="510621"/>
                  </a:lnTo>
                  <a:lnTo>
                    <a:pt x="2395955" y="676108"/>
                  </a:lnTo>
                  <a:lnTo>
                    <a:pt x="2399378" y="677283"/>
                  </a:lnTo>
                  <a:lnTo>
                    <a:pt x="2402801" y="597215"/>
                  </a:lnTo>
                  <a:lnTo>
                    <a:pt x="2406223" y="572249"/>
                  </a:lnTo>
                  <a:lnTo>
                    <a:pt x="2409646" y="592617"/>
                  </a:lnTo>
                  <a:lnTo>
                    <a:pt x="2413069" y="526385"/>
                  </a:lnTo>
                  <a:lnTo>
                    <a:pt x="2416492" y="510931"/>
                  </a:lnTo>
                  <a:lnTo>
                    <a:pt x="2419915" y="577792"/>
                  </a:lnTo>
                  <a:lnTo>
                    <a:pt x="2423337" y="680438"/>
                  </a:lnTo>
                  <a:lnTo>
                    <a:pt x="2426760" y="745978"/>
                  </a:lnTo>
                  <a:lnTo>
                    <a:pt x="2430183" y="720400"/>
                  </a:lnTo>
                  <a:lnTo>
                    <a:pt x="2433606" y="767059"/>
                  </a:lnTo>
                  <a:lnTo>
                    <a:pt x="2437028" y="773608"/>
                  </a:lnTo>
                  <a:lnTo>
                    <a:pt x="2440451" y="760064"/>
                  </a:lnTo>
                  <a:lnTo>
                    <a:pt x="2443874" y="787972"/>
                  </a:lnTo>
                  <a:lnTo>
                    <a:pt x="2447297" y="816398"/>
                  </a:lnTo>
                  <a:lnTo>
                    <a:pt x="2450720" y="858510"/>
                  </a:lnTo>
                  <a:lnTo>
                    <a:pt x="2454142" y="768761"/>
                  </a:lnTo>
                  <a:lnTo>
                    <a:pt x="2457565" y="619036"/>
                  </a:lnTo>
                  <a:lnTo>
                    <a:pt x="2460988" y="512432"/>
                  </a:lnTo>
                  <a:lnTo>
                    <a:pt x="2464411" y="417406"/>
                  </a:lnTo>
                  <a:lnTo>
                    <a:pt x="2467834" y="356963"/>
                  </a:lnTo>
                  <a:lnTo>
                    <a:pt x="2471256" y="295501"/>
                  </a:lnTo>
                  <a:lnTo>
                    <a:pt x="2474679" y="367516"/>
                  </a:lnTo>
                  <a:lnTo>
                    <a:pt x="2478102" y="496920"/>
                  </a:lnTo>
                  <a:lnTo>
                    <a:pt x="2481525" y="605747"/>
                  </a:lnTo>
                  <a:lnTo>
                    <a:pt x="2484948" y="695948"/>
                  </a:lnTo>
                  <a:lnTo>
                    <a:pt x="2488370" y="758877"/>
                  </a:lnTo>
                  <a:lnTo>
                    <a:pt x="2491793" y="772382"/>
                  </a:lnTo>
                  <a:lnTo>
                    <a:pt x="2495216" y="679462"/>
                  </a:lnTo>
                  <a:lnTo>
                    <a:pt x="2498639" y="586604"/>
                  </a:lnTo>
                  <a:lnTo>
                    <a:pt x="2502062" y="471169"/>
                  </a:lnTo>
                  <a:lnTo>
                    <a:pt x="2505484" y="301189"/>
                  </a:lnTo>
                  <a:lnTo>
                    <a:pt x="2508907" y="156686"/>
                  </a:lnTo>
                  <a:lnTo>
                    <a:pt x="2512330" y="168938"/>
                  </a:lnTo>
                  <a:lnTo>
                    <a:pt x="2515753" y="197800"/>
                  </a:lnTo>
                  <a:lnTo>
                    <a:pt x="2519176" y="180575"/>
                  </a:lnTo>
                  <a:lnTo>
                    <a:pt x="2522598" y="193905"/>
                  </a:lnTo>
                  <a:lnTo>
                    <a:pt x="2526021" y="219964"/>
                  </a:lnTo>
                  <a:lnTo>
                    <a:pt x="2529444" y="244400"/>
                  </a:lnTo>
                  <a:lnTo>
                    <a:pt x="2532867" y="234673"/>
                  </a:lnTo>
                  <a:lnTo>
                    <a:pt x="2536289" y="257182"/>
                  </a:lnTo>
                  <a:lnTo>
                    <a:pt x="2539712" y="303116"/>
                  </a:lnTo>
                  <a:lnTo>
                    <a:pt x="2543135" y="380681"/>
                  </a:lnTo>
                  <a:lnTo>
                    <a:pt x="2546558" y="499875"/>
                  </a:lnTo>
                  <a:lnTo>
                    <a:pt x="2549981" y="514206"/>
                  </a:lnTo>
                  <a:lnTo>
                    <a:pt x="2553403" y="499053"/>
                  </a:lnTo>
                  <a:lnTo>
                    <a:pt x="2556826" y="563492"/>
                  </a:lnTo>
                  <a:lnTo>
                    <a:pt x="2560249" y="663040"/>
                  </a:lnTo>
                  <a:lnTo>
                    <a:pt x="2563672" y="842207"/>
                  </a:lnTo>
                  <a:lnTo>
                    <a:pt x="2567095" y="881304"/>
                  </a:lnTo>
                  <a:lnTo>
                    <a:pt x="2570517" y="928461"/>
                  </a:lnTo>
                  <a:lnTo>
                    <a:pt x="2573940" y="904330"/>
                  </a:lnTo>
                  <a:lnTo>
                    <a:pt x="2577363" y="742078"/>
                  </a:lnTo>
                  <a:lnTo>
                    <a:pt x="2580786" y="558639"/>
                  </a:lnTo>
                  <a:lnTo>
                    <a:pt x="2584209" y="296464"/>
                  </a:lnTo>
                  <a:lnTo>
                    <a:pt x="2587631" y="142026"/>
                  </a:lnTo>
                  <a:lnTo>
                    <a:pt x="2591054" y="54610"/>
                  </a:lnTo>
                  <a:lnTo>
                    <a:pt x="2594477" y="26421"/>
                  </a:lnTo>
                  <a:lnTo>
                    <a:pt x="2597900" y="36952"/>
                  </a:lnTo>
                  <a:lnTo>
                    <a:pt x="2601323" y="37355"/>
                  </a:lnTo>
                  <a:lnTo>
                    <a:pt x="2604745" y="67226"/>
                  </a:lnTo>
                  <a:lnTo>
                    <a:pt x="2608168" y="109165"/>
                  </a:lnTo>
                  <a:lnTo>
                    <a:pt x="2611591" y="147534"/>
                  </a:lnTo>
                  <a:lnTo>
                    <a:pt x="2615014" y="202923"/>
                  </a:lnTo>
                  <a:lnTo>
                    <a:pt x="2618437" y="266852"/>
                  </a:lnTo>
                  <a:lnTo>
                    <a:pt x="2621859" y="289105"/>
                  </a:lnTo>
                  <a:lnTo>
                    <a:pt x="2625282" y="239011"/>
                  </a:lnTo>
                  <a:lnTo>
                    <a:pt x="2628705" y="210468"/>
                  </a:lnTo>
                  <a:lnTo>
                    <a:pt x="2632128" y="194869"/>
                  </a:lnTo>
                  <a:lnTo>
                    <a:pt x="2635550" y="177544"/>
                  </a:lnTo>
                  <a:lnTo>
                    <a:pt x="2638973" y="131763"/>
                  </a:lnTo>
                  <a:lnTo>
                    <a:pt x="2642396" y="103242"/>
                  </a:lnTo>
                  <a:lnTo>
                    <a:pt x="2645819" y="149410"/>
                  </a:lnTo>
                  <a:lnTo>
                    <a:pt x="2649242" y="268977"/>
                  </a:lnTo>
                  <a:lnTo>
                    <a:pt x="2652664" y="409866"/>
                  </a:lnTo>
                  <a:lnTo>
                    <a:pt x="2656087" y="499596"/>
                  </a:lnTo>
                  <a:lnTo>
                    <a:pt x="2659510" y="686746"/>
                  </a:lnTo>
                  <a:lnTo>
                    <a:pt x="2662933" y="906299"/>
                  </a:lnTo>
                  <a:lnTo>
                    <a:pt x="2666356" y="1054421"/>
                  </a:lnTo>
                  <a:lnTo>
                    <a:pt x="2669778" y="1026220"/>
                  </a:lnTo>
                  <a:lnTo>
                    <a:pt x="2673201" y="1004166"/>
                  </a:lnTo>
                  <a:lnTo>
                    <a:pt x="2676624" y="1042979"/>
                  </a:lnTo>
                  <a:lnTo>
                    <a:pt x="2680047" y="1004918"/>
                  </a:lnTo>
                  <a:lnTo>
                    <a:pt x="2683470" y="896463"/>
                  </a:lnTo>
                  <a:lnTo>
                    <a:pt x="2686892" y="794208"/>
                  </a:lnTo>
                  <a:lnTo>
                    <a:pt x="2690315" y="781673"/>
                  </a:lnTo>
                  <a:lnTo>
                    <a:pt x="2693738" y="792696"/>
                  </a:lnTo>
                  <a:lnTo>
                    <a:pt x="2697161" y="744773"/>
                  </a:lnTo>
                  <a:lnTo>
                    <a:pt x="2700584" y="665203"/>
                  </a:lnTo>
                  <a:lnTo>
                    <a:pt x="2704006" y="639521"/>
                  </a:lnTo>
                  <a:lnTo>
                    <a:pt x="2707429" y="675324"/>
                  </a:lnTo>
                  <a:lnTo>
                    <a:pt x="2710852" y="659676"/>
                  </a:lnTo>
                  <a:lnTo>
                    <a:pt x="2714275" y="567465"/>
                  </a:lnTo>
                  <a:lnTo>
                    <a:pt x="2717698" y="569474"/>
                  </a:lnTo>
                  <a:lnTo>
                    <a:pt x="2721120" y="640088"/>
                  </a:lnTo>
                  <a:lnTo>
                    <a:pt x="2724543" y="624082"/>
                  </a:lnTo>
                  <a:lnTo>
                    <a:pt x="2727966" y="673440"/>
                  </a:lnTo>
                  <a:lnTo>
                    <a:pt x="2731389" y="729509"/>
                  </a:lnTo>
                  <a:lnTo>
                    <a:pt x="2734812" y="690115"/>
                  </a:lnTo>
                  <a:lnTo>
                    <a:pt x="2738234" y="608723"/>
                  </a:lnTo>
                  <a:lnTo>
                    <a:pt x="2741657" y="505811"/>
                  </a:lnTo>
                  <a:lnTo>
                    <a:pt x="2745080" y="458962"/>
                  </a:lnTo>
                  <a:lnTo>
                    <a:pt x="2748503" y="328478"/>
                  </a:lnTo>
                  <a:lnTo>
                    <a:pt x="2751925" y="239362"/>
                  </a:lnTo>
                  <a:lnTo>
                    <a:pt x="2755348" y="390990"/>
                  </a:lnTo>
                  <a:lnTo>
                    <a:pt x="2758771" y="512752"/>
                  </a:lnTo>
                  <a:lnTo>
                    <a:pt x="2762194" y="524331"/>
                  </a:lnTo>
                  <a:lnTo>
                    <a:pt x="2765617" y="551565"/>
                  </a:lnTo>
                  <a:lnTo>
                    <a:pt x="2769039" y="556342"/>
                  </a:lnTo>
                  <a:lnTo>
                    <a:pt x="2772462" y="495106"/>
                  </a:lnTo>
                  <a:lnTo>
                    <a:pt x="2775885" y="289834"/>
                  </a:lnTo>
                  <a:lnTo>
                    <a:pt x="2779308" y="183488"/>
                  </a:lnTo>
                  <a:lnTo>
                    <a:pt x="2782731" y="200313"/>
                  </a:lnTo>
                  <a:lnTo>
                    <a:pt x="2786153" y="165461"/>
                  </a:lnTo>
                  <a:lnTo>
                    <a:pt x="2789576" y="148119"/>
                  </a:lnTo>
                  <a:lnTo>
                    <a:pt x="2792999" y="209125"/>
                  </a:lnTo>
                  <a:lnTo>
                    <a:pt x="2796422" y="320568"/>
                  </a:lnTo>
                  <a:lnTo>
                    <a:pt x="2799845" y="396777"/>
                  </a:lnTo>
                  <a:lnTo>
                    <a:pt x="2803267" y="480619"/>
                  </a:lnTo>
                  <a:lnTo>
                    <a:pt x="2806690" y="558781"/>
                  </a:lnTo>
                  <a:lnTo>
                    <a:pt x="2810113" y="721297"/>
                  </a:lnTo>
                  <a:lnTo>
                    <a:pt x="2813536" y="914411"/>
                  </a:lnTo>
                  <a:lnTo>
                    <a:pt x="2816959" y="1053164"/>
                  </a:lnTo>
                  <a:lnTo>
                    <a:pt x="2820381" y="1120333"/>
                  </a:lnTo>
                  <a:lnTo>
                    <a:pt x="2823804" y="1131787"/>
                  </a:lnTo>
                  <a:lnTo>
                    <a:pt x="2827227" y="1199215"/>
                  </a:lnTo>
                  <a:lnTo>
                    <a:pt x="2830650" y="1153323"/>
                  </a:lnTo>
                  <a:lnTo>
                    <a:pt x="2834073" y="1058120"/>
                  </a:lnTo>
                  <a:lnTo>
                    <a:pt x="2837495" y="896044"/>
                  </a:lnTo>
                  <a:lnTo>
                    <a:pt x="2840918" y="723264"/>
                  </a:lnTo>
                  <a:lnTo>
                    <a:pt x="2844341" y="596109"/>
                  </a:lnTo>
                  <a:lnTo>
                    <a:pt x="2847764" y="525805"/>
                  </a:lnTo>
                  <a:lnTo>
                    <a:pt x="2851186" y="471056"/>
                  </a:lnTo>
                  <a:lnTo>
                    <a:pt x="2854609" y="361693"/>
                  </a:lnTo>
                  <a:lnTo>
                    <a:pt x="2858032" y="341155"/>
                  </a:lnTo>
                  <a:lnTo>
                    <a:pt x="2861455" y="401135"/>
                  </a:lnTo>
                  <a:lnTo>
                    <a:pt x="2864878" y="511491"/>
                  </a:lnTo>
                  <a:lnTo>
                    <a:pt x="2868300" y="585398"/>
                  </a:lnTo>
                  <a:lnTo>
                    <a:pt x="2871723" y="601558"/>
                  </a:lnTo>
                  <a:lnTo>
                    <a:pt x="2875146" y="737052"/>
                  </a:lnTo>
                  <a:lnTo>
                    <a:pt x="2878569" y="875752"/>
                  </a:lnTo>
                  <a:lnTo>
                    <a:pt x="2881992" y="992432"/>
                  </a:lnTo>
                  <a:lnTo>
                    <a:pt x="2885414" y="1019887"/>
                  </a:lnTo>
                  <a:lnTo>
                    <a:pt x="2888837" y="969499"/>
                  </a:lnTo>
                  <a:lnTo>
                    <a:pt x="2892260" y="974473"/>
                  </a:lnTo>
                  <a:lnTo>
                    <a:pt x="2895683" y="899970"/>
                  </a:lnTo>
                  <a:lnTo>
                    <a:pt x="2899106" y="844385"/>
                  </a:lnTo>
                  <a:lnTo>
                    <a:pt x="2902528" y="750770"/>
                  </a:lnTo>
                  <a:lnTo>
                    <a:pt x="2905951" y="719902"/>
                  </a:lnTo>
                  <a:lnTo>
                    <a:pt x="2909374" y="785735"/>
                  </a:lnTo>
                  <a:lnTo>
                    <a:pt x="2912797" y="834045"/>
                  </a:lnTo>
                  <a:lnTo>
                    <a:pt x="2916220" y="934339"/>
                  </a:lnTo>
                  <a:lnTo>
                    <a:pt x="2919642" y="1051025"/>
                  </a:lnTo>
                  <a:lnTo>
                    <a:pt x="2923065" y="1176137"/>
                  </a:lnTo>
                  <a:lnTo>
                    <a:pt x="2926488" y="1205633"/>
                  </a:lnTo>
                  <a:lnTo>
                    <a:pt x="2929911" y="1142680"/>
                  </a:lnTo>
                  <a:lnTo>
                    <a:pt x="2933334" y="1021842"/>
                  </a:lnTo>
                  <a:lnTo>
                    <a:pt x="2936756" y="848116"/>
                  </a:lnTo>
                  <a:lnTo>
                    <a:pt x="2940179" y="668776"/>
                  </a:lnTo>
                  <a:lnTo>
                    <a:pt x="2943602" y="523304"/>
                  </a:lnTo>
                  <a:lnTo>
                    <a:pt x="2947025" y="522895"/>
                  </a:lnTo>
                  <a:lnTo>
                    <a:pt x="2950448" y="598977"/>
                  </a:lnTo>
                  <a:lnTo>
                    <a:pt x="2953870" y="701616"/>
                  </a:lnTo>
                  <a:lnTo>
                    <a:pt x="2957293" y="787084"/>
                  </a:lnTo>
                  <a:lnTo>
                    <a:pt x="2960716" y="802607"/>
                  </a:lnTo>
                  <a:lnTo>
                    <a:pt x="2964139" y="842669"/>
                  </a:lnTo>
                  <a:lnTo>
                    <a:pt x="2967561" y="868554"/>
                  </a:lnTo>
                  <a:lnTo>
                    <a:pt x="2970984" y="787937"/>
                  </a:lnTo>
                  <a:lnTo>
                    <a:pt x="2974407" y="759076"/>
                  </a:lnTo>
                  <a:lnTo>
                    <a:pt x="2977830" y="805353"/>
                  </a:lnTo>
                  <a:lnTo>
                    <a:pt x="2981253" y="900966"/>
                  </a:lnTo>
                  <a:lnTo>
                    <a:pt x="2984675" y="945742"/>
                  </a:lnTo>
                  <a:lnTo>
                    <a:pt x="2988098" y="973251"/>
                  </a:lnTo>
                  <a:lnTo>
                    <a:pt x="2991521" y="1103097"/>
                  </a:lnTo>
                  <a:lnTo>
                    <a:pt x="2994944" y="1196895"/>
                  </a:lnTo>
                  <a:lnTo>
                    <a:pt x="2998367" y="1252000"/>
                  </a:lnTo>
                  <a:lnTo>
                    <a:pt x="3001789" y="1372452"/>
                  </a:lnTo>
                  <a:lnTo>
                    <a:pt x="3005212" y="1552000"/>
                  </a:lnTo>
                  <a:lnTo>
                    <a:pt x="3008635" y="1719941"/>
                  </a:lnTo>
                  <a:lnTo>
                    <a:pt x="3012058" y="1896278"/>
                  </a:lnTo>
                  <a:lnTo>
                    <a:pt x="3015481" y="2075894"/>
                  </a:lnTo>
                  <a:lnTo>
                    <a:pt x="3018903" y="2283063"/>
                  </a:lnTo>
                  <a:lnTo>
                    <a:pt x="3022326" y="2385899"/>
                  </a:lnTo>
                  <a:lnTo>
                    <a:pt x="3025749" y="2338294"/>
                  </a:lnTo>
                  <a:lnTo>
                    <a:pt x="3029172" y="2264913"/>
                  </a:lnTo>
                  <a:lnTo>
                    <a:pt x="3032595" y="2229259"/>
                  </a:lnTo>
                  <a:lnTo>
                    <a:pt x="3036017" y="2223064"/>
                  </a:lnTo>
                  <a:lnTo>
                    <a:pt x="3039440" y="2180075"/>
                  </a:lnTo>
                  <a:lnTo>
                    <a:pt x="3042863" y="2114143"/>
                  </a:lnTo>
                  <a:lnTo>
                    <a:pt x="3046286" y="2104265"/>
                  </a:lnTo>
                  <a:lnTo>
                    <a:pt x="3049709" y="2029329"/>
                  </a:lnTo>
                  <a:lnTo>
                    <a:pt x="3053131" y="1956099"/>
                  </a:lnTo>
                  <a:lnTo>
                    <a:pt x="3056554" y="1915975"/>
                  </a:lnTo>
                  <a:lnTo>
                    <a:pt x="3059977" y="1854126"/>
                  </a:lnTo>
                  <a:lnTo>
                    <a:pt x="3063400" y="1797954"/>
                  </a:lnTo>
                  <a:lnTo>
                    <a:pt x="3066822" y="1777196"/>
                  </a:lnTo>
                  <a:lnTo>
                    <a:pt x="3070245" y="1828015"/>
                  </a:lnTo>
                  <a:lnTo>
                    <a:pt x="3073668" y="1811431"/>
                  </a:lnTo>
                  <a:lnTo>
                    <a:pt x="3077091" y="1713149"/>
                  </a:lnTo>
                  <a:lnTo>
                    <a:pt x="3080514" y="1635179"/>
                  </a:lnTo>
                  <a:lnTo>
                    <a:pt x="3083936" y="1594615"/>
                  </a:lnTo>
                  <a:lnTo>
                    <a:pt x="3087359" y="1557109"/>
                  </a:lnTo>
                  <a:lnTo>
                    <a:pt x="3090782" y="1460554"/>
                  </a:lnTo>
                  <a:lnTo>
                    <a:pt x="3094205" y="1357054"/>
                  </a:lnTo>
                  <a:lnTo>
                    <a:pt x="3097628" y="1296693"/>
                  </a:lnTo>
                  <a:lnTo>
                    <a:pt x="3101050" y="1292086"/>
                  </a:lnTo>
                  <a:lnTo>
                    <a:pt x="3104473" y="1352091"/>
                  </a:lnTo>
                  <a:lnTo>
                    <a:pt x="3107896" y="1396124"/>
                  </a:lnTo>
                  <a:lnTo>
                    <a:pt x="3111319" y="1389562"/>
                  </a:lnTo>
                  <a:lnTo>
                    <a:pt x="3114742" y="1385789"/>
                  </a:lnTo>
                  <a:lnTo>
                    <a:pt x="3118164" y="1410413"/>
                  </a:lnTo>
                  <a:lnTo>
                    <a:pt x="3121587" y="1357272"/>
                  </a:lnTo>
                  <a:lnTo>
                    <a:pt x="3125010" y="1258022"/>
                  </a:lnTo>
                  <a:lnTo>
                    <a:pt x="3128433" y="1249832"/>
                  </a:lnTo>
                  <a:lnTo>
                    <a:pt x="3131856" y="1331789"/>
                  </a:lnTo>
                  <a:lnTo>
                    <a:pt x="3135278" y="1432878"/>
                  </a:lnTo>
                  <a:lnTo>
                    <a:pt x="3138701" y="1517776"/>
                  </a:lnTo>
                  <a:lnTo>
                    <a:pt x="3142124" y="1578735"/>
                  </a:lnTo>
                  <a:lnTo>
                    <a:pt x="3145547" y="1657481"/>
                  </a:lnTo>
                  <a:lnTo>
                    <a:pt x="3148970" y="1770826"/>
                  </a:lnTo>
                  <a:lnTo>
                    <a:pt x="3152392" y="1881387"/>
                  </a:lnTo>
                  <a:lnTo>
                    <a:pt x="3155815" y="1912105"/>
                  </a:lnTo>
                  <a:lnTo>
                    <a:pt x="3159238" y="1895432"/>
                  </a:lnTo>
                  <a:lnTo>
                    <a:pt x="3162661" y="1993560"/>
                  </a:lnTo>
                  <a:lnTo>
                    <a:pt x="3166083" y="2097531"/>
                  </a:lnTo>
                  <a:lnTo>
                    <a:pt x="3169506" y="2098703"/>
                  </a:lnTo>
                  <a:lnTo>
                    <a:pt x="3172929" y="2034101"/>
                  </a:lnTo>
                  <a:lnTo>
                    <a:pt x="3176352" y="2006985"/>
                  </a:lnTo>
                  <a:lnTo>
                    <a:pt x="3179775" y="2029972"/>
                  </a:lnTo>
                  <a:lnTo>
                    <a:pt x="3183197" y="1971345"/>
                  </a:lnTo>
                  <a:lnTo>
                    <a:pt x="3186620" y="1887223"/>
                  </a:lnTo>
                  <a:lnTo>
                    <a:pt x="3190043" y="1796826"/>
                  </a:lnTo>
                  <a:lnTo>
                    <a:pt x="3193466" y="1787543"/>
                  </a:lnTo>
                  <a:lnTo>
                    <a:pt x="3196889" y="1795471"/>
                  </a:lnTo>
                  <a:lnTo>
                    <a:pt x="3200311" y="1865338"/>
                  </a:lnTo>
                  <a:lnTo>
                    <a:pt x="3203734" y="1927351"/>
                  </a:lnTo>
                  <a:lnTo>
                    <a:pt x="3207157" y="2040233"/>
                  </a:lnTo>
                  <a:lnTo>
                    <a:pt x="3210580" y="2198756"/>
                  </a:lnTo>
                  <a:lnTo>
                    <a:pt x="3214003" y="2280961"/>
                  </a:lnTo>
                  <a:lnTo>
                    <a:pt x="3217425" y="2386781"/>
                  </a:lnTo>
                  <a:lnTo>
                    <a:pt x="3220848" y="2395501"/>
                  </a:lnTo>
                  <a:lnTo>
                    <a:pt x="3224271" y="2338829"/>
                  </a:lnTo>
                  <a:lnTo>
                    <a:pt x="3227694" y="2261246"/>
                  </a:lnTo>
                  <a:lnTo>
                    <a:pt x="3231117" y="2280222"/>
                  </a:lnTo>
                  <a:lnTo>
                    <a:pt x="3234539" y="2302053"/>
                  </a:lnTo>
                  <a:lnTo>
                    <a:pt x="3237962" y="2255034"/>
                  </a:lnTo>
                  <a:lnTo>
                    <a:pt x="3241385" y="2326476"/>
                  </a:lnTo>
                  <a:lnTo>
                    <a:pt x="3244808" y="2469076"/>
                  </a:lnTo>
                  <a:lnTo>
                    <a:pt x="3248231" y="2466976"/>
                  </a:lnTo>
                  <a:lnTo>
                    <a:pt x="3251653" y="2270651"/>
                  </a:lnTo>
                  <a:lnTo>
                    <a:pt x="3255076" y="2216837"/>
                  </a:lnTo>
                  <a:lnTo>
                    <a:pt x="3258499" y="2305424"/>
                  </a:lnTo>
                  <a:lnTo>
                    <a:pt x="3261922" y="2304867"/>
                  </a:lnTo>
                  <a:lnTo>
                    <a:pt x="3265345" y="2337087"/>
                  </a:lnTo>
                  <a:lnTo>
                    <a:pt x="3268767" y="2431569"/>
                  </a:lnTo>
                  <a:lnTo>
                    <a:pt x="3272190" y="2531358"/>
                  </a:lnTo>
                  <a:lnTo>
                    <a:pt x="3275613" y="2515611"/>
                  </a:lnTo>
                  <a:lnTo>
                    <a:pt x="3279036" y="2403378"/>
                  </a:lnTo>
                  <a:lnTo>
                    <a:pt x="3282458" y="2234454"/>
                  </a:lnTo>
                  <a:lnTo>
                    <a:pt x="3285881" y="2016958"/>
                  </a:lnTo>
                  <a:lnTo>
                    <a:pt x="3289304" y="1890634"/>
                  </a:lnTo>
                  <a:lnTo>
                    <a:pt x="3292727" y="1857075"/>
                  </a:lnTo>
                  <a:lnTo>
                    <a:pt x="3296150" y="1797670"/>
                  </a:lnTo>
                  <a:lnTo>
                    <a:pt x="3299572" y="1766386"/>
                  </a:lnTo>
                  <a:lnTo>
                    <a:pt x="3302995" y="1819203"/>
                  </a:lnTo>
                  <a:lnTo>
                    <a:pt x="3306418" y="1883280"/>
                  </a:lnTo>
                  <a:lnTo>
                    <a:pt x="3309841" y="1928883"/>
                  </a:lnTo>
                  <a:lnTo>
                    <a:pt x="3313264" y="1932710"/>
                  </a:lnTo>
                  <a:lnTo>
                    <a:pt x="3316686" y="1911155"/>
                  </a:lnTo>
                  <a:lnTo>
                    <a:pt x="3320109" y="1928973"/>
                  </a:lnTo>
                  <a:lnTo>
                    <a:pt x="3323532" y="1989225"/>
                  </a:lnTo>
                  <a:lnTo>
                    <a:pt x="3326955" y="2080505"/>
                  </a:lnTo>
                  <a:lnTo>
                    <a:pt x="3330378" y="2152020"/>
                  </a:lnTo>
                  <a:lnTo>
                    <a:pt x="3333800" y="2174918"/>
                  </a:lnTo>
                  <a:lnTo>
                    <a:pt x="3337223" y="2260039"/>
                  </a:lnTo>
                  <a:lnTo>
                    <a:pt x="3340646" y="2290574"/>
                  </a:lnTo>
                  <a:lnTo>
                    <a:pt x="3344069" y="2168657"/>
                  </a:lnTo>
                  <a:lnTo>
                    <a:pt x="3347492" y="1997374"/>
                  </a:lnTo>
                  <a:lnTo>
                    <a:pt x="3350914" y="1856105"/>
                  </a:lnTo>
                  <a:lnTo>
                    <a:pt x="3354337" y="1720818"/>
                  </a:lnTo>
                  <a:lnTo>
                    <a:pt x="3357760" y="1547845"/>
                  </a:lnTo>
                  <a:lnTo>
                    <a:pt x="3361183" y="1405637"/>
                  </a:lnTo>
                  <a:lnTo>
                    <a:pt x="3364606" y="1348941"/>
                  </a:lnTo>
                  <a:lnTo>
                    <a:pt x="3368028" y="1283337"/>
                  </a:lnTo>
                  <a:lnTo>
                    <a:pt x="3371451" y="1318084"/>
                  </a:lnTo>
                  <a:lnTo>
                    <a:pt x="3374874" y="1439628"/>
                  </a:lnTo>
                  <a:lnTo>
                    <a:pt x="3378297" y="1586478"/>
                  </a:lnTo>
                  <a:lnTo>
                    <a:pt x="3381719" y="1701897"/>
                  </a:lnTo>
                  <a:lnTo>
                    <a:pt x="3385142" y="1759665"/>
                  </a:lnTo>
                  <a:lnTo>
                    <a:pt x="3388565" y="1880280"/>
                  </a:lnTo>
                  <a:lnTo>
                    <a:pt x="3391988" y="1990843"/>
                  </a:lnTo>
                  <a:lnTo>
                    <a:pt x="3395411" y="2025008"/>
                  </a:lnTo>
                  <a:lnTo>
                    <a:pt x="3398833" y="2001654"/>
                  </a:lnTo>
                  <a:lnTo>
                    <a:pt x="3402256" y="1953906"/>
                  </a:lnTo>
                  <a:lnTo>
                    <a:pt x="3405679" y="1955621"/>
                  </a:lnTo>
                  <a:lnTo>
                    <a:pt x="3409102" y="2024582"/>
                  </a:lnTo>
                  <a:lnTo>
                    <a:pt x="3412525" y="1997695"/>
                  </a:lnTo>
                  <a:lnTo>
                    <a:pt x="3415947" y="1907733"/>
                  </a:lnTo>
                  <a:lnTo>
                    <a:pt x="3419370" y="1910495"/>
                  </a:lnTo>
                  <a:lnTo>
                    <a:pt x="3422793" y="1933889"/>
                  </a:lnTo>
                  <a:lnTo>
                    <a:pt x="3426216" y="1892746"/>
                  </a:lnTo>
                  <a:lnTo>
                    <a:pt x="3429639" y="1765495"/>
                  </a:lnTo>
                  <a:lnTo>
                    <a:pt x="3433061" y="1577377"/>
                  </a:lnTo>
                  <a:lnTo>
                    <a:pt x="3436484" y="1500509"/>
                  </a:lnTo>
                  <a:lnTo>
                    <a:pt x="3439907" y="1454077"/>
                  </a:lnTo>
                  <a:lnTo>
                    <a:pt x="3443330" y="1332261"/>
                  </a:lnTo>
                  <a:lnTo>
                    <a:pt x="3446753" y="1305803"/>
                  </a:lnTo>
                  <a:lnTo>
                    <a:pt x="3450175" y="1303169"/>
                  </a:lnTo>
                  <a:lnTo>
                    <a:pt x="3453598" y="1418697"/>
                  </a:lnTo>
                  <a:lnTo>
                    <a:pt x="3457021" y="1586005"/>
                  </a:lnTo>
                  <a:lnTo>
                    <a:pt x="3460444" y="1680025"/>
                  </a:lnTo>
                  <a:lnTo>
                    <a:pt x="3463867" y="1838556"/>
                  </a:lnTo>
                  <a:lnTo>
                    <a:pt x="3467289" y="1922749"/>
                  </a:lnTo>
                  <a:lnTo>
                    <a:pt x="3470712" y="2013386"/>
                  </a:lnTo>
                  <a:lnTo>
                    <a:pt x="3474135" y="2082779"/>
                  </a:lnTo>
                  <a:lnTo>
                    <a:pt x="3477558" y="2033079"/>
                  </a:lnTo>
                  <a:lnTo>
                    <a:pt x="3480980" y="1999139"/>
                  </a:lnTo>
                  <a:lnTo>
                    <a:pt x="3484403" y="1881980"/>
                  </a:lnTo>
                  <a:lnTo>
                    <a:pt x="3487826" y="1829136"/>
                  </a:lnTo>
                  <a:lnTo>
                    <a:pt x="3491249" y="1808251"/>
                  </a:lnTo>
                  <a:lnTo>
                    <a:pt x="3494672" y="1746982"/>
                  </a:lnTo>
                  <a:lnTo>
                    <a:pt x="3498094" y="1730730"/>
                  </a:lnTo>
                  <a:lnTo>
                    <a:pt x="3501517" y="1763657"/>
                  </a:lnTo>
                  <a:lnTo>
                    <a:pt x="3504940" y="1942332"/>
                  </a:lnTo>
                  <a:lnTo>
                    <a:pt x="3508363" y="2131979"/>
                  </a:lnTo>
                  <a:lnTo>
                    <a:pt x="3511786" y="2266652"/>
                  </a:lnTo>
                  <a:lnTo>
                    <a:pt x="3515208" y="2284438"/>
                  </a:lnTo>
                  <a:lnTo>
                    <a:pt x="3518631" y="2246296"/>
                  </a:lnTo>
                  <a:lnTo>
                    <a:pt x="3522054" y="2206941"/>
                  </a:lnTo>
                  <a:lnTo>
                    <a:pt x="3525477" y="2145980"/>
                  </a:lnTo>
                  <a:lnTo>
                    <a:pt x="3528900" y="2024115"/>
                  </a:lnTo>
                  <a:lnTo>
                    <a:pt x="3532322" y="1967505"/>
                  </a:lnTo>
                  <a:lnTo>
                    <a:pt x="3535745" y="2076683"/>
                  </a:lnTo>
                  <a:lnTo>
                    <a:pt x="3539168" y="2123439"/>
                  </a:lnTo>
                  <a:lnTo>
                    <a:pt x="3542591" y="2095092"/>
                  </a:lnTo>
                  <a:lnTo>
                    <a:pt x="3546014" y="2032110"/>
                  </a:lnTo>
                  <a:lnTo>
                    <a:pt x="3549436" y="1998233"/>
                  </a:lnTo>
                  <a:lnTo>
                    <a:pt x="3552859" y="1928053"/>
                  </a:lnTo>
                  <a:lnTo>
                    <a:pt x="3556282" y="1710869"/>
                  </a:lnTo>
                  <a:lnTo>
                    <a:pt x="3559705" y="1599440"/>
                  </a:lnTo>
                  <a:lnTo>
                    <a:pt x="3563128" y="1582887"/>
                  </a:lnTo>
                  <a:lnTo>
                    <a:pt x="3566550" y="1592269"/>
                  </a:lnTo>
                  <a:lnTo>
                    <a:pt x="3569973" y="1564300"/>
                  </a:lnTo>
                  <a:lnTo>
                    <a:pt x="3573396" y="1486045"/>
                  </a:lnTo>
                  <a:lnTo>
                    <a:pt x="3576819" y="1493770"/>
                  </a:lnTo>
                  <a:lnTo>
                    <a:pt x="3580242" y="1559795"/>
                  </a:lnTo>
                  <a:lnTo>
                    <a:pt x="3583664" y="1597007"/>
                  </a:lnTo>
                  <a:lnTo>
                    <a:pt x="3587087" y="1507367"/>
                  </a:lnTo>
                  <a:lnTo>
                    <a:pt x="3590510" y="1483979"/>
                  </a:lnTo>
                  <a:lnTo>
                    <a:pt x="3593933" y="1625720"/>
                  </a:lnTo>
                  <a:lnTo>
                    <a:pt x="3597355" y="1701787"/>
                  </a:lnTo>
                  <a:lnTo>
                    <a:pt x="3600778" y="1642947"/>
                  </a:lnTo>
                  <a:lnTo>
                    <a:pt x="3604201" y="1535822"/>
                  </a:lnTo>
                  <a:lnTo>
                    <a:pt x="3607624" y="1550347"/>
                  </a:lnTo>
                  <a:lnTo>
                    <a:pt x="3611047" y="1594327"/>
                  </a:lnTo>
                  <a:lnTo>
                    <a:pt x="3614469" y="1514475"/>
                  </a:lnTo>
                  <a:lnTo>
                    <a:pt x="3617892" y="1515190"/>
                  </a:lnTo>
                  <a:lnTo>
                    <a:pt x="3621315" y="1678685"/>
                  </a:lnTo>
                  <a:lnTo>
                    <a:pt x="3624738" y="1804667"/>
                  </a:lnTo>
                  <a:lnTo>
                    <a:pt x="3628161" y="1894407"/>
                  </a:lnTo>
                  <a:lnTo>
                    <a:pt x="3631583" y="1966120"/>
                  </a:lnTo>
                  <a:lnTo>
                    <a:pt x="3635006" y="1961075"/>
                  </a:lnTo>
                  <a:lnTo>
                    <a:pt x="3638429" y="1903677"/>
                  </a:lnTo>
                  <a:lnTo>
                    <a:pt x="3641852" y="1786019"/>
                  </a:lnTo>
                  <a:lnTo>
                    <a:pt x="3645275" y="1733208"/>
                  </a:lnTo>
                  <a:lnTo>
                    <a:pt x="3648697" y="1808153"/>
                  </a:lnTo>
                  <a:lnTo>
                    <a:pt x="3652120" y="1823711"/>
                  </a:lnTo>
                  <a:lnTo>
                    <a:pt x="3655543" y="1776635"/>
                  </a:lnTo>
                  <a:lnTo>
                    <a:pt x="3658966" y="1706088"/>
                  </a:lnTo>
                  <a:lnTo>
                    <a:pt x="3662389" y="1631623"/>
                  </a:lnTo>
                  <a:lnTo>
                    <a:pt x="3665811" y="1566908"/>
                  </a:lnTo>
                  <a:lnTo>
                    <a:pt x="3669234" y="1457921"/>
                  </a:lnTo>
                  <a:lnTo>
                    <a:pt x="3672657" y="1304470"/>
                  </a:lnTo>
                  <a:lnTo>
                    <a:pt x="3676080" y="1193357"/>
                  </a:lnTo>
                  <a:lnTo>
                    <a:pt x="3679503" y="1190002"/>
                  </a:lnTo>
                  <a:lnTo>
                    <a:pt x="3682925" y="1214417"/>
                  </a:lnTo>
                  <a:lnTo>
                    <a:pt x="3686348" y="1188334"/>
                  </a:lnTo>
                  <a:lnTo>
                    <a:pt x="3689771" y="1054340"/>
                  </a:lnTo>
                  <a:lnTo>
                    <a:pt x="3693194" y="982780"/>
                  </a:lnTo>
                  <a:lnTo>
                    <a:pt x="3696616" y="1012668"/>
                  </a:lnTo>
                  <a:lnTo>
                    <a:pt x="3700039" y="1110467"/>
                  </a:lnTo>
                  <a:lnTo>
                    <a:pt x="3703462" y="1136813"/>
                  </a:lnTo>
                  <a:lnTo>
                    <a:pt x="3706885" y="1104121"/>
                  </a:lnTo>
                  <a:lnTo>
                    <a:pt x="3710308" y="1129212"/>
                  </a:lnTo>
                  <a:lnTo>
                    <a:pt x="3713730" y="1152196"/>
                  </a:lnTo>
                  <a:lnTo>
                    <a:pt x="3717153" y="1120144"/>
                  </a:lnTo>
                  <a:lnTo>
                    <a:pt x="3720576" y="938632"/>
                  </a:lnTo>
                  <a:lnTo>
                    <a:pt x="3723999" y="821548"/>
                  </a:lnTo>
                  <a:lnTo>
                    <a:pt x="3727422" y="793042"/>
                  </a:lnTo>
                  <a:lnTo>
                    <a:pt x="3730844" y="735325"/>
                  </a:lnTo>
                  <a:lnTo>
                    <a:pt x="3734267" y="646679"/>
                  </a:lnTo>
                  <a:lnTo>
                    <a:pt x="3737690" y="562567"/>
                  </a:lnTo>
                  <a:lnTo>
                    <a:pt x="3741113" y="529509"/>
                  </a:lnTo>
                  <a:lnTo>
                    <a:pt x="3744536" y="541790"/>
                  </a:lnTo>
                  <a:lnTo>
                    <a:pt x="3747958" y="526053"/>
                  </a:lnTo>
                  <a:lnTo>
                    <a:pt x="3751381" y="524397"/>
                  </a:lnTo>
                  <a:lnTo>
                    <a:pt x="3754804" y="575991"/>
                  </a:lnTo>
                  <a:lnTo>
                    <a:pt x="3758227" y="590886"/>
                  </a:lnTo>
                  <a:lnTo>
                    <a:pt x="3761650" y="558999"/>
                  </a:lnTo>
                  <a:lnTo>
                    <a:pt x="3765072" y="521223"/>
                  </a:lnTo>
                  <a:lnTo>
                    <a:pt x="3768495" y="539277"/>
                  </a:lnTo>
                  <a:lnTo>
                    <a:pt x="3771918" y="541023"/>
                  </a:lnTo>
                  <a:lnTo>
                    <a:pt x="3775341" y="502565"/>
                  </a:lnTo>
                  <a:lnTo>
                    <a:pt x="3778764" y="572583"/>
                  </a:lnTo>
                  <a:lnTo>
                    <a:pt x="3782186" y="661546"/>
                  </a:lnTo>
                  <a:lnTo>
                    <a:pt x="3785609" y="632259"/>
                  </a:lnTo>
                  <a:lnTo>
                    <a:pt x="3789032" y="636388"/>
                  </a:lnTo>
                  <a:lnTo>
                    <a:pt x="3792455" y="685872"/>
                  </a:lnTo>
                  <a:lnTo>
                    <a:pt x="3795877" y="758945"/>
                  </a:lnTo>
                  <a:lnTo>
                    <a:pt x="3799300" y="787670"/>
                  </a:lnTo>
                  <a:lnTo>
                    <a:pt x="3802723" y="793622"/>
                  </a:lnTo>
                  <a:lnTo>
                    <a:pt x="3806146" y="835426"/>
                  </a:lnTo>
                  <a:lnTo>
                    <a:pt x="3809569" y="774771"/>
                  </a:lnTo>
                  <a:lnTo>
                    <a:pt x="3812991" y="708772"/>
                  </a:lnTo>
                  <a:lnTo>
                    <a:pt x="3816414" y="652187"/>
                  </a:lnTo>
                  <a:lnTo>
                    <a:pt x="3819837" y="587281"/>
                  </a:lnTo>
                  <a:lnTo>
                    <a:pt x="3823260" y="555248"/>
                  </a:lnTo>
                  <a:lnTo>
                    <a:pt x="3826683" y="533421"/>
                  </a:lnTo>
                  <a:lnTo>
                    <a:pt x="3830105" y="619365"/>
                  </a:lnTo>
                  <a:lnTo>
                    <a:pt x="3833528" y="719636"/>
                  </a:lnTo>
                  <a:lnTo>
                    <a:pt x="3836951" y="689324"/>
                  </a:lnTo>
                  <a:lnTo>
                    <a:pt x="3840374" y="646517"/>
                  </a:lnTo>
                  <a:lnTo>
                    <a:pt x="3843797" y="627445"/>
                  </a:lnTo>
                  <a:lnTo>
                    <a:pt x="3847219" y="650512"/>
                  </a:lnTo>
                  <a:lnTo>
                    <a:pt x="3850642" y="667978"/>
                  </a:lnTo>
                  <a:lnTo>
                    <a:pt x="3854065" y="664324"/>
                  </a:lnTo>
                  <a:lnTo>
                    <a:pt x="3857488" y="783085"/>
                  </a:lnTo>
                  <a:lnTo>
                    <a:pt x="3860911" y="933947"/>
                  </a:lnTo>
                  <a:lnTo>
                    <a:pt x="3864333" y="1044113"/>
                  </a:lnTo>
                  <a:lnTo>
                    <a:pt x="3867756" y="1084485"/>
                  </a:lnTo>
                  <a:lnTo>
                    <a:pt x="3871179" y="1034624"/>
                  </a:lnTo>
                  <a:lnTo>
                    <a:pt x="3874602" y="1032956"/>
                  </a:lnTo>
                  <a:lnTo>
                    <a:pt x="3878025" y="1049493"/>
                  </a:lnTo>
                  <a:lnTo>
                    <a:pt x="3881447" y="1091861"/>
                  </a:lnTo>
                  <a:lnTo>
                    <a:pt x="3884870" y="1164458"/>
                  </a:lnTo>
                  <a:lnTo>
                    <a:pt x="3888293" y="1202252"/>
                  </a:lnTo>
                  <a:lnTo>
                    <a:pt x="3891716" y="1265263"/>
                  </a:lnTo>
                  <a:lnTo>
                    <a:pt x="3895139" y="1168665"/>
                  </a:lnTo>
                  <a:lnTo>
                    <a:pt x="3898561" y="1025392"/>
                  </a:lnTo>
                  <a:lnTo>
                    <a:pt x="3901984" y="867102"/>
                  </a:lnTo>
                  <a:lnTo>
                    <a:pt x="3905407" y="719718"/>
                  </a:lnTo>
                  <a:lnTo>
                    <a:pt x="3908830" y="696527"/>
                  </a:lnTo>
                  <a:lnTo>
                    <a:pt x="3912252" y="677867"/>
                  </a:lnTo>
                  <a:lnTo>
                    <a:pt x="3915675" y="730361"/>
                  </a:lnTo>
                  <a:lnTo>
                    <a:pt x="3919098" y="802929"/>
                  </a:lnTo>
                  <a:lnTo>
                    <a:pt x="3922521" y="864217"/>
                  </a:lnTo>
                  <a:lnTo>
                    <a:pt x="3925944" y="859496"/>
                  </a:lnTo>
                  <a:lnTo>
                    <a:pt x="3929366" y="804928"/>
                  </a:lnTo>
                  <a:lnTo>
                    <a:pt x="3932789" y="696899"/>
                  </a:lnTo>
                  <a:lnTo>
                    <a:pt x="3936212" y="616039"/>
                  </a:lnTo>
                  <a:lnTo>
                    <a:pt x="3939635" y="599803"/>
                  </a:lnTo>
                  <a:lnTo>
                    <a:pt x="3943058" y="591126"/>
                  </a:lnTo>
                  <a:lnTo>
                    <a:pt x="3946480" y="600658"/>
                  </a:lnTo>
                  <a:lnTo>
                    <a:pt x="3949903" y="572004"/>
                  </a:lnTo>
                  <a:lnTo>
                    <a:pt x="3953326" y="588717"/>
                  </a:lnTo>
                  <a:lnTo>
                    <a:pt x="3956749" y="595731"/>
                  </a:lnTo>
                  <a:lnTo>
                    <a:pt x="3960172" y="558656"/>
                  </a:lnTo>
                  <a:lnTo>
                    <a:pt x="3963594" y="478532"/>
                  </a:lnTo>
                  <a:lnTo>
                    <a:pt x="3967017" y="451275"/>
                  </a:lnTo>
                  <a:lnTo>
                    <a:pt x="3970440" y="509458"/>
                  </a:lnTo>
                  <a:lnTo>
                    <a:pt x="3973863" y="545413"/>
                  </a:lnTo>
                  <a:lnTo>
                    <a:pt x="3977286" y="518323"/>
                  </a:lnTo>
                  <a:lnTo>
                    <a:pt x="3980708" y="500400"/>
                  </a:lnTo>
                  <a:lnTo>
                    <a:pt x="3984131" y="668084"/>
                  </a:lnTo>
                  <a:lnTo>
                    <a:pt x="3987554" y="859288"/>
                  </a:lnTo>
                  <a:lnTo>
                    <a:pt x="3990977" y="840073"/>
                  </a:lnTo>
                  <a:lnTo>
                    <a:pt x="3994400" y="731474"/>
                  </a:lnTo>
                  <a:lnTo>
                    <a:pt x="3997822" y="668317"/>
                  </a:lnTo>
                  <a:lnTo>
                    <a:pt x="4001245" y="591244"/>
                  </a:lnTo>
                  <a:lnTo>
                    <a:pt x="4004668" y="372294"/>
                  </a:lnTo>
                  <a:lnTo>
                    <a:pt x="4008091" y="117716"/>
                  </a:lnTo>
                  <a:lnTo>
                    <a:pt x="4011513" y="70409"/>
                  </a:lnTo>
                  <a:lnTo>
                    <a:pt x="4014936" y="146639"/>
                  </a:lnTo>
                  <a:lnTo>
                    <a:pt x="4018359" y="254443"/>
                  </a:lnTo>
                  <a:lnTo>
                    <a:pt x="4021782" y="358536"/>
                  </a:lnTo>
                  <a:lnTo>
                    <a:pt x="4025205" y="473942"/>
                  </a:lnTo>
                  <a:lnTo>
                    <a:pt x="4028627" y="561126"/>
                  </a:lnTo>
                  <a:lnTo>
                    <a:pt x="4032050" y="562340"/>
                  </a:lnTo>
                  <a:lnTo>
                    <a:pt x="4035473" y="541353"/>
                  </a:lnTo>
                  <a:lnTo>
                    <a:pt x="4038896" y="503913"/>
                  </a:lnTo>
                  <a:lnTo>
                    <a:pt x="4042319" y="533495"/>
                  </a:lnTo>
                  <a:lnTo>
                    <a:pt x="4045741" y="540500"/>
                  </a:lnTo>
                  <a:lnTo>
                    <a:pt x="4049164" y="510989"/>
                  </a:lnTo>
                  <a:lnTo>
                    <a:pt x="4052587" y="553632"/>
                  </a:lnTo>
                  <a:lnTo>
                    <a:pt x="4056010" y="705414"/>
                  </a:lnTo>
                  <a:lnTo>
                    <a:pt x="4059433" y="882879"/>
                  </a:lnTo>
                  <a:lnTo>
                    <a:pt x="4062855" y="923898"/>
                  </a:lnTo>
                  <a:lnTo>
                    <a:pt x="4066278" y="926635"/>
                  </a:lnTo>
                  <a:lnTo>
                    <a:pt x="4069701" y="907697"/>
                  </a:lnTo>
                  <a:lnTo>
                    <a:pt x="4073124" y="844594"/>
                  </a:lnTo>
                  <a:lnTo>
                    <a:pt x="4076547" y="664313"/>
                  </a:lnTo>
                  <a:lnTo>
                    <a:pt x="4079969" y="447838"/>
                  </a:lnTo>
                  <a:lnTo>
                    <a:pt x="4083392" y="334407"/>
                  </a:lnTo>
                  <a:lnTo>
                    <a:pt x="4086815" y="332548"/>
                  </a:lnTo>
                  <a:lnTo>
                    <a:pt x="4090238" y="330385"/>
                  </a:lnTo>
                  <a:lnTo>
                    <a:pt x="4093661" y="270807"/>
                  </a:lnTo>
                  <a:lnTo>
                    <a:pt x="4097083" y="242395"/>
                  </a:lnTo>
                  <a:lnTo>
                    <a:pt x="4100506" y="260822"/>
                  </a:lnTo>
                  <a:lnTo>
                    <a:pt x="4103929" y="246119"/>
                  </a:lnTo>
                  <a:lnTo>
                    <a:pt x="4107352" y="139326"/>
                  </a:lnTo>
                  <a:lnTo>
                    <a:pt x="4110775" y="50774"/>
                  </a:lnTo>
                  <a:lnTo>
                    <a:pt x="4114197" y="42211"/>
                  </a:lnTo>
                  <a:lnTo>
                    <a:pt x="4117620" y="34496"/>
                  </a:lnTo>
                  <a:lnTo>
                    <a:pt x="4121043" y="10959"/>
                  </a:lnTo>
                  <a:lnTo>
                    <a:pt x="4124466" y="0"/>
                  </a:lnTo>
                  <a:lnTo>
                    <a:pt x="4124466" y="0"/>
                  </a:lnTo>
                  <a:lnTo>
                    <a:pt x="4127888" y="13834"/>
                  </a:lnTo>
                  <a:lnTo>
                    <a:pt x="4131311" y="51787"/>
                  </a:lnTo>
                  <a:lnTo>
                    <a:pt x="4134734" y="132366"/>
                  </a:lnTo>
                  <a:lnTo>
                    <a:pt x="4138157" y="217736"/>
                  </a:lnTo>
                  <a:lnTo>
                    <a:pt x="4141580" y="221182"/>
                  </a:lnTo>
                  <a:lnTo>
                    <a:pt x="4145002" y="224357"/>
                  </a:lnTo>
                  <a:lnTo>
                    <a:pt x="4148425" y="227400"/>
                  </a:lnTo>
                  <a:lnTo>
                    <a:pt x="4151848" y="268225"/>
                  </a:lnTo>
                  <a:lnTo>
                    <a:pt x="4155271" y="273131"/>
                  </a:lnTo>
                  <a:lnTo>
                    <a:pt x="4158694" y="297800"/>
                  </a:lnTo>
                  <a:lnTo>
                    <a:pt x="4162116" y="424081"/>
                  </a:lnTo>
                  <a:lnTo>
                    <a:pt x="4165539" y="501444"/>
                  </a:lnTo>
                  <a:lnTo>
                    <a:pt x="4168962" y="550049"/>
                  </a:lnTo>
                  <a:lnTo>
                    <a:pt x="4172385" y="567324"/>
                  </a:lnTo>
                  <a:lnTo>
                    <a:pt x="4175808" y="629757"/>
                  </a:lnTo>
                  <a:lnTo>
                    <a:pt x="4179230" y="723642"/>
                  </a:lnTo>
                  <a:lnTo>
                    <a:pt x="4182653" y="777265"/>
                  </a:lnTo>
                  <a:lnTo>
                    <a:pt x="4186076" y="735346"/>
                  </a:lnTo>
                  <a:lnTo>
                    <a:pt x="4189499" y="697163"/>
                  </a:lnTo>
                  <a:lnTo>
                    <a:pt x="4192922" y="700816"/>
                  </a:lnTo>
                  <a:lnTo>
                    <a:pt x="4196344" y="612446"/>
                  </a:lnTo>
                  <a:lnTo>
                    <a:pt x="4199767" y="535655"/>
                  </a:lnTo>
                  <a:lnTo>
                    <a:pt x="4203190" y="481251"/>
                  </a:lnTo>
                  <a:lnTo>
                    <a:pt x="4206613" y="541145"/>
                  </a:lnTo>
                  <a:lnTo>
                    <a:pt x="4210036" y="511398"/>
                  </a:lnTo>
                  <a:lnTo>
                    <a:pt x="4213458" y="399120"/>
                  </a:lnTo>
                  <a:lnTo>
                    <a:pt x="4216881" y="297184"/>
                  </a:lnTo>
                  <a:lnTo>
                    <a:pt x="4220304" y="172902"/>
                  </a:lnTo>
                  <a:lnTo>
                    <a:pt x="4223727" y="66266"/>
                  </a:lnTo>
                  <a:lnTo>
                    <a:pt x="4227149" y="32690"/>
                  </a:lnTo>
                  <a:lnTo>
                    <a:pt x="4230572" y="178343"/>
                  </a:lnTo>
                  <a:lnTo>
                    <a:pt x="4233995" y="320120"/>
                  </a:lnTo>
                  <a:lnTo>
                    <a:pt x="4237418" y="548708"/>
                  </a:lnTo>
                  <a:lnTo>
                    <a:pt x="4240841" y="714784"/>
                  </a:lnTo>
                  <a:lnTo>
                    <a:pt x="4244263" y="814992"/>
                  </a:lnTo>
                  <a:lnTo>
                    <a:pt x="4247686" y="904487"/>
                  </a:lnTo>
                  <a:lnTo>
                    <a:pt x="4251109" y="977619"/>
                  </a:lnTo>
                  <a:lnTo>
                    <a:pt x="4254532" y="1077699"/>
                  </a:lnTo>
                  <a:lnTo>
                    <a:pt x="4257955" y="1000644"/>
                  </a:lnTo>
                  <a:lnTo>
                    <a:pt x="4261377" y="940830"/>
                  </a:lnTo>
                  <a:lnTo>
                    <a:pt x="4264800" y="953116"/>
                  </a:lnTo>
                  <a:lnTo>
                    <a:pt x="4268223" y="997398"/>
                  </a:lnTo>
                  <a:lnTo>
                    <a:pt x="4271646" y="928734"/>
                  </a:lnTo>
                  <a:lnTo>
                    <a:pt x="4275069" y="879560"/>
                  </a:lnTo>
                  <a:lnTo>
                    <a:pt x="4278491" y="898766"/>
                  </a:lnTo>
                  <a:lnTo>
                    <a:pt x="4281914" y="915476"/>
                  </a:lnTo>
                  <a:lnTo>
                    <a:pt x="4285337" y="952577"/>
                  </a:lnTo>
                  <a:lnTo>
                    <a:pt x="4288760" y="959598"/>
                  </a:lnTo>
                  <a:lnTo>
                    <a:pt x="4292183" y="993160"/>
                  </a:lnTo>
                  <a:lnTo>
                    <a:pt x="4295605" y="996044"/>
                  </a:lnTo>
                  <a:lnTo>
                    <a:pt x="4299028" y="1041362"/>
                  </a:lnTo>
                  <a:lnTo>
                    <a:pt x="4302451" y="1025213"/>
                  </a:lnTo>
                  <a:lnTo>
                    <a:pt x="4305874" y="956913"/>
                  </a:lnTo>
                  <a:lnTo>
                    <a:pt x="4309297" y="876271"/>
                  </a:lnTo>
                  <a:lnTo>
                    <a:pt x="4312719" y="865853"/>
                  </a:lnTo>
                  <a:lnTo>
                    <a:pt x="4316142" y="891787"/>
                  </a:lnTo>
                  <a:lnTo>
                    <a:pt x="4319565" y="889072"/>
                  </a:lnTo>
                  <a:lnTo>
                    <a:pt x="4322988" y="894193"/>
                  </a:lnTo>
                  <a:lnTo>
                    <a:pt x="4326410" y="831137"/>
                  </a:lnTo>
                  <a:lnTo>
                    <a:pt x="4329833" y="695189"/>
                  </a:lnTo>
                  <a:lnTo>
                    <a:pt x="4333256" y="496241"/>
                  </a:lnTo>
                  <a:lnTo>
                    <a:pt x="4336679" y="302189"/>
                  </a:lnTo>
                  <a:lnTo>
                    <a:pt x="4340102" y="136076"/>
                  </a:lnTo>
                  <a:lnTo>
                    <a:pt x="4343524" y="30820"/>
                  </a:lnTo>
                  <a:lnTo>
                    <a:pt x="4346947" y="25707"/>
                  </a:lnTo>
                  <a:lnTo>
                    <a:pt x="4350370" y="43676"/>
                  </a:lnTo>
                  <a:lnTo>
                    <a:pt x="4353793" y="81610"/>
                  </a:lnTo>
                  <a:lnTo>
                    <a:pt x="4357216" y="193737"/>
                  </a:lnTo>
                  <a:lnTo>
                    <a:pt x="4360638" y="269200"/>
                  </a:lnTo>
                  <a:lnTo>
                    <a:pt x="4364061" y="344370"/>
                  </a:lnTo>
                  <a:lnTo>
                    <a:pt x="4367484" y="397035"/>
                  </a:lnTo>
                  <a:lnTo>
                    <a:pt x="4370907" y="380135"/>
                  </a:lnTo>
                  <a:lnTo>
                    <a:pt x="4374330" y="345527"/>
                  </a:lnTo>
                  <a:lnTo>
                    <a:pt x="4377752" y="268128"/>
                  </a:lnTo>
                  <a:lnTo>
                    <a:pt x="4381175" y="240717"/>
                  </a:lnTo>
                  <a:lnTo>
                    <a:pt x="4384598" y="273407"/>
                  </a:lnTo>
                  <a:lnTo>
                    <a:pt x="4388021" y="366498"/>
                  </a:lnTo>
                  <a:lnTo>
                    <a:pt x="4391444" y="579631"/>
                  </a:lnTo>
                  <a:lnTo>
                    <a:pt x="4394866" y="784613"/>
                  </a:lnTo>
                  <a:lnTo>
                    <a:pt x="4398289" y="915993"/>
                  </a:lnTo>
                  <a:lnTo>
                    <a:pt x="4401712" y="980459"/>
                  </a:lnTo>
                  <a:lnTo>
                    <a:pt x="4405135" y="955210"/>
                  </a:lnTo>
                  <a:lnTo>
                    <a:pt x="4408558" y="882977"/>
                  </a:lnTo>
                  <a:lnTo>
                    <a:pt x="4411980" y="768840"/>
                  </a:lnTo>
                  <a:lnTo>
                    <a:pt x="4415403" y="659662"/>
                  </a:lnTo>
                  <a:lnTo>
                    <a:pt x="4418826" y="543621"/>
                  </a:lnTo>
                  <a:lnTo>
                    <a:pt x="4422249" y="454559"/>
                  </a:lnTo>
                  <a:lnTo>
                    <a:pt x="4425672" y="428584"/>
                  </a:lnTo>
                  <a:lnTo>
                    <a:pt x="4429094" y="393413"/>
                  </a:lnTo>
                  <a:lnTo>
                    <a:pt x="4432517" y="353583"/>
                  </a:lnTo>
                  <a:lnTo>
                    <a:pt x="4435940" y="304214"/>
                  </a:lnTo>
                  <a:lnTo>
                    <a:pt x="4439363" y="244067"/>
                  </a:lnTo>
                  <a:lnTo>
                    <a:pt x="4442785" y="235990"/>
                  </a:lnTo>
                  <a:lnTo>
                    <a:pt x="4446208" y="271637"/>
                  </a:lnTo>
                  <a:lnTo>
                    <a:pt x="4449631" y="302978"/>
                  </a:lnTo>
                  <a:lnTo>
                    <a:pt x="4453054" y="273453"/>
                  </a:lnTo>
                  <a:lnTo>
                    <a:pt x="4456477" y="278501"/>
                  </a:lnTo>
                  <a:lnTo>
                    <a:pt x="4459899" y="394760"/>
                  </a:lnTo>
                  <a:lnTo>
                    <a:pt x="4463322" y="437642"/>
                  </a:lnTo>
                  <a:lnTo>
                    <a:pt x="4466745" y="398514"/>
                  </a:lnTo>
                  <a:lnTo>
                    <a:pt x="4470168" y="307624"/>
                  </a:lnTo>
                  <a:lnTo>
                    <a:pt x="4473591" y="278177"/>
                  </a:lnTo>
                  <a:lnTo>
                    <a:pt x="4477013" y="267042"/>
                  </a:lnTo>
                  <a:lnTo>
                    <a:pt x="4480436" y="206003"/>
                  </a:lnTo>
                  <a:lnTo>
                    <a:pt x="4483859" y="159595"/>
                  </a:lnTo>
                  <a:lnTo>
                    <a:pt x="4487282" y="127101"/>
                  </a:lnTo>
                  <a:lnTo>
                    <a:pt x="4490705" y="172229"/>
                  </a:lnTo>
                  <a:lnTo>
                    <a:pt x="4494127" y="175825"/>
                  </a:lnTo>
                  <a:lnTo>
                    <a:pt x="4497550" y="138683"/>
                  </a:lnTo>
                  <a:lnTo>
                    <a:pt x="4500973" y="143716"/>
                  </a:lnTo>
                  <a:lnTo>
                    <a:pt x="4504396" y="164064"/>
                  </a:lnTo>
                  <a:lnTo>
                    <a:pt x="4507819" y="200113"/>
                  </a:lnTo>
                  <a:lnTo>
                    <a:pt x="4511241" y="222104"/>
                  </a:lnTo>
                  <a:lnTo>
                    <a:pt x="4514664" y="226729"/>
                  </a:lnTo>
                  <a:lnTo>
                    <a:pt x="4518087" y="282860"/>
                  </a:lnTo>
                  <a:lnTo>
                    <a:pt x="4521510" y="322619"/>
                  </a:lnTo>
                  <a:lnTo>
                    <a:pt x="4524933" y="424297"/>
                  </a:lnTo>
                  <a:lnTo>
                    <a:pt x="4528355" y="536616"/>
                  </a:lnTo>
                  <a:lnTo>
                    <a:pt x="4531778" y="559144"/>
                  </a:lnTo>
                  <a:lnTo>
                    <a:pt x="4535201" y="589479"/>
                  </a:lnTo>
                  <a:lnTo>
                    <a:pt x="4538624" y="590594"/>
                  </a:lnTo>
                  <a:lnTo>
                    <a:pt x="4542046" y="540192"/>
                  </a:lnTo>
                  <a:lnTo>
                    <a:pt x="4545469" y="447301"/>
                  </a:lnTo>
                  <a:lnTo>
                    <a:pt x="4548892" y="375194"/>
                  </a:lnTo>
                  <a:lnTo>
                    <a:pt x="4552315" y="410308"/>
                  </a:lnTo>
                  <a:lnTo>
                    <a:pt x="4555738" y="466241"/>
                  </a:lnTo>
                  <a:lnTo>
                    <a:pt x="4559160" y="454590"/>
                  </a:lnTo>
                  <a:lnTo>
                    <a:pt x="4562583" y="494855"/>
                  </a:lnTo>
                  <a:lnTo>
                    <a:pt x="4566006" y="536311"/>
                  </a:lnTo>
                  <a:lnTo>
                    <a:pt x="4569429" y="508016"/>
                  </a:lnTo>
                  <a:lnTo>
                    <a:pt x="4572852" y="466447"/>
                  </a:lnTo>
                  <a:lnTo>
                    <a:pt x="4576274" y="408368"/>
                  </a:lnTo>
                  <a:lnTo>
                    <a:pt x="4579697" y="422843"/>
                  </a:lnTo>
                  <a:lnTo>
                    <a:pt x="4583120" y="405639"/>
                  </a:lnTo>
                  <a:lnTo>
                    <a:pt x="4586543" y="425046"/>
                  </a:lnTo>
                  <a:lnTo>
                    <a:pt x="4589966" y="471375"/>
                  </a:lnTo>
                  <a:lnTo>
                    <a:pt x="4593388" y="508095"/>
                  </a:lnTo>
                  <a:lnTo>
                    <a:pt x="4596811" y="576946"/>
                  </a:lnTo>
                  <a:lnTo>
                    <a:pt x="4600234" y="648729"/>
                  </a:lnTo>
                  <a:lnTo>
                    <a:pt x="4603657" y="768041"/>
                  </a:lnTo>
                  <a:lnTo>
                    <a:pt x="4607080" y="850034"/>
                  </a:lnTo>
                  <a:lnTo>
                    <a:pt x="4610502" y="866973"/>
                  </a:lnTo>
                  <a:lnTo>
                    <a:pt x="4613925" y="821331"/>
                  </a:lnTo>
                  <a:lnTo>
                    <a:pt x="4617348" y="797186"/>
                  </a:lnTo>
                  <a:lnTo>
                    <a:pt x="4620771" y="711169"/>
                  </a:lnTo>
                  <a:lnTo>
                    <a:pt x="4624194" y="592643"/>
                  </a:lnTo>
                  <a:lnTo>
                    <a:pt x="4627616" y="503102"/>
                  </a:lnTo>
                  <a:lnTo>
                    <a:pt x="4631039" y="460475"/>
                  </a:lnTo>
                  <a:lnTo>
                    <a:pt x="4634462" y="462193"/>
                  </a:lnTo>
                  <a:lnTo>
                    <a:pt x="4637885" y="400034"/>
                  </a:lnTo>
                  <a:lnTo>
                    <a:pt x="4641307" y="381603"/>
                  </a:lnTo>
                  <a:lnTo>
                    <a:pt x="4644730" y="332594"/>
                  </a:lnTo>
                  <a:lnTo>
                    <a:pt x="4648153" y="229581"/>
                  </a:lnTo>
                  <a:lnTo>
                    <a:pt x="4651576" y="116293"/>
                  </a:lnTo>
                  <a:lnTo>
                    <a:pt x="4654999" y="29130"/>
                  </a:lnTo>
                  <a:lnTo>
                    <a:pt x="4658421" y="82046"/>
                  </a:lnTo>
                  <a:lnTo>
                    <a:pt x="4661844" y="174809"/>
                  </a:lnTo>
                  <a:lnTo>
                    <a:pt x="4665267" y="208052"/>
                  </a:lnTo>
                  <a:lnTo>
                    <a:pt x="4668690" y="249769"/>
                  </a:lnTo>
                  <a:lnTo>
                    <a:pt x="4672113" y="294636"/>
                  </a:lnTo>
                  <a:lnTo>
                    <a:pt x="4675535" y="318015"/>
                  </a:lnTo>
                  <a:lnTo>
                    <a:pt x="4678958" y="279297"/>
                  </a:lnTo>
                  <a:lnTo>
                    <a:pt x="4682381" y="212154"/>
                  </a:lnTo>
                  <a:lnTo>
                    <a:pt x="4685804" y="226071"/>
                  </a:lnTo>
                  <a:lnTo>
                    <a:pt x="4689227" y="239356"/>
                  </a:lnTo>
                  <a:lnTo>
                    <a:pt x="4692649" y="260557"/>
                  </a:lnTo>
                  <a:lnTo>
                    <a:pt x="4696072" y="249075"/>
                  </a:lnTo>
                  <a:lnTo>
                    <a:pt x="4699495" y="264733"/>
                  </a:lnTo>
                  <a:lnTo>
                    <a:pt x="4702918" y="269437"/>
                  </a:lnTo>
                  <a:lnTo>
                    <a:pt x="4706341" y="295137"/>
                  </a:lnTo>
                  <a:lnTo>
                    <a:pt x="4709763" y="351488"/>
                  </a:lnTo>
                  <a:lnTo>
                    <a:pt x="4713186" y="398034"/>
                  </a:lnTo>
                  <a:lnTo>
                    <a:pt x="4716609" y="511492"/>
                  </a:lnTo>
                  <a:lnTo>
                    <a:pt x="4720032" y="681599"/>
                  </a:lnTo>
                  <a:lnTo>
                    <a:pt x="4723455" y="889887"/>
                  </a:lnTo>
                  <a:lnTo>
                    <a:pt x="4726877" y="978528"/>
                  </a:lnTo>
                  <a:lnTo>
                    <a:pt x="4730300" y="996390"/>
                  </a:lnTo>
                  <a:lnTo>
                    <a:pt x="4733723" y="1012390"/>
                  </a:lnTo>
                  <a:lnTo>
                    <a:pt x="4737146" y="1084964"/>
                  </a:lnTo>
                  <a:lnTo>
                    <a:pt x="4740569" y="1070321"/>
                  </a:lnTo>
                  <a:lnTo>
                    <a:pt x="4743991" y="971142"/>
                  </a:lnTo>
                  <a:lnTo>
                    <a:pt x="4747414" y="928048"/>
                  </a:lnTo>
                  <a:lnTo>
                    <a:pt x="4750837" y="905472"/>
                  </a:lnTo>
                  <a:lnTo>
                    <a:pt x="4754260" y="862420"/>
                  </a:lnTo>
                  <a:lnTo>
                    <a:pt x="4757682" y="744302"/>
                  </a:lnTo>
                  <a:lnTo>
                    <a:pt x="4761105" y="622396"/>
                  </a:lnTo>
                  <a:lnTo>
                    <a:pt x="4764528" y="574031"/>
                  </a:lnTo>
                  <a:lnTo>
                    <a:pt x="4767951" y="551744"/>
                  </a:lnTo>
                  <a:lnTo>
                    <a:pt x="4771374" y="525976"/>
                  </a:lnTo>
                  <a:lnTo>
                    <a:pt x="4774796" y="533689"/>
                  </a:lnTo>
                  <a:lnTo>
                    <a:pt x="4778219" y="518105"/>
                  </a:lnTo>
                  <a:lnTo>
                    <a:pt x="4781642" y="457364"/>
                  </a:lnTo>
                  <a:lnTo>
                    <a:pt x="4785065" y="377540"/>
                  </a:lnTo>
                  <a:lnTo>
                    <a:pt x="4788488" y="361630"/>
                  </a:lnTo>
                  <a:lnTo>
                    <a:pt x="4791910" y="483001"/>
                  </a:lnTo>
                  <a:lnTo>
                    <a:pt x="4795333" y="564748"/>
                  </a:lnTo>
                  <a:lnTo>
                    <a:pt x="4798756" y="588395"/>
                  </a:lnTo>
                  <a:lnTo>
                    <a:pt x="4802179" y="633802"/>
                  </a:lnTo>
                  <a:lnTo>
                    <a:pt x="4805602" y="599332"/>
                  </a:lnTo>
                  <a:lnTo>
                    <a:pt x="4809024" y="509178"/>
                  </a:lnTo>
                  <a:lnTo>
                    <a:pt x="4812447" y="349944"/>
                  </a:lnTo>
                  <a:lnTo>
                    <a:pt x="4815870" y="220432"/>
                  </a:lnTo>
                  <a:lnTo>
                    <a:pt x="4819293" y="157726"/>
                  </a:lnTo>
                  <a:lnTo>
                    <a:pt x="4822716" y="204594"/>
                  </a:lnTo>
                  <a:lnTo>
                    <a:pt x="4826138" y="407620"/>
                  </a:lnTo>
                  <a:lnTo>
                    <a:pt x="4829561" y="656386"/>
                  </a:lnTo>
                  <a:lnTo>
                    <a:pt x="4832984" y="807090"/>
                  </a:lnTo>
                  <a:lnTo>
                    <a:pt x="4836407" y="887665"/>
                  </a:lnTo>
                  <a:lnTo>
                    <a:pt x="4839830" y="984706"/>
                  </a:lnTo>
                  <a:lnTo>
                    <a:pt x="4843252" y="951170"/>
                  </a:lnTo>
                  <a:lnTo>
                    <a:pt x="4846675" y="897994"/>
                  </a:lnTo>
                  <a:lnTo>
                    <a:pt x="4850098" y="837276"/>
                  </a:lnTo>
                  <a:lnTo>
                    <a:pt x="4853521" y="772451"/>
                  </a:lnTo>
                  <a:lnTo>
                    <a:pt x="4856943" y="875043"/>
                  </a:lnTo>
                  <a:lnTo>
                    <a:pt x="4860366" y="958729"/>
                  </a:lnTo>
                  <a:lnTo>
                    <a:pt x="4863789" y="1031892"/>
                  </a:lnTo>
                  <a:lnTo>
                    <a:pt x="4867212" y="1061183"/>
                  </a:lnTo>
                  <a:lnTo>
                    <a:pt x="4870635" y="1028821"/>
                  </a:lnTo>
                  <a:lnTo>
                    <a:pt x="4874057" y="1033774"/>
                  </a:lnTo>
                  <a:lnTo>
                    <a:pt x="4877480" y="940894"/>
                  </a:lnTo>
                  <a:lnTo>
                    <a:pt x="4880903" y="915422"/>
                  </a:lnTo>
                  <a:lnTo>
                    <a:pt x="4884326" y="922279"/>
                  </a:lnTo>
                  <a:lnTo>
                    <a:pt x="4887749" y="758445"/>
                  </a:lnTo>
                  <a:lnTo>
                    <a:pt x="4891171" y="685305"/>
                  </a:lnTo>
                  <a:lnTo>
                    <a:pt x="4894594" y="667004"/>
                  </a:lnTo>
                  <a:lnTo>
                    <a:pt x="4898017" y="611777"/>
                  </a:lnTo>
                  <a:lnTo>
                    <a:pt x="4901440" y="488035"/>
                  </a:lnTo>
                  <a:lnTo>
                    <a:pt x="4904863" y="455070"/>
                  </a:lnTo>
                  <a:lnTo>
                    <a:pt x="4908285" y="558881"/>
                  </a:lnTo>
                  <a:lnTo>
                    <a:pt x="4911708" y="550199"/>
                  </a:lnTo>
                  <a:lnTo>
                    <a:pt x="4915131" y="502091"/>
                  </a:lnTo>
                  <a:lnTo>
                    <a:pt x="4918554" y="545108"/>
                  </a:lnTo>
                  <a:lnTo>
                    <a:pt x="4921977" y="571010"/>
                  </a:lnTo>
                  <a:lnTo>
                    <a:pt x="4925399" y="477516"/>
                  </a:lnTo>
                  <a:lnTo>
                    <a:pt x="4928822" y="376803"/>
                  </a:lnTo>
                  <a:lnTo>
                    <a:pt x="4932245" y="352303"/>
                  </a:lnTo>
                  <a:lnTo>
                    <a:pt x="4935668" y="395741"/>
                  </a:lnTo>
                  <a:lnTo>
                    <a:pt x="4939091" y="415331"/>
                  </a:lnTo>
                  <a:lnTo>
                    <a:pt x="4942513" y="414473"/>
                  </a:lnTo>
                  <a:lnTo>
                    <a:pt x="4945936" y="403398"/>
                  </a:lnTo>
                  <a:lnTo>
                    <a:pt x="4949359" y="425715"/>
                  </a:lnTo>
                  <a:lnTo>
                    <a:pt x="4952782" y="391923"/>
                  </a:lnTo>
                  <a:lnTo>
                    <a:pt x="4956204" y="324288"/>
                  </a:lnTo>
                  <a:lnTo>
                    <a:pt x="4959627" y="215520"/>
                  </a:lnTo>
                  <a:lnTo>
                    <a:pt x="4963050" y="122071"/>
                  </a:lnTo>
                  <a:lnTo>
                    <a:pt x="4966473" y="113413"/>
                  </a:lnTo>
                  <a:lnTo>
                    <a:pt x="4969896" y="86906"/>
                  </a:lnTo>
                  <a:lnTo>
                    <a:pt x="4973318" y="113203"/>
                  </a:lnTo>
                  <a:lnTo>
                    <a:pt x="4976741" y="95333"/>
                  </a:lnTo>
                  <a:lnTo>
                    <a:pt x="4980164" y="159232"/>
                  </a:lnTo>
                  <a:lnTo>
                    <a:pt x="4983587" y="301041"/>
                  </a:lnTo>
                  <a:lnTo>
                    <a:pt x="4987010" y="354207"/>
                  </a:lnTo>
                  <a:lnTo>
                    <a:pt x="4990432" y="355092"/>
                  </a:lnTo>
                  <a:lnTo>
                    <a:pt x="4993855" y="331918"/>
                  </a:lnTo>
                  <a:lnTo>
                    <a:pt x="4997278" y="362328"/>
                  </a:lnTo>
                  <a:lnTo>
                    <a:pt x="5000701" y="347837"/>
                  </a:lnTo>
                  <a:lnTo>
                    <a:pt x="5004124" y="230480"/>
                  </a:lnTo>
                  <a:lnTo>
                    <a:pt x="5007546" y="196830"/>
                  </a:lnTo>
                  <a:lnTo>
                    <a:pt x="5010969" y="217905"/>
                  </a:lnTo>
                  <a:lnTo>
                    <a:pt x="5014392" y="234387"/>
                  </a:lnTo>
                  <a:lnTo>
                    <a:pt x="5017815" y="263392"/>
                  </a:lnTo>
                  <a:lnTo>
                    <a:pt x="5021238" y="273757"/>
                  </a:lnTo>
                  <a:lnTo>
                    <a:pt x="5024660" y="314474"/>
                  </a:lnTo>
                  <a:lnTo>
                    <a:pt x="5028083" y="348796"/>
                  </a:lnTo>
                  <a:lnTo>
                    <a:pt x="5031506" y="419426"/>
                  </a:lnTo>
                  <a:lnTo>
                    <a:pt x="5034929" y="522568"/>
                  </a:lnTo>
                  <a:lnTo>
                    <a:pt x="5038352" y="569189"/>
                  </a:lnTo>
                  <a:lnTo>
                    <a:pt x="5041774" y="578260"/>
                  </a:lnTo>
                  <a:lnTo>
                    <a:pt x="5045197" y="634211"/>
                  </a:lnTo>
                  <a:lnTo>
                    <a:pt x="5048620" y="597740"/>
                  </a:lnTo>
                  <a:lnTo>
                    <a:pt x="5052043" y="541691"/>
                  </a:lnTo>
                  <a:lnTo>
                    <a:pt x="5055466" y="472169"/>
                  </a:lnTo>
                  <a:lnTo>
                    <a:pt x="5058888" y="393789"/>
                  </a:lnTo>
                  <a:lnTo>
                    <a:pt x="5062311" y="333216"/>
                  </a:lnTo>
                  <a:lnTo>
                    <a:pt x="5065734" y="308885"/>
                  </a:lnTo>
                  <a:lnTo>
                    <a:pt x="5069157" y="347767"/>
                  </a:lnTo>
                  <a:lnTo>
                    <a:pt x="5072579" y="402493"/>
                  </a:lnTo>
                  <a:lnTo>
                    <a:pt x="5076002" y="414868"/>
                  </a:lnTo>
                  <a:lnTo>
                    <a:pt x="5079425" y="435720"/>
                  </a:lnTo>
                  <a:lnTo>
                    <a:pt x="5082848" y="520606"/>
                  </a:lnTo>
                  <a:lnTo>
                    <a:pt x="5086271" y="555982"/>
                  </a:lnTo>
                  <a:lnTo>
                    <a:pt x="5089693" y="553406"/>
                  </a:lnTo>
                  <a:lnTo>
                    <a:pt x="5093116" y="526743"/>
                  </a:lnTo>
                  <a:lnTo>
                    <a:pt x="5096539" y="579584"/>
                  </a:lnTo>
                  <a:lnTo>
                    <a:pt x="5099962" y="634390"/>
                  </a:lnTo>
                  <a:lnTo>
                    <a:pt x="5103385" y="653619"/>
                  </a:lnTo>
                  <a:lnTo>
                    <a:pt x="5106807" y="650173"/>
                  </a:lnTo>
                  <a:lnTo>
                    <a:pt x="5110230" y="644986"/>
                  </a:lnTo>
                  <a:lnTo>
                    <a:pt x="5113653" y="647705"/>
                  </a:lnTo>
                  <a:lnTo>
                    <a:pt x="5117076" y="570319"/>
                  </a:lnTo>
                  <a:lnTo>
                    <a:pt x="5120499" y="471658"/>
                  </a:lnTo>
                  <a:lnTo>
                    <a:pt x="5123921" y="380101"/>
                  </a:lnTo>
                  <a:lnTo>
                    <a:pt x="5127344" y="322360"/>
                  </a:lnTo>
                  <a:lnTo>
                    <a:pt x="5130767" y="350776"/>
                  </a:lnTo>
                  <a:lnTo>
                    <a:pt x="5134190" y="332067"/>
                  </a:lnTo>
                  <a:lnTo>
                    <a:pt x="5137613" y="311013"/>
                  </a:lnTo>
                  <a:lnTo>
                    <a:pt x="5141035" y="346480"/>
                  </a:lnTo>
                  <a:lnTo>
                    <a:pt x="5144458" y="410175"/>
                  </a:lnTo>
                  <a:lnTo>
                    <a:pt x="5147881" y="393881"/>
                  </a:lnTo>
                  <a:lnTo>
                    <a:pt x="5151304" y="309208"/>
                  </a:lnTo>
                  <a:lnTo>
                    <a:pt x="5154727" y="240332"/>
                  </a:lnTo>
                  <a:lnTo>
                    <a:pt x="5158149" y="221933"/>
                  </a:lnTo>
                  <a:lnTo>
                    <a:pt x="5161572" y="233868"/>
                  </a:lnTo>
                  <a:lnTo>
                    <a:pt x="5164995" y="167002"/>
                  </a:lnTo>
                  <a:lnTo>
                    <a:pt x="5168418" y="136543"/>
                  </a:lnTo>
                  <a:lnTo>
                    <a:pt x="5171840" y="142937"/>
                  </a:lnTo>
                  <a:lnTo>
                    <a:pt x="5175263" y="163159"/>
                  </a:lnTo>
                  <a:lnTo>
                    <a:pt x="5178686" y="197829"/>
                  </a:lnTo>
                  <a:lnTo>
                    <a:pt x="5182109" y="211486"/>
                  </a:lnTo>
                  <a:lnTo>
                    <a:pt x="5185532" y="224726"/>
                  </a:lnTo>
                  <a:lnTo>
                    <a:pt x="5188954" y="253964"/>
                  </a:lnTo>
                  <a:lnTo>
                    <a:pt x="5192377" y="272939"/>
                  </a:lnTo>
                  <a:lnTo>
                    <a:pt x="5195800" y="300603"/>
                  </a:lnTo>
                  <a:lnTo>
                    <a:pt x="5199223" y="327139"/>
                  </a:lnTo>
                  <a:lnTo>
                    <a:pt x="5202646" y="297560"/>
                  </a:lnTo>
                  <a:lnTo>
                    <a:pt x="5206068" y="222814"/>
                  </a:lnTo>
                  <a:lnTo>
                    <a:pt x="5209491" y="134620"/>
                  </a:lnTo>
                  <a:lnTo>
                    <a:pt x="5212914" y="122376"/>
                  </a:lnTo>
                  <a:lnTo>
                    <a:pt x="5216337" y="137653"/>
                  </a:lnTo>
                  <a:lnTo>
                    <a:pt x="5219760" y="88283"/>
                  </a:lnTo>
                  <a:lnTo>
                    <a:pt x="5223182" y="37237"/>
                  </a:lnTo>
                  <a:lnTo>
                    <a:pt x="5226605" y="91547"/>
                  </a:lnTo>
                  <a:lnTo>
                    <a:pt x="5230028" y="176026"/>
                  </a:lnTo>
                  <a:lnTo>
                    <a:pt x="5233451" y="201752"/>
                  </a:lnTo>
                  <a:lnTo>
                    <a:pt x="5236874" y="258113"/>
                  </a:lnTo>
                  <a:lnTo>
                    <a:pt x="5240296" y="323221"/>
                  </a:lnTo>
                  <a:lnTo>
                    <a:pt x="5243719" y="392147"/>
                  </a:lnTo>
                  <a:lnTo>
                    <a:pt x="5247142" y="440589"/>
                  </a:lnTo>
                  <a:lnTo>
                    <a:pt x="5250565" y="523151"/>
                  </a:lnTo>
                  <a:lnTo>
                    <a:pt x="5253988" y="624207"/>
                  </a:lnTo>
                  <a:lnTo>
                    <a:pt x="5257410" y="723732"/>
                  </a:lnTo>
                  <a:lnTo>
                    <a:pt x="5260833" y="875995"/>
                  </a:lnTo>
                  <a:lnTo>
                    <a:pt x="5264256" y="977317"/>
                  </a:lnTo>
                  <a:lnTo>
                    <a:pt x="5267679" y="1008914"/>
                  </a:lnTo>
                  <a:lnTo>
                    <a:pt x="5271101" y="969039"/>
                  </a:lnTo>
                  <a:lnTo>
                    <a:pt x="5274524" y="965819"/>
                  </a:lnTo>
                  <a:lnTo>
                    <a:pt x="5277947" y="887049"/>
                  </a:lnTo>
                  <a:lnTo>
                    <a:pt x="5281370" y="664485"/>
                  </a:lnTo>
                  <a:lnTo>
                    <a:pt x="5284793" y="525167"/>
                  </a:lnTo>
                  <a:lnTo>
                    <a:pt x="5288215" y="496842"/>
                  </a:lnTo>
                  <a:lnTo>
                    <a:pt x="5291638" y="481486"/>
                  </a:lnTo>
                  <a:lnTo>
                    <a:pt x="5295061" y="436662"/>
                  </a:lnTo>
                  <a:lnTo>
                    <a:pt x="5298484" y="435386"/>
                  </a:lnTo>
                  <a:lnTo>
                    <a:pt x="5301907" y="469804"/>
                  </a:lnTo>
                  <a:lnTo>
                    <a:pt x="5305329" y="446307"/>
                  </a:lnTo>
                  <a:lnTo>
                    <a:pt x="5308752" y="399507"/>
                  </a:lnTo>
                  <a:lnTo>
                    <a:pt x="5312175" y="396175"/>
                  </a:lnTo>
                  <a:lnTo>
                    <a:pt x="5315598" y="344156"/>
                  </a:lnTo>
                  <a:lnTo>
                    <a:pt x="5319021" y="336987"/>
                  </a:lnTo>
                  <a:lnTo>
                    <a:pt x="5322443" y="444700"/>
                  </a:lnTo>
                  <a:lnTo>
                    <a:pt x="5325866" y="600308"/>
                  </a:lnTo>
                  <a:lnTo>
                    <a:pt x="5329289" y="721225"/>
                  </a:lnTo>
                  <a:lnTo>
                    <a:pt x="5332712" y="769329"/>
                  </a:lnTo>
                  <a:lnTo>
                    <a:pt x="5336135" y="786741"/>
                  </a:lnTo>
                  <a:lnTo>
                    <a:pt x="5339557" y="766104"/>
                  </a:lnTo>
                  <a:lnTo>
                    <a:pt x="5342980" y="714779"/>
                  </a:lnTo>
                  <a:lnTo>
                    <a:pt x="5346403" y="669774"/>
                  </a:lnTo>
                  <a:lnTo>
                    <a:pt x="5349826" y="678498"/>
                  </a:lnTo>
                  <a:lnTo>
                    <a:pt x="5353249" y="894444"/>
                  </a:lnTo>
                  <a:lnTo>
                    <a:pt x="5356671" y="1083437"/>
                  </a:lnTo>
                  <a:lnTo>
                    <a:pt x="5360094" y="1084336"/>
                  </a:lnTo>
                  <a:lnTo>
                    <a:pt x="5363517" y="1051618"/>
                  </a:lnTo>
                  <a:lnTo>
                    <a:pt x="5366940" y="1024129"/>
                  </a:lnTo>
                  <a:lnTo>
                    <a:pt x="5370363" y="928523"/>
                  </a:lnTo>
                  <a:lnTo>
                    <a:pt x="5373785" y="696477"/>
                  </a:lnTo>
                  <a:lnTo>
                    <a:pt x="5377208" y="574504"/>
                  </a:lnTo>
                  <a:lnTo>
                    <a:pt x="5380631" y="584221"/>
                  </a:lnTo>
                  <a:lnTo>
                    <a:pt x="5384054" y="617906"/>
                  </a:lnTo>
                  <a:lnTo>
                    <a:pt x="5387476" y="629223"/>
                  </a:lnTo>
                  <a:lnTo>
                    <a:pt x="5390899" y="646559"/>
                  </a:lnTo>
                  <a:lnTo>
                    <a:pt x="5394322" y="642360"/>
                  </a:lnTo>
                  <a:lnTo>
                    <a:pt x="5397745" y="611001"/>
                  </a:lnTo>
                  <a:lnTo>
                    <a:pt x="5401168" y="666856"/>
                  </a:lnTo>
                  <a:lnTo>
                    <a:pt x="5404590" y="782055"/>
                  </a:lnTo>
                  <a:lnTo>
                    <a:pt x="5408013" y="737763"/>
                  </a:lnTo>
                  <a:lnTo>
                    <a:pt x="5411436" y="692791"/>
                  </a:lnTo>
                  <a:lnTo>
                    <a:pt x="5414859" y="626676"/>
                  </a:lnTo>
                  <a:lnTo>
                    <a:pt x="5418282" y="586535"/>
                  </a:lnTo>
                  <a:lnTo>
                    <a:pt x="5421704" y="543811"/>
                  </a:lnTo>
                  <a:lnTo>
                    <a:pt x="5425127" y="465069"/>
                  </a:lnTo>
                  <a:lnTo>
                    <a:pt x="5428550" y="583877"/>
                  </a:lnTo>
                  <a:lnTo>
                    <a:pt x="5431973" y="705357"/>
                  </a:lnTo>
                  <a:lnTo>
                    <a:pt x="5435396" y="792364"/>
                  </a:lnTo>
                  <a:lnTo>
                    <a:pt x="5438818" y="830599"/>
                  </a:lnTo>
                  <a:lnTo>
                    <a:pt x="5442241" y="850228"/>
                  </a:lnTo>
                  <a:lnTo>
                    <a:pt x="5445664" y="888551"/>
                  </a:lnTo>
                  <a:lnTo>
                    <a:pt x="5449087" y="885106"/>
                  </a:lnTo>
                  <a:lnTo>
                    <a:pt x="5452510" y="927303"/>
                  </a:lnTo>
                  <a:lnTo>
                    <a:pt x="5455932" y="995450"/>
                  </a:lnTo>
                  <a:lnTo>
                    <a:pt x="5459355" y="1123876"/>
                  </a:lnTo>
                  <a:lnTo>
                    <a:pt x="5462778" y="1184299"/>
                  </a:lnTo>
                  <a:lnTo>
                    <a:pt x="5466201" y="1116395"/>
                  </a:lnTo>
                  <a:lnTo>
                    <a:pt x="5469624" y="1141433"/>
                  </a:lnTo>
                  <a:lnTo>
                    <a:pt x="5473046" y="1182173"/>
                  </a:lnTo>
                  <a:lnTo>
                    <a:pt x="5476469" y="1196867"/>
                  </a:lnTo>
                  <a:lnTo>
                    <a:pt x="5479892" y="1093690"/>
                  </a:lnTo>
                  <a:lnTo>
                    <a:pt x="5483315" y="1019566"/>
                  </a:lnTo>
                  <a:lnTo>
                    <a:pt x="5486737" y="1190980"/>
                  </a:lnTo>
                  <a:lnTo>
                    <a:pt x="5490160" y="1379976"/>
                  </a:lnTo>
                  <a:lnTo>
                    <a:pt x="5493583" y="1429533"/>
                  </a:lnTo>
                  <a:lnTo>
                    <a:pt x="5497006" y="1401271"/>
                  </a:lnTo>
                  <a:lnTo>
                    <a:pt x="5500429" y="1348818"/>
                  </a:lnTo>
                  <a:lnTo>
                    <a:pt x="5503851" y="1270542"/>
                  </a:lnTo>
                  <a:lnTo>
                    <a:pt x="5507274" y="1086801"/>
                  </a:lnTo>
                  <a:lnTo>
                    <a:pt x="5510697" y="859389"/>
                  </a:lnTo>
                  <a:lnTo>
                    <a:pt x="5514120" y="735066"/>
                  </a:lnTo>
                  <a:lnTo>
                    <a:pt x="5517543" y="688651"/>
                  </a:lnTo>
                  <a:lnTo>
                    <a:pt x="5520965" y="664421"/>
                  </a:lnTo>
                  <a:lnTo>
                    <a:pt x="5524388" y="693599"/>
                  </a:lnTo>
                  <a:lnTo>
                    <a:pt x="5527811" y="742032"/>
                  </a:lnTo>
                  <a:lnTo>
                    <a:pt x="5531234" y="822368"/>
                  </a:lnTo>
                  <a:lnTo>
                    <a:pt x="5534657" y="907400"/>
                  </a:lnTo>
                  <a:lnTo>
                    <a:pt x="5538079" y="982703"/>
                  </a:lnTo>
                  <a:lnTo>
                    <a:pt x="5541502" y="1161321"/>
                  </a:lnTo>
                  <a:lnTo>
                    <a:pt x="5544925" y="1286394"/>
                  </a:lnTo>
                  <a:lnTo>
                    <a:pt x="5548348" y="1352728"/>
                  </a:lnTo>
                  <a:lnTo>
                    <a:pt x="5551771" y="1410549"/>
                  </a:lnTo>
                  <a:lnTo>
                    <a:pt x="5555193" y="1447432"/>
                  </a:lnTo>
                  <a:lnTo>
                    <a:pt x="5558616" y="1443316"/>
                  </a:lnTo>
                  <a:lnTo>
                    <a:pt x="5562039" y="1421626"/>
                  </a:lnTo>
                  <a:lnTo>
                    <a:pt x="5565462" y="1494577"/>
                  </a:lnTo>
                  <a:lnTo>
                    <a:pt x="5568885" y="1557492"/>
                  </a:lnTo>
                  <a:lnTo>
                    <a:pt x="5572307" y="1495058"/>
                  </a:lnTo>
                  <a:lnTo>
                    <a:pt x="5575730" y="1445187"/>
                  </a:lnTo>
                  <a:lnTo>
                    <a:pt x="5579153" y="1574091"/>
                  </a:lnTo>
                  <a:lnTo>
                    <a:pt x="5582576" y="1745899"/>
                  </a:lnTo>
                  <a:lnTo>
                    <a:pt x="5585999" y="1817744"/>
                  </a:lnTo>
                  <a:lnTo>
                    <a:pt x="5589421" y="1778650"/>
                  </a:lnTo>
                  <a:lnTo>
                    <a:pt x="5592844" y="1744298"/>
                  </a:lnTo>
                  <a:lnTo>
                    <a:pt x="5596267" y="1769048"/>
                  </a:lnTo>
                  <a:lnTo>
                    <a:pt x="5599690" y="1704922"/>
                  </a:lnTo>
                  <a:lnTo>
                    <a:pt x="5603112" y="1558682"/>
                  </a:lnTo>
                  <a:lnTo>
                    <a:pt x="5606535" y="1486309"/>
                  </a:lnTo>
                  <a:lnTo>
                    <a:pt x="5609958" y="1623275"/>
                  </a:lnTo>
                  <a:lnTo>
                    <a:pt x="5613381" y="1743396"/>
                  </a:lnTo>
                  <a:lnTo>
                    <a:pt x="5616804" y="1681828"/>
                  </a:lnTo>
                  <a:lnTo>
                    <a:pt x="5620226" y="1658234"/>
                  </a:lnTo>
                  <a:lnTo>
                    <a:pt x="5623649" y="1646390"/>
                  </a:lnTo>
                  <a:lnTo>
                    <a:pt x="5627072" y="1509545"/>
                  </a:lnTo>
                  <a:lnTo>
                    <a:pt x="5630495" y="1373691"/>
                  </a:lnTo>
                  <a:lnTo>
                    <a:pt x="5633918" y="1325774"/>
                  </a:lnTo>
                  <a:lnTo>
                    <a:pt x="5637340" y="1371212"/>
                  </a:lnTo>
                  <a:lnTo>
                    <a:pt x="5640763" y="1338377"/>
                  </a:lnTo>
                  <a:lnTo>
                    <a:pt x="5644186" y="1362225"/>
                  </a:lnTo>
                  <a:lnTo>
                    <a:pt x="5647609" y="1346907"/>
                  </a:lnTo>
                  <a:lnTo>
                    <a:pt x="5651032" y="1200816"/>
                  </a:lnTo>
                  <a:lnTo>
                    <a:pt x="5654454" y="1016796"/>
                  </a:lnTo>
                  <a:lnTo>
                    <a:pt x="5657877" y="919018"/>
                  </a:lnTo>
                  <a:lnTo>
                    <a:pt x="5661300" y="958355"/>
                  </a:lnTo>
                  <a:lnTo>
                    <a:pt x="5664723" y="908471"/>
                  </a:lnTo>
                  <a:lnTo>
                    <a:pt x="5668146" y="917691"/>
                  </a:lnTo>
                  <a:lnTo>
                    <a:pt x="5671568" y="972573"/>
                  </a:lnTo>
                  <a:lnTo>
                    <a:pt x="5674991" y="1023478"/>
                  </a:lnTo>
                  <a:lnTo>
                    <a:pt x="5678414" y="1003895"/>
                  </a:lnTo>
                  <a:lnTo>
                    <a:pt x="5681837" y="939306"/>
                  </a:lnTo>
                  <a:lnTo>
                    <a:pt x="5685260" y="882418"/>
                  </a:lnTo>
                  <a:lnTo>
                    <a:pt x="5688682" y="835461"/>
                  </a:lnTo>
                  <a:lnTo>
                    <a:pt x="5692105" y="786184"/>
                  </a:lnTo>
                  <a:lnTo>
                    <a:pt x="5695528" y="852538"/>
                  </a:lnTo>
                  <a:lnTo>
                    <a:pt x="5698951" y="991202"/>
                  </a:lnTo>
                  <a:lnTo>
                    <a:pt x="5702373" y="968774"/>
                  </a:lnTo>
                  <a:lnTo>
                    <a:pt x="5705796" y="977676"/>
                  </a:lnTo>
                  <a:lnTo>
                    <a:pt x="5709219" y="1062334"/>
                  </a:lnTo>
                  <a:lnTo>
                    <a:pt x="5712642" y="1134579"/>
                  </a:lnTo>
                  <a:lnTo>
                    <a:pt x="5716065" y="1093447"/>
                  </a:lnTo>
                  <a:lnTo>
                    <a:pt x="5719487" y="971313"/>
                  </a:lnTo>
                  <a:lnTo>
                    <a:pt x="5722910" y="967402"/>
                  </a:lnTo>
                  <a:lnTo>
                    <a:pt x="5726333" y="962065"/>
                  </a:lnTo>
                  <a:lnTo>
                    <a:pt x="5729756" y="921483"/>
                  </a:lnTo>
                  <a:lnTo>
                    <a:pt x="5733179" y="873520"/>
                  </a:lnTo>
                  <a:lnTo>
                    <a:pt x="5736601" y="889709"/>
                  </a:lnTo>
                  <a:lnTo>
                    <a:pt x="5740024" y="969754"/>
                  </a:lnTo>
                  <a:lnTo>
                    <a:pt x="5743447" y="1010057"/>
                  </a:lnTo>
                  <a:lnTo>
                    <a:pt x="5746870" y="1019905"/>
                  </a:lnTo>
                  <a:lnTo>
                    <a:pt x="5750293" y="1070552"/>
                  </a:lnTo>
                  <a:lnTo>
                    <a:pt x="5753715" y="1098272"/>
                  </a:lnTo>
                  <a:lnTo>
                    <a:pt x="5757138" y="1092678"/>
                  </a:lnTo>
                  <a:lnTo>
                    <a:pt x="5760561" y="1042395"/>
                  </a:lnTo>
                  <a:lnTo>
                    <a:pt x="5763984" y="1024214"/>
                  </a:lnTo>
                  <a:lnTo>
                    <a:pt x="5767407" y="972705"/>
                  </a:lnTo>
                  <a:lnTo>
                    <a:pt x="5770829" y="900560"/>
                  </a:lnTo>
                  <a:lnTo>
                    <a:pt x="5774252" y="969054"/>
                  </a:lnTo>
                  <a:lnTo>
                    <a:pt x="5777675" y="1018004"/>
                  </a:lnTo>
                  <a:lnTo>
                    <a:pt x="5781098" y="1011660"/>
                  </a:lnTo>
                  <a:lnTo>
                    <a:pt x="5784521" y="942928"/>
                  </a:lnTo>
                  <a:lnTo>
                    <a:pt x="5787943" y="981569"/>
                  </a:lnTo>
                  <a:lnTo>
                    <a:pt x="5791366" y="1108553"/>
                  </a:lnTo>
                  <a:lnTo>
                    <a:pt x="5794789" y="1082199"/>
                  </a:lnTo>
                  <a:lnTo>
                    <a:pt x="5798212" y="1034355"/>
                  </a:lnTo>
                  <a:lnTo>
                    <a:pt x="5801634" y="1058751"/>
                  </a:lnTo>
                  <a:lnTo>
                    <a:pt x="5805057" y="1207723"/>
                  </a:lnTo>
                  <a:lnTo>
                    <a:pt x="5808480" y="1322999"/>
                  </a:lnTo>
                  <a:lnTo>
                    <a:pt x="5811903" y="1289140"/>
                  </a:lnTo>
                  <a:lnTo>
                    <a:pt x="5815326" y="1249806"/>
                  </a:lnTo>
                  <a:lnTo>
                    <a:pt x="5818748" y="1280456"/>
                  </a:lnTo>
                  <a:lnTo>
                    <a:pt x="5822171" y="1330143"/>
                  </a:lnTo>
                  <a:lnTo>
                    <a:pt x="5825594" y="1328062"/>
                  </a:lnTo>
                  <a:lnTo>
                    <a:pt x="5829017" y="1287085"/>
                  </a:lnTo>
                  <a:lnTo>
                    <a:pt x="5832440" y="1374977"/>
                  </a:lnTo>
                  <a:lnTo>
                    <a:pt x="5835862" y="1630884"/>
                  </a:lnTo>
                  <a:lnTo>
                    <a:pt x="5839285" y="1729428"/>
                  </a:lnTo>
                  <a:lnTo>
                    <a:pt x="5842708" y="1784414"/>
                  </a:lnTo>
                  <a:lnTo>
                    <a:pt x="5846131" y="1773430"/>
                  </a:lnTo>
                  <a:lnTo>
                    <a:pt x="5849554" y="1821716"/>
                  </a:lnTo>
                  <a:lnTo>
                    <a:pt x="5852976" y="1846136"/>
                  </a:lnTo>
                  <a:lnTo>
                    <a:pt x="5856399" y="1716569"/>
                  </a:lnTo>
                  <a:lnTo>
                    <a:pt x="5859822" y="1668686"/>
                  </a:lnTo>
                  <a:lnTo>
                    <a:pt x="5863245" y="1683201"/>
                  </a:lnTo>
                  <a:lnTo>
                    <a:pt x="5866668" y="1859806"/>
                  </a:lnTo>
                  <a:lnTo>
                    <a:pt x="5870090" y="2031639"/>
                  </a:lnTo>
                  <a:lnTo>
                    <a:pt x="5873513" y="2080602"/>
                  </a:lnTo>
                  <a:lnTo>
                    <a:pt x="5876936" y="2172208"/>
                  </a:lnTo>
                  <a:lnTo>
                    <a:pt x="5880359" y="2208314"/>
                  </a:lnTo>
                  <a:lnTo>
                    <a:pt x="5883782" y="2132133"/>
                  </a:lnTo>
                  <a:lnTo>
                    <a:pt x="5887204" y="1948872"/>
                  </a:lnTo>
                  <a:lnTo>
                    <a:pt x="5890627" y="1800797"/>
                  </a:lnTo>
                  <a:lnTo>
                    <a:pt x="5894050" y="1660802"/>
                  </a:lnTo>
                  <a:lnTo>
                    <a:pt x="5897473" y="1547436"/>
                  </a:lnTo>
                  <a:lnTo>
                    <a:pt x="5900896" y="1511930"/>
                  </a:lnTo>
                  <a:lnTo>
                    <a:pt x="5904318" y="1588978"/>
                  </a:lnTo>
                  <a:lnTo>
                    <a:pt x="5907741" y="1689889"/>
                  </a:lnTo>
                  <a:lnTo>
                    <a:pt x="5911164" y="1615759"/>
                  </a:lnTo>
                  <a:lnTo>
                    <a:pt x="5914587" y="1550361"/>
                  </a:lnTo>
                  <a:lnTo>
                    <a:pt x="5918009" y="1437133"/>
                  </a:lnTo>
                  <a:lnTo>
                    <a:pt x="5921432" y="1355195"/>
                  </a:lnTo>
                  <a:lnTo>
                    <a:pt x="5924855" y="1252590"/>
                  </a:lnTo>
                  <a:lnTo>
                    <a:pt x="5928278" y="1205653"/>
                  </a:lnTo>
                  <a:lnTo>
                    <a:pt x="5931701" y="1324977"/>
                  </a:lnTo>
                  <a:lnTo>
                    <a:pt x="5935123" y="1504120"/>
                  </a:lnTo>
                  <a:lnTo>
                    <a:pt x="5938546" y="1674450"/>
                  </a:lnTo>
                  <a:lnTo>
                    <a:pt x="5941969" y="1749720"/>
                  </a:lnTo>
                  <a:lnTo>
                    <a:pt x="5945392" y="1771372"/>
                  </a:lnTo>
                  <a:lnTo>
                    <a:pt x="5948815" y="1724531"/>
                  </a:lnTo>
                  <a:lnTo>
                    <a:pt x="5952237" y="1552579"/>
                  </a:lnTo>
                  <a:lnTo>
                    <a:pt x="5955660" y="1373403"/>
                  </a:lnTo>
                  <a:lnTo>
                    <a:pt x="5959083" y="1284641"/>
                  </a:lnTo>
                  <a:lnTo>
                    <a:pt x="5962506" y="1189646"/>
                  </a:lnTo>
                  <a:lnTo>
                    <a:pt x="5965929" y="1102911"/>
                  </a:lnTo>
                  <a:lnTo>
                    <a:pt x="5969351" y="1072527"/>
                  </a:lnTo>
                  <a:lnTo>
                    <a:pt x="5972774" y="1111180"/>
                  </a:lnTo>
                  <a:lnTo>
                    <a:pt x="5976197" y="1148256"/>
                  </a:lnTo>
                  <a:lnTo>
                    <a:pt x="5979620" y="1181911"/>
                  </a:lnTo>
                  <a:lnTo>
                    <a:pt x="5983043" y="1334151"/>
                  </a:lnTo>
                  <a:lnTo>
                    <a:pt x="5986465" y="1514867"/>
                  </a:lnTo>
                  <a:lnTo>
                    <a:pt x="5989888" y="1742200"/>
                  </a:lnTo>
                  <a:lnTo>
                    <a:pt x="5993311" y="1891830"/>
                  </a:lnTo>
                  <a:lnTo>
                    <a:pt x="5996734" y="1975158"/>
                  </a:lnTo>
                  <a:lnTo>
                    <a:pt x="6000157" y="1999380"/>
                  </a:lnTo>
                  <a:lnTo>
                    <a:pt x="6003579" y="2003708"/>
                  </a:lnTo>
                  <a:lnTo>
                    <a:pt x="6007002" y="2095519"/>
                  </a:lnTo>
                  <a:lnTo>
                    <a:pt x="6010425" y="2103890"/>
                  </a:lnTo>
                  <a:lnTo>
                    <a:pt x="6013848" y="2221623"/>
                  </a:lnTo>
                  <a:lnTo>
                    <a:pt x="6017270" y="2322433"/>
                  </a:lnTo>
                  <a:lnTo>
                    <a:pt x="6020693" y="2375413"/>
                  </a:lnTo>
                  <a:lnTo>
                    <a:pt x="6024116" y="2342494"/>
                  </a:lnTo>
                  <a:lnTo>
                    <a:pt x="6027539" y="2247000"/>
                  </a:lnTo>
                  <a:lnTo>
                    <a:pt x="6030962" y="2195192"/>
                  </a:lnTo>
                  <a:lnTo>
                    <a:pt x="6034384" y="2065127"/>
                  </a:lnTo>
                  <a:lnTo>
                    <a:pt x="6037807" y="2066015"/>
                  </a:lnTo>
                  <a:lnTo>
                    <a:pt x="6041230" y="2191235"/>
                  </a:lnTo>
                  <a:lnTo>
                    <a:pt x="6044653" y="2322839"/>
                  </a:lnTo>
                  <a:lnTo>
                    <a:pt x="6048076" y="2352753"/>
                  </a:lnTo>
                  <a:lnTo>
                    <a:pt x="6051498" y="2353477"/>
                  </a:lnTo>
                  <a:lnTo>
                    <a:pt x="6054921" y="2374714"/>
                  </a:lnTo>
                  <a:lnTo>
                    <a:pt x="6058344" y="2269391"/>
                  </a:lnTo>
                  <a:lnTo>
                    <a:pt x="6061767" y="2066584"/>
                  </a:lnTo>
                  <a:lnTo>
                    <a:pt x="6065190" y="1966302"/>
                  </a:lnTo>
                  <a:lnTo>
                    <a:pt x="6068612" y="2020268"/>
                  </a:lnTo>
                  <a:lnTo>
                    <a:pt x="6072035" y="2112240"/>
                  </a:lnTo>
                  <a:lnTo>
                    <a:pt x="6075458" y="2171949"/>
                  </a:lnTo>
                  <a:lnTo>
                    <a:pt x="6078881" y="2209834"/>
                  </a:lnTo>
                  <a:lnTo>
                    <a:pt x="6082304" y="2293733"/>
                  </a:lnTo>
                  <a:lnTo>
                    <a:pt x="6085726" y="2324350"/>
                  </a:lnTo>
                  <a:lnTo>
                    <a:pt x="6089149" y="2227176"/>
                  </a:lnTo>
                  <a:lnTo>
                    <a:pt x="6092572" y="2022367"/>
                  </a:lnTo>
                  <a:lnTo>
                    <a:pt x="6095995" y="1882705"/>
                  </a:lnTo>
                  <a:lnTo>
                    <a:pt x="6099418" y="1851736"/>
                  </a:lnTo>
                  <a:lnTo>
                    <a:pt x="6102840" y="1791717"/>
                  </a:lnTo>
                  <a:lnTo>
                    <a:pt x="6106263" y="1739898"/>
                  </a:lnTo>
                  <a:lnTo>
                    <a:pt x="6109686" y="1780851"/>
                  </a:lnTo>
                  <a:lnTo>
                    <a:pt x="6113109" y="1885907"/>
                  </a:lnTo>
                  <a:lnTo>
                    <a:pt x="6116531" y="1997981"/>
                  </a:lnTo>
                  <a:lnTo>
                    <a:pt x="6119954" y="2084893"/>
                  </a:lnTo>
                  <a:lnTo>
                    <a:pt x="6123377" y="2183293"/>
                  </a:lnTo>
                  <a:lnTo>
                    <a:pt x="6126800" y="2356387"/>
                  </a:lnTo>
                  <a:lnTo>
                    <a:pt x="6130223" y="2495646"/>
                  </a:lnTo>
                  <a:lnTo>
                    <a:pt x="6133645" y="2482619"/>
                  </a:lnTo>
                  <a:lnTo>
                    <a:pt x="6137068" y="2387399"/>
                  </a:lnTo>
                  <a:lnTo>
                    <a:pt x="6140491" y="2354187"/>
                  </a:lnTo>
                  <a:lnTo>
                    <a:pt x="6143914" y="2401064"/>
                  </a:lnTo>
                  <a:lnTo>
                    <a:pt x="6147337" y="2325534"/>
                  </a:lnTo>
                  <a:lnTo>
                    <a:pt x="6150759" y="2154666"/>
                  </a:lnTo>
                  <a:lnTo>
                    <a:pt x="6154182" y="2062880"/>
                  </a:lnTo>
                  <a:lnTo>
                    <a:pt x="6157605" y="2105639"/>
                  </a:lnTo>
                  <a:lnTo>
                    <a:pt x="6161028" y="2123202"/>
                  </a:lnTo>
                  <a:lnTo>
                    <a:pt x="6164451" y="2048825"/>
                  </a:lnTo>
                  <a:lnTo>
                    <a:pt x="6167873" y="1961776"/>
                  </a:lnTo>
                  <a:lnTo>
                    <a:pt x="6171296" y="1963047"/>
                  </a:lnTo>
                  <a:lnTo>
                    <a:pt x="6174719" y="2106139"/>
                  </a:lnTo>
                  <a:lnTo>
                    <a:pt x="6178142" y="2222185"/>
                  </a:lnTo>
                  <a:lnTo>
                    <a:pt x="6181565" y="2218475"/>
                  </a:lnTo>
                  <a:lnTo>
                    <a:pt x="6184987" y="2133365"/>
                  </a:lnTo>
                  <a:lnTo>
                    <a:pt x="6188410" y="2197958"/>
                  </a:lnTo>
                  <a:lnTo>
                    <a:pt x="6191833" y="2268410"/>
                  </a:lnTo>
                  <a:lnTo>
                    <a:pt x="6195256" y="2203992"/>
                  </a:lnTo>
                  <a:lnTo>
                    <a:pt x="6198679" y="2019382"/>
                  </a:lnTo>
                  <a:lnTo>
                    <a:pt x="6202101" y="1884466"/>
                  </a:lnTo>
                  <a:lnTo>
                    <a:pt x="6205524" y="1898462"/>
                  </a:lnTo>
                  <a:lnTo>
                    <a:pt x="6208947" y="1876830"/>
                  </a:lnTo>
                  <a:lnTo>
                    <a:pt x="6212370" y="1762826"/>
                  </a:lnTo>
                  <a:lnTo>
                    <a:pt x="6215793" y="1668751"/>
                  </a:lnTo>
                  <a:lnTo>
                    <a:pt x="6219215" y="1723861"/>
                  </a:lnTo>
                  <a:lnTo>
                    <a:pt x="6222638" y="1837483"/>
                  </a:lnTo>
                  <a:lnTo>
                    <a:pt x="6226061" y="1859824"/>
                  </a:lnTo>
                  <a:lnTo>
                    <a:pt x="6229484" y="1785116"/>
                  </a:lnTo>
                  <a:lnTo>
                    <a:pt x="6232906" y="1793434"/>
                  </a:lnTo>
                  <a:lnTo>
                    <a:pt x="6236329" y="1872540"/>
                  </a:lnTo>
                  <a:lnTo>
                    <a:pt x="6239752" y="1843546"/>
                  </a:lnTo>
                  <a:lnTo>
                    <a:pt x="6243175" y="1797657"/>
                  </a:lnTo>
                  <a:lnTo>
                    <a:pt x="6246598" y="1722299"/>
                  </a:lnTo>
                  <a:lnTo>
                    <a:pt x="6250020" y="1705230"/>
                  </a:lnTo>
                  <a:lnTo>
                    <a:pt x="6253443" y="1715700"/>
                  </a:lnTo>
                  <a:lnTo>
                    <a:pt x="6256866" y="1698254"/>
                  </a:lnTo>
                  <a:lnTo>
                    <a:pt x="6260289" y="1788478"/>
                  </a:lnTo>
                  <a:lnTo>
                    <a:pt x="6263712" y="1821324"/>
                  </a:lnTo>
                  <a:lnTo>
                    <a:pt x="6267134" y="1935535"/>
                  </a:lnTo>
                  <a:lnTo>
                    <a:pt x="6270557" y="2047486"/>
                  </a:lnTo>
                  <a:lnTo>
                    <a:pt x="6273980" y="2188235"/>
                  </a:lnTo>
                  <a:lnTo>
                    <a:pt x="6277403" y="2289389"/>
                  </a:lnTo>
                  <a:lnTo>
                    <a:pt x="6280826" y="2236040"/>
                  </a:lnTo>
                  <a:lnTo>
                    <a:pt x="6284248" y="2167595"/>
                  </a:lnTo>
                  <a:lnTo>
                    <a:pt x="6287671" y="2036246"/>
                  </a:lnTo>
                  <a:lnTo>
                    <a:pt x="6291094" y="1936718"/>
                  </a:lnTo>
                  <a:lnTo>
                    <a:pt x="6294517" y="1882888"/>
                  </a:lnTo>
                  <a:lnTo>
                    <a:pt x="6297940" y="1888702"/>
                  </a:lnTo>
                  <a:lnTo>
                    <a:pt x="6301362" y="1930922"/>
                  </a:lnTo>
                  <a:lnTo>
                    <a:pt x="6304785" y="1965217"/>
                  </a:lnTo>
                  <a:lnTo>
                    <a:pt x="6308208" y="2001723"/>
                  </a:lnTo>
                  <a:lnTo>
                    <a:pt x="6311631" y="1988190"/>
                  </a:lnTo>
                  <a:lnTo>
                    <a:pt x="6315054" y="1876428"/>
                  </a:lnTo>
                  <a:lnTo>
                    <a:pt x="6318476" y="1691845"/>
                  </a:lnTo>
                  <a:lnTo>
                    <a:pt x="6321899" y="1517377"/>
                  </a:lnTo>
                  <a:lnTo>
                    <a:pt x="6325322" y="1484973"/>
                  </a:lnTo>
                  <a:lnTo>
                    <a:pt x="6328745" y="1557238"/>
                  </a:lnTo>
                  <a:lnTo>
                    <a:pt x="6332167" y="1579792"/>
                  </a:lnTo>
                  <a:lnTo>
                    <a:pt x="6335590" y="1523737"/>
                  </a:lnTo>
                  <a:lnTo>
                    <a:pt x="6339013" y="1456272"/>
                  </a:lnTo>
                  <a:lnTo>
                    <a:pt x="6342436" y="1431546"/>
                  </a:lnTo>
                  <a:lnTo>
                    <a:pt x="6345859" y="1367503"/>
                  </a:lnTo>
                  <a:lnTo>
                    <a:pt x="6349281" y="1179748"/>
                  </a:lnTo>
                  <a:lnTo>
                    <a:pt x="6352704" y="1160422"/>
                  </a:lnTo>
                  <a:lnTo>
                    <a:pt x="6356127" y="1217252"/>
                  </a:lnTo>
                  <a:lnTo>
                    <a:pt x="6359550" y="1238273"/>
                  </a:lnTo>
                  <a:lnTo>
                    <a:pt x="6362973" y="1233726"/>
                  </a:lnTo>
                  <a:lnTo>
                    <a:pt x="6366395" y="1199470"/>
                  </a:lnTo>
                  <a:lnTo>
                    <a:pt x="6369818" y="1216231"/>
                  </a:lnTo>
                  <a:lnTo>
                    <a:pt x="6373241" y="1108329"/>
                  </a:lnTo>
                  <a:lnTo>
                    <a:pt x="6376664" y="1005555"/>
                  </a:lnTo>
                  <a:lnTo>
                    <a:pt x="6380087" y="967893"/>
                  </a:lnTo>
                  <a:lnTo>
                    <a:pt x="6383509" y="1031653"/>
                  </a:lnTo>
                  <a:lnTo>
                    <a:pt x="6386932" y="1142204"/>
                  </a:lnTo>
                  <a:lnTo>
                    <a:pt x="6390355" y="1216955"/>
                  </a:lnTo>
                  <a:lnTo>
                    <a:pt x="6393778" y="1307234"/>
                  </a:lnTo>
                  <a:lnTo>
                    <a:pt x="6397201" y="1372581"/>
                  </a:lnTo>
                  <a:lnTo>
                    <a:pt x="6400623" y="1426272"/>
                  </a:lnTo>
                  <a:lnTo>
                    <a:pt x="6404046" y="1361412"/>
                  </a:lnTo>
                  <a:lnTo>
                    <a:pt x="6407469" y="1276394"/>
                  </a:lnTo>
                  <a:lnTo>
                    <a:pt x="6410892" y="1271858"/>
                  </a:lnTo>
                  <a:lnTo>
                    <a:pt x="6414315" y="1266163"/>
                  </a:lnTo>
                  <a:lnTo>
                    <a:pt x="6417737" y="1284935"/>
                  </a:lnTo>
                  <a:lnTo>
                    <a:pt x="6421160" y="1297222"/>
                  </a:lnTo>
                  <a:lnTo>
                    <a:pt x="6424583" y="1360848"/>
                  </a:lnTo>
                  <a:lnTo>
                    <a:pt x="6428006" y="1455352"/>
                  </a:lnTo>
                  <a:lnTo>
                    <a:pt x="6431428" y="1435450"/>
                  </a:lnTo>
                  <a:lnTo>
                    <a:pt x="6434851" y="1380667"/>
                  </a:lnTo>
                  <a:lnTo>
                    <a:pt x="6438274" y="1339438"/>
                  </a:lnTo>
                  <a:lnTo>
                    <a:pt x="6441697" y="1389738"/>
                  </a:lnTo>
                  <a:lnTo>
                    <a:pt x="6445120" y="1454468"/>
                  </a:lnTo>
                  <a:lnTo>
                    <a:pt x="6448542" y="1459267"/>
                  </a:lnTo>
                  <a:lnTo>
                    <a:pt x="6451965" y="1507870"/>
                  </a:lnTo>
                  <a:lnTo>
                    <a:pt x="6455388" y="1586433"/>
                  </a:lnTo>
                  <a:lnTo>
                    <a:pt x="6458811" y="1608114"/>
                  </a:lnTo>
                  <a:lnTo>
                    <a:pt x="6462234" y="1639729"/>
                  </a:lnTo>
                  <a:lnTo>
                    <a:pt x="6465656" y="1717286"/>
                  </a:lnTo>
                  <a:lnTo>
                    <a:pt x="6469079" y="1785339"/>
                  </a:lnTo>
                  <a:lnTo>
                    <a:pt x="6472502" y="1825161"/>
                  </a:lnTo>
                  <a:lnTo>
                    <a:pt x="6475925" y="1855412"/>
                  </a:lnTo>
                  <a:lnTo>
                    <a:pt x="6479348" y="1930177"/>
                  </a:lnTo>
                  <a:lnTo>
                    <a:pt x="6482770" y="1893164"/>
                  </a:lnTo>
                  <a:lnTo>
                    <a:pt x="6486193" y="1818424"/>
                  </a:lnTo>
                  <a:lnTo>
                    <a:pt x="6489616" y="1761520"/>
                  </a:lnTo>
                  <a:lnTo>
                    <a:pt x="6493039" y="1700163"/>
                  </a:lnTo>
                  <a:lnTo>
                    <a:pt x="6496462" y="1652507"/>
                  </a:lnTo>
                  <a:lnTo>
                    <a:pt x="6499884" y="1640360"/>
                  </a:lnTo>
                  <a:lnTo>
                    <a:pt x="6503307" y="1674391"/>
                  </a:lnTo>
                  <a:lnTo>
                    <a:pt x="6506730" y="1625950"/>
                  </a:lnTo>
                  <a:lnTo>
                    <a:pt x="6510153" y="1580966"/>
                  </a:lnTo>
                  <a:lnTo>
                    <a:pt x="6513576" y="1604037"/>
                  </a:lnTo>
                  <a:lnTo>
                    <a:pt x="6516998" y="1660304"/>
                  </a:lnTo>
                  <a:lnTo>
                    <a:pt x="6520421" y="1669338"/>
                  </a:lnTo>
                  <a:lnTo>
                    <a:pt x="6523844" y="1618153"/>
                  </a:lnTo>
                  <a:lnTo>
                    <a:pt x="6527267" y="1671198"/>
                  </a:lnTo>
                  <a:lnTo>
                    <a:pt x="6530690" y="1699087"/>
                  </a:lnTo>
                  <a:lnTo>
                    <a:pt x="6534112" y="1717317"/>
                  </a:lnTo>
                  <a:lnTo>
                    <a:pt x="6537535" y="1742925"/>
                  </a:lnTo>
                  <a:lnTo>
                    <a:pt x="6540958" y="1783222"/>
                  </a:lnTo>
                  <a:lnTo>
                    <a:pt x="6544381" y="1824428"/>
                  </a:lnTo>
                  <a:lnTo>
                    <a:pt x="6547803" y="1746186"/>
                  </a:lnTo>
                  <a:lnTo>
                    <a:pt x="6551226" y="1687083"/>
                  </a:lnTo>
                  <a:lnTo>
                    <a:pt x="6554649" y="1663322"/>
                  </a:lnTo>
                  <a:lnTo>
                    <a:pt x="6558072" y="1685288"/>
                  </a:lnTo>
                  <a:lnTo>
                    <a:pt x="6561495" y="1644447"/>
                  </a:lnTo>
                  <a:lnTo>
                    <a:pt x="6564917" y="1650653"/>
                  </a:lnTo>
                  <a:lnTo>
                    <a:pt x="6568340" y="1738343"/>
                  </a:lnTo>
                  <a:lnTo>
                    <a:pt x="6571763" y="1837039"/>
                  </a:lnTo>
                  <a:lnTo>
                    <a:pt x="6575186" y="1937090"/>
                  </a:lnTo>
                  <a:lnTo>
                    <a:pt x="6578609" y="1959832"/>
                  </a:lnTo>
                  <a:lnTo>
                    <a:pt x="6582031" y="2114932"/>
                  </a:lnTo>
                  <a:lnTo>
                    <a:pt x="6585454" y="2173838"/>
                  </a:lnTo>
                  <a:lnTo>
                    <a:pt x="6588877" y="2226198"/>
                  </a:lnTo>
                  <a:lnTo>
                    <a:pt x="6592300" y="2357990"/>
                  </a:lnTo>
                  <a:lnTo>
                    <a:pt x="6595723" y="2392454"/>
                  </a:lnTo>
                  <a:lnTo>
                    <a:pt x="6599145" y="2414511"/>
                  </a:lnTo>
                  <a:lnTo>
                    <a:pt x="6602568" y="2297046"/>
                  </a:lnTo>
                  <a:lnTo>
                    <a:pt x="6605991" y="2146157"/>
                  </a:lnTo>
                  <a:lnTo>
                    <a:pt x="6609414" y="2005245"/>
                  </a:lnTo>
                  <a:lnTo>
                    <a:pt x="6612837" y="1847297"/>
                  </a:lnTo>
                  <a:lnTo>
                    <a:pt x="6616259" y="1719732"/>
                  </a:lnTo>
                  <a:lnTo>
                    <a:pt x="6619682" y="1604397"/>
                  </a:lnTo>
                  <a:lnTo>
                    <a:pt x="6623105" y="1536094"/>
                  </a:lnTo>
                  <a:lnTo>
                    <a:pt x="6626528" y="1590406"/>
                  </a:lnTo>
                  <a:lnTo>
                    <a:pt x="6629951" y="1590035"/>
                  </a:lnTo>
                  <a:lnTo>
                    <a:pt x="6633373" y="1551457"/>
                  </a:lnTo>
                  <a:lnTo>
                    <a:pt x="6636796" y="1562143"/>
                  </a:lnTo>
                  <a:lnTo>
                    <a:pt x="6640219" y="1591060"/>
                  </a:lnTo>
                  <a:lnTo>
                    <a:pt x="6643642" y="1662001"/>
                  </a:lnTo>
                  <a:lnTo>
                    <a:pt x="6647064" y="1734790"/>
                  </a:lnTo>
                  <a:lnTo>
                    <a:pt x="6650487" y="1886030"/>
                  </a:lnTo>
                  <a:lnTo>
                    <a:pt x="6653910" y="2020918"/>
                  </a:lnTo>
                  <a:lnTo>
                    <a:pt x="6657333" y="2121094"/>
                  </a:lnTo>
                  <a:lnTo>
                    <a:pt x="6660756" y="2109923"/>
                  </a:lnTo>
                  <a:lnTo>
                    <a:pt x="6664178" y="2115482"/>
                  </a:lnTo>
                  <a:lnTo>
                    <a:pt x="6667601" y="2175723"/>
                  </a:lnTo>
                  <a:lnTo>
                    <a:pt x="6671024" y="2199629"/>
                  </a:lnTo>
                  <a:lnTo>
                    <a:pt x="6674447" y="2252898"/>
                  </a:lnTo>
                  <a:lnTo>
                    <a:pt x="6677870" y="2322816"/>
                  </a:lnTo>
                  <a:lnTo>
                    <a:pt x="6681292" y="2396951"/>
                  </a:lnTo>
                  <a:lnTo>
                    <a:pt x="6684715" y="2346338"/>
                  </a:lnTo>
                  <a:lnTo>
                    <a:pt x="6688138" y="2292302"/>
                  </a:lnTo>
                  <a:lnTo>
                    <a:pt x="6691561" y="2292085"/>
                  </a:lnTo>
                  <a:lnTo>
                    <a:pt x="6694984" y="2271671"/>
                  </a:lnTo>
                  <a:lnTo>
                    <a:pt x="6698406" y="2158338"/>
                  </a:lnTo>
                  <a:lnTo>
                    <a:pt x="6701829" y="2232806"/>
                  </a:lnTo>
                  <a:lnTo>
                    <a:pt x="6705252" y="2439813"/>
                  </a:lnTo>
                  <a:lnTo>
                    <a:pt x="6708675" y="2464931"/>
                  </a:lnTo>
                  <a:lnTo>
                    <a:pt x="6712098" y="2325368"/>
                  </a:lnTo>
                  <a:lnTo>
                    <a:pt x="6715520" y="2249497"/>
                  </a:lnTo>
                  <a:lnTo>
                    <a:pt x="6718943" y="2302874"/>
                  </a:lnTo>
                  <a:lnTo>
                    <a:pt x="6722366" y="2271482"/>
                  </a:lnTo>
                  <a:lnTo>
                    <a:pt x="6725789" y="2169370"/>
                  </a:lnTo>
                  <a:lnTo>
                    <a:pt x="6729212" y="2197738"/>
                  </a:lnTo>
                  <a:lnTo>
                    <a:pt x="6732634" y="2301804"/>
                  </a:lnTo>
                  <a:lnTo>
                    <a:pt x="6736057" y="2297710"/>
                  </a:lnTo>
                  <a:lnTo>
                    <a:pt x="6739480" y="2230208"/>
                  </a:lnTo>
                  <a:lnTo>
                    <a:pt x="6742903" y="2136660"/>
                  </a:lnTo>
                  <a:lnTo>
                    <a:pt x="6746325" y="2063310"/>
                  </a:lnTo>
                  <a:lnTo>
                    <a:pt x="6749748" y="1937581"/>
                  </a:lnTo>
                  <a:lnTo>
                    <a:pt x="6753171" y="1912841"/>
                  </a:lnTo>
                  <a:lnTo>
                    <a:pt x="6756594" y="1941756"/>
                  </a:lnTo>
                  <a:lnTo>
                    <a:pt x="6760017" y="1915845"/>
                  </a:lnTo>
                  <a:lnTo>
                    <a:pt x="6763439" y="1864803"/>
                  </a:lnTo>
                  <a:lnTo>
                    <a:pt x="6766862" y="1759267"/>
                  </a:lnTo>
                  <a:lnTo>
                    <a:pt x="6770285" y="1764891"/>
                  </a:lnTo>
                  <a:lnTo>
                    <a:pt x="6773708" y="1781666"/>
                  </a:lnTo>
                  <a:lnTo>
                    <a:pt x="6777131" y="1817788"/>
                  </a:lnTo>
                  <a:lnTo>
                    <a:pt x="6780553" y="1934932"/>
                  </a:lnTo>
                  <a:lnTo>
                    <a:pt x="6783976" y="2104833"/>
                  </a:lnTo>
                  <a:lnTo>
                    <a:pt x="6787399" y="2377554"/>
                  </a:lnTo>
                  <a:lnTo>
                    <a:pt x="6790822" y="2537066"/>
                  </a:lnTo>
                  <a:lnTo>
                    <a:pt x="6794245" y="2579297"/>
                  </a:lnTo>
                  <a:lnTo>
                    <a:pt x="6797667" y="2549737"/>
                  </a:lnTo>
                  <a:lnTo>
                    <a:pt x="6801090" y="2468715"/>
                  </a:lnTo>
                  <a:lnTo>
                    <a:pt x="6804513" y="2361047"/>
                  </a:lnTo>
                  <a:lnTo>
                    <a:pt x="6807936" y="2249835"/>
                  </a:lnTo>
                  <a:lnTo>
                    <a:pt x="6811359" y="2214638"/>
                  </a:lnTo>
                  <a:lnTo>
                    <a:pt x="6814781" y="2180170"/>
                  </a:lnTo>
                  <a:lnTo>
                    <a:pt x="6818204" y="2161692"/>
                  </a:lnTo>
                  <a:lnTo>
                    <a:pt x="6821627" y="2181185"/>
                  </a:lnTo>
                  <a:lnTo>
                    <a:pt x="6825050" y="2176394"/>
                  </a:lnTo>
                  <a:lnTo>
                    <a:pt x="6828473" y="2230388"/>
                  </a:lnTo>
                  <a:lnTo>
                    <a:pt x="6831895" y="2279581"/>
                  </a:lnTo>
                  <a:lnTo>
                    <a:pt x="6835318" y="2332152"/>
                  </a:lnTo>
                  <a:lnTo>
                    <a:pt x="6838741" y="2375568"/>
                  </a:lnTo>
                  <a:lnTo>
                    <a:pt x="6842164" y="2400704"/>
                  </a:lnTo>
                  <a:lnTo>
                    <a:pt x="6845587" y="2483773"/>
                  </a:lnTo>
                  <a:lnTo>
                    <a:pt x="6849009" y="2395318"/>
                  </a:lnTo>
                  <a:lnTo>
                    <a:pt x="6852432" y="2274437"/>
                  </a:lnTo>
                  <a:lnTo>
                    <a:pt x="6855855" y="2196271"/>
                  </a:lnTo>
                  <a:lnTo>
                    <a:pt x="6859278" y="2087292"/>
                  </a:lnTo>
                  <a:lnTo>
                    <a:pt x="6862700" y="2033510"/>
                  </a:lnTo>
                  <a:lnTo>
                    <a:pt x="6866123" y="2023536"/>
                  </a:lnTo>
                  <a:lnTo>
                    <a:pt x="6869546" y="2086051"/>
                  </a:lnTo>
                  <a:lnTo>
                    <a:pt x="6872969" y="2118526"/>
                  </a:lnTo>
                  <a:lnTo>
                    <a:pt x="6876392" y="2110406"/>
                  </a:lnTo>
                  <a:lnTo>
                    <a:pt x="6879814" y="2150026"/>
                  </a:lnTo>
                  <a:lnTo>
                    <a:pt x="6883237" y="2236909"/>
                  </a:lnTo>
                  <a:lnTo>
                    <a:pt x="6886660" y="2243536"/>
                  </a:lnTo>
                  <a:lnTo>
                    <a:pt x="6890083" y="2196357"/>
                  </a:lnTo>
                  <a:lnTo>
                    <a:pt x="6893506" y="2196137"/>
                  </a:lnTo>
                  <a:lnTo>
                    <a:pt x="6896928" y="2251946"/>
                  </a:lnTo>
                  <a:lnTo>
                    <a:pt x="6900351" y="2305354"/>
                  </a:lnTo>
                  <a:lnTo>
                    <a:pt x="6903774" y="2220979"/>
                  </a:lnTo>
                  <a:lnTo>
                    <a:pt x="6907197" y="2123844"/>
                  </a:lnTo>
                  <a:lnTo>
                    <a:pt x="6910620" y="2062723"/>
                  </a:lnTo>
                  <a:lnTo>
                    <a:pt x="6914042" y="2043464"/>
                  </a:lnTo>
                  <a:lnTo>
                    <a:pt x="6917465" y="1993649"/>
                  </a:lnTo>
                  <a:lnTo>
                    <a:pt x="6920888" y="1955262"/>
                  </a:lnTo>
                  <a:lnTo>
                    <a:pt x="6924311" y="1995862"/>
                  </a:lnTo>
                  <a:lnTo>
                    <a:pt x="6927734" y="2000312"/>
                  </a:lnTo>
                  <a:lnTo>
                    <a:pt x="6931156" y="2007421"/>
                  </a:lnTo>
                  <a:lnTo>
                    <a:pt x="6934579" y="2057688"/>
                  </a:lnTo>
                  <a:lnTo>
                    <a:pt x="6938002" y="2091696"/>
                  </a:lnTo>
                  <a:lnTo>
                    <a:pt x="6941425" y="2034471"/>
                  </a:lnTo>
                  <a:lnTo>
                    <a:pt x="6944848" y="2048753"/>
                  </a:lnTo>
                  <a:lnTo>
                    <a:pt x="6948270" y="2182649"/>
                  </a:lnTo>
                  <a:lnTo>
                    <a:pt x="6951693" y="2320116"/>
                  </a:lnTo>
                  <a:lnTo>
                    <a:pt x="6955116" y="2350640"/>
                  </a:lnTo>
                  <a:lnTo>
                    <a:pt x="6958539" y="2359945"/>
                  </a:lnTo>
                  <a:lnTo>
                    <a:pt x="6961961" y="2424143"/>
                  </a:lnTo>
                  <a:lnTo>
                    <a:pt x="6965384" y="2463261"/>
                  </a:lnTo>
                  <a:lnTo>
                    <a:pt x="6968807" y="2395756"/>
                  </a:lnTo>
                  <a:lnTo>
                    <a:pt x="6972230" y="2316806"/>
                  </a:lnTo>
                  <a:lnTo>
                    <a:pt x="6975653" y="2349778"/>
                  </a:lnTo>
                  <a:lnTo>
                    <a:pt x="6979075" y="2401399"/>
                  </a:lnTo>
                  <a:lnTo>
                    <a:pt x="6982498" y="2366858"/>
                  </a:lnTo>
                  <a:lnTo>
                    <a:pt x="6985921" y="2240012"/>
                  </a:lnTo>
                  <a:lnTo>
                    <a:pt x="6989344" y="2204818"/>
                  </a:lnTo>
                  <a:lnTo>
                    <a:pt x="6992767" y="2171596"/>
                  </a:lnTo>
                  <a:lnTo>
                    <a:pt x="6996189" y="2109691"/>
                  </a:lnTo>
                  <a:lnTo>
                    <a:pt x="6999612" y="2118140"/>
                  </a:lnTo>
                  <a:lnTo>
                    <a:pt x="7003035" y="2212938"/>
                  </a:lnTo>
                  <a:lnTo>
                    <a:pt x="7006458" y="2305820"/>
                  </a:lnTo>
                  <a:lnTo>
                    <a:pt x="7009881" y="2313853"/>
                  </a:lnTo>
                  <a:lnTo>
                    <a:pt x="7013303" y="2392241"/>
                  </a:lnTo>
                  <a:lnTo>
                    <a:pt x="7016726" y="2479467"/>
                  </a:lnTo>
                  <a:lnTo>
                    <a:pt x="7020149" y="2503204"/>
                  </a:lnTo>
                  <a:lnTo>
                    <a:pt x="7023572" y="2576904"/>
                  </a:lnTo>
                  <a:lnTo>
                    <a:pt x="7026995" y="2642402"/>
                  </a:lnTo>
                  <a:lnTo>
                    <a:pt x="7030417" y="2761567"/>
                  </a:lnTo>
                  <a:lnTo>
                    <a:pt x="7033840" y="2804167"/>
                  </a:lnTo>
                  <a:lnTo>
                    <a:pt x="7037263" y="2744033"/>
                  </a:lnTo>
                  <a:lnTo>
                    <a:pt x="7040686" y="2694116"/>
                  </a:lnTo>
                  <a:lnTo>
                    <a:pt x="7044109" y="2565274"/>
                  </a:lnTo>
                  <a:lnTo>
                    <a:pt x="7047531" y="2374471"/>
                  </a:lnTo>
                  <a:lnTo>
                    <a:pt x="7050954" y="2215338"/>
                  </a:lnTo>
                  <a:lnTo>
                    <a:pt x="7054377" y="2062046"/>
                  </a:lnTo>
                  <a:lnTo>
                    <a:pt x="7057800" y="1923033"/>
                  </a:lnTo>
                  <a:lnTo>
                    <a:pt x="7061223" y="1838127"/>
                  </a:lnTo>
                  <a:lnTo>
                    <a:pt x="7064645" y="1857840"/>
                  </a:lnTo>
                  <a:lnTo>
                    <a:pt x="7068068" y="1922419"/>
                  </a:lnTo>
                  <a:lnTo>
                    <a:pt x="7071491" y="1943295"/>
                  </a:lnTo>
                  <a:lnTo>
                    <a:pt x="7074914" y="1949500"/>
                  </a:lnTo>
                  <a:lnTo>
                    <a:pt x="7078336" y="1970097"/>
                  </a:lnTo>
                  <a:lnTo>
                    <a:pt x="7081759" y="1947564"/>
                  </a:lnTo>
                  <a:lnTo>
                    <a:pt x="7085182" y="2037237"/>
                  </a:lnTo>
                  <a:lnTo>
                    <a:pt x="7088605" y="2214159"/>
                  </a:lnTo>
                  <a:lnTo>
                    <a:pt x="7092028" y="2304398"/>
                  </a:lnTo>
                  <a:lnTo>
                    <a:pt x="7095450" y="2342983"/>
                  </a:lnTo>
                  <a:lnTo>
                    <a:pt x="7098873" y="2350139"/>
                  </a:lnTo>
                  <a:lnTo>
                    <a:pt x="7102296" y="2396137"/>
                  </a:lnTo>
                  <a:lnTo>
                    <a:pt x="7105719" y="2388503"/>
                  </a:lnTo>
                  <a:lnTo>
                    <a:pt x="7109142" y="2367619"/>
                  </a:lnTo>
                  <a:lnTo>
                    <a:pt x="7112564" y="2322784"/>
                  </a:lnTo>
                  <a:lnTo>
                    <a:pt x="7115987" y="2286145"/>
                  </a:lnTo>
                  <a:lnTo>
                    <a:pt x="7119410" y="2310760"/>
                  </a:lnTo>
                  <a:lnTo>
                    <a:pt x="7122833" y="2310042"/>
                  </a:lnTo>
                  <a:lnTo>
                    <a:pt x="7126256" y="2229922"/>
                  </a:lnTo>
                  <a:lnTo>
                    <a:pt x="7129678" y="2119220"/>
                  </a:lnTo>
                  <a:lnTo>
                    <a:pt x="7133101" y="2111688"/>
                  </a:lnTo>
                  <a:lnTo>
                    <a:pt x="7136524" y="2199576"/>
                  </a:lnTo>
                  <a:lnTo>
                    <a:pt x="7139947" y="2277205"/>
                  </a:lnTo>
                  <a:lnTo>
                    <a:pt x="7143370" y="2289609"/>
                  </a:lnTo>
                  <a:lnTo>
                    <a:pt x="7146792" y="2296317"/>
                  </a:lnTo>
                  <a:lnTo>
                    <a:pt x="7150215" y="2347781"/>
                  </a:lnTo>
                  <a:lnTo>
                    <a:pt x="7153638" y="2395093"/>
                  </a:lnTo>
                  <a:lnTo>
                    <a:pt x="7157061" y="2404698"/>
                  </a:lnTo>
                  <a:lnTo>
                    <a:pt x="7160484" y="2410248"/>
                  </a:lnTo>
                  <a:lnTo>
                    <a:pt x="7163906" y="2459158"/>
                  </a:lnTo>
                  <a:lnTo>
                    <a:pt x="7167329" y="2457842"/>
                  </a:lnTo>
                  <a:lnTo>
                    <a:pt x="7170752" y="2469448"/>
                  </a:lnTo>
                  <a:lnTo>
                    <a:pt x="7174175" y="2453948"/>
                  </a:lnTo>
                  <a:lnTo>
                    <a:pt x="7177597" y="2355826"/>
                  </a:lnTo>
                  <a:lnTo>
                    <a:pt x="7181020" y="2297628"/>
                  </a:lnTo>
                  <a:lnTo>
                    <a:pt x="7184443" y="2287140"/>
                  </a:lnTo>
                  <a:lnTo>
                    <a:pt x="7187866" y="2286809"/>
                  </a:lnTo>
                  <a:lnTo>
                    <a:pt x="7191289" y="2328506"/>
                  </a:lnTo>
                  <a:lnTo>
                    <a:pt x="7194711" y="2443669"/>
                  </a:lnTo>
                  <a:lnTo>
                    <a:pt x="7198134" y="2625572"/>
                  </a:lnTo>
                  <a:lnTo>
                    <a:pt x="7201557" y="2613984"/>
                  </a:lnTo>
                  <a:lnTo>
                    <a:pt x="7204980" y="2538601"/>
                  </a:lnTo>
                  <a:lnTo>
                    <a:pt x="7208403" y="2513866"/>
                  </a:lnTo>
                  <a:lnTo>
                    <a:pt x="7211825" y="2337942"/>
                  </a:lnTo>
                  <a:lnTo>
                    <a:pt x="7215248" y="2128488"/>
                  </a:lnTo>
                  <a:lnTo>
                    <a:pt x="7218671" y="1963815"/>
                  </a:lnTo>
                  <a:lnTo>
                    <a:pt x="7222094" y="1927246"/>
                  </a:lnTo>
                  <a:lnTo>
                    <a:pt x="7225517" y="1937414"/>
                  </a:lnTo>
                  <a:lnTo>
                    <a:pt x="7228939" y="1952938"/>
                  </a:lnTo>
                  <a:lnTo>
                    <a:pt x="7232362" y="2079597"/>
                  </a:lnTo>
                  <a:lnTo>
                    <a:pt x="7235785" y="2223061"/>
                  </a:lnTo>
                  <a:lnTo>
                    <a:pt x="7239208" y="2275104"/>
                  </a:lnTo>
                  <a:lnTo>
                    <a:pt x="7242631" y="2279190"/>
                  </a:lnTo>
                  <a:lnTo>
                    <a:pt x="7246053" y="2220397"/>
                  </a:lnTo>
                  <a:lnTo>
                    <a:pt x="7249476" y="2150594"/>
                  </a:lnTo>
                  <a:lnTo>
                    <a:pt x="7252899" y="2014489"/>
                  </a:lnTo>
                  <a:lnTo>
                    <a:pt x="7256322" y="1857712"/>
                  </a:lnTo>
                  <a:lnTo>
                    <a:pt x="7259745" y="1739029"/>
                  </a:lnTo>
                  <a:lnTo>
                    <a:pt x="7263167" y="1750569"/>
                  </a:lnTo>
                  <a:lnTo>
                    <a:pt x="7266590" y="1860039"/>
                  </a:lnTo>
                  <a:lnTo>
                    <a:pt x="7270013" y="1831033"/>
                  </a:lnTo>
                  <a:lnTo>
                    <a:pt x="7273436" y="1815718"/>
                  </a:lnTo>
                  <a:lnTo>
                    <a:pt x="7276858" y="1745547"/>
                  </a:lnTo>
                  <a:lnTo>
                    <a:pt x="7280281" y="1740081"/>
                  </a:lnTo>
                  <a:lnTo>
                    <a:pt x="7283704" y="1672225"/>
                  </a:lnTo>
                  <a:lnTo>
                    <a:pt x="7287127" y="1520145"/>
                  </a:lnTo>
                  <a:lnTo>
                    <a:pt x="7290550" y="1542454"/>
                  </a:lnTo>
                  <a:lnTo>
                    <a:pt x="7293972" y="1535244"/>
                  </a:lnTo>
                  <a:lnTo>
                    <a:pt x="7297395" y="1602513"/>
                  </a:lnTo>
                  <a:lnTo>
                    <a:pt x="7300818" y="1673857"/>
                  </a:lnTo>
                  <a:lnTo>
                    <a:pt x="7304241" y="1686550"/>
                  </a:lnTo>
                  <a:lnTo>
                    <a:pt x="7307664" y="1701910"/>
                  </a:lnTo>
                  <a:lnTo>
                    <a:pt x="7311086" y="1664340"/>
                  </a:lnTo>
                  <a:lnTo>
                    <a:pt x="7314509" y="1679671"/>
                  </a:lnTo>
                  <a:lnTo>
                    <a:pt x="7317932" y="1666681"/>
                  </a:lnTo>
                  <a:lnTo>
                    <a:pt x="7321355" y="1591892"/>
                  </a:lnTo>
                  <a:lnTo>
                    <a:pt x="7324778" y="1586461"/>
                  </a:lnTo>
                  <a:lnTo>
                    <a:pt x="7328200" y="1572424"/>
                  </a:lnTo>
                  <a:lnTo>
                    <a:pt x="7331623" y="1514992"/>
                  </a:lnTo>
                  <a:lnTo>
                    <a:pt x="7335046" y="1481490"/>
                  </a:lnTo>
                  <a:lnTo>
                    <a:pt x="7338469" y="1450613"/>
                  </a:lnTo>
                  <a:lnTo>
                    <a:pt x="7341892" y="1379049"/>
                  </a:lnTo>
                  <a:lnTo>
                    <a:pt x="7345314" y="1318536"/>
                  </a:lnTo>
                  <a:lnTo>
                    <a:pt x="7348737" y="1288254"/>
                  </a:lnTo>
                  <a:lnTo>
                    <a:pt x="7352160" y="1295577"/>
                  </a:lnTo>
                  <a:lnTo>
                    <a:pt x="7355583" y="1315483"/>
                  </a:lnTo>
                  <a:lnTo>
                    <a:pt x="7359006" y="1285552"/>
                  </a:lnTo>
                  <a:lnTo>
                    <a:pt x="7362428" y="1224388"/>
                  </a:lnTo>
                  <a:lnTo>
                    <a:pt x="7365851" y="1144885"/>
                  </a:lnTo>
                  <a:lnTo>
                    <a:pt x="7369274" y="1090774"/>
                  </a:lnTo>
                  <a:lnTo>
                    <a:pt x="7372697" y="1133710"/>
                  </a:lnTo>
                  <a:lnTo>
                    <a:pt x="7376120" y="1166255"/>
                  </a:lnTo>
                  <a:lnTo>
                    <a:pt x="7379542" y="1251890"/>
                  </a:lnTo>
                  <a:lnTo>
                    <a:pt x="7382965" y="1497884"/>
                  </a:lnTo>
                  <a:lnTo>
                    <a:pt x="7386388" y="1754320"/>
                  </a:lnTo>
                  <a:lnTo>
                    <a:pt x="7389811" y="1960973"/>
                  </a:lnTo>
                  <a:lnTo>
                    <a:pt x="7393233" y="2097087"/>
                  </a:lnTo>
                  <a:lnTo>
                    <a:pt x="7396656" y="2202833"/>
                  </a:lnTo>
                  <a:lnTo>
                    <a:pt x="7400079" y="2293967"/>
                  </a:lnTo>
                  <a:lnTo>
                    <a:pt x="7403502" y="2401402"/>
                  </a:lnTo>
                  <a:lnTo>
                    <a:pt x="7406925" y="2487235"/>
                  </a:lnTo>
                  <a:lnTo>
                    <a:pt x="7410347" y="2619734"/>
                  </a:lnTo>
                  <a:lnTo>
                    <a:pt x="7413770" y="2697457"/>
                  </a:lnTo>
                  <a:lnTo>
                    <a:pt x="7417193" y="2689210"/>
                  </a:lnTo>
                  <a:lnTo>
                    <a:pt x="7420616" y="2682498"/>
                  </a:lnTo>
                  <a:lnTo>
                    <a:pt x="7424039" y="2549618"/>
                  </a:lnTo>
                  <a:lnTo>
                    <a:pt x="7427461" y="2426361"/>
                  </a:lnTo>
                  <a:lnTo>
                    <a:pt x="7430884" y="2412606"/>
                  </a:lnTo>
                  <a:lnTo>
                    <a:pt x="7434307" y="2384449"/>
                  </a:lnTo>
                  <a:lnTo>
                    <a:pt x="7437730" y="2322791"/>
                  </a:lnTo>
                  <a:lnTo>
                    <a:pt x="7441153" y="2257091"/>
                  </a:lnTo>
                  <a:lnTo>
                    <a:pt x="7444575" y="2339524"/>
                  </a:lnTo>
                  <a:lnTo>
                    <a:pt x="7447998" y="2472239"/>
                  </a:lnTo>
                  <a:lnTo>
                    <a:pt x="7451421" y="2481173"/>
                  </a:lnTo>
                  <a:lnTo>
                    <a:pt x="7454844" y="2475736"/>
                  </a:lnTo>
                  <a:lnTo>
                    <a:pt x="7458267" y="2565659"/>
                  </a:lnTo>
                  <a:lnTo>
                    <a:pt x="7461689" y="2654853"/>
                  </a:lnTo>
                  <a:lnTo>
                    <a:pt x="7465112" y="2597807"/>
                  </a:lnTo>
                  <a:lnTo>
                    <a:pt x="7468535" y="2519904"/>
                  </a:lnTo>
                  <a:lnTo>
                    <a:pt x="7471958" y="2432244"/>
                  </a:lnTo>
                  <a:lnTo>
                    <a:pt x="7475381" y="2377096"/>
                  </a:lnTo>
                  <a:lnTo>
                    <a:pt x="7478803" y="2385844"/>
                  </a:lnTo>
                  <a:lnTo>
                    <a:pt x="7482226" y="2449756"/>
                  </a:lnTo>
                  <a:lnTo>
                    <a:pt x="7485649" y="2567272"/>
                  </a:lnTo>
                  <a:lnTo>
                    <a:pt x="7489072" y="2677057"/>
                  </a:lnTo>
                  <a:lnTo>
                    <a:pt x="7492494" y="2693281"/>
                  </a:lnTo>
                  <a:lnTo>
                    <a:pt x="7495917" y="2645767"/>
                  </a:lnTo>
                  <a:lnTo>
                    <a:pt x="7499340" y="2574091"/>
                  </a:lnTo>
                  <a:lnTo>
                    <a:pt x="7502763" y="2459376"/>
                  </a:lnTo>
                  <a:lnTo>
                    <a:pt x="7506186" y="2387800"/>
                  </a:lnTo>
                  <a:lnTo>
                    <a:pt x="7509608" y="2335742"/>
                  </a:lnTo>
                  <a:lnTo>
                    <a:pt x="7513031" y="2304350"/>
                  </a:lnTo>
                  <a:lnTo>
                    <a:pt x="7516454" y="2319447"/>
                  </a:lnTo>
                  <a:lnTo>
                    <a:pt x="7519877" y="2286515"/>
                  </a:lnTo>
                  <a:lnTo>
                    <a:pt x="7523300" y="2310754"/>
                  </a:lnTo>
                  <a:lnTo>
                    <a:pt x="7526722" y="2356651"/>
                  </a:lnTo>
                  <a:lnTo>
                    <a:pt x="7530145" y="2394686"/>
                  </a:lnTo>
                  <a:lnTo>
                    <a:pt x="7533568" y="2417895"/>
                  </a:lnTo>
                  <a:lnTo>
                    <a:pt x="7536991" y="2517253"/>
                  </a:lnTo>
                  <a:lnTo>
                    <a:pt x="7540414" y="2698560"/>
                  </a:lnTo>
                  <a:lnTo>
                    <a:pt x="7543836" y="2742042"/>
                  </a:lnTo>
                  <a:lnTo>
                    <a:pt x="7547259" y="2659119"/>
                  </a:lnTo>
                  <a:lnTo>
                    <a:pt x="7550682" y="2523535"/>
                  </a:lnTo>
                  <a:lnTo>
                    <a:pt x="7554105" y="2491621"/>
                  </a:lnTo>
                  <a:lnTo>
                    <a:pt x="7557528" y="2474187"/>
                  </a:lnTo>
                  <a:lnTo>
                    <a:pt x="7560950" y="2468189"/>
                  </a:lnTo>
                  <a:lnTo>
                    <a:pt x="7564373" y="2557185"/>
                  </a:lnTo>
                  <a:lnTo>
                    <a:pt x="7567796" y="2641313"/>
                  </a:lnTo>
                  <a:lnTo>
                    <a:pt x="7571219" y="2653849"/>
                  </a:lnTo>
                  <a:lnTo>
                    <a:pt x="7574642" y="2635562"/>
                  </a:lnTo>
                  <a:lnTo>
                    <a:pt x="7578064" y="2617339"/>
                  </a:lnTo>
                  <a:lnTo>
                    <a:pt x="7581487" y="2608307"/>
                  </a:lnTo>
                  <a:lnTo>
                    <a:pt x="7584910" y="2561742"/>
                  </a:lnTo>
                  <a:lnTo>
                    <a:pt x="7588333" y="2561662"/>
                  </a:lnTo>
                  <a:lnTo>
                    <a:pt x="7591755" y="2615584"/>
                  </a:lnTo>
                  <a:lnTo>
                    <a:pt x="7595178" y="2670809"/>
                  </a:lnTo>
                  <a:lnTo>
                    <a:pt x="7598601" y="2739200"/>
                  </a:lnTo>
                  <a:lnTo>
                    <a:pt x="7602024" y="2792648"/>
                  </a:lnTo>
                  <a:lnTo>
                    <a:pt x="7605447" y="2853998"/>
                  </a:lnTo>
                  <a:lnTo>
                    <a:pt x="7608869" y="2888790"/>
                  </a:lnTo>
                  <a:lnTo>
                    <a:pt x="7612292" y="2951367"/>
                  </a:lnTo>
                  <a:lnTo>
                    <a:pt x="7615715" y="3010778"/>
                  </a:lnTo>
                  <a:lnTo>
                    <a:pt x="7619138" y="2991653"/>
                  </a:lnTo>
                  <a:lnTo>
                    <a:pt x="7622561" y="2917725"/>
                  </a:lnTo>
                  <a:lnTo>
                    <a:pt x="7625983" y="2869179"/>
                  </a:lnTo>
                  <a:lnTo>
                    <a:pt x="7629406" y="2852168"/>
                  </a:lnTo>
                  <a:lnTo>
                    <a:pt x="7632829" y="2831069"/>
                  </a:lnTo>
                  <a:lnTo>
                    <a:pt x="7636252" y="2774219"/>
                  </a:lnTo>
                  <a:lnTo>
                    <a:pt x="7639675" y="2786082"/>
                  </a:lnTo>
                  <a:lnTo>
                    <a:pt x="7643097" y="2792866"/>
                  </a:lnTo>
                  <a:lnTo>
                    <a:pt x="7646520" y="2765830"/>
                  </a:lnTo>
                  <a:lnTo>
                    <a:pt x="7649943" y="2723152"/>
                  </a:lnTo>
                  <a:lnTo>
                    <a:pt x="7653366" y="2643639"/>
                  </a:lnTo>
                  <a:lnTo>
                    <a:pt x="7656789" y="2620947"/>
                  </a:lnTo>
                  <a:lnTo>
                    <a:pt x="7660211" y="2551843"/>
                  </a:lnTo>
                  <a:lnTo>
                    <a:pt x="7663634" y="2497802"/>
                  </a:lnTo>
                  <a:lnTo>
                    <a:pt x="7667057" y="2467654"/>
                  </a:lnTo>
                  <a:lnTo>
                    <a:pt x="7670480" y="2483536"/>
                  </a:lnTo>
                  <a:lnTo>
                    <a:pt x="7673903" y="2579557"/>
                  </a:lnTo>
                  <a:lnTo>
                    <a:pt x="7677325" y="2675160"/>
                  </a:lnTo>
                  <a:lnTo>
                    <a:pt x="7680748" y="2698530"/>
                  </a:lnTo>
                  <a:lnTo>
                    <a:pt x="7684171" y="2685966"/>
                  </a:lnTo>
                  <a:lnTo>
                    <a:pt x="7687594" y="2721956"/>
                  </a:lnTo>
                  <a:lnTo>
                    <a:pt x="7691017" y="2692253"/>
                  </a:lnTo>
                  <a:lnTo>
                    <a:pt x="7694439" y="2587190"/>
                  </a:lnTo>
                  <a:lnTo>
                    <a:pt x="7697862" y="2526299"/>
                  </a:lnTo>
                  <a:lnTo>
                    <a:pt x="7701285" y="2440836"/>
                  </a:lnTo>
                  <a:lnTo>
                    <a:pt x="7704708" y="2335197"/>
                  </a:lnTo>
                  <a:lnTo>
                    <a:pt x="7708130" y="2203836"/>
                  </a:lnTo>
                  <a:lnTo>
                    <a:pt x="7711553" y="2196153"/>
                  </a:lnTo>
                  <a:lnTo>
                    <a:pt x="7714976" y="2236160"/>
                  </a:lnTo>
                  <a:lnTo>
                    <a:pt x="7718399" y="2253131"/>
                  </a:lnTo>
                  <a:lnTo>
                    <a:pt x="7721822" y="2353548"/>
                  </a:lnTo>
                  <a:lnTo>
                    <a:pt x="7725244" y="2498620"/>
                  </a:lnTo>
                  <a:lnTo>
                    <a:pt x="7728667" y="2618205"/>
                  </a:lnTo>
                  <a:lnTo>
                    <a:pt x="7732090" y="2616018"/>
                  </a:lnTo>
                  <a:lnTo>
                    <a:pt x="7735513" y="2646682"/>
                  </a:lnTo>
                  <a:lnTo>
                    <a:pt x="7738936" y="2679334"/>
                  </a:lnTo>
                  <a:lnTo>
                    <a:pt x="7742358" y="2707584"/>
                  </a:lnTo>
                  <a:lnTo>
                    <a:pt x="7745781" y="2721185"/>
                  </a:lnTo>
                  <a:lnTo>
                    <a:pt x="7749204" y="2705121"/>
                  </a:lnTo>
                  <a:lnTo>
                    <a:pt x="7752627" y="2680333"/>
                  </a:lnTo>
                  <a:lnTo>
                    <a:pt x="7756050" y="2660312"/>
                  </a:lnTo>
                  <a:lnTo>
                    <a:pt x="7759472" y="2604391"/>
                  </a:lnTo>
                  <a:lnTo>
                    <a:pt x="7762895" y="2577811"/>
                  </a:lnTo>
                  <a:lnTo>
                    <a:pt x="7766318" y="2593101"/>
                  </a:lnTo>
                  <a:lnTo>
                    <a:pt x="7769741" y="2683213"/>
                  </a:lnTo>
                  <a:lnTo>
                    <a:pt x="7773164" y="2826278"/>
                  </a:lnTo>
                  <a:lnTo>
                    <a:pt x="7776586" y="2869091"/>
                  </a:lnTo>
                  <a:lnTo>
                    <a:pt x="7780009" y="2902263"/>
                  </a:lnTo>
                  <a:lnTo>
                    <a:pt x="7783432" y="2924951"/>
                  </a:lnTo>
                  <a:lnTo>
                    <a:pt x="7786855" y="2871812"/>
                  </a:lnTo>
                  <a:lnTo>
                    <a:pt x="7790278" y="2786332"/>
                  </a:lnTo>
                  <a:lnTo>
                    <a:pt x="7793700" y="2680719"/>
                  </a:lnTo>
                  <a:lnTo>
                    <a:pt x="7797123" y="2607849"/>
                  </a:lnTo>
                  <a:lnTo>
                    <a:pt x="7800546" y="2490146"/>
                  </a:lnTo>
                  <a:lnTo>
                    <a:pt x="7803969" y="2378647"/>
                  </a:lnTo>
                  <a:lnTo>
                    <a:pt x="7807391" y="2395942"/>
                  </a:lnTo>
                  <a:lnTo>
                    <a:pt x="7810814" y="2444948"/>
                  </a:lnTo>
                  <a:lnTo>
                    <a:pt x="7814237" y="2437925"/>
                  </a:lnTo>
                  <a:lnTo>
                    <a:pt x="7817660" y="2468239"/>
                  </a:lnTo>
                  <a:lnTo>
                    <a:pt x="7821083" y="2603612"/>
                  </a:lnTo>
                  <a:lnTo>
                    <a:pt x="7824505" y="2726545"/>
                  </a:lnTo>
                  <a:lnTo>
                    <a:pt x="7827928" y="2772358"/>
                  </a:lnTo>
                  <a:lnTo>
                    <a:pt x="7831351" y="2700092"/>
                  </a:lnTo>
                  <a:lnTo>
                    <a:pt x="7834774" y="2668214"/>
                  </a:lnTo>
                  <a:lnTo>
                    <a:pt x="7838197" y="2671250"/>
                  </a:lnTo>
                  <a:lnTo>
                    <a:pt x="7841619" y="2625838"/>
                  </a:lnTo>
                  <a:lnTo>
                    <a:pt x="7845042" y="2532234"/>
                  </a:lnTo>
                  <a:lnTo>
                    <a:pt x="7848465" y="2482888"/>
                  </a:lnTo>
                  <a:lnTo>
                    <a:pt x="7851888" y="2576785"/>
                  </a:lnTo>
                  <a:lnTo>
                    <a:pt x="7855311" y="2662104"/>
                  </a:lnTo>
                  <a:lnTo>
                    <a:pt x="7858733" y="2683738"/>
                  </a:lnTo>
                  <a:lnTo>
                    <a:pt x="7862156" y="2673625"/>
                  </a:lnTo>
                  <a:lnTo>
                    <a:pt x="7865579" y="2704678"/>
                  </a:lnTo>
                  <a:lnTo>
                    <a:pt x="7869002" y="2698373"/>
                  </a:lnTo>
                  <a:lnTo>
                    <a:pt x="7872425" y="2549434"/>
                  </a:lnTo>
                  <a:lnTo>
                    <a:pt x="7875847" y="2431632"/>
                  </a:lnTo>
                  <a:lnTo>
                    <a:pt x="7879270" y="2385977"/>
                  </a:lnTo>
                  <a:lnTo>
                    <a:pt x="7882693" y="2409996"/>
                  </a:lnTo>
                  <a:lnTo>
                    <a:pt x="7886116" y="2382086"/>
                  </a:lnTo>
                  <a:lnTo>
                    <a:pt x="7889539" y="2397355"/>
                  </a:lnTo>
                  <a:lnTo>
                    <a:pt x="7892961" y="2532136"/>
                  </a:lnTo>
                  <a:lnTo>
                    <a:pt x="7896384" y="2690784"/>
                  </a:lnTo>
                  <a:lnTo>
                    <a:pt x="7899807" y="2794481"/>
                  </a:lnTo>
                  <a:lnTo>
                    <a:pt x="7903230" y="2799672"/>
                  </a:lnTo>
                  <a:lnTo>
                    <a:pt x="7906652" y="2751278"/>
                  </a:lnTo>
                  <a:lnTo>
                    <a:pt x="7910075" y="2693377"/>
                  </a:lnTo>
                  <a:lnTo>
                    <a:pt x="7913498" y="2688361"/>
                  </a:lnTo>
                  <a:lnTo>
                    <a:pt x="7916921" y="2653902"/>
                  </a:lnTo>
                  <a:lnTo>
                    <a:pt x="7920344" y="2622644"/>
                  </a:lnTo>
                  <a:lnTo>
                    <a:pt x="7923766" y="2657312"/>
                  </a:lnTo>
                  <a:lnTo>
                    <a:pt x="7927189" y="2737753"/>
                  </a:lnTo>
                  <a:lnTo>
                    <a:pt x="7930612" y="2767653"/>
                  </a:lnTo>
                  <a:lnTo>
                    <a:pt x="7934035" y="2782582"/>
                  </a:lnTo>
                  <a:lnTo>
                    <a:pt x="7937458" y="2797062"/>
                  </a:lnTo>
                  <a:lnTo>
                    <a:pt x="7940880" y="2783914"/>
                  </a:lnTo>
                  <a:lnTo>
                    <a:pt x="7944303" y="2778557"/>
                  </a:lnTo>
                  <a:lnTo>
                    <a:pt x="7947726" y="2862513"/>
                  </a:lnTo>
                  <a:lnTo>
                    <a:pt x="7951149" y="2951834"/>
                  </a:lnTo>
                  <a:lnTo>
                    <a:pt x="7954572" y="2963610"/>
                  </a:lnTo>
                  <a:lnTo>
                    <a:pt x="7957994" y="2983590"/>
                  </a:lnTo>
                  <a:lnTo>
                    <a:pt x="7961417" y="3027998"/>
                  </a:lnTo>
                  <a:lnTo>
                    <a:pt x="7964840" y="3063300"/>
                  </a:lnTo>
                  <a:lnTo>
                    <a:pt x="7968263" y="3055037"/>
                  </a:lnTo>
                  <a:lnTo>
                    <a:pt x="7971686" y="2951360"/>
                  </a:lnTo>
                  <a:lnTo>
                    <a:pt x="7975108" y="2807071"/>
                  </a:lnTo>
                  <a:lnTo>
                    <a:pt x="7978531" y="2734501"/>
                  </a:lnTo>
                  <a:lnTo>
                    <a:pt x="7981954" y="2658398"/>
                  </a:lnTo>
                  <a:lnTo>
                    <a:pt x="7985377" y="2488299"/>
                  </a:lnTo>
                  <a:lnTo>
                    <a:pt x="7988800" y="2288615"/>
                  </a:lnTo>
                  <a:lnTo>
                    <a:pt x="7992222" y="2204674"/>
                  </a:lnTo>
                  <a:lnTo>
                    <a:pt x="7995645" y="2173380"/>
                  </a:lnTo>
                  <a:lnTo>
                    <a:pt x="7999068" y="2120967"/>
                  </a:lnTo>
                  <a:lnTo>
                    <a:pt x="8002491" y="2111859"/>
                  </a:lnTo>
                  <a:lnTo>
                    <a:pt x="8005914" y="2150446"/>
                  </a:lnTo>
                  <a:lnTo>
                    <a:pt x="8009336" y="2222719"/>
                  </a:lnTo>
                  <a:lnTo>
                    <a:pt x="8012759" y="2216141"/>
                  </a:lnTo>
                  <a:lnTo>
                    <a:pt x="8016182" y="2176333"/>
                  </a:lnTo>
                  <a:lnTo>
                    <a:pt x="8019605" y="2027504"/>
                  </a:lnTo>
                  <a:lnTo>
                    <a:pt x="8023027" y="1843468"/>
                  </a:lnTo>
                  <a:lnTo>
                    <a:pt x="8026450" y="1821730"/>
                  </a:lnTo>
                  <a:lnTo>
                    <a:pt x="8029873" y="1893388"/>
                  </a:lnTo>
                  <a:lnTo>
                    <a:pt x="8033296" y="2009887"/>
                  </a:lnTo>
                  <a:lnTo>
                    <a:pt x="8036719" y="2180238"/>
                  </a:lnTo>
                  <a:lnTo>
                    <a:pt x="8040141" y="2454047"/>
                  </a:lnTo>
                  <a:lnTo>
                    <a:pt x="8043564" y="2730566"/>
                  </a:lnTo>
                  <a:lnTo>
                    <a:pt x="8046987" y="2906622"/>
                  </a:lnTo>
                  <a:lnTo>
                    <a:pt x="8050410" y="2962158"/>
                  </a:lnTo>
                  <a:lnTo>
                    <a:pt x="8053833" y="3030404"/>
                  </a:lnTo>
                  <a:lnTo>
                    <a:pt x="8057255" y="3002754"/>
                  </a:lnTo>
                  <a:lnTo>
                    <a:pt x="8060678" y="2869766"/>
                  </a:lnTo>
                  <a:lnTo>
                    <a:pt x="8064101" y="2668565"/>
                  </a:lnTo>
                  <a:lnTo>
                    <a:pt x="8067524" y="2481994"/>
                  </a:lnTo>
                  <a:lnTo>
                    <a:pt x="8070947" y="2434291"/>
                  </a:lnTo>
                  <a:lnTo>
                    <a:pt x="8074369" y="2391294"/>
                  </a:lnTo>
                  <a:lnTo>
                    <a:pt x="8077792" y="2442050"/>
                  </a:lnTo>
                  <a:lnTo>
                    <a:pt x="8081215" y="2550246"/>
                  </a:lnTo>
                  <a:lnTo>
                    <a:pt x="8084638" y="2696218"/>
                  </a:lnTo>
                  <a:lnTo>
                    <a:pt x="8088061" y="2811454"/>
                  </a:lnTo>
                  <a:lnTo>
                    <a:pt x="8091483" y="2824696"/>
                  </a:lnTo>
                  <a:lnTo>
                    <a:pt x="8094906" y="2841227"/>
                  </a:lnTo>
                  <a:lnTo>
                    <a:pt x="8098329" y="2829287"/>
                  </a:lnTo>
                  <a:lnTo>
                    <a:pt x="8101752" y="2840749"/>
                  </a:lnTo>
                  <a:lnTo>
                    <a:pt x="8105175" y="2834118"/>
                  </a:lnTo>
                  <a:lnTo>
                    <a:pt x="8108597" y="2823488"/>
                  </a:lnTo>
                  <a:lnTo>
                    <a:pt x="8112020" y="2778619"/>
                  </a:lnTo>
                  <a:lnTo>
                    <a:pt x="8115443" y="2645604"/>
                  </a:lnTo>
                  <a:lnTo>
                    <a:pt x="8118866" y="2501595"/>
                  </a:lnTo>
                  <a:lnTo>
                    <a:pt x="8122288" y="2472559"/>
                  </a:lnTo>
                  <a:lnTo>
                    <a:pt x="8125711" y="2433257"/>
                  </a:lnTo>
                  <a:lnTo>
                    <a:pt x="8129134" y="2246106"/>
                  </a:lnTo>
                  <a:lnTo>
                    <a:pt x="8132557" y="2087677"/>
                  </a:lnTo>
                  <a:lnTo>
                    <a:pt x="8135980" y="2142595"/>
                  </a:lnTo>
                  <a:lnTo>
                    <a:pt x="8139402" y="2293738"/>
                  </a:lnTo>
                  <a:lnTo>
                    <a:pt x="8142825" y="2272618"/>
                  </a:lnTo>
                  <a:lnTo>
                    <a:pt x="8146248" y="2265146"/>
                  </a:lnTo>
                  <a:lnTo>
                    <a:pt x="8149671" y="2381338"/>
                  </a:lnTo>
                  <a:lnTo>
                    <a:pt x="8153094" y="2553847"/>
                  </a:lnTo>
                  <a:lnTo>
                    <a:pt x="8156516" y="2611764"/>
                  </a:lnTo>
                  <a:lnTo>
                    <a:pt x="8159939" y="2556478"/>
                  </a:lnTo>
                  <a:lnTo>
                    <a:pt x="8163362" y="2489243"/>
                  </a:lnTo>
                  <a:lnTo>
                    <a:pt x="8166785" y="2454136"/>
                  </a:lnTo>
                  <a:lnTo>
                    <a:pt x="8170208" y="2445505"/>
                  </a:lnTo>
                  <a:lnTo>
                    <a:pt x="8173630" y="2329817"/>
                  </a:lnTo>
                  <a:lnTo>
                    <a:pt x="8177053" y="2245605"/>
                  </a:lnTo>
                  <a:lnTo>
                    <a:pt x="8180476" y="2300594"/>
                  </a:lnTo>
                  <a:lnTo>
                    <a:pt x="8183899" y="2385145"/>
                  </a:lnTo>
                  <a:lnTo>
                    <a:pt x="8187322" y="2378868"/>
                  </a:lnTo>
                  <a:lnTo>
                    <a:pt x="8190744" y="2365725"/>
                  </a:lnTo>
                  <a:lnTo>
                    <a:pt x="8194167" y="2412474"/>
                  </a:lnTo>
                  <a:lnTo>
                    <a:pt x="8197590" y="2460450"/>
                  </a:lnTo>
                  <a:lnTo>
                    <a:pt x="8201013" y="2445498"/>
                  </a:lnTo>
                  <a:lnTo>
                    <a:pt x="8204436" y="2440747"/>
                  </a:lnTo>
                  <a:lnTo>
                    <a:pt x="8207858" y="2516312"/>
                  </a:lnTo>
                  <a:lnTo>
                    <a:pt x="8211281" y="2600240"/>
                  </a:lnTo>
                  <a:lnTo>
                    <a:pt x="8214704" y="2730498"/>
                  </a:lnTo>
                  <a:lnTo>
                    <a:pt x="8218127" y="2824384"/>
                  </a:lnTo>
                  <a:lnTo>
                    <a:pt x="8221550" y="2831480"/>
                  </a:lnTo>
                  <a:lnTo>
                    <a:pt x="8224972" y="2838918"/>
                  </a:lnTo>
                  <a:lnTo>
                    <a:pt x="8228395" y="2862812"/>
                  </a:lnTo>
                  <a:lnTo>
                    <a:pt x="8231818" y="2825530"/>
                  </a:lnTo>
                  <a:lnTo>
                    <a:pt x="8235241" y="2783822"/>
                  </a:lnTo>
                  <a:lnTo>
                    <a:pt x="8238663" y="2697568"/>
                  </a:lnTo>
                  <a:lnTo>
                    <a:pt x="8242086" y="2656261"/>
                  </a:lnTo>
                  <a:lnTo>
                    <a:pt x="8245509" y="2586231"/>
                  </a:lnTo>
                  <a:lnTo>
                    <a:pt x="8248932" y="2505345"/>
                  </a:lnTo>
                  <a:lnTo>
                    <a:pt x="8252355" y="2520225"/>
                  </a:lnTo>
                  <a:lnTo>
                    <a:pt x="8255777" y="2527723"/>
                  </a:lnTo>
                  <a:lnTo>
                    <a:pt x="8259200" y="2573708"/>
                  </a:lnTo>
                  <a:lnTo>
                    <a:pt x="8262623" y="2582498"/>
                  </a:lnTo>
                  <a:lnTo>
                    <a:pt x="8266046" y="2612090"/>
                  </a:lnTo>
                  <a:lnTo>
                    <a:pt x="8269469" y="2671835"/>
                  </a:lnTo>
                  <a:lnTo>
                    <a:pt x="8272891" y="2660136"/>
                  </a:lnTo>
                  <a:lnTo>
                    <a:pt x="8276314" y="2590910"/>
                  </a:lnTo>
                  <a:lnTo>
                    <a:pt x="8279737" y="2572933"/>
                  </a:lnTo>
                  <a:lnTo>
                    <a:pt x="8283160" y="2556277"/>
                  </a:lnTo>
                  <a:lnTo>
                    <a:pt x="8286583" y="2500978"/>
                  </a:lnTo>
                  <a:lnTo>
                    <a:pt x="8290005" y="2449601"/>
                  </a:lnTo>
                  <a:lnTo>
                    <a:pt x="8293428" y="2497728"/>
                  </a:lnTo>
                  <a:lnTo>
                    <a:pt x="8296851" y="2545489"/>
                  </a:lnTo>
                  <a:lnTo>
                    <a:pt x="8300274" y="2536976"/>
                  </a:lnTo>
                  <a:lnTo>
                    <a:pt x="8303697" y="2576942"/>
                  </a:lnTo>
                  <a:lnTo>
                    <a:pt x="8307119" y="2716154"/>
                  </a:lnTo>
                  <a:lnTo>
                    <a:pt x="8310542" y="2831968"/>
                  </a:lnTo>
                  <a:lnTo>
                    <a:pt x="8313965" y="2885910"/>
                  </a:lnTo>
                  <a:lnTo>
                    <a:pt x="8317388" y="2960715"/>
                  </a:lnTo>
                  <a:lnTo>
                    <a:pt x="8320811" y="3027816"/>
                  </a:lnTo>
                  <a:lnTo>
                    <a:pt x="8324233" y="3071917"/>
                  </a:lnTo>
                  <a:lnTo>
                    <a:pt x="8327656" y="3071917"/>
                  </a:lnTo>
                  <a:lnTo>
                    <a:pt x="8331079" y="3071917"/>
                  </a:lnTo>
                  <a:lnTo>
                    <a:pt x="8334502" y="3071917"/>
                  </a:lnTo>
                  <a:lnTo>
                    <a:pt x="8337924" y="3071917"/>
                  </a:lnTo>
                  <a:lnTo>
                    <a:pt x="8341347" y="3071917"/>
                  </a:lnTo>
                  <a:lnTo>
                    <a:pt x="8344770" y="3071917"/>
                  </a:lnTo>
                  <a:lnTo>
                    <a:pt x="8348193" y="2986997"/>
                  </a:lnTo>
                  <a:lnTo>
                    <a:pt x="8351616" y="2858349"/>
                  </a:lnTo>
                  <a:lnTo>
                    <a:pt x="8355038" y="2745539"/>
                  </a:lnTo>
                  <a:lnTo>
                    <a:pt x="8358461" y="2675241"/>
                  </a:lnTo>
                  <a:lnTo>
                    <a:pt x="8361884" y="2683898"/>
                  </a:lnTo>
                  <a:lnTo>
                    <a:pt x="8365307" y="2616396"/>
                  </a:lnTo>
                  <a:lnTo>
                    <a:pt x="8368730" y="2558360"/>
                  </a:lnTo>
                  <a:lnTo>
                    <a:pt x="8372152" y="2521278"/>
                  </a:lnTo>
                  <a:lnTo>
                    <a:pt x="8375575" y="2508324"/>
                  </a:lnTo>
                  <a:lnTo>
                    <a:pt x="8378998" y="2445613"/>
                  </a:lnTo>
                  <a:lnTo>
                    <a:pt x="8382421" y="2334756"/>
                  </a:lnTo>
                  <a:lnTo>
                    <a:pt x="8385844" y="2298775"/>
                  </a:lnTo>
                  <a:lnTo>
                    <a:pt x="8389266" y="2269431"/>
                  </a:lnTo>
                  <a:lnTo>
                    <a:pt x="8392689" y="2225828"/>
                  </a:lnTo>
                  <a:lnTo>
                    <a:pt x="8396112" y="2140671"/>
                  </a:lnTo>
                  <a:lnTo>
                    <a:pt x="8399535" y="2126265"/>
                  </a:lnTo>
                  <a:lnTo>
                    <a:pt x="8402958" y="2207953"/>
                  </a:lnTo>
                  <a:lnTo>
                    <a:pt x="8406380" y="2283304"/>
                  </a:lnTo>
                  <a:lnTo>
                    <a:pt x="8409803" y="2416295"/>
                  </a:lnTo>
                  <a:lnTo>
                    <a:pt x="8413226" y="2536119"/>
                  </a:lnTo>
                  <a:lnTo>
                    <a:pt x="8416649" y="2645071"/>
                  </a:lnTo>
                  <a:lnTo>
                    <a:pt x="8420072" y="2663627"/>
                  </a:lnTo>
                  <a:lnTo>
                    <a:pt x="8423494" y="2453291"/>
                  </a:lnTo>
                  <a:lnTo>
                    <a:pt x="8426917" y="2330926"/>
                  </a:lnTo>
                  <a:lnTo>
                    <a:pt x="8430340" y="2320288"/>
                  </a:lnTo>
                  <a:lnTo>
                    <a:pt x="8433763" y="2411635"/>
                  </a:lnTo>
                  <a:lnTo>
                    <a:pt x="8437185" y="2469093"/>
                  </a:lnTo>
                  <a:lnTo>
                    <a:pt x="8440608" y="2512455"/>
                  </a:lnTo>
                  <a:lnTo>
                    <a:pt x="8444031" y="2629720"/>
                  </a:lnTo>
                  <a:lnTo>
                    <a:pt x="8447454" y="2668845"/>
                  </a:lnTo>
                  <a:lnTo>
                    <a:pt x="8450877" y="2631505"/>
                  </a:lnTo>
                  <a:lnTo>
                    <a:pt x="8454299" y="2504273"/>
                  </a:lnTo>
                  <a:lnTo>
                    <a:pt x="8457722" y="2401636"/>
                  </a:lnTo>
                  <a:lnTo>
                    <a:pt x="8461145" y="2388190"/>
                  </a:lnTo>
                  <a:lnTo>
                    <a:pt x="8464568" y="2472833"/>
                  </a:lnTo>
                  <a:lnTo>
                    <a:pt x="8467991" y="2577108"/>
                  </a:lnTo>
                  <a:lnTo>
                    <a:pt x="8471413" y="2577060"/>
                  </a:lnTo>
                  <a:lnTo>
                    <a:pt x="8474836" y="2590023"/>
                  </a:lnTo>
                  <a:lnTo>
                    <a:pt x="8478259" y="2646730"/>
                  </a:lnTo>
                  <a:lnTo>
                    <a:pt x="8481682" y="2705092"/>
                  </a:lnTo>
                  <a:lnTo>
                    <a:pt x="8485105" y="2654122"/>
                  </a:lnTo>
                  <a:lnTo>
                    <a:pt x="8488527" y="2566879"/>
                  </a:lnTo>
                  <a:lnTo>
                    <a:pt x="8491950" y="2517512"/>
                  </a:lnTo>
                  <a:lnTo>
                    <a:pt x="8495373" y="2486656"/>
                  </a:lnTo>
                  <a:lnTo>
                    <a:pt x="8498796" y="2439833"/>
                  </a:lnTo>
                  <a:lnTo>
                    <a:pt x="8502219" y="2320284"/>
                  </a:lnTo>
                  <a:lnTo>
                    <a:pt x="8505641" y="2234649"/>
                  </a:lnTo>
                  <a:lnTo>
                    <a:pt x="8509064" y="2179139"/>
                  </a:lnTo>
                  <a:lnTo>
                    <a:pt x="8512487" y="2276282"/>
                  </a:lnTo>
                  <a:lnTo>
                    <a:pt x="8515910" y="2390705"/>
                  </a:lnTo>
                  <a:lnTo>
                    <a:pt x="8519333" y="2484332"/>
                  </a:lnTo>
                  <a:lnTo>
                    <a:pt x="8522755" y="2540910"/>
                  </a:lnTo>
                  <a:lnTo>
                    <a:pt x="8526178" y="2538339"/>
                  </a:lnTo>
                  <a:lnTo>
                    <a:pt x="8529601" y="2529401"/>
                  </a:lnTo>
                  <a:lnTo>
                    <a:pt x="8533024" y="2408031"/>
                  </a:lnTo>
                  <a:lnTo>
                    <a:pt x="8536447" y="2347261"/>
                  </a:lnTo>
                  <a:lnTo>
                    <a:pt x="8539869" y="2328521"/>
                  </a:lnTo>
                  <a:lnTo>
                    <a:pt x="8543292" y="2345477"/>
                  </a:lnTo>
                  <a:lnTo>
                    <a:pt x="8546715" y="2427132"/>
                  </a:lnTo>
                  <a:lnTo>
                    <a:pt x="8550138" y="2429042"/>
                  </a:lnTo>
                  <a:lnTo>
                    <a:pt x="8553560" y="2416741"/>
                  </a:lnTo>
                  <a:lnTo>
                    <a:pt x="8553560" y="241674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50138" y="0"/>
                  </a:lnTo>
                  <a:lnTo>
                    <a:pt x="8546715" y="0"/>
                  </a:lnTo>
                  <a:lnTo>
                    <a:pt x="8543292" y="0"/>
                  </a:lnTo>
                  <a:lnTo>
                    <a:pt x="8539869" y="0"/>
                  </a:lnTo>
                  <a:lnTo>
                    <a:pt x="8536447" y="0"/>
                  </a:lnTo>
                  <a:lnTo>
                    <a:pt x="8533024" y="0"/>
                  </a:lnTo>
                  <a:lnTo>
                    <a:pt x="8529601" y="0"/>
                  </a:lnTo>
                  <a:lnTo>
                    <a:pt x="8526178" y="0"/>
                  </a:lnTo>
                  <a:lnTo>
                    <a:pt x="8522755" y="0"/>
                  </a:lnTo>
                  <a:lnTo>
                    <a:pt x="8519333" y="0"/>
                  </a:lnTo>
                  <a:lnTo>
                    <a:pt x="8515910" y="0"/>
                  </a:lnTo>
                  <a:lnTo>
                    <a:pt x="8512487" y="0"/>
                  </a:lnTo>
                  <a:lnTo>
                    <a:pt x="8509064" y="0"/>
                  </a:lnTo>
                  <a:lnTo>
                    <a:pt x="8505641" y="0"/>
                  </a:lnTo>
                  <a:lnTo>
                    <a:pt x="8502219" y="0"/>
                  </a:lnTo>
                  <a:lnTo>
                    <a:pt x="8498796" y="0"/>
                  </a:lnTo>
                  <a:lnTo>
                    <a:pt x="8495373" y="0"/>
                  </a:lnTo>
                  <a:lnTo>
                    <a:pt x="8491950" y="0"/>
                  </a:lnTo>
                  <a:lnTo>
                    <a:pt x="8488527" y="0"/>
                  </a:lnTo>
                  <a:lnTo>
                    <a:pt x="8485105" y="0"/>
                  </a:lnTo>
                  <a:lnTo>
                    <a:pt x="8481682" y="0"/>
                  </a:lnTo>
                  <a:lnTo>
                    <a:pt x="8478259" y="0"/>
                  </a:lnTo>
                  <a:lnTo>
                    <a:pt x="8474836" y="0"/>
                  </a:lnTo>
                  <a:lnTo>
                    <a:pt x="8471413" y="0"/>
                  </a:lnTo>
                  <a:lnTo>
                    <a:pt x="8467991" y="0"/>
                  </a:lnTo>
                  <a:lnTo>
                    <a:pt x="8464568" y="0"/>
                  </a:lnTo>
                  <a:lnTo>
                    <a:pt x="8461145" y="0"/>
                  </a:lnTo>
                  <a:lnTo>
                    <a:pt x="8457722" y="0"/>
                  </a:lnTo>
                  <a:lnTo>
                    <a:pt x="8454299" y="0"/>
                  </a:lnTo>
                  <a:lnTo>
                    <a:pt x="8450877" y="0"/>
                  </a:lnTo>
                  <a:lnTo>
                    <a:pt x="8447454" y="0"/>
                  </a:lnTo>
                  <a:lnTo>
                    <a:pt x="8444031" y="0"/>
                  </a:lnTo>
                  <a:lnTo>
                    <a:pt x="8440608" y="0"/>
                  </a:lnTo>
                  <a:lnTo>
                    <a:pt x="8437185" y="0"/>
                  </a:lnTo>
                  <a:lnTo>
                    <a:pt x="8433763" y="0"/>
                  </a:lnTo>
                  <a:lnTo>
                    <a:pt x="8430340" y="0"/>
                  </a:lnTo>
                  <a:lnTo>
                    <a:pt x="8426917" y="0"/>
                  </a:lnTo>
                  <a:lnTo>
                    <a:pt x="8423494" y="0"/>
                  </a:lnTo>
                  <a:lnTo>
                    <a:pt x="8420072" y="0"/>
                  </a:lnTo>
                  <a:lnTo>
                    <a:pt x="8416649" y="0"/>
                  </a:lnTo>
                  <a:lnTo>
                    <a:pt x="8413226" y="0"/>
                  </a:lnTo>
                  <a:lnTo>
                    <a:pt x="8409803" y="0"/>
                  </a:lnTo>
                  <a:lnTo>
                    <a:pt x="8406380" y="0"/>
                  </a:lnTo>
                  <a:lnTo>
                    <a:pt x="8402958" y="0"/>
                  </a:lnTo>
                  <a:lnTo>
                    <a:pt x="8399535" y="0"/>
                  </a:lnTo>
                  <a:lnTo>
                    <a:pt x="8396112" y="0"/>
                  </a:lnTo>
                  <a:lnTo>
                    <a:pt x="8392689" y="0"/>
                  </a:lnTo>
                  <a:lnTo>
                    <a:pt x="8389266" y="0"/>
                  </a:lnTo>
                  <a:lnTo>
                    <a:pt x="8385844" y="0"/>
                  </a:lnTo>
                  <a:lnTo>
                    <a:pt x="8382421" y="0"/>
                  </a:lnTo>
                  <a:lnTo>
                    <a:pt x="8378998" y="0"/>
                  </a:lnTo>
                  <a:lnTo>
                    <a:pt x="8375575" y="0"/>
                  </a:lnTo>
                  <a:lnTo>
                    <a:pt x="8372152" y="0"/>
                  </a:lnTo>
                  <a:lnTo>
                    <a:pt x="8368730" y="0"/>
                  </a:lnTo>
                  <a:lnTo>
                    <a:pt x="8365307" y="0"/>
                  </a:lnTo>
                  <a:lnTo>
                    <a:pt x="8361884" y="0"/>
                  </a:lnTo>
                  <a:lnTo>
                    <a:pt x="8358461" y="0"/>
                  </a:lnTo>
                  <a:lnTo>
                    <a:pt x="8355038" y="0"/>
                  </a:lnTo>
                  <a:lnTo>
                    <a:pt x="8351616" y="0"/>
                  </a:lnTo>
                  <a:lnTo>
                    <a:pt x="8348193" y="0"/>
                  </a:lnTo>
                  <a:lnTo>
                    <a:pt x="8344770" y="0"/>
                  </a:lnTo>
                  <a:lnTo>
                    <a:pt x="8341347" y="0"/>
                  </a:lnTo>
                  <a:lnTo>
                    <a:pt x="8337924" y="0"/>
                  </a:lnTo>
                  <a:lnTo>
                    <a:pt x="8334502" y="0"/>
                  </a:lnTo>
                  <a:lnTo>
                    <a:pt x="8331079" y="0"/>
                  </a:lnTo>
                  <a:lnTo>
                    <a:pt x="8327656" y="0"/>
                  </a:lnTo>
                  <a:lnTo>
                    <a:pt x="8324233" y="0"/>
                  </a:lnTo>
                  <a:lnTo>
                    <a:pt x="8320811" y="0"/>
                  </a:lnTo>
                  <a:lnTo>
                    <a:pt x="8317388" y="0"/>
                  </a:lnTo>
                  <a:lnTo>
                    <a:pt x="8313965" y="0"/>
                  </a:lnTo>
                  <a:lnTo>
                    <a:pt x="8310542" y="0"/>
                  </a:lnTo>
                  <a:lnTo>
                    <a:pt x="8307119" y="0"/>
                  </a:lnTo>
                  <a:lnTo>
                    <a:pt x="8303697" y="0"/>
                  </a:lnTo>
                  <a:lnTo>
                    <a:pt x="8300274" y="0"/>
                  </a:lnTo>
                  <a:lnTo>
                    <a:pt x="8296851" y="0"/>
                  </a:lnTo>
                  <a:lnTo>
                    <a:pt x="8293428" y="0"/>
                  </a:lnTo>
                  <a:lnTo>
                    <a:pt x="8290005" y="0"/>
                  </a:lnTo>
                  <a:lnTo>
                    <a:pt x="8286583" y="0"/>
                  </a:lnTo>
                  <a:lnTo>
                    <a:pt x="8283160" y="0"/>
                  </a:lnTo>
                  <a:lnTo>
                    <a:pt x="8279737" y="0"/>
                  </a:lnTo>
                  <a:lnTo>
                    <a:pt x="8276314" y="0"/>
                  </a:lnTo>
                  <a:lnTo>
                    <a:pt x="8272891" y="0"/>
                  </a:lnTo>
                  <a:lnTo>
                    <a:pt x="8269469" y="0"/>
                  </a:lnTo>
                  <a:lnTo>
                    <a:pt x="8266046" y="0"/>
                  </a:lnTo>
                  <a:lnTo>
                    <a:pt x="8262623" y="0"/>
                  </a:lnTo>
                  <a:lnTo>
                    <a:pt x="8259200" y="0"/>
                  </a:lnTo>
                  <a:lnTo>
                    <a:pt x="8255777" y="0"/>
                  </a:lnTo>
                  <a:lnTo>
                    <a:pt x="8252355" y="0"/>
                  </a:lnTo>
                  <a:lnTo>
                    <a:pt x="8248932" y="0"/>
                  </a:lnTo>
                  <a:lnTo>
                    <a:pt x="8245509" y="0"/>
                  </a:lnTo>
                  <a:lnTo>
                    <a:pt x="8242086" y="0"/>
                  </a:lnTo>
                  <a:lnTo>
                    <a:pt x="8238663" y="0"/>
                  </a:lnTo>
                  <a:lnTo>
                    <a:pt x="8235241" y="0"/>
                  </a:lnTo>
                  <a:lnTo>
                    <a:pt x="8231818" y="0"/>
                  </a:lnTo>
                  <a:lnTo>
                    <a:pt x="8228395" y="0"/>
                  </a:lnTo>
                  <a:lnTo>
                    <a:pt x="8224972" y="0"/>
                  </a:lnTo>
                  <a:lnTo>
                    <a:pt x="8221550" y="0"/>
                  </a:lnTo>
                  <a:lnTo>
                    <a:pt x="8218127" y="0"/>
                  </a:lnTo>
                  <a:lnTo>
                    <a:pt x="8214704" y="0"/>
                  </a:lnTo>
                  <a:lnTo>
                    <a:pt x="8211281" y="0"/>
                  </a:lnTo>
                  <a:lnTo>
                    <a:pt x="8207858" y="0"/>
                  </a:lnTo>
                  <a:lnTo>
                    <a:pt x="8204436" y="0"/>
                  </a:lnTo>
                  <a:lnTo>
                    <a:pt x="8201013" y="0"/>
                  </a:lnTo>
                  <a:lnTo>
                    <a:pt x="8197590" y="0"/>
                  </a:lnTo>
                  <a:lnTo>
                    <a:pt x="8194167" y="0"/>
                  </a:lnTo>
                  <a:lnTo>
                    <a:pt x="8190744" y="0"/>
                  </a:lnTo>
                  <a:lnTo>
                    <a:pt x="8187322" y="0"/>
                  </a:lnTo>
                  <a:lnTo>
                    <a:pt x="8183899" y="0"/>
                  </a:lnTo>
                  <a:lnTo>
                    <a:pt x="8180476" y="0"/>
                  </a:lnTo>
                  <a:lnTo>
                    <a:pt x="8177053" y="0"/>
                  </a:lnTo>
                  <a:lnTo>
                    <a:pt x="8173630" y="0"/>
                  </a:lnTo>
                  <a:lnTo>
                    <a:pt x="8170208" y="0"/>
                  </a:lnTo>
                  <a:lnTo>
                    <a:pt x="8166785" y="0"/>
                  </a:lnTo>
                  <a:lnTo>
                    <a:pt x="8163362" y="0"/>
                  </a:lnTo>
                  <a:lnTo>
                    <a:pt x="8159939" y="0"/>
                  </a:lnTo>
                  <a:lnTo>
                    <a:pt x="8156516" y="0"/>
                  </a:lnTo>
                  <a:lnTo>
                    <a:pt x="8153094" y="0"/>
                  </a:lnTo>
                  <a:lnTo>
                    <a:pt x="8149671" y="0"/>
                  </a:lnTo>
                  <a:lnTo>
                    <a:pt x="8146248" y="0"/>
                  </a:lnTo>
                  <a:lnTo>
                    <a:pt x="8142825" y="0"/>
                  </a:lnTo>
                  <a:lnTo>
                    <a:pt x="8139402" y="0"/>
                  </a:lnTo>
                  <a:lnTo>
                    <a:pt x="8135980" y="0"/>
                  </a:lnTo>
                  <a:lnTo>
                    <a:pt x="8132557" y="0"/>
                  </a:lnTo>
                  <a:lnTo>
                    <a:pt x="8129134" y="0"/>
                  </a:lnTo>
                  <a:lnTo>
                    <a:pt x="8125711" y="0"/>
                  </a:lnTo>
                  <a:lnTo>
                    <a:pt x="8122288" y="0"/>
                  </a:lnTo>
                  <a:lnTo>
                    <a:pt x="8118866" y="0"/>
                  </a:lnTo>
                  <a:lnTo>
                    <a:pt x="8115443" y="0"/>
                  </a:lnTo>
                  <a:lnTo>
                    <a:pt x="8112020" y="0"/>
                  </a:lnTo>
                  <a:lnTo>
                    <a:pt x="8108597" y="0"/>
                  </a:lnTo>
                  <a:lnTo>
                    <a:pt x="8105175" y="0"/>
                  </a:lnTo>
                  <a:lnTo>
                    <a:pt x="8101752" y="0"/>
                  </a:lnTo>
                  <a:lnTo>
                    <a:pt x="8098329" y="0"/>
                  </a:lnTo>
                  <a:lnTo>
                    <a:pt x="8094906" y="0"/>
                  </a:lnTo>
                  <a:lnTo>
                    <a:pt x="8091483" y="0"/>
                  </a:lnTo>
                  <a:lnTo>
                    <a:pt x="8088061" y="0"/>
                  </a:lnTo>
                  <a:lnTo>
                    <a:pt x="8084638" y="0"/>
                  </a:lnTo>
                  <a:lnTo>
                    <a:pt x="8081215" y="0"/>
                  </a:lnTo>
                  <a:lnTo>
                    <a:pt x="8077792" y="0"/>
                  </a:lnTo>
                  <a:lnTo>
                    <a:pt x="8074369" y="0"/>
                  </a:lnTo>
                  <a:lnTo>
                    <a:pt x="8070947" y="0"/>
                  </a:lnTo>
                  <a:lnTo>
                    <a:pt x="8067524" y="0"/>
                  </a:lnTo>
                  <a:lnTo>
                    <a:pt x="8064101" y="0"/>
                  </a:lnTo>
                  <a:lnTo>
                    <a:pt x="8060678" y="0"/>
                  </a:lnTo>
                  <a:lnTo>
                    <a:pt x="8057255" y="0"/>
                  </a:lnTo>
                  <a:lnTo>
                    <a:pt x="8053833" y="0"/>
                  </a:lnTo>
                  <a:lnTo>
                    <a:pt x="8050410" y="0"/>
                  </a:lnTo>
                  <a:lnTo>
                    <a:pt x="8046987" y="0"/>
                  </a:lnTo>
                  <a:lnTo>
                    <a:pt x="8043564" y="0"/>
                  </a:lnTo>
                  <a:lnTo>
                    <a:pt x="8040141" y="0"/>
                  </a:lnTo>
                  <a:lnTo>
                    <a:pt x="8036719" y="0"/>
                  </a:lnTo>
                  <a:lnTo>
                    <a:pt x="8033296" y="0"/>
                  </a:lnTo>
                  <a:lnTo>
                    <a:pt x="8029873" y="0"/>
                  </a:lnTo>
                  <a:lnTo>
                    <a:pt x="8026450" y="0"/>
                  </a:lnTo>
                  <a:lnTo>
                    <a:pt x="8023027" y="0"/>
                  </a:lnTo>
                  <a:lnTo>
                    <a:pt x="8019605" y="0"/>
                  </a:lnTo>
                  <a:lnTo>
                    <a:pt x="8016182" y="0"/>
                  </a:lnTo>
                  <a:lnTo>
                    <a:pt x="8012759" y="0"/>
                  </a:lnTo>
                  <a:lnTo>
                    <a:pt x="8009336" y="0"/>
                  </a:lnTo>
                  <a:lnTo>
                    <a:pt x="8005914" y="0"/>
                  </a:lnTo>
                  <a:lnTo>
                    <a:pt x="8002491" y="0"/>
                  </a:lnTo>
                  <a:lnTo>
                    <a:pt x="7999068" y="0"/>
                  </a:lnTo>
                  <a:lnTo>
                    <a:pt x="7995645" y="0"/>
                  </a:lnTo>
                  <a:lnTo>
                    <a:pt x="7992222" y="0"/>
                  </a:lnTo>
                  <a:lnTo>
                    <a:pt x="7988800" y="0"/>
                  </a:lnTo>
                  <a:lnTo>
                    <a:pt x="7985377" y="0"/>
                  </a:lnTo>
                  <a:lnTo>
                    <a:pt x="7981954" y="0"/>
                  </a:lnTo>
                  <a:lnTo>
                    <a:pt x="7978531" y="0"/>
                  </a:lnTo>
                  <a:lnTo>
                    <a:pt x="7975108" y="0"/>
                  </a:lnTo>
                  <a:lnTo>
                    <a:pt x="7971686" y="0"/>
                  </a:lnTo>
                  <a:lnTo>
                    <a:pt x="7968263" y="0"/>
                  </a:lnTo>
                  <a:lnTo>
                    <a:pt x="7964840" y="0"/>
                  </a:lnTo>
                  <a:lnTo>
                    <a:pt x="7961417" y="0"/>
                  </a:lnTo>
                  <a:lnTo>
                    <a:pt x="7957994" y="0"/>
                  </a:lnTo>
                  <a:lnTo>
                    <a:pt x="7954572" y="0"/>
                  </a:lnTo>
                  <a:lnTo>
                    <a:pt x="7951149" y="0"/>
                  </a:lnTo>
                  <a:lnTo>
                    <a:pt x="7947726" y="0"/>
                  </a:lnTo>
                  <a:lnTo>
                    <a:pt x="7944303" y="0"/>
                  </a:lnTo>
                  <a:lnTo>
                    <a:pt x="7940880" y="0"/>
                  </a:lnTo>
                  <a:lnTo>
                    <a:pt x="7937458" y="0"/>
                  </a:lnTo>
                  <a:lnTo>
                    <a:pt x="7934035" y="0"/>
                  </a:lnTo>
                  <a:lnTo>
                    <a:pt x="7930612" y="0"/>
                  </a:lnTo>
                  <a:lnTo>
                    <a:pt x="7927189" y="0"/>
                  </a:lnTo>
                  <a:lnTo>
                    <a:pt x="7923766" y="0"/>
                  </a:lnTo>
                  <a:lnTo>
                    <a:pt x="7920344" y="0"/>
                  </a:lnTo>
                  <a:lnTo>
                    <a:pt x="7916921" y="0"/>
                  </a:lnTo>
                  <a:lnTo>
                    <a:pt x="7913498" y="0"/>
                  </a:lnTo>
                  <a:lnTo>
                    <a:pt x="7910075" y="0"/>
                  </a:lnTo>
                  <a:lnTo>
                    <a:pt x="7906652" y="0"/>
                  </a:lnTo>
                  <a:lnTo>
                    <a:pt x="7903230" y="0"/>
                  </a:lnTo>
                  <a:lnTo>
                    <a:pt x="7899807" y="0"/>
                  </a:lnTo>
                  <a:lnTo>
                    <a:pt x="7896384" y="0"/>
                  </a:lnTo>
                  <a:lnTo>
                    <a:pt x="7892961" y="0"/>
                  </a:lnTo>
                  <a:lnTo>
                    <a:pt x="7889539" y="0"/>
                  </a:lnTo>
                  <a:lnTo>
                    <a:pt x="7886116" y="0"/>
                  </a:lnTo>
                  <a:lnTo>
                    <a:pt x="7882693" y="0"/>
                  </a:lnTo>
                  <a:lnTo>
                    <a:pt x="7879270" y="0"/>
                  </a:lnTo>
                  <a:lnTo>
                    <a:pt x="7875847" y="0"/>
                  </a:lnTo>
                  <a:lnTo>
                    <a:pt x="7872425" y="0"/>
                  </a:lnTo>
                  <a:lnTo>
                    <a:pt x="7869002" y="0"/>
                  </a:lnTo>
                  <a:lnTo>
                    <a:pt x="7865579" y="0"/>
                  </a:lnTo>
                  <a:lnTo>
                    <a:pt x="7862156" y="0"/>
                  </a:lnTo>
                  <a:lnTo>
                    <a:pt x="7858733" y="0"/>
                  </a:lnTo>
                  <a:lnTo>
                    <a:pt x="7855311" y="0"/>
                  </a:lnTo>
                  <a:lnTo>
                    <a:pt x="7851888" y="0"/>
                  </a:lnTo>
                  <a:lnTo>
                    <a:pt x="7848465" y="0"/>
                  </a:lnTo>
                  <a:lnTo>
                    <a:pt x="7845042" y="0"/>
                  </a:lnTo>
                  <a:lnTo>
                    <a:pt x="7841619" y="0"/>
                  </a:lnTo>
                  <a:lnTo>
                    <a:pt x="7838197" y="0"/>
                  </a:lnTo>
                  <a:lnTo>
                    <a:pt x="7834774" y="0"/>
                  </a:lnTo>
                  <a:lnTo>
                    <a:pt x="7831351" y="0"/>
                  </a:lnTo>
                  <a:lnTo>
                    <a:pt x="7827928" y="0"/>
                  </a:lnTo>
                  <a:lnTo>
                    <a:pt x="7824505" y="0"/>
                  </a:lnTo>
                  <a:lnTo>
                    <a:pt x="7821083" y="0"/>
                  </a:lnTo>
                  <a:lnTo>
                    <a:pt x="7817660" y="0"/>
                  </a:lnTo>
                  <a:lnTo>
                    <a:pt x="7814237" y="0"/>
                  </a:lnTo>
                  <a:lnTo>
                    <a:pt x="7810814" y="0"/>
                  </a:lnTo>
                  <a:lnTo>
                    <a:pt x="7807391" y="0"/>
                  </a:lnTo>
                  <a:lnTo>
                    <a:pt x="7803969" y="0"/>
                  </a:lnTo>
                  <a:lnTo>
                    <a:pt x="7800546" y="0"/>
                  </a:lnTo>
                  <a:lnTo>
                    <a:pt x="7797123" y="0"/>
                  </a:lnTo>
                  <a:lnTo>
                    <a:pt x="7793700" y="0"/>
                  </a:lnTo>
                  <a:lnTo>
                    <a:pt x="7790278" y="0"/>
                  </a:lnTo>
                  <a:lnTo>
                    <a:pt x="7786855" y="0"/>
                  </a:lnTo>
                  <a:lnTo>
                    <a:pt x="7783432" y="0"/>
                  </a:lnTo>
                  <a:lnTo>
                    <a:pt x="7780009" y="0"/>
                  </a:lnTo>
                  <a:lnTo>
                    <a:pt x="7776586" y="0"/>
                  </a:lnTo>
                  <a:lnTo>
                    <a:pt x="7773164" y="0"/>
                  </a:lnTo>
                  <a:lnTo>
                    <a:pt x="7769741" y="0"/>
                  </a:lnTo>
                  <a:lnTo>
                    <a:pt x="7766318" y="0"/>
                  </a:lnTo>
                  <a:lnTo>
                    <a:pt x="7762895" y="0"/>
                  </a:lnTo>
                  <a:lnTo>
                    <a:pt x="7759472" y="0"/>
                  </a:lnTo>
                  <a:lnTo>
                    <a:pt x="7756050" y="0"/>
                  </a:lnTo>
                  <a:lnTo>
                    <a:pt x="7752627" y="0"/>
                  </a:lnTo>
                  <a:lnTo>
                    <a:pt x="7749204" y="0"/>
                  </a:lnTo>
                  <a:lnTo>
                    <a:pt x="7745781" y="0"/>
                  </a:lnTo>
                  <a:lnTo>
                    <a:pt x="7742358" y="0"/>
                  </a:lnTo>
                  <a:lnTo>
                    <a:pt x="7738936" y="0"/>
                  </a:lnTo>
                  <a:lnTo>
                    <a:pt x="7735513" y="0"/>
                  </a:lnTo>
                  <a:lnTo>
                    <a:pt x="7732090" y="0"/>
                  </a:lnTo>
                  <a:lnTo>
                    <a:pt x="7728667" y="0"/>
                  </a:lnTo>
                  <a:lnTo>
                    <a:pt x="7725244" y="0"/>
                  </a:lnTo>
                  <a:lnTo>
                    <a:pt x="7721822" y="0"/>
                  </a:lnTo>
                  <a:lnTo>
                    <a:pt x="7718399" y="0"/>
                  </a:lnTo>
                  <a:lnTo>
                    <a:pt x="7714976" y="0"/>
                  </a:lnTo>
                  <a:lnTo>
                    <a:pt x="7711553" y="0"/>
                  </a:lnTo>
                  <a:lnTo>
                    <a:pt x="7708130" y="0"/>
                  </a:lnTo>
                  <a:lnTo>
                    <a:pt x="7704708" y="0"/>
                  </a:lnTo>
                  <a:lnTo>
                    <a:pt x="7701285" y="0"/>
                  </a:lnTo>
                  <a:lnTo>
                    <a:pt x="7697862" y="0"/>
                  </a:lnTo>
                  <a:lnTo>
                    <a:pt x="7694439" y="0"/>
                  </a:lnTo>
                  <a:lnTo>
                    <a:pt x="7691017" y="0"/>
                  </a:lnTo>
                  <a:lnTo>
                    <a:pt x="7687594" y="0"/>
                  </a:lnTo>
                  <a:lnTo>
                    <a:pt x="7684171" y="0"/>
                  </a:lnTo>
                  <a:lnTo>
                    <a:pt x="7680748" y="0"/>
                  </a:lnTo>
                  <a:lnTo>
                    <a:pt x="7677325" y="0"/>
                  </a:lnTo>
                  <a:lnTo>
                    <a:pt x="7673903" y="0"/>
                  </a:lnTo>
                  <a:lnTo>
                    <a:pt x="7670480" y="0"/>
                  </a:lnTo>
                  <a:lnTo>
                    <a:pt x="7667057" y="0"/>
                  </a:lnTo>
                  <a:lnTo>
                    <a:pt x="7663634" y="0"/>
                  </a:lnTo>
                  <a:lnTo>
                    <a:pt x="7660211" y="0"/>
                  </a:lnTo>
                  <a:lnTo>
                    <a:pt x="7656789" y="0"/>
                  </a:lnTo>
                  <a:lnTo>
                    <a:pt x="7653366" y="0"/>
                  </a:lnTo>
                  <a:lnTo>
                    <a:pt x="7649943" y="0"/>
                  </a:lnTo>
                  <a:lnTo>
                    <a:pt x="7646520" y="0"/>
                  </a:lnTo>
                  <a:lnTo>
                    <a:pt x="7643097" y="0"/>
                  </a:lnTo>
                  <a:lnTo>
                    <a:pt x="7639675" y="0"/>
                  </a:lnTo>
                  <a:lnTo>
                    <a:pt x="7636252" y="0"/>
                  </a:lnTo>
                  <a:lnTo>
                    <a:pt x="7632829" y="0"/>
                  </a:lnTo>
                  <a:lnTo>
                    <a:pt x="7629406" y="0"/>
                  </a:lnTo>
                  <a:lnTo>
                    <a:pt x="7625983" y="0"/>
                  </a:lnTo>
                  <a:lnTo>
                    <a:pt x="7622561" y="0"/>
                  </a:lnTo>
                  <a:lnTo>
                    <a:pt x="7619138" y="0"/>
                  </a:lnTo>
                  <a:lnTo>
                    <a:pt x="7615715" y="0"/>
                  </a:lnTo>
                  <a:lnTo>
                    <a:pt x="7612292" y="0"/>
                  </a:lnTo>
                  <a:lnTo>
                    <a:pt x="7608869" y="0"/>
                  </a:lnTo>
                  <a:lnTo>
                    <a:pt x="7605447" y="0"/>
                  </a:lnTo>
                  <a:lnTo>
                    <a:pt x="7602024" y="0"/>
                  </a:lnTo>
                  <a:lnTo>
                    <a:pt x="7598601" y="0"/>
                  </a:lnTo>
                  <a:lnTo>
                    <a:pt x="7595178" y="0"/>
                  </a:lnTo>
                  <a:lnTo>
                    <a:pt x="7591755" y="0"/>
                  </a:lnTo>
                  <a:lnTo>
                    <a:pt x="7588333" y="0"/>
                  </a:lnTo>
                  <a:lnTo>
                    <a:pt x="7584910" y="0"/>
                  </a:lnTo>
                  <a:lnTo>
                    <a:pt x="7581487" y="0"/>
                  </a:lnTo>
                  <a:lnTo>
                    <a:pt x="7578064" y="0"/>
                  </a:lnTo>
                  <a:lnTo>
                    <a:pt x="7574642" y="0"/>
                  </a:lnTo>
                  <a:lnTo>
                    <a:pt x="7571219" y="0"/>
                  </a:lnTo>
                  <a:lnTo>
                    <a:pt x="7567796" y="0"/>
                  </a:lnTo>
                  <a:lnTo>
                    <a:pt x="7564373" y="0"/>
                  </a:lnTo>
                  <a:lnTo>
                    <a:pt x="7560950" y="0"/>
                  </a:lnTo>
                  <a:lnTo>
                    <a:pt x="7557528" y="0"/>
                  </a:lnTo>
                  <a:lnTo>
                    <a:pt x="7554105" y="0"/>
                  </a:lnTo>
                  <a:lnTo>
                    <a:pt x="7550682" y="0"/>
                  </a:lnTo>
                  <a:lnTo>
                    <a:pt x="7547259" y="0"/>
                  </a:lnTo>
                  <a:lnTo>
                    <a:pt x="7543836" y="0"/>
                  </a:lnTo>
                  <a:lnTo>
                    <a:pt x="7540414" y="0"/>
                  </a:lnTo>
                  <a:lnTo>
                    <a:pt x="7536991" y="0"/>
                  </a:lnTo>
                  <a:lnTo>
                    <a:pt x="7533568" y="0"/>
                  </a:lnTo>
                  <a:lnTo>
                    <a:pt x="7530145" y="0"/>
                  </a:lnTo>
                  <a:lnTo>
                    <a:pt x="7526722" y="0"/>
                  </a:lnTo>
                  <a:lnTo>
                    <a:pt x="7523300" y="0"/>
                  </a:lnTo>
                  <a:lnTo>
                    <a:pt x="7519877" y="0"/>
                  </a:lnTo>
                  <a:lnTo>
                    <a:pt x="7516454" y="0"/>
                  </a:lnTo>
                  <a:lnTo>
                    <a:pt x="7513031" y="0"/>
                  </a:lnTo>
                  <a:lnTo>
                    <a:pt x="7509608" y="0"/>
                  </a:lnTo>
                  <a:lnTo>
                    <a:pt x="7506186" y="0"/>
                  </a:lnTo>
                  <a:lnTo>
                    <a:pt x="7502763" y="0"/>
                  </a:lnTo>
                  <a:lnTo>
                    <a:pt x="7499340" y="0"/>
                  </a:lnTo>
                  <a:lnTo>
                    <a:pt x="7495917" y="0"/>
                  </a:lnTo>
                  <a:lnTo>
                    <a:pt x="7492494" y="0"/>
                  </a:lnTo>
                  <a:lnTo>
                    <a:pt x="7489072" y="0"/>
                  </a:lnTo>
                  <a:lnTo>
                    <a:pt x="7485649" y="0"/>
                  </a:lnTo>
                  <a:lnTo>
                    <a:pt x="7482226" y="0"/>
                  </a:lnTo>
                  <a:lnTo>
                    <a:pt x="7478803" y="0"/>
                  </a:lnTo>
                  <a:lnTo>
                    <a:pt x="7475381" y="0"/>
                  </a:lnTo>
                  <a:lnTo>
                    <a:pt x="7471958" y="0"/>
                  </a:lnTo>
                  <a:lnTo>
                    <a:pt x="7468535" y="0"/>
                  </a:lnTo>
                  <a:lnTo>
                    <a:pt x="7465112" y="0"/>
                  </a:lnTo>
                  <a:lnTo>
                    <a:pt x="7461689" y="0"/>
                  </a:lnTo>
                  <a:lnTo>
                    <a:pt x="7458267" y="0"/>
                  </a:lnTo>
                  <a:lnTo>
                    <a:pt x="7454844" y="0"/>
                  </a:lnTo>
                  <a:lnTo>
                    <a:pt x="7451421" y="0"/>
                  </a:lnTo>
                  <a:lnTo>
                    <a:pt x="7447998" y="0"/>
                  </a:lnTo>
                  <a:lnTo>
                    <a:pt x="7444575" y="0"/>
                  </a:lnTo>
                  <a:lnTo>
                    <a:pt x="7441153" y="0"/>
                  </a:lnTo>
                  <a:lnTo>
                    <a:pt x="7437730" y="0"/>
                  </a:lnTo>
                  <a:lnTo>
                    <a:pt x="7434307" y="0"/>
                  </a:lnTo>
                  <a:lnTo>
                    <a:pt x="7430884" y="0"/>
                  </a:lnTo>
                  <a:lnTo>
                    <a:pt x="7427461" y="0"/>
                  </a:lnTo>
                  <a:lnTo>
                    <a:pt x="7424039" y="0"/>
                  </a:lnTo>
                  <a:lnTo>
                    <a:pt x="7420616" y="0"/>
                  </a:lnTo>
                  <a:lnTo>
                    <a:pt x="7417193" y="0"/>
                  </a:lnTo>
                  <a:lnTo>
                    <a:pt x="7413770" y="0"/>
                  </a:lnTo>
                  <a:lnTo>
                    <a:pt x="7410347" y="0"/>
                  </a:lnTo>
                  <a:lnTo>
                    <a:pt x="7406925" y="0"/>
                  </a:lnTo>
                  <a:lnTo>
                    <a:pt x="7403502" y="0"/>
                  </a:lnTo>
                  <a:lnTo>
                    <a:pt x="7400079" y="0"/>
                  </a:lnTo>
                  <a:lnTo>
                    <a:pt x="7396656" y="0"/>
                  </a:lnTo>
                  <a:lnTo>
                    <a:pt x="7393233" y="0"/>
                  </a:lnTo>
                  <a:lnTo>
                    <a:pt x="7389811" y="0"/>
                  </a:lnTo>
                  <a:lnTo>
                    <a:pt x="7386388" y="0"/>
                  </a:lnTo>
                  <a:lnTo>
                    <a:pt x="7382965" y="0"/>
                  </a:lnTo>
                  <a:lnTo>
                    <a:pt x="7379542" y="0"/>
                  </a:lnTo>
                  <a:lnTo>
                    <a:pt x="7376120" y="0"/>
                  </a:lnTo>
                  <a:lnTo>
                    <a:pt x="7372697" y="0"/>
                  </a:lnTo>
                  <a:lnTo>
                    <a:pt x="7369274" y="0"/>
                  </a:lnTo>
                  <a:lnTo>
                    <a:pt x="7365851" y="0"/>
                  </a:lnTo>
                  <a:lnTo>
                    <a:pt x="7362428" y="0"/>
                  </a:lnTo>
                  <a:lnTo>
                    <a:pt x="7359006" y="0"/>
                  </a:lnTo>
                  <a:lnTo>
                    <a:pt x="7355583" y="0"/>
                  </a:lnTo>
                  <a:lnTo>
                    <a:pt x="7352160" y="0"/>
                  </a:lnTo>
                  <a:lnTo>
                    <a:pt x="7348737" y="0"/>
                  </a:lnTo>
                  <a:lnTo>
                    <a:pt x="7345314" y="0"/>
                  </a:lnTo>
                  <a:lnTo>
                    <a:pt x="7341892" y="0"/>
                  </a:lnTo>
                  <a:lnTo>
                    <a:pt x="7338469" y="0"/>
                  </a:lnTo>
                  <a:lnTo>
                    <a:pt x="7335046" y="0"/>
                  </a:lnTo>
                  <a:lnTo>
                    <a:pt x="7331623" y="0"/>
                  </a:lnTo>
                  <a:lnTo>
                    <a:pt x="7328200" y="0"/>
                  </a:lnTo>
                  <a:lnTo>
                    <a:pt x="7324778" y="0"/>
                  </a:lnTo>
                  <a:lnTo>
                    <a:pt x="7321355" y="0"/>
                  </a:lnTo>
                  <a:lnTo>
                    <a:pt x="7317932" y="0"/>
                  </a:lnTo>
                  <a:lnTo>
                    <a:pt x="7314509" y="0"/>
                  </a:lnTo>
                  <a:lnTo>
                    <a:pt x="7311086" y="0"/>
                  </a:lnTo>
                  <a:lnTo>
                    <a:pt x="7307664" y="0"/>
                  </a:lnTo>
                  <a:lnTo>
                    <a:pt x="7304241" y="0"/>
                  </a:lnTo>
                  <a:lnTo>
                    <a:pt x="7300818" y="0"/>
                  </a:lnTo>
                  <a:lnTo>
                    <a:pt x="7297395" y="0"/>
                  </a:lnTo>
                  <a:lnTo>
                    <a:pt x="7293972" y="0"/>
                  </a:lnTo>
                  <a:lnTo>
                    <a:pt x="7290550" y="0"/>
                  </a:lnTo>
                  <a:lnTo>
                    <a:pt x="7287127" y="0"/>
                  </a:lnTo>
                  <a:lnTo>
                    <a:pt x="7283704" y="0"/>
                  </a:lnTo>
                  <a:lnTo>
                    <a:pt x="7280281" y="0"/>
                  </a:lnTo>
                  <a:lnTo>
                    <a:pt x="7276858" y="0"/>
                  </a:lnTo>
                  <a:lnTo>
                    <a:pt x="7273436" y="0"/>
                  </a:lnTo>
                  <a:lnTo>
                    <a:pt x="7270013" y="0"/>
                  </a:lnTo>
                  <a:lnTo>
                    <a:pt x="7266590" y="0"/>
                  </a:lnTo>
                  <a:lnTo>
                    <a:pt x="7263167" y="0"/>
                  </a:lnTo>
                  <a:lnTo>
                    <a:pt x="7259745" y="0"/>
                  </a:lnTo>
                  <a:lnTo>
                    <a:pt x="7256322" y="0"/>
                  </a:lnTo>
                  <a:lnTo>
                    <a:pt x="7252899" y="0"/>
                  </a:lnTo>
                  <a:lnTo>
                    <a:pt x="7249476" y="0"/>
                  </a:lnTo>
                  <a:lnTo>
                    <a:pt x="7246053" y="0"/>
                  </a:lnTo>
                  <a:lnTo>
                    <a:pt x="7242631" y="0"/>
                  </a:lnTo>
                  <a:lnTo>
                    <a:pt x="7239208" y="0"/>
                  </a:lnTo>
                  <a:lnTo>
                    <a:pt x="7235785" y="0"/>
                  </a:lnTo>
                  <a:lnTo>
                    <a:pt x="7232362" y="0"/>
                  </a:lnTo>
                  <a:lnTo>
                    <a:pt x="7228939" y="0"/>
                  </a:lnTo>
                  <a:lnTo>
                    <a:pt x="7225517" y="0"/>
                  </a:lnTo>
                  <a:lnTo>
                    <a:pt x="7222094" y="0"/>
                  </a:lnTo>
                  <a:lnTo>
                    <a:pt x="7218671" y="0"/>
                  </a:lnTo>
                  <a:lnTo>
                    <a:pt x="7215248" y="0"/>
                  </a:lnTo>
                  <a:lnTo>
                    <a:pt x="7211825" y="0"/>
                  </a:lnTo>
                  <a:lnTo>
                    <a:pt x="7208403" y="0"/>
                  </a:lnTo>
                  <a:lnTo>
                    <a:pt x="7204980" y="0"/>
                  </a:lnTo>
                  <a:lnTo>
                    <a:pt x="7201557" y="0"/>
                  </a:lnTo>
                  <a:lnTo>
                    <a:pt x="7198134" y="0"/>
                  </a:lnTo>
                  <a:lnTo>
                    <a:pt x="7194711" y="0"/>
                  </a:lnTo>
                  <a:lnTo>
                    <a:pt x="7191289" y="0"/>
                  </a:lnTo>
                  <a:lnTo>
                    <a:pt x="7187866" y="0"/>
                  </a:lnTo>
                  <a:lnTo>
                    <a:pt x="7184443" y="0"/>
                  </a:lnTo>
                  <a:lnTo>
                    <a:pt x="7181020" y="0"/>
                  </a:lnTo>
                  <a:lnTo>
                    <a:pt x="7177597" y="0"/>
                  </a:lnTo>
                  <a:lnTo>
                    <a:pt x="7174175" y="0"/>
                  </a:lnTo>
                  <a:lnTo>
                    <a:pt x="7170752" y="0"/>
                  </a:lnTo>
                  <a:lnTo>
                    <a:pt x="7167329" y="0"/>
                  </a:lnTo>
                  <a:lnTo>
                    <a:pt x="7163906" y="0"/>
                  </a:lnTo>
                  <a:lnTo>
                    <a:pt x="7160484" y="0"/>
                  </a:lnTo>
                  <a:lnTo>
                    <a:pt x="7157061" y="0"/>
                  </a:lnTo>
                  <a:lnTo>
                    <a:pt x="7153638" y="0"/>
                  </a:lnTo>
                  <a:lnTo>
                    <a:pt x="7150215" y="0"/>
                  </a:lnTo>
                  <a:lnTo>
                    <a:pt x="7146792" y="0"/>
                  </a:lnTo>
                  <a:lnTo>
                    <a:pt x="7143370" y="0"/>
                  </a:lnTo>
                  <a:lnTo>
                    <a:pt x="7139947" y="0"/>
                  </a:lnTo>
                  <a:lnTo>
                    <a:pt x="7136524" y="0"/>
                  </a:lnTo>
                  <a:lnTo>
                    <a:pt x="7133101" y="0"/>
                  </a:lnTo>
                  <a:lnTo>
                    <a:pt x="7129678" y="0"/>
                  </a:lnTo>
                  <a:lnTo>
                    <a:pt x="7126256" y="0"/>
                  </a:lnTo>
                  <a:lnTo>
                    <a:pt x="7122833" y="0"/>
                  </a:lnTo>
                  <a:lnTo>
                    <a:pt x="7119410" y="0"/>
                  </a:lnTo>
                  <a:lnTo>
                    <a:pt x="7115987" y="0"/>
                  </a:lnTo>
                  <a:lnTo>
                    <a:pt x="7112564" y="0"/>
                  </a:lnTo>
                  <a:lnTo>
                    <a:pt x="7109142" y="0"/>
                  </a:lnTo>
                  <a:lnTo>
                    <a:pt x="7105719" y="0"/>
                  </a:lnTo>
                  <a:lnTo>
                    <a:pt x="7102296" y="0"/>
                  </a:lnTo>
                  <a:lnTo>
                    <a:pt x="7098873" y="0"/>
                  </a:lnTo>
                  <a:lnTo>
                    <a:pt x="7095450" y="0"/>
                  </a:lnTo>
                  <a:lnTo>
                    <a:pt x="7092028" y="0"/>
                  </a:lnTo>
                  <a:lnTo>
                    <a:pt x="7088605" y="0"/>
                  </a:lnTo>
                  <a:lnTo>
                    <a:pt x="7085182" y="0"/>
                  </a:lnTo>
                  <a:lnTo>
                    <a:pt x="7081759" y="0"/>
                  </a:lnTo>
                  <a:lnTo>
                    <a:pt x="7078336" y="0"/>
                  </a:lnTo>
                  <a:lnTo>
                    <a:pt x="7074914" y="0"/>
                  </a:lnTo>
                  <a:lnTo>
                    <a:pt x="7071491" y="0"/>
                  </a:lnTo>
                  <a:lnTo>
                    <a:pt x="7068068" y="0"/>
                  </a:lnTo>
                  <a:lnTo>
                    <a:pt x="7064645" y="0"/>
                  </a:lnTo>
                  <a:lnTo>
                    <a:pt x="7061223" y="0"/>
                  </a:lnTo>
                  <a:lnTo>
                    <a:pt x="7057800" y="0"/>
                  </a:lnTo>
                  <a:lnTo>
                    <a:pt x="7054377" y="0"/>
                  </a:lnTo>
                  <a:lnTo>
                    <a:pt x="7050954" y="0"/>
                  </a:lnTo>
                  <a:lnTo>
                    <a:pt x="7047531" y="0"/>
                  </a:lnTo>
                  <a:lnTo>
                    <a:pt x="7044109" y="0"/>
                  </a:lnTo>
                  <a:lnTo>
                    <a:pt x="7040686" y="0"/>
                  </a:lnTo>
                  <a:lnTo>
                    <a:pt x="7037263" y="0"/>
                  </a:lnTo>
                  <a:lnTo>
                    <a:pt x="7033840" y="0"/>
                  </a:lnTo>
                  <a:lnTo>
                    <a:pt x="7030417" y="0"/>
                  </a:lnTo>
                  <a:lnTo>
                    <a:pt x="7026995" y="0"/>
                  </a:lnTo>
                  <a:lnTo>
                    <a:pt x="7023572" y="0"/>
                  </a:lnTo>
                  <a:lnTo>
                    <a:pt x="7020149" y="0"/>
                  </a:lnTo>
                  <a:lnTo>
                    <a:pt x="7016726" y="0"/>
                  </a:lnTo>
                  <a:lnTo>
                    <a:pt x="7013303" y="0"/>
                  </a:lnTo>
                  <a:lnTo>
                    <a:pt x="7009881" y="0"/>
                  </a:lnTo>
                  <a:lnTo>
                    <a:pt x="7006458" y="0"/>
                  </a:lnTo>
                  <a:lnTo>
                    <a:pt x="7003035" y="0"/>
                  </a:lnTo>
                  <a:lnTo>
                    <a:pt x="6999612" y="0"/>
                  </a:lnTo>
                  <a:lnTo>
                    <a:pt x="6996189" y="0"/>
                  </a:lnTo>
                  <a:lnTo>
                    <a:pt x="6992767" y="0"/>
                  </a:lnTo>
                  <a:lnTo>
                    <a:pt x="6989344" y="0"/>
                  </a:lnTo>
                  <a:lnTo>
                    <a:pt x="6985921" y="0"/>
                  </a:lnTo>
                  <a:lnTo>
                    <a:pt x="6982498" y="0"/>
                  </a:lnTo>
                  <a:lnTo>
                    <a:pt x="6979075" y="0"/>
                  </a:lnTo>
                  <a:lnTo>
                    <a:pt x="6975653" y="0"/>
                  </a:lnTo>
                  <a:lnTo>
                    <a:pt x="6972230" y="0"/>
                  </a:lnTo>
                  <a:lnTo>
                    <a:pt x="6968807" y="0"/>
                  </a:lnTo>
                  <a:lnTo>
                    <a:pt x="6965384" y="0"/>
                  </a:lnTo>
                  <a:lnTo>
                    <a:pt x="6961961" y="0"/>
                  </a:lnTo>
                  <a:lnTo>
                    <a:pt x="6958539" y="0"/>
                  </a:lnTo>
                  <a:lnTo>
                    <a:pt x="6955116" y="0"/>
                  </a:lnTo>
                  <a:lnTo>
                    <a:pt x="6951693" y="0"/>
                  </a:lnTo>
                  <a:lnTo>
                    <a:pt x="6948270" y="0"/>
                  </a:lnTo>
                  <a:lnTo>
                    <a:pt x="6944848" y="0"/>
                  </a:lnTo>
                  <a:lnTo>
                    <a:pt x="6941425" y="0"/>
                  </a:lnTo>
                  <a:lnTo>
                    <a:pt x="6938002" y="0"/>
                  </a:lnTo>
                  <a:lnTo>
                    <a:pt x="6934579" y="0"/>
                  </a:lnTo>
                  <a:lnTo>
                    <a:pt x="6931156" y="0"/>
                  </a:lnTo>
                  <a:lnTo>
                    <a:pt x="6927734" y="0"/>
                  </a:lnTo>
                  <a:lnTo>
                    <a:pt x="6924311" y="0"/>
                  </a:lnTo>
                  <a:lnTo>
                    <a:pt x="6920888" y="0"/>
                  </a:lnTo>
                  <a:lnTo>
                    <a:pt x="6917465" y="0"/>
                  </a:lnTo>
                  <a:lnTo>
                    <a:pt x="6914042" y="0"/>
                  </a:lnTo>
                  <a:lnTo>
                    <a:pt x="6910620" y="0"/>
                  </a:lnTo>
                  <a:lnTo>
                    <a:pt x="6907197" y="0"/>
                  </a:lnTo>
                  <a:lnTo>
                    <a:pt x="6903774" y="0"/>
                  </a:lnTo>
                  <a:lnTo>
                    <a:pt x="6900351" y="0"/>
                  </a:lnTo>
                  <a:lnTo>
                    <a:pt x="6896928" y="0"/>
                  </a:lnTo>
                  <a:lnTo>
                    <a:pt x="6893506" y="0"/>
                  </a:lnTo>
                  <a:lnTo>
                    <a:pt x="6890083" y="0"/>
                  </a:lnTo>
                  <a:lnTo>
                    <a:pt x="6886660" y="0"/>
                  </a:lnTo>
                  <a:lnTo>
                    <a:pt x="6883237" y="0"/>
                  </a:lnTo>
                  <a:lnTo>
                    <a:pt x="6879814" y="0"/>
                  </a:lnTo>
                  <a:lnTo>
                    <a:pt x="6876392" y="0"/>
                  </a:lnTo>
                  <a:lnTo>
                    <a:pt x="6872969" y="0"/>
                  </a:lnTo>
                  <a:lnTo>
                    <a:pt x="6869546" y="0"/>
                  </a:lnTo>
                  <a:lnTo>
                    <a:pt x="6866123" y="0"/>
                  </a:lnTo>
                  <a:lnTo>
                    <a:pt x="6862700" y="0"/>
                  </a:lnTo>
                  <a:lnTo>
                    <a:pt x="6859278" y="0"/>
                  </a:lnTo>
                  <a:lnTo>
                    <a:pt x="6855855" y="0"/>
                  </a:lnTo>
                  <a:lnTo>
                    <a:pt x="6852432" y="0"/>
                  </a:lnTo>
                  <a:lnTo>
                    <a:pt x="6849009" y="0"/>
                  </a:lnTo>
                  <a:lnTo>
                    <a:pt x="6845587" y="0"/>
                  </a:lnTo>
                  <a:lnTo>
                    <a:pt x="6842164" y="0"/>
                  </a:lnTo>
                  <a:lnTo>
                    <a:pt x="6838741" y="0"/>
                  </a:lnTo>
                  <a:lnTo>
                    <a:pt x="6835318" y="0"/>
                  </a:lnTo>
                  <a:lnTo>
                    <a:pt x="6831895" y="0"/>
                  </a:lnTo>
                  <a:lnTo>
                    <a:pt x="6828473" y="0"/>
                  </a:lnTo>
                  <a:lnTo>
                    <a:pt x="6825050" y="0"/>
                  </a:lnTo>
                  <a:lnTo>
                    <a:pt x="6821627" y="0"/>
                  </a:lnTo>
                  <a:lnTo>
                    <a:pt x="6818204" y="0"/>
                  </a:lnTo>
                  <a:lnTo>
                    <a:pt x="6814781" y="0"/>
                  </a:lnTo>
                  <a:lnTo>
                    <a:pt x="6811359" y="0"/>
                  </a:lnTo>
                  <a:lnTo>
                    <a:pt x="6807936" y="0"/>
                  </a:lnTo>
                  <a:lnTo>
                    <a:pt x="6804513" y="0"/>
                  </a:lnTo>
                  <a:lnTo>
                    <a:pt x="6801090" y="0"/>
                  </a:lnTo>
                  <a:lnTo>
                    <a:pt x="6797667" y="0"/>
                  </a:lnTo>
                  <a:lnTo>
                    <a:pt x="6794245" y="0"/>
                  </a:lnTo>
                  <a:lnTo>
                    <a:pt x="6790822" y="0"/>
                  </a:lnTo>
                  <a:lnTo>
                    <a:pt x="6787399" y="0"/>
                  </a:lnTo>
                  <a:lnTo>
                    <a:pt x="6783976" y="0"/>
                  </a:lnTo>
                  <a:lnTo>
                    <a:pt x="6780553" y="0"/>
                  </a:lnTo>
                  <a:lnTo>
                    <a:pt x="6777131" y="0"/>
                  </a:lnTo>
                  <a:lnTo>
                    <a:pt x="6773708" y="0"/>
                  </a:lnTo>
                  <a:lnTo>
                    <a:pt x="6770285" y="0"/>
                  </a:lnTo>
                  <a:lnTo>
                    <a:pt x="6766862" y="0"/>
                  </a:lnTo>
                  <a:lnTo>
                    <a:pt x="6763439" y="0"/>
                  </a:lnTo>
                  <a:lnTo>
                    <a:pt x="6760017" y="0"/>
                  </a:lnTo>
                  <a:lnTo>
                    <a:pt x="6756594" y="0"/>
                  </a:lnTo>
                  <a:lnTo>
                    <a:pt x="6753171" y="0"/>
                  </a:lnTo>
                  <a:lnTo>
                    <a:pt x="6749748" y="0"/>
                  </a:lnTo>
                  <a:lnTo>
                    <a:pt x="6746325" y="0"/>
                  </a:lnTo>
                  <a:lnTo>
                    <a:pt x="6742903" y="0"/>
                  </a:lnTo>
                  <a:lnTo>
                    <a:pt x="6739480" y="0"/>
                  </a:lnTo>
                  <a:lnTo>
                    <a:pt x="6736057" y="0"/>
                  </a:lnTo>
                  <a:lnTo>
                    <a:pt x="6732634" y="0"/>
                  </a:lnTo>
                  <a:lnTo>
                    <a:pt x="6729212" y="0"/>
                  </a:lnTo>
                  <a:lnTo>
                    <a:pt x="6725789" y="0"/>
                  </a:lnTo>
                  <a:lnTo>
                    <a:pt x="6722366" y="0"/>
                  </a:lnTo>
                  <a:lnTo>
                    <a:pt x="6718943" y="0"/>
                  </a:lnTo>
                  <a:lnTo>
                    <a:pt x="6715520" y="0"/>
                  </a:lnTo>
                  <a:lnTo>
                    <a:pt x="6712098" y="0"/>
                  </a:lnTo>
                  <a:lnTo>
                    <a:pt x="6708675" y="0"/>
                  </a:lnTo>
                  <a:lnTo>
                    <a:pt x="6705252" y="0"/>
                  </a:lnTo>
                  <a:lnTo>
                    <a:pt x="6701829" y="0"/>
                  </a:lnTo>
                  <a:lnTo>
                    <a:pt x="6698406" y="0"/>
                  </a:lnTo>
                  <a:lnTo>
                    <a:pt x="6694984" y="0"/>
                  </a:lnTo>
                  <a:lnTo>
                    <a:pt x="6691561" y="0"/>
                  </a:lnTo>
                  <a:lnTo>
                    <a:pt x="6688138" y="0"/>
                  </a:lnTo>
                  <a:lnTo>
                    <a:pt x="6684715" y="0"/>
                  </a:lnTo>
                  <a:lnTo>
                    <a:pt x="6681292" y="0"/>
                  </a:lnTo>
                  <a:lnTo>
                    <a:pt x="6677870" y="0"/>
                  </a:lnTo>
                  <a:lnTo>
                    <a:pt x="6674447" y="0"/>
                  </a:lnTo>
                  <a:lnTo>
                    <a:pt x="6671024" y="0"/>
                  </a:lnTo>
                  <a:lnTo>
                    <a:pt x="6667601" y="0"/>
                  </a:lnTo>
                  <a:lnTo>
                    <a:pt x="6664178" y="0"/>
                  </a:lnTo>
                  <a:lnTo>
                    <a:pt x="6660756" y="0"/>
                  </a:lnTo>
                  <a:lnTo>
                    <a:pt x="6657333" y="0"/>
                  </a:lnTo>
                  <a:lnTo>
                    <a:pt x="6653910" y="0"/>
                  </a:lnTo>
                  <a:lnTo>
                    <a:pt x="6650487" y="0"/>
                  </a:lnTo>
                  <a:lnTo>
                    <a:pt x="6647064" y="0"/>
                  </a:lnTo>
                  <a:lnTo>
                    <a:pt x="6643642" y="0"/>
                  </a:lnTo>
                  <a:lnTo>
                    <a:pt x="6640219" y="0"/>
                  </a:lnTo>
                  <a:lnTo>
                    <a:pt x="6636796" y="0"/>
                  </a:lnTo>
                  <a:lnTo>
                    <a:pt x="6633373" y="0"/>
                  </a:lnTo>
                  <a:lnTo>
                    <a:pt x="6629951" y="0"/>
                  </a:lnTo>
                  <a:lnTo>
                    <a:pt x="6626528" y="0"/>
                  </a:lnTo>
                  <a:lnTo>
                    <a:pt x="6623105" y="0"/>
                  </a:lnTo>
                  <a:lnTo>
                    <a:pt x="6619682" y="0"/>
                  </a:lnTo>
                  <a:lnTo>
                    <a:pt x="6616259" y="0"/>
                  </a:lnTo>
                  <a:lnTo>
                    <a:pt x="6612837" y="0"/>
                  </a:lnTo>
                  <a:lnTo>
                    <a:pt x="6609414" y="0"/>
                  </a:lnTo>
                  <a:lnTo>
                    <a:pt x="6605991" y="0"/>
                  </a:lnTo>
                  <a:lnTo>
                    <a:pt x="6602568" y="0"/>
                  </a:lnTo>
                  <a:lnTo>
                    <a:pt x="6599145" y="0"/>
                  </a:lnTo>
                  <a:lnTo>
                    <a:pt x="6595723" y="0"/>
                  </a:lnTo>
                  <a:lnTo>
                    <a:pt x="6592300" y="0"/>
                  </a:lnTo>
                  <a:lnTo>
                    <a:pt x="6588877" y="0"/>
                  </a:lnTo>
                  <a:lnTo>
                    <a:pt x="6585454" y="0"/>
                  </a:lnTo>
                  <a:lnTo>
                    <a:pt x="6582031" y="0"/>
                  </a:lnTo>
                  <a:lnTo>
                    <a:pt x="6578609" y="0"/>
                  </a:lnTo>
                  <a:lnTo>
                    <a:pt x="6575186" y="0"/>
                  </a:lnTo>
                  <a:lnTo>
                    <a:pt x="6571763" y="0"/>
                  </a:lnTo>
                  <a:lnTo>
                    <a:pt x="6568340" y="0"/>
                  </a:lnTo>
                  <a:lnTo>
                    <a:pt x="6564917" y="0"/>
                  </a:lnTo>
                  <a:lnTo>
                    <a:pt x="6561495" y="0"/>
                  </a:lnTo>
                  <a:lnTo>
                    <a:pt x="6558072" y="0"/>
                  </a:lnTo>
                  <a:lnTo>
                    <a:pt x="6554649" y="0"/>
                  </a:lnTo>
                  <a:lnTo>
                    <a:pt x="6551226" y="0"/>
                  </a:lnTo>
                  <a:lnTo>
                    <a:pt x="6547803" y="0"/>
                  </a:lnTo>
                  <a:lnTo>
                    <a:pt x="6544381" y="0"/>
                  </a:lnTo>
                  <a:lnTo>
                    <a:pt x="6540958" y="0"/>
                  </a:lnTo>
                  <a:lnTo>
                    <a:pt x="6537535" y="0"/>
                  </a:lnTo>
                  <a:lnTo>
                    <a:pt x="6534112" y="0"/>
                  </a:lnTo>
                  <a:lnTo>
                    <a:pt x="6530690" y="0"/>
                  </a:lnTo>
                  <a:lnTo>
                    <a:pt x="6527267" y="0"/>
                  </a:lnTo>
                  <a:lnTo>
                    <a:pt x="6523844" y="0"/>
                  </a:lnTo>
                  <a:lnTo>
                    <a:pt x="6520421" y="0"/>
                  </a:lnTo>
                  <a:lnTo>
                    <a:pt x="6516998" y="0"/>
                  </a:lnTo>
                  <a:lnTo>
                    <a:pt x="6513576" y="0"/>
                  </a:lnTo>
                  <a:lnTo>
                    <a:pt x="6510153" y="0"/>
                  </a:lnTo>
                  <a:lnTo>
                    <a:pt x="6506730" y="0"/>
                  </a:lnTo>
                  <a:lnTo>
                    <a:pt x="6503307" y="0"/>
                  </a:lnTo>
                  <a:lnTo>
                    <a:pt x="6499884" y="0"/>
                  </a:lnTo>
                  <a:lnTo>
                    <a:pt x="6496462" y="0"/>
                  </a:lnTo>
                  <a:lnTo>
                    <a:pt x="6493039" y="0"/>
                  </a:lnTo>
                  <a:lnTo>
                    <a:pt x="6489616" y="0"/>
                  </a:lnTo>
                  <a:lnTo>
                    <a:pt x="6486193" y="0"/>
                  </a:lnTo>
                  <a:lnTo>
                    <a:pt x="6482770" y="0"/>
                  </a:lnTo>
                  <a:lnTo>
                    <a:pt x="6479348" y="0"/>
                  </a:lnTo>
                  <a:lnTo>
                    <a:pt x="6475925" y="0"/>
                  </a:lnTo>
                  <a:lnTo>
                    <a:pt x="6472502" y="0"/>
                  </a:lnTo>
                  <a:lnTo>
                    <a:pt x="6469079" y="0"/>
                  </a:lnTo>
                  <a:lnTo>
                    <a:pt x="6465656" y="0"/>
                  </a:lnTo>
                  <a:lnTo>
                    <a:pt x="6462234" y="0"/>
                  </a:lnTo>
                  <a:lnTo>
                    <a:pt x="6458811" y="0"/>
                  </a:lnTo>
                  <a:lnTo>
                    <a:pt x="6455388" y="0"/>
                  </a:lnTo>
                  <a:lnTo>
                    <a:pt x="6451965" y="0"/>
                  </a:lnTo>
                  <a:lnTo>
                    <a:pt x="6448542" y="0"/>
                  </a:lnTo>
                  <a:lnTo>
                    <a:pt x="6445120" y="0"/>
                  </a:lnTo>
                  <a:lnTo>
                    <a:pt x="6441697" y="0"/>
                  </a:lnTo>
                  <a:lnTo>
                    <a:pt x="6438274" y="0"/>
                  </a:lnTo>
                  <a:lnTo>
                    <a:pt x="6434851" y="0"/>
                  </a:lnTo>
                  <a:lnTo>
                    <a:pt x="6431428" y="0"/>
                  </a:lnTo>
                  <a:lnTo>
                    <a:pt x="6428006" y="0"/>
                  </a:lnTo>
                  <a:lnTo>
                    <a:pt x="6424583" y="0"/>
                  </a:lnTo>
                  <a:lnTo>
                    <a:pt x="6421160" y="0"/>
                  </a:lnTo>
                  <a:lnTo>
                    <a:pt x="6417737" y="0"/>
                  </a:lnTo>
                  <a:lnTo>
                    <a:pt x="6414315" y="0"/>
                  </a:lnTo>
                  <a:lnTo>
                    <a:pt x="6410892" y="0"/>
                  </a:lnTo>
                  <a:lnTo>
                    <a:pt x="6407469" y="0"/>
                  </a:lnTo>
                  <a:lnTo>
                    <a:pt x="6404046" y="0"/>
                  </a:lnTo>
                  <a:lnTo>
                    <a:pt x="6400623" y="0"/>
                  </a:lnTo>
                  <a:lnTo>
                    <a:pt x="6397201" y="0"/>
                  </a:lnTo>
                  <a:lnTo>
                    <a:pt x="6393778" y="0"/>
                  </a:lnTo>
                  <a:lnTo>
                    <a:pt x="6390355" y="0"/>
                  </a:lnTo>
                  <a:lnTo>
                    <a:pt x="6386932" y="0"/>
                  </a:lnTo>
                  <a:lnTo>
                    <a:pt x="6383509" y="0"/>
                  </a:lnTo>
                  <a:lnTo>
                    <a:pt x="6380087" y="0"/>
                  </a:lnTo>
                  <a:lnTo>
                    <a:pt x="6376664" y="0"/>
                  </a:lnTo>
                  <a:lnTo>
                    <a:pt x="6373241" y="0"/>
                  </a:lnTo>
                  <a:lnTo>
                    <a:pt x="6369818" y="0"/>
                  </a:lnTo>
                  <a:lnTo>
                    <a:pt x="6366395" y="0"/>
                  </a:lnTo>
                  <a:lnTo>
                    <a:pt x="6362973" y="0"/>
                  </a:lnTo>
                  <a:lnTo>
                    <a:pt x="6359550" y="0"/>
                  </a:lnTo>
                  <a:lnTo>
                    <a:pt x="6356127" y="0"/>
                  </a:lnTo>
                  <a:lnTo>
                    <a:pt x="6352704" y="0"/>
                  </a:lnTo>
                  <a:lnTo>
                    <a:pt x="6349281" y="0"/>
                  </a:lnTo>
                  <a:lnTo>
                    <a:pt x="6345859" y="0"/>
                  </a:lnTo>
                  <a:lnTo>
                    <a:pt x="6342436" y="0"/>
                  </a:lnTo>
                  <a:lnTo>
                    <a:pt x="6339013" y="0"/>
                  </a:lnTo>
                  <a:lnTo>
                    <a:pt x="6335590" y="0"/>
                  </a:lnTo>
                  <a:lnTo>
                    <a:pt x="6332167" y="0"/>
                  </a:lnTo>
                  <a:lnTo>
                    <a:pt x="6328745" y="0"/>
                  </a:lnTo>
                  <a:lnTo>
                    <a:pt x="6325322" y="0"/>
                  </a:lnTo>
                  <a:lnTo>
                    <a:pt x="6321899" y="0"/>
                  </a:lnTo>
                  <a:lnTo>
                    <a:pt x="6318476" y="0"/>
                  </a:lnTo>
                  <a:lnTo>
                    <a:pt x="6315054" y="0"/>
                  </a:lnTo>
                  <a:lnTo>
                    <a:pt x="6311631" y="0"/>
                  </a:lnTo>
                  <a:lnTo>
                    <a:pt x="6308208" y="0"/>
                  </a:lnTo>
                  <a:lnTo>
                    <a:pt x="6304785" y="0"/>
                  </a:lnTo>
                  <a:lnTo>
                    <a:pt x="6301362" y="0"/>
                  </a:lnTo>
                  <a:lnTo>
                    <a:pt x="6297940" y="0"/>
                  </a:lnTo>
                  <a:lnTo>
                    <a:pt x="6294517" y="0"/>
                  </a:lnTo>
                  <a:lnTo>
                    <a:pt x="6291094" y="0"/>
                  </a:lnTo>
                  <a:lnTo>
                    <a:pt x="6287671" y="0"/>
                  </a:lnTo>
                  <a:lnTo>
                    <a:pt x="6284248" y="0"/>
                  </a:lnTo>
                  <a:lnTo>
                    <a:pt x="6280826" y="0"/>
                  </a:lnTo>
                  <a:lnTo>
                    <a:pt x="6277403" y="0"/>
                  </a:lnTo>
                  <a:lnTo>
                    <a:pt x="6273980" y="0"/>
                  </a:lnTo>
                  <a:lnTo>
                    <a:pt x="6270557" y="0"/>
                  </a:lnTo>
                  <a:lnTo>
                    <a:pt x="6267134" y="0"/>
                  </a:lnTo>
                  <a:lnTo>
                    <a:pt x="6263712" y="0"/>
                  </a:lnTo>
                  <a:lnTo>
                    <a:pt x="6260289" y="0"/>
                  </a:lnTo>
                  <a:lnTo>
                    <a:pt x="6256866" y="0"/>
                  </a:lnTo>
                  <a:lnTo>
                    <a:pt x="6253443" y="0"/>
                  </a:lnTo>
                  <a:lnTo>
                    <a:pt x="6250020" y="0"/>
                  </a:lnTo>
                  <a:lnTo>
                    <a:pt x="6246598" y="0"/>
                  </a:lnTo>
                  <a:lnTo>
                    <a:pt x="6243175" y="0"/>
                  </a:lnTo>
                  <a:lnTo>
                    <a:pt x="6239752" y="0"/>
                  </a:lnTo>
                  <a:lnTo>
                    <a:pt x="6236329" y="0"/>
                  </a:lnTo>
                  <a:lnTo>
                    <a:pt x="6232906" y="0"/>
                  </a:lnTo>
                  <a:lnTo>
                    <a:pt x="6229484" y="0"/>
                  </a:lnTo>
                  <a:lnTo>
                    <a:pt x="6226061" y="0"/>
                  </a:lnTo>
                  <a:lnTo>
                    <a:pt x="6222638" y="0"/>
                  </a:lnTo>
                  <a:lnTo>
                    <a:pt x="6219215" y="0"/>
                  </a:lnTo>
                  <a:lnTo>
                    <a:pt x="6215793" y="0"/>
                  </a:lnTo>
                  <a:lnTo>
                    <a:pt x="6212370" y="0"/>
                  </a:lnTo>
                  <a:lnTo>
                    <a:pt x="6208947" y="0"/>
                  </a:lnTo>
                  <a:lnTo>
                    <a:pt x="6205524" y="0"/>
                  </a:lnTo>
                  <a:lnTo>
                    <a:pt x="6202101" y="0"/>
                  </a:lnTo>
                  <a:lnTo>
                    <a:pt x="6198679" y="0"/>
                  </a:lnTo>
                  <a:lnTo>
                    <a:pt x="6195256" y="0"/>
                  </a:lnTo>
                  <a:lnTo>
                    <a:pt x="6191833" y="0"/>
                  </a:lnTo>
                  <a:lnTo>
                    <a:pt x="6188410" y="0"/>
                  </a:lnTo>
                  <a:lnTo>
                    <a:pt x="6184987" y="0"/>
                  </a:lnTo>
                  <a:lnTo>
                    <a:pt x="6181565" y="0"/>
                  </a:lnTo>
                  <a:lnTo>
                    <a:pt x="6178142" y="0"/>
                  </a:lnTo>
                  <a:lnTo>
                    <a:pt x="6174719" y="0"/>
                  </a:lnTo>
                  <a:lnTo>
                    <a:pt x="6171296" y="0"/>
                  </a:lnTo>
                  <a:lnTo>
                    <a:pt x="6167873" y="0"/>
                  </a:lnTo>
                  <a:lnTo>
                    <a:pt x="6164451" y="0"/>
                  </a:lnTo>
                  <a:lnTo>
                    <a:pt x="6161028" y="0"/>
                  </a:lnTo>
                  <a:lnTo>
                    <a:pt x="6157605" y="0"/>
                  </a:lnTo>
                  <a:lnTo>
                    <a:pt x="6154182" y="0"/>
                  </a:lnTo>
                  <a:lnTo>
                    <a:pt x="6150759" y="0"/>
                  </a:lnTo>
                  <a:lnTo>
                    <a:pt x="6147337" y="0"/>
                  </a:lnTo>
                  <a:lnTo>
                    <a:pt x="6143914" y="0"/>
                  </a:lnTo>
                  <a:lnTo>
                    <a:pt x="6140491" y="0"/>
                  </a:lnTo>
                  <a:lnTo>
                    <a:pt x="6137068" y="0"/>
                  </a:lnTo>
                  <a:lnTo>
                    <a:pt x="6133645" y="0"/>
                  </a:lnTo>
                  <a:lnTo>
                    <a:pt x="6130223" y="0"/>
                  </a:lnTo>
                  <a:lnTo>
                    <a:pt x="6126800" y="0"/>
                  </a:lnTo>
                  <a:lnTo>
                    <a:pt x="6123377" y="0"/>
                  </a:lnTo>
                  <a:lnTo>
                    <a:pt x="6119954" y="0"/>
                  </a:lnTo>
                  <a:lnTo>
                    <a:pt x="6116531" y="0"/>
                  </a:lnTo>
                  <a:lnTo>
                    <a:pt x="6113109" y="0"/>
                  </a:lnTo>
                  <a:lnTo>
                    <a:pt x="6109686" y="0"/>
                  </a:lnTo>
                  <a:lnTo>
                    <a:pt x="6106263" y="0"/>
                  </a:lnTo>
                  <a:lnTo>
                    <a:pt x="6102840" y="0"/>
                  </a:lnTo>
                  <a:lnTo>
                    <a:pt x="6099418" y="0"/>
                  </a:lnTo>
                  <a:lnTo>
                    <a:pt x="6095995" y="0"/>
                  </a:lnTo>
                  <a:lnTo>
                    <a:pt x="6092572" y="0"/>
                  </a:lnTo>
                  <a:lnTo>
                    <a:pt x="6089149" y="0"/>
                  </a:lnTo>
                  <a:lnTo>
                    <a:pt x="6085726" y="0"/>
                  </a:lnTo>
                  <a:lnTo>
                    <a:pt x="6082304" y="0"/>
                  </a:lnTo>
                  <a:lnTo>
                    <a:pt x="6078881" y="0"/>
                  </a:lnTo>
                  <a:lnTo>
                    <a:pt x="6075458" y="0"/>
                  </a:lnTo>
                  <a:lnTo>
                    <a:pt x="6072035" y="0"/>
                  </a:lnTo>
                  <a:lnTo>
                    <a:pt x="6068612" y="0"/>
                  </a:lnTo>
                  <a:lnTo>
                    <a:pt x="6065190" y="0"/>
                  </a:lnTo>
                  <a:lnTo>
                    <a:pt x="6061767" y="0"/>
                  </a:lnTo>
                  <a:lnTo>
                    <a:pt x="6058344" y="0"/>
                  </a:lnTo>
                  <a:lnTo>
                    <a:pt x="6054921" y="0"/>
                  </a:lnTo>
                  <a:lnTo>
                    <a:pt x="6051498" y="0"/>
                  </a:lnTo>
                  <a:lnTo>
                    <a:pt x="6048076" y="0"/>
                  </a:lnTo>
                  <a:lnTo>
                    <a:pt x="6044653" y="0"/>
                  </a:lnTo>
                  <a:lnTo>
                    <a:pt x="6041230" y="0"/>
                  </a:lnTo>
                  <a:lnTo>
                    <a:pt x="6037807" y="0"/>
                  </a:lnTo>
                  <a:lnTo>
                    <a:pt x="6034384" y="0"/>
                  </a:lnTo>
                  <a:lnTo>
                    <a:pt x="6030962" y="0"/>
                  </a:lnTo>
                  <a:lnTo>
                    <a:pt x="6027539" y="0"/>
                  </a:lnTo>
                  <a:lnTo>
                    <a:pt x="6024116" y="0"/>
                  </a:lnTo>
                  <a:lnTo>
                    <a:pt x="6020693" y="0"/>
                  </a:lnTo>
                  <a:lnTo>
                    <a:pt x="6017270" y="0"/>
                  </a:lnTo>
                  <a:lnTo>
                    <a:pt x="6013848" y="0"/>
                  </a:lnTo>
                  <a:lnTo>
                    <a:pt x="6010425" y="0"/>
                  </a:lnTo>
                  <a:lnTo>
                    <a:pt x="6007002" y="0"/>
                  </a:lnTo>
                  <a:lnTo>
                    <a:pt x="6003579" y="0"/>
                  </a:lnTo>
                  <a:lnTo>
                    <a:pt x="6000157" y="0"/>
                  </a:lnTo>
                  <a:lnTo>
                    <a:pt x="5996734" y="0"/>
                  </a:lnTo>
                  <a:lnTo>
                    <a:pt x="5993311" y="0"/>
                  </a:lnTo>
                  <a:lnTo>
                    <a:pt x="5989888" y="0"/>
                  </a:lnTo>
                  <a:lnTo>
                    <a:pt x="5986465" y="0"/>
                  </a:lnTo>
                  <a:lnTo>
                    <a:pt x="5983043" y="0"/>
                  </a:lnTo>
                  <a:lnTo>
                    <a:pt x="5979620" y="0"/>
                  </a:lnTo>
                  <a:lnTo>
                    <a:pt x="5976197" y="0"/>
                  </a:lnTo>
                  <a:lnTo>
                    <a:pt x="5972774" y="0"/>
                  </a:lnTo>
                  <a:lnTo>
                    <a:pt x="5969351" y="0"/>
                  </a:lnTo>
                  <a:lnTo>
                    <a:pt x="5965929" y="0"/>
                  </a:lnTo>
                  <a:lnTo>
                    <a:pt x="5962506" y="0"/>
                  </a:lnTo>
                  <a:lnTo>
                    <a:pt x="5959083" y="0"/>
                  </a:lnTo>
                  <a:lnTo>
                    <a:pt x="5955660" y="0"/>
                  </a:lnTo>
                  <a:lnTo>
                    <a:pt x="5952237" y="0"/>
                  </a:lnTo>
                  <a:lnTo>
                    <a:pt x="5948815" y="0"/>
                  </a:lnTo>
                  <a:lnTo>
                    <a:pt x="5945392" y="0"/>
                  </a:lnTo>
                  <a:lnTo>
                    <a:pt x="5941969" y="0"/>
                  </a:lnTo>
                  <a:lnTo>
                    <a:pt x="5938546" y="0"/>
                  </a:lnTo>
                  <a:lnTo>
                    <a:pt x="5935123" y="0"/>
                  </a:lnTo>
                  <a:lnTo>
                    <a:pt x="5931701" y="0"/>
                  </a:lnTo>
                  <a:lnTo>
                    <a:pt x="5928278" y="0"/>
                  </a:lnTo>
                  <a:lnTo>
                    <a:pt x="5924855" y="0"/>
                  </a:lnTo>
                  <a:lnTo>
                    <a:pt x="5921432" y="0"/>
                  </a:lnTo>
                  <a:lnTo>
                    <a:pt x="5918009" y="0"/>
                  </a:lnTo>
                  <a:lnTo>
                    <a:pt x="5914587" y="0"/>
                  </a:lnTo>
                  <a:lnTo>
                    <a:pt x="5911164" y="0"/>
                  </a:lnTo>
                  <a:lnTo>
                    <a:pt x="5907741" y="0"/>
                  </a:lnTo>
                  <a:lnTo>
                    <a:pt x="5904318" y="0"/>
                  </a:lnTo>
                  <a:lnTo>
                    <a:pt x="5900896" y="0"/>
                  </a:lnTo>
                  <a:lnTo>
                    <a:pt x="5897473" y="0"/>
                  </a:lnTo>
                  <a:lnTo>
                    <a:pt x="5894050" y="0"/>
                  </a:lnTo>
                  <a:lnTo>
                    <a:pt x="5890627" y="0"/>
                  </a:lnTo>
                  <a:lnTo>
                    <a:pt x="5887204" y="0"/>
                  </a:lnTo>
                  <a:lnTo>
                    <a:pt x="5883782" y="0"/>
                  </a:lnTo>
                  <a:lnTo>
                    <a:pt x="5880359" y="0"/>
                  </a:lnTo>
                  <a:lnTo>
                    <a:pt x="5876936" y="0"/>
                  </a:lnTo>
                  <a:lnTo>
                    <a:pt x="5873513" y="0"/>
                  </a:lnTo>
                  <a:lnTo>
                    <a:pt x="5870090" y="0"/>
                  </a:lnTo>
                  <a:lnTo>
                    <a:pt x="5866668" y="0"/>
                  </a:lnTo>
                  <a:lnTo>
                    <a:pt x="5863245" y="0"/>
                  </a:lnTo>
                  <a:lnTo>
                    <a:pt x="5859822" y="0"/>
                  </a:lnTo>
                  <a:lnTo>
                    <a:pt x="5856399" y="0"/>
                  </a:lnTo>
                  <a:lnTo>
                    <a:pt x="5852976" y="0"/>
                  </a:lnTo>
                  <a:lnTo>
                    <a:pt x="5849554" y="0"/>
                  </a:lnTo>
                  <a:lnTo>
                    <a:pt x="5846131" y="0"/>
                  </a:lnTo>
                  <a:lnTo>
                    <a:pt x="5842708" y="0"/>
                  </a:lnTo>
                  <a:lnTo>
                    <a:pt x="5839285" y="0"/>
                  </a:lnTo>
                  <a:lnTo>
                    <a:pt x="5835862" y="0"/>
                  </a:lnTo>
                  <a:lnTo>
                    <a:pt x="5832440" y="0"/>
                  </a:lnTo>
                  <a:lnTo>
                    <a:pt x="5829017" y="0"/>
                  </a:lnTo>
                  <a:lnTo>
                    <a:pt x="5825594" y="0"/>
                  </a:lnTo>
                  <a:lnTo>
                    <a:pt x="5822171" y="0"/>
                  </a:lnTo>
                  <a:lnTo>
                    <a:pt x="5818748" y="0"/>
                  </a:lnTo>
                  <a:lnTo>
                    <a:pt x="5815326" y="0"/>
                  </a:lnTo>
                  <a:lnTo>
                    <a:pt x="5811903" y="0"/>
                  </a:lnTo>
                  <a:lnTo>
                    <a:pt x="5808480" y="0"/>
                  </a:lnTo>
                  <a:lnTo>
                    <a:pt x="5805057" y="0"/>
                  </a:lnTo>
                  <a:lnTo>
                    <a:pt x="5801634" y="0"/>
                  </a:lnTo>
                  <a:lnTo>
                    <a:pt x="5798212" y="0"/>
                  </a:lnTo>
                  <a:lnTo>
                    <a:pt x="5794789" y="0"/>
                  </a:lnTo>
                  <a:lnTo>
                    <a:pt x="5791366" y="0"/>
                  </a:lnTo>
                  <a:lnTo>
                    <a:pt x="5787943" y="0"/>
                  </a:lnTo>
                  <a:lnTo>
                    <a:pt x="5784521" y="0"/>
                  </a:lnTo>
                  <a:lnTo>
                    <a:pt x="5781098" y="0"/>
                  </a:lnTo>
                  <a:lnTo>
                    <a:pt x="5777675" y="0"/>
                  </a:lnTo>
                  <a:lnTo>
                    <a:pt x="5774252" y="0"/>
                  </a:lnTo>
                  <a:lnTo>
                    <a:pt x="5770829" y="0"/>
                  </a:lnTo>
                  <a:lnTo>
                    <a:pt x="5767407" y="0"/>
                  </a:lnTo>
                  <a:lnTo>
                    <a:pt x="5763984" y="0"/>
                  </a:lnTo>
                  <a:lnTo>
                    <a:pt x="5760561" y="0"/>
                  </a:lnTo>
                  <a:lnTo>
                    <a:pt x="5757138" y="0"/>
                  </a:lnTo>
                  <a:lnTo>
                    <a:pt x="5753715" y="0"/>
                  </a:lnTo>
                  <a:lnTo>
                    <a:pt x="5750293" y="0"/>
                  </a:lnTo>
                  <a:lnTo>
                    <a:pt x="5746870" y="0"/>
                  </a:lnTo>
                  <a:lnTo>
                    <a:pt x="5743447" y="0"/>
                  </a:lnTo>
                  <a:lnTo>
                    <a:pt x="5740024" y="0"/>
                  </a:lnTo>
                  <a:lnTo>
                    <a:pt x="5736601" y="0"/>
                  </a:lnTo>
                  <a:lnTo>
                    <a:pt x="5733179" y="0"/>
                  </a:lnTo>
                  <a:lnTo>
                    <a:pt x="5729756" y="0"/>
                  </a:lnTo>
                  <a:lnTo>
                    <a:pt x="5726333" y="0"/>
                  </a:lnTo>
                  <a:lnTo>
                    <a:pt x="5722910" y="0"/>
                  </a:lnTo>
                  <a:lnTo>
                    <a:pt x="5719487" y="0"/>
                  </a:lnTo>
                  <a:lnTo>
                    <a:pt x="5716065" y="0"/>
                  </a:lnTo>
                  <a:lnTo>
                    <a:pt x="5712642" y="0"/>
                  </a:lnTo>
                  <a:lnTo>
                    <a:pt x="5709219" y="0"/>
                  </a:lnTo>
                  <a:lnTo>
                    <a:pt x="5705796" y="0"/>
                  </a:lnTo>
                  <a:lnTo>
                    <a:pt x="5702373" y="0"/>
                  </a:lnTo>
                  <a:lnTo>
                    <a:pt x="5698951" y="0"/>
                  </a:lnTo>
                  <a:lnTo>
                    <a:pt x="5695528" y="0"/>
                  </a:lnTo>
                  <a:lnTo>
                    <a:pt x="5692105" y="0"/>
                  </a:lnTo>
                  <a:lnTo>
                    <a:pt x="5688682" y="0"/>
                  </a:lnTo>
                  <a:lnTo>
                    <a:pt x="5685260" y="0"/>
                  </a:lnTo>
                  <a:lnTo>
                    <a:pt x="5681837" y="0"/>
                  </a:lnTo>
                  <a:lnTo>
                    <a:pt x="5678414" y="0"/>
                  </a:lnTo>
                  <a:lnTo>
                    <a:pt x="5674991" y="0"/>
                  </a:lnTo>
                  <a:lnTo>
                    <a:pt x="5671568" y="0"/>
                  </a:lnTo>
                  <a:lnTo>
                    <a:pt x="5668146" y="0"/>
                  </a:lnTo>
                  <a:lnTo>
                    <a:pt x="5664723" y="0"/>
                  </a:lnTo>
                  <a:lnTo>
                    <a:pt x="5661300" y="0"/>
                  </a:lnTo>
                  <a:lnTo>
                    <a:pt x="5657877" y="0"/>
                  </a:lnTo>
                  <a:lnTo>
                    <a:pt x="5654454" y="0"/>
                  </a:lnTo>
                  <a:lnTo>
                    <a:pt x="5651032" y="0"/>
                  </a:lnTo>
                  <a:lnTo>
                    <a:pt x="5647609" y="0"/>
                  </a:lnTo>
                  <a:lnTo>
                    <a:pt x="5644186" y="0"/>
                  </a:lnTo>
                  <a:lnTo>
                    <a:pt x="5640763" y="0"/>
                  </a:lnTo>
                  <a:lnTo>
                    <a:pt x="5637340" y="0"/>
                  </a:lnTo>
                  <a:lnTo>
                    <a:pt x="5633918" y="0"/>
                  </a:lnTo>
                  <a:lnTo>
                    <a:pt x="5630495" y="0"/>
                  </a:lnTo>
                  <a:lnTo>
                    <a:pt x="5627072" y="0"/>
                  </a:lnTo>
                  <a:lnTo>
                    <a:pt x="5623649" y="0"/>
                  </a:lnTo>
                  <a:lnTo>
                    <a:pt x="5620226" y="0"/>
                  </a:lnTo>
                  <a:lnTo>
                    <a:pt x="5616804" y="0"/>
                  </a:lnTo>
                  <a:lnTo>
                    <a:pt x="5613381" y="0"/>
                  </a:lnTo>
                  <a:lnTo>
                    <a:pt x="5609958" y="0"/>
                  </a:lnTo>
                  <a:lnTo>
                    <a:pt x="5606535" y="0"/>
                  </a:lnTo>
                  <a:lnTo>
                    <a:pt x="5603112" y="0"/>
                  </a:lnTo>
                  <a:lnTo>
                    <a:pt x="5599690" y="0"/>
                  </a:lnTo>
                  <a:lnTo>
                    <a:pt x="5596267" y="0"/>
                  </a:lnTo>
                  <a:lnTo>
                    <a:pt x="5592844" y="0"/>
                  </a:lnTo>
                  <a:lnTo>
                    <a:pt x="5589421" y="0"/>
                  </a:lnTo>
                  <a:lnTo>
                    <a:pt x="5585999" y="0"/>
                  </a:lnTo>
                  <a:lnTo>
                    <a:pt x="5582576" y="0"/>
                  </a:lnTo>
                  <a:lnTo>
                    <a:pt x="5579153" y="0"/>
                  </a:lnTo>
                  <a:lnTo>
                    <a:pt x="5575730" y="0"/>
                  </a:lnTo>
                  <a:lnTo>
                    <a:pt x="5572307" y="0"/>
                  </a:lnTo>
                  <a:lnTo>
                    <a:pt x="5568885" y="0"/>
                  </a:lnTo>
                  <a:lnTo>
                    <a:pt x="5565462" y="0"/>
                  </a:lnTo>
                  <a:lnTo>
                    <a:pt x="5562039" y="0"/>
                  </a:lnTo>
                  <a:lnTo>
                    <a:pt x="5558616" y="0"/>
                  </a:lnTo>
                  <a:lnTo>
                    <a:pt x="5555193" y="0"/>
                  </a:lnTo>
                  <a:lnTo>
                    <a:pt x="5551771" y="0"/>
                  </a:lnTo>
                  <a:lnTo>
                    <a:pt x="5548348" y="0"/>
                  </a:lnTo>
                  <a:lnTo>
                    <a:pt x="5544925" y="0"/>
                  </a:lnTo>
                  <a:lnTo>
                    <a:pt x="5541502" y="0"/>
                  </a:lnTo>
                  <a:lnTo>
                    <a:pt x="5538079" y="0"/>
                  </a:lnTo>
                  <a:lnTo>
                    <a:pt x="5534657" y="0"/>
                  </a:lnTo>
                  <a:lnTo>
                    <a:pt x="5531234" y="0"/>
                  </a:lnTo>
                  <a:lnTo>
                    <a:pt x="5527811" y="0"/>
                  </a:lnTo>
                  <a:lnTo>
                    <a:pt x="5524388" y="0"/>
                  </a:lnTo>
                  <a:lnTo>
                    <a:pt x="5520965" y="0"/>
                  </a:lnTo>
                  <a:lnTo>
                    <a:pt x="5517543" y="0"/>
                  </a:lnTo>
                  <a:lnTo>
                    <a:pt x="5514120" y="0"/>
                  </a:lnTo>
                  <a:lnTo>
                    <a:pt x="5510697" y="0"/>
                  </a:lnTo>
                  <a:lnTo>
                    <a:pt x="5507274" y="0"/>
                  </a:lnTo>
                  <a:lnTo>
                    <a:pt x="5503851" y="0"/>
                  </a:lnTo>
                  <a:lnTo>
                    <a:pt x="5500429" y="0"/>
                  </a:lnTo>
                  <a:lnTo>
                    <a:pt x="5497006" y="0"/>
                  </a:lnTo>
                  <a:lnTo>
                    <a:pt x="5493583" y="0"/>
                  </a:lnTo>
                  <a:lnTo>
                    <a:pt x="5490160" y="0"/>
                  </a:lnTo>
                  <a:lnTo>
                    <a:pt x="5486737" y="0"/>
                  </a:lnTo>
                  <a:lnTo>
                    <a:pt x="5483315" y="0"/>
                  </a:lnTo>
                  <a:lnTo>
                    <a:pt x="5479892" y="0"/>
                  </a:lnTo>
                  <a:lnTo>
                    <a:pt x="5476469" y="0"/>
                  </a:lnTo>
                  <a:lnTo>
                    <a:pt x="5473046" y="0"/>
                  </a:lnTo>
                  <a:lnTo>
                    <a:pt x="5469624" y="0"/>
                  </a:lnTo>
                  <a:lnTo>
                    <a:pt x="5466201" y="0"/>
                  </a:lnTo>
                  <a:lnTo>
                    <a:pt x="5462778" y="0"/>
                  </a:lnTo>
                  <a:lnTo>
                    <a:pt x="5459355" y="0"/>
                  </a:lnTo>
                  <a:lnTo>
                    <a:pt x="5455932" y="0"/>
                  </a:lnTo>
                  <a:lnTo>
                    <a:pt x="5452510" y="0"/>
                  </a:lnTo>
                  <a:lnTo>
                    <a:pt x="5449087" y="0"/>
                  </a:lnTo>
                  <a:lnTo>
                    <a:pt x="5445664" y="0"/>
                  </a:lnTo>
                  <a:lnTo>
                    <a:pt x="5442241" y="0"/>
                  </a:lnTo>
                  <a:lnTo>
                    <a:pt x="5438818" y="0"/>
                  </a:lnTo>
                  <a:lnTo>
                    <a:pt x="5435396" y="0"/>
                  </a:lnTo>
                  <a:lnTo>
                    <a:pt x="5431973" y="0"/>
                  </a:lnTo>
                  <a:lnTo>
                    <a:pt x="5428550" y="0"/>
                  </a:lnTo>
                  <a:lnTo>
                    <a:pt x="5425127" y="0"/>
                  </a:lnTo>
                  <a:lnTo>
                    <a:pt x="5421704" y="0"/>
                  </a:lnTo>
                  <a:lnTo>
                    <a:pt x="5418282" y="0"/>
                  </a:lnTo>
                  <a:lnTo>
                    <a:pt x="5414859" y="0"/>
                  </a:lnTo>
                  <a:lnTo>
                    <a:pt x="5411436" y="0"/>
                  </a:lnTo>
                  <a:lnTo>
                    <a:pt x="5408013" y="0"/>
                  </a:lnTo>
                  <a:lnTo>
                    <a:pt x="5404590" y="0"/>
                  </a:lnTo>
                  <a:lnTo>
                    <a:pt x="5401168" y="0"/>
                  </a:lnTo>
                  <a:lnTo>
                    <a:pt x="5397745" y="0"/>
                  </a:lnTo>
                  <a:lnTo>
                    <a:pt x="5394322" y="0"/>
                  </a:lnTo>
                  <a:lnTo>
                    <a:pt x="5390899" y="0"/>
                  </a:lnTo>
                  <a:lnTo>
                    <a:pt x="5387476" y="0"/>
                  </a:lnTo>
                  <a:lnTo>
                    <a:pt x="5384054" y="0"/>
                  </a:lnTo>
                  <a:lnTo>
                    <a:pt x="5380631" y="0"/>
                  </a:lnTo>
                  <a:lnTo>
                    <a:pt x="5377208" y="0"/>
                  </a:lnTo>
                  <a:lnTo>
                    <a:pt x="5373785" y="0"/>
                  </a:lnTo>
                  <a:lnTo>
                    <a:pt x="5370363" y="0"/>
                  </a:lnTo>
                  <a:lnTo>
                    <a:pt x="5366940" y="0"/>
                  </a:lnTo>
                  <a:lnTo>
                    <a:pt x="5363517" y="0"/>
                  </a:lnTo>
                  <a:lnTo>
                    <a:pt x="5360094" y="0"/>
                  </a:lnTo>
                  <a:lnTo>
                    <a:pt x="5356671" y="0"/>
                  </a:lnTo>
                  <a:lnTo>
                    <a:pt x="5353249" y="0"/>
                  </a:lnTo>
                  <a:lnTo>
                    <a:pt x="5349826" y="0"/>
                  </a:lnTo>
                  <a:lnTo>
                    <a:pt x="5346403" y="0"/>
                  </a:lnTo>
                  <a:lnTo>
                    <a:pt x="5342980" y="0"/>
                  </a:lnTo>
                  <a:lnTo>
                    <a:pt x="5339557" y="0"/>
                  </a:lnTo>
                  <a:lnTo>
                    <a:pt x="5336135" y="0"/>
                  </a:lnTo>
                  <a:lnTo>
                    <a:pt x="5332712" y="0"/>
                  </a:lnTo>
                  <a:lnTo>
                    <a:pt x="5329289" y="0"/>
                  </a:lnTo>
                  <a:lnTo>
                    <a:pt x="5325866" y="0"/>
                  </a:lnTo>
                  <a:lnTo>
                    <a:pt x="5322443" y="0"/>
                  </a:lnTo>
                  <a:lnTo>
                    <a:pt x="5319021" y="0"/>
                  </a:lnTo>
                  <a:lnTo>
                    <a:pt x="5315598" y="0"/>
                  </a:lnTo>
                  <a:lnTo>
                    <a:pt x="5312175" y="0"/>
                  </a:lnTo>
                  <a:lnTo>
                    <a:pt x="5308752" y="0"/>
                  </a:lnTo>
                  <a:lnTo>
                    <a:pt x="5305329" y="0"/>
                  </a:lnTo>
                  <a:lnTo>
                    <a:pt x="5301907" y="0"/>
                  </a:lnTo>
                  <a:lnTo>
                    <a:pt x="5298484" y="0"/>
                  </a:lnTo>
                  <a:lnTo>
                    <a:pt x="5295061" y="0"/>
                  </a:lnTo>
                  <a:lnTo>
                    <a:pt x="5291638" y="0"/>
                  </a:lnTo>
                  <a:lnTo>
                    <a:pt x="5288215" y="0"/>
                  </a:lnTo>
                  <a:lnTo>
                    <a:pt x="5284793" y="0"/>
                  </a:lnTo>
                  <a:lnTo>
                    <a:pt x="5281370" y="0"/>
                  </a:lnTo>
                  <a:lnTo>
                    <a:pt x="5277947" y="0"/>
                  </a:lnTo>
                  <a:lnTo>
                    <a:pt x="5274524" y="0"/>
                  </a:lnTo>
                  <a:lnTo>
                    <a:pt x="5271101" y="0"/>
                  </a:lnTo>
                  <a:lnTo>
                    <a:pt x="5267679" y="0"/>
                  </a:lnTo>
                  <a:lnTo>
                    <a:pt x="5264256" y="0"/>
                  </a:lnTo>
                  <a:lnTo>
                    <a:pt x="5260833" y="0"/>
                  </a:lnTo>
                  <a:lnTo>
                    <a:pt x="5257410" y="0"/>
                  </a:lnTo>
                  <a:lnTo>
                    <a:pt x="5253988" y="0"/>
                  </a:lnTo>
                  <a:lnTo>
                    <a:pt x="5250565" y="0"/>
                  </a:lnTo>
                  <a:lnTo>
                    <a:pt x="5247142" y="0"/>
                  </a:lnTo>
                  <a:lnTo>
                    <a:pt x="5243719" y="0"/>
                  </a:lnTo>
                  <a:lnTo>
                    <a:pt x="5240296" y="0"/>
                  </a:lnTo>
                  <a:lnTo>
                    <a:pt x="5236874" y="0"/>
                  </a:lnTo>
                  <a:lnTo>
                    <a:pt x="5233451" y="0"/>
                  </a:lnTo>
                  <a:lnTo>
                    <a:pt x="5230028" y="0"/>
                  </a:lnTo>
                  <a:lnTo>
                    <a:pt x="5226605" y="0"/>
                  </a:lnTo>
                  <a:lnTo>
                    <a:pt x="5223182" y="0"/>
                  </a:lnTo>
                  <a:lnTo>
                    <a:pt x="5219760" y="0"/>
                  </a:lnTo>
                  <a:lnTo>
                    <a:pt x="5216337" y="0"/>
                  </a:lnTo>
                  <a:lnTo>
                    <a:pt x="5212914" y="0"/>
                  </a:lnTo>
                  <a:lnTo>
                    <a:pt x="5209491" y="0"/>
                  </a:lnTo>
                  <a:lnTo>
                    <a:pt x="5206068" y="0"/>
                  </a:lnTo>
                  <a:lnTo>
                    <a:pt x="5202646" y="0"/>
                  </a:lnTo>
                  <a:lnTo>
                    <a:pt x="5199223" y="0"/>
                  </a:lnTo>
                  <a:lnTo>
                    <a:pt x="5195800" y="0"/>
                  </a:lnTo>
                  <a:lnTo>
                    <a:pt x="5192377" y="0"/>
                  </a:lnTo>
                  <a:lnTo>
                    <a:pt x="5188954" y="0"/>
                  </a:lnTo>
                  <a:lnTo>
                    <a:pt x="5185532" y="0"/>
                  </a:lnTo>
                  <a:lnTo>
                    <a:pt x="5182109" y="0"/>
                  </a:lnTo>
                  <a:lnTo>
                    <a:pt x="5178686" y="0"/>
                  </a:lnTo>
                  <a:lnTo>
                    <a:pt x="5175263" y="0"/>
                  </a:lnTo>
                  <a:lnTo>
                    <a:pt x="5171840" y="0"/>
                  </a:lnTo>
                  <a:lnTo>
                    <a:pt x="5168418" y="0"/>
                  </a:lnTo>
                  <a:lnTo>
                    <a:pt x="5164995" y="0"/>
                  </a:lnTo>
                  <a:lnTo>
                    <a:pt x="5161572" y="0"/>
                  </a:lnTo>
                  <a:lnTo>
                    <a:pt x="5158149" y="0"/>
                  </a:lnTo>
                  <a:lnTo>
                    <a:pt x="5154727" y="0"/>
                  </a:lnTo>
                  <a:lnTo>
                    <a:pt x="5151304" y="0"/>
                  </a:lnTo>
                  <a:lnTo>
                    <a:pt x="5147881" y="0"/>
                  </a:lnTo>
                  <a:lnTo>
                    <a:pt x="5144458" y="0"/>
                  </a:lnTo>
                  <a:lnTo>
                    <a:pt x="5141035" y="0"/>
                  </a:lnTo>
                  <a:lnTo>
                    <a:pt x="5137613" y="0"/>
                  </a:lnTo>
                  <a:lnTo>
                    <a:pt x="5134190" y="0"/>
                  </a:lnTo>
                  <a:lnTo>
                    <a:pt x="5130767" y="0"/>
                  </a:lnTo>
                  <a:lnTo>
                    <a:pt x="5127344" y="0"/>
                  </a:lnTo>
                  <a:lnTo>
                    <a:pt x="5123921" y="0"/>
                  </a:lnTo>
                  <a:lnTo>
                    <a:pt x="5120499" y="0"/>
                  </a:lnTo>
                  <a:lnTo>
                    <a:pt x="5117076" y="0"/>
                  </a:lnTo>
                  <a:lnTo>
                    <a:pt x="5113653" y="0"/>
                  </a:lnTo>
                  <a:lnTo>
                    <a:pt x="5110230" y="0"/>
                  </a:lnTo>
                  <a:lnTo>
                    <a:pt x="5106807" y="0"/>
                  </a:lnTo>
                  <a:lnTo>
                    <a:pt x="5103385" y="0"/>
                  </a:lnTo>
                  <a:lnTo>
                    <a:pt x="5099962" y="0"/>
                  </a:lnTo>
                  <a:lnTo>
                    <a:pt x="5096539" y="0"/>
                  </a:lnTo>
                  <a:lnTo>
                    <a:pt x="5093116" y="0"/>
                  </a:lnTo>
                  <a:lnTo>
                    <a:pt x="5089693" y="0"/>
                  </a:lnTo>
                  <a:lnTo>
                    <a:pt x="5086271" y="0"/>
                  </a:lnTo>
                  <a:lnTo>
                    <a:pt x="5082848" y="0"/>
                  </a:lnTo>
                  <a:lnTo>
                    <a:pt x="5079425" y="0"/>
                  </a:lnTo>
                  <a:lnTo>
                    <a:pt x="5076002" y="0"/>
                  </a:lnTo>
                  <a:lnTo>
                    <a:pt x="5072579" y="0"/>
                  </a:lnTo>
                  <a:lnTo>
                    <a:pt x="5069157" y="0"/>
                  </a:lnTo>
                  <a:lnTo>
                    <a:pt x="5065734" y="0"/>
                  </a:lnTo>
                  <a:lnTo>
                    <a:pt x="5062311" y="0"/>
                  </a:lnTo>
                  <a:lnTo>
                    <a:pt x="5058888" y="0"/>
                  </a:lnTo>
                  <a:lnTo>
                    <a:pt x="5055466" y="0"/>
                  </a:lnTo>
                  <a:lnTo>
                    <a:pt x="5052043" y="0"/>
                  </a:lnTo>
                  <a:lnTo>
                    <a:pt x="5048620" y="0"/>
                  </a:lnTo>
                  <a:lnTo>
                    <a:pt x="5045197" y="0"/>
                  </a:lnTo>
                  <a:lnTo>
                    <a:pt x="5041774" y="0"/>
                  </a:lnTo>
                  <a:lnTo>
                    <a:pt x="5038352" y="0"/>
                  </a:lnTo>
                  <a:lnTo>
                    <a:pt x="5034929" y="0"/>
                  </a:lnTo>
                  <a:lnTo>
                    <a:pt x="5031506" y="0"/>
                  </a:lnTo>
                  <a:lnTo>
                    <a:pt x="5028083" y="0"/>
                  </a:lnTo>
                  <a:lnTo>
                    <a:pt x="5024660" y="0"/>
                  </a:lnTo>
                  <a:lnTo>
                    <a:pt x="5021238" y="0"/>
                  </a:lnTo>
                  <a:lnTo>
                    <a:pt x="5017815" y="0"/>
                  </a:lnTo>
                  <a:lnTo>
                    <a:pt x="5014392" y="0"/>
                  </a:lnTo>
                  <a:lnTo>
                    <a:pt x="5010969" y="0"/>
                  </a:lnTo>
                  <a:lnTo>
                    <a:pt x="5007546" y="0"/>
                  </a:lnTo>
                  <a:lnTo>
                    <a:pt x="5004124" y="0"/>
                  </a:lnTo>
                  <a:lnTo>
                    <a:pt x="5000701" y="0"/>
                  </a:lnTo>
                  <a:lnTo>
                    <a:pt x="4997278" y="0"/>
                  </a:lnTo>
                  <a:lnTo>
                    <a:pt x="4993855" y="0"/>
                  </a:lnTo>
                  <a:lnTo>
                    <a:pt x="4990432" y="0"/>
                  </a:lnTo>
                  <a:lnTo>
                    <a:pt x="4987010" y="0"/>
                  </a:lnTo>
                  <a:lnTo>
                    <a:pt x="4983587" y="0"/>
                  </a:lnTo>
                  <a:lnTo>
                    <a:pt x="4980164" y="0"/>
                  </a:lnTo>
                  <a:lnTo>
                    <a:pt x="4976741" y="0"/>
                  </a:lnTo>
                  <a:lnTo>
                    <a:pt x="4973318" y="0"/>
                  </a:lnTo>
                  <a:lnTo>
                    <a:pt x="4969896" y="0"/>
                  </a:lnTo>
                  <a:lnTo>
                    <a:pt x="4966473" y="0"/>
                  </a:lnTo>
                  <a:lnTo>
                    <a:pt x="4963050" y="0"/>
                  </a:lnTo>
                  <a:lnTo>
                    <a:pt x="4959627" y="0"/>
                  </a:lnTo>
                  <a:lnTo>
                    <a:pt x="4956204" y="0"/>
                  </a:lnTo>
                  <a:lnTo>
                    <a:pt x="4952782" y="0"/>
                  </a:lnTo>
                  <a:lnTo>
                    <a:pt x="4949359" y="0"/>
                  </a:lnTo>
                  <a:lnTo>
                    <a:pt x="4945936" y="0"/>
                  </a:lnTo>
                  <a:lnTo>
                    <a:pt x="4942513" y="0"/>
                  </a:lnTo>
                  <a:lnTo>
                    <a:pt x="4939091" y="0"/>
                  </a:lnTo>
                  <a:lnTo>
                    <a:pt x="4935668" y="0"/>
                  </a:lnTo>
                  <a:lnTo>
                    <a:pt x="4932245" y="0"/>
                  </a:lnTo>
                  <a:lnTo>
                    <a:pt x="4928822" y="0"/>
                  </a:lnTo>
                  <a:lnTo>
                    <a:pt x="4925399" y="0"/>
                  </a:lnTo>
                  <a:lnTo>
                    <a:pt x="4921977" y="0"/>
                  </a:lnTo>
                  <a:lnTo>
                    <a:pt x="4918554" y="0"/>
                  </a:lnTo>
                  <a:lnTo>
                    <a:pt x="4915131" y="0"/>
                  </a:lnTo>
                  <a:lnTo>
                    <a:pt x="4911708" y="0"/>
                  </a:lnTo>
                  <a:lnTo>
                    <a:pt x="4908285" y="0"/>
                  </a:lnTo>
                  <a:lnTo>
                    <a:pt x="4904863" y="0"/>
                  </a:lnTo>
                  <a:lnTo>
                    <a:pt x="4901440" y="0"/>
                  </a:lnTo>
                  <a:lnTo>
                    <a:pt x="4898017" y="0"/>
                  </a:lnTo>
                  <a:lnTo>
                    <a:pt x="4894594" y="0"/>
                  </a:lnTo>
                  <a:lnTo>
                    <a:pt x="4891171" y="0"/>
                  </a:lnTo>
                  <a:lnTo>
                    <a:pt x="4887749" y="0"/>
                  </a:lnTo>
                  <a:lnTo>
                    <a:pt x="4884326" y="0"/>
                  </a:lnTo>
                  <a:lnTo>
                    <a:pt x="4880903" y="0"/>
                  </a:lnTo>
                  <a:lnTo>
                    <a:pt x="4877480" y="0"/>
                  </a:lnTo>
                  <a:lnTo>
                    <a:pt x="4874057" y="0"/>
                  </a:lnTo>
                  <a:lnTo>
                    <a:pt x="4870635" y="0"/>
                  </a:lnTo>
                  <a:lnTo>
                    <a:pt x="4867212" y="0"/>
                  </a:lnTo>
                  <a:lnTo>
                    <a:pt x="4863789" y="0"/>
                  </a:lnTo>
                  <a:lnTo>
                    <a:pt x="4860366" y="0"/>
                  </a:lnTo>
                  <a:lnTo>
                    <a:pt x="4856943" y="0"/>
                  </a:lnTo>
                  <a:lnTo>
                    <a:pt x="4853521" y="0"/>
                  </a:lnTo>
                  <a:lnTo>
                    <a:pt x="4850098" y="0"/>
                  </a:lnTo>
                  <a:lnTo>
                    <a:pt x="4846675" y="0"/>
                  </a:lnTo>
                  <a:lnTo>
                    <a:pt x="4843252" y="0"/>
                  </a:lnTo>
                  <a:lnTo>
                    <a:pt x="4839830" y="0"/>
                  </a:lnTo>
                  <a:lnTo>
                    <a:pt x="4836407" y="0"/>
                  </a:lnTo>
                  <a:lnTo>
                    <a:pt x="4832984" y="0"/>
                  </a:lnTo>
                  <a:lnTo>
                    <a:pt x="4829561" y="0"/>
                  </a:lnTo>
                  <a:lnTo>
                    <a:pt x="4826138" y="0"/>
                  </a:lnTo>
                  <a:lnTo>
                    <a:pt x="4822716" y="0"/>
                  </a:lnTo>
                  <a:lnTo>
                    <a:pt x="4819293" y="0"/>
                  </a:lnTo>
                  <a:lnTo>
                    <a:pt x="4815870" y="0"/>
                  </a:lnTo>
                  <a:lnTo>
                    <a:pt x="4812447" y="0"/>
                  </a:lnTo>
                  <a:lnTo>
                    <a:pt x="4809024" y="0"/>
                  </a:lnTo>
                  <a:lnTo>
                    <a:pt x="4805602" y="0"/>
                  </a:lnTo>
                  <a:lnTo>
                    <a:pt x="4802179" y="0"/>
                  </a:lnTo>
                  <a:lnTo>
                    <a:pt x="4798756" y="0"/>
                  </a:lnTo>
                  <a:lnTo>
                    <a:pt x="4795333" y="0"/>
                  </a:lnTo>
                  <a:lnTo>
                    <a:pt x="4791910" y="0"/>
                  </a:lnTo>
                  <a:lnTo>
                    <a:pt x="4788488" y="0"/>
                  </a:lnTo>
                  <a:lnTo>
                    <a:pt x="4785065" y="0"/>
                  </a:lnTo>
                  <a:lnTo>
                    <a:pt x="4781642" y="0"/>
                  </a:lnTo>
                  <a:lnTo>
                    <a:pt x="4778219" y="0"/>
                  </a:lnTo>
                  <a:lnTo>
                    <a:pt x="4774796" y="0"/>
                  </a:lnTo>
                  <a:lnTo>
                    <a:pt x="4771374" y="0"/>
                  </a:lnTo>
                  <a:lnTo>
                    <a:pt x="4767951" y="0"/>
                  </a:lnTo>
                  <a:lnTo>
                    <a:pt x="4764528" y="0"/>
                  </a:lnTo>
                  <a:lnTo>
                    <a:pt x="4761105" y="0"/>
                  </a:lnTo>
                  <a:lnTo>
                    <a:pt x="4757682" y="0"/>
                  </a:lnTo>
                  <a:lnTo>
                    <a:pt x="4754260" y="0"/>
                  </a:lnTo>
                  <a:lnTo>
                    <a:pt x="4750837" y="0"/>
                  </a:lnTo>
                  <a:lnTo>
                    <a:pt x="4747414" y="0"/>
                  </a:lnTo>
                  <a:lnTo>
                    <a:pt x="4743991" y="0"/>
                  </a:lnTo>
                  <a:lnTo>
                    <a:pt x="4740569" y="0"/>
                  </a:lnTo>
                  <a:lnTo>
                    <a:pt x="4737146" y="0"/>
                  </a:lnTo>
                  <a:lnTo>
                    <a:pt x="4733723" y="0"/>
                  </a:lnTo>
                  <a:lnTo>
                    <a:pt x="4730300" y="0"/>
                  </a:lnTo>
                  <a:lnTo>
                    <a:pt x="4726877" y="0"/>
                  </a:lnTo>
                  <a:lnTo>
                    <a:pt x="4723455" y="0"/>
                  </a:lnTo>
                  <a:lnTo>
                    <a:pt x="4720032" y="0"/>
                  </a:lnTo>
                  <a:lnTo>
                    <a:pt x="4716609" y="0"/>
                  </a:lnTo>
                  <a:lnTo>
                    <a:pt x="4713186" y="0"/>
                  </a:lnTo>
                  <a:lnTo>
                    <a:pt x="4709763" y="0"/>
                  </a:lnTo>
                  <a:lnTo>
                    <a:pt x="4706341" y="0"/>
                  </a:lnTo>
                  <a:lnTo>
                    <a:pt x="4702918" y="0"/>
                  </a:lnTo>
                  <a:lnTo>
                    <a:pt x="4699495" y="0"/>
                  </a:lnTo>
                  <a:lnTo>
                    <a:pt x="4696072" y="0"/>
                  </a:lnTo>
                  <a:lnTo>
                    <a:pt x="4692649" y="0"/>
                  </a:lnTo>
                  <a:lnTo>
                    <a:pt x="4689227" y="0"/>
                  </a:lnTo>
                  <a:lnTo>
                    <a:pt x="4685804" y="0"/>
                  </a:lnTo>
                  <a:lnTo>
                    <a:pt x="4682381" y="0"/>
                  </a:lnTo>
                  <a:lnTo>
                    <a:pt x="4678958" y="0"/>
                  </a:lnTo>
                  <a:lnTo>
                    <a:pt x="4675535" y="0"/>
                  </a:lnTo>
                  <a:lnTo>
                    <a:pt x="4672113" y="0"/>
                  </a:lnTo>
                  <a:lnTo>
                    <a:pt x="4668690" y="0"/>
                  </a:lnTo>
                  <a:lnTo>
                    <a:pt x="4665267" y="0"/>
                  </a:lnTo>
                  <a:lnTo>
                    <a:pt x="4661844" y="0"/>
                  </a:lnTo>
                  <a:lnTo>
                    <a:pt x="4658421" y="0"/>
                  </a:lnTo>
                  <a:lnTo>
                    <a:pt x="4654999" y="0"/>
                  </a:lnTo>
                  <a:lnTo>
                    <a:pt x="4651576" y="0"/>
                  </a:lnTo>
                  <a:lnTo>
                    <a:pt x="4648153" y="0"/>
                  </a:lnTo>
                  <a:lnTo>
                    <a:pt x="4644730" y="0"/>
                  </a:lnTo>
                  <a:lnTo>
                    <a:pt x="4641307" y="0"/>
                  </a:lnTo>
                  <a:lnTo>
                    <a:pt x="4637885" y="0"/>
                  </a:lnTo>
                  <a:lnTo>
                    <a:pt x="4634462" y="0"/>
                  </a:lnTo>
                  <a:lnTo>
                    <a:pt x="4631039" y="0"/>
                  </a:lnTo>
                  <a:lnTo>
                    <a:pt x="4627616" y="0"/>
                  </a:lnTo>
                  <a:lnTo>
                    <a:pt x="4624194" y="0"/>
                  </a:lnTo>
                  <a:lnTo>
                    <a:pt x="4620771" y="0"/>
                  </a:lnTo>
                  <a:lnTo>
                    <a:pt x="4617348" y="0"/>
                  </a:lnTo>
                  <a:lnTo>
                    <a:pt x="4613925" y="0"/>
                  </a:lnTo>
                  <a:lnTo>
                    <a:pt x="4610502" y="0"/>
                  </a:lnTo>
                  <a:lnTo>
                    <a:pt x="4607080" y="0"/>
                  </a:lnTo>
                  <a:lnTo>
                    <a:pt x="4603657" y="0"/>
                  </a:lnTo>
                  <a:lnTo>
                    <a:pt x="4600234" y="0"/>
                  </a:lnTo>
                  <a:lnTo>
                    <a:pt x="4596811" y="0"/>
                  </a:lnTo>
                  <a:lnTo>
                    <a:pt x="4593388" y="0"/>
                  </a:lnTo>
                  <a:lnTo>
                    <a:pt x="4589966" y="0"/>
                  </a:lnTo>
                  <a:lnTo>
                    <a:pt x="4586543" y="0"/>
                  </a:lnTo>
                  <a:lnTo>
                    <a:pt x="4583120" y="0"/>
                  </a:lnTo>
                  <a:lnTo>
                    <a:pt x="4579697" y="0"/>
                  </a:lnTo>
                  <a:lnTo>
                    <a:pt x="4576274" y="0"/>
                  </a:lnTo>
                  <a:lnTo>
                    <a:pt x="4572852" y="0"/>
                  </a:lnTo>
                  <a:lnTo>
                    <a:pt x="4569429" y="0"/>
                  </a:lnTo>
                  <a:lnTo>
                    <a:pt x="4566006" y="0"/>
                  </a:lnTo>
                  <a:lnTo>
                    <a:pt x="4562583" y="0"/>
                  </a:lnTo>
                  <a:lnTo>
                    <a:pt x="4559160" y="0"/>
                  </a:lnTo>
                  <a:lnTo>
                    <a:pt x="4555738" y="0"/>
                  </a:lnTo>
                  <a:lnTo>
                    <a:pt x="4552315" y="0"/>
                  </a:lnTo>
                  <a:lnTo>
                    <a:pt x="4548892" y="0"/>
                  </a:lnTo>
                  <a:lnTo>
                    <a:pt x="4545469" y="0"/>
                  </a:lnTo>
                  <a:lnTo>
                    <a:pt x="4542046" y="0"/>
                  </a:lnTo>
                  <a:lnTo>
                    <a:pt x="4538624" y="0"/>
                  </a:lnTo>
                  <a:lnTo>
                    <a:pt x="4535201" y="0"/>
                  </a:lnTo>
                  <a:lnTo>
                    <a:pt x="4531778" y="0"/>
                  </a:lnTo>
                  <a:lnTo>
                    <a:pt x="4528355" y="0"/>
                  </a:lnTo>
                  <a:lnTo>
                    <a:pt x="4524933" y="0"/>
                  </a:lnTo>
                  <a:lnTo>
                    <a:pt x="4521510" y="0"/>
                  </a:lnTo>
                  <a:lnTo>
                    <a:pt x="4518087" y="0"/>
                  </a:lnTo>
                  <a:lnTo>
                    <a:pt x="4514664" y="0"/>
                  </a:lnTo>
                  <a:lnTo>
                    <a:pt x="4511241" y="0"/>
                  </a:lnTo>
                  <a:lnTo>
                    <a:pt x="4507819" y="0"/>
                  </a:lnTo>
                  <a:lnTo>
                    <a:pt x="4504396" y="0"/>
                  </a:lnTo>
                  <a:lnTo>
                    <a:pt x="4500973" y="0"/>
                  </a:lnTo>
                  <a:lnTo>
                    <a:pt x="4497550" y="0"/>
                  </a:lnTo>
                  <a:lnTo>
                    <a:pt x="4494127" y="0"/>
                  </a:lnTo>
                  <a:lnTo>
                    <a:pt x="4490705" y="0"/>
                  </a:lnTo>
                  <a:lnTo>
                    <a:pt x="4487282" y="0"/>
                  </a:lnTo>
                  <a:lnTo>
                    <a:pt x="4483859" y="0"/>
                  </a:lnTo>
                  <a:lnTo>
                    <a:pt x="4480436" y="0"/>
                  </a:lnTo>
                  <a:lnTo>
                    <a:pt x="4477013" y="0"/>
                  </a:lnTo>
                  <a:lnTo>
                    <a:pt x="4473591" y="0"/>
                  </a:lnTo>
                  <a:lnTo>
                    <a:pt x="4470168" y="0"/>
                  </a:lnTo>
                  <a:lnTo>
                    <a:pt x="4466745" y="0"/>
                  </a:lnTo>
                  <a:lnTo>
                    <a:pt x="4463322" y="0"/>
                  </a:lnTo>
                  <a:lnTo>
                    <a:pt x="4459899" y="0"/>
                  </a:lnTo>
                  <a:lnTo>
                    <a:pt x="4456477" y="0"/>
                  </a:lnTo>
                  <a:lnTo>
                    <a:pt x="4453054" y="0"/>
                  </a:lnTo>
                  <a:lnTo>
                    <a:pt x="4449631" y="0"/>
                  </a:lnTo>
                  <a:lnTo>
                    <a:pt x="4446208" y="0"/>
                  </a:lnTo>
                  <a:lnTo>
                    <a:pt x="4442785" y="0"/>
                  </a:lnTo>
                  <a:lnTo>
                    <a:pt x="4439363" y="0"/>
                  </a:lnTo>
                  <a:lnTo>
                    <a:pt x="4435940" y="0"/>
                  </a:lnTo>
                  <a:lnTo>
                    <a:pt x="4432517" y="0"/>
                  </a:lnTo>
                  <a:lnTo>
                    <a:pt x="4429094" y="0"/>
                  </a:lnTo>
                  <a:lnTo>
                    <a:pt x="4425672" y="0"/>
                  </a:lnTo>
                  <a:lnTo>
                    <a:pt x="4422249" y="0"/>
                  </a:lnTo>
                  <a:lnTo>
                    <a:pt x="4418826" y="0"/>
                  </a:lnTo>
                  <a:lnTo>
                    <a:pt x="4415403" y="0"/>
                  </a:lnTo>
                  <a:lnTo>
                    <a:pt x="4411980" y="0"/>
                  </a:lnTo>
                  <a:lnTo>
                    <a:pt x="4408558" y="0"/>
                  </a:lnTo>
                  <a:lnTo>
                    <a:pt x="4405135" y="0"/>
                  </a:lnTo>
                  <a:lnTo>
                    <a:pt x="4401712" y="0"/>
                  </a:lnTo>
                  <a:lnTo>
                    <a:pt x="4398289" y="0"/>
                  </a:lnTo>
                  <a:lnTo>
                    <a:pt x="4394866" y="0"/>
                  </a:lnTo>
                  <a:lnTo>
                    <a:pt x="4391444" y="0"/>
                  </a:lnTo>
                  <a:lnTo>
                    <a:pt x="4388021" y="0"/>
                  </a:lnTo>
                  <a:lnTo>
                    <a:pt x="4384598" y="0"/>
                  </a:lnTo>
                  <a:lnTo>
                    <a:pt x="4381175" y="0"/>
                  </a:lnTo>
                  <a:lnTo>
                    <a:pt x="4377752" y="0"/>
                  </a:lnTo>
                  <a:lnTo>
                    <a:pt x="4374330" y="0"/>
                  </a:lnTo>
                  <a:lnTo>
                    <a:pt x="4370907" y="0"/>
                  </a:lnTo>
                  <a:lnTo>
                    <a:pt x="4367484" y="0"/>
                  </a:lnTo>
                  <a:lnTo>
                    <a:pt x="4364061" y="0"/>
                  </a:lnTo>
                  <a:lnTo>
                    <a:pt x="4360638" y="0"/>
                  </a:lnTo>
                  <a:lnTo>
                    <a:pt x="4357216" y="0"/>
                  </a:lnTo>
                  <a:lnTo>
                    <a:pt x="4353793" y="0"/>
                  </a:lnTo>
                  <a:lnTo>
                    <a:pt x="4350370" y="0"/>
                  </a:lnTo>
                  <a:lnTo>
                    <a:pt x="4346947" y="0"/>
                  </a:lnTo>
                  <a:lnTo>
                    <a:pt x="4343524" y="0"/>
                  </a:lnTo>
                  <a:lnTo>
                    <a:pt x="4340102" y="0"/>
                  </a:lnTo>
                  <a:lnTo>
                    <a:pt x="4336679" y="0"/>
                  </a:lnTo>
                  <a:lnTo>
                    <a:pt x="4333256" y="0"/>
                  </a:lnTo>
                  <a:lnTo>
                    <a:pt x="4329833" y="0"/>
                  </a:lnTo>
                  <a:lnTo>
                    <a:pt x="4326410" y="0"/>
                  </a:lnTo>
                  <a:lnTo>
                    <a:pt x="4322988" y="0"/>
                  </a:lnTo>
                  <a:lnTo>
                    <a:pt x="4319565" y="0"/>
                  </a:lnTo>
                  <a:lnTo>
                    <a:pt x="4316142" y="0"/>
                  </a:lnTo>
                  <a:lnTo>
                    <a:pt x="4312719" y="0"/>
                  </a:lnTo>
                  <a:lnTo>
                    <a:pt x="4309297" y="0"/>
                  </a:lnTo>
                  <a:lnTo>
                    <a:pt x="4305874" y="0"/>
                  </a:lnTo>
                  <a:lnTo>
                    <a:pt x="4302451" y="0"/>
                  </a:lnTo>
                  <a:lnTo>
                    <a:pt x="4299028" y="0"/>
                  </a:lnTo>
                  <a:lnTo>
                    <a:pt x="4295605" y="0"/>
                  </a:lnTo>
                  <a:lnTo>
                    <a:pt x="4292183" y="0"/>
                  </a:lnTo>
                  <a:lnTo>
                    <a:pt x="4288760" y="0"/>
                  </a:lnTo>
                  <a:lnTo>
                    <a:pt x="4285337" y="0"/>
                  </a:lnTo>
                  <a:lnTo>
                    <a:pt x="4281914" y="0"/>
                  </a:lnTo>
                  <a:lnTo>
                    <a:pt x="4278491" y="0"/>
                  </a:lnTo>
                  <a:lnTo>
                    <a:pt x="4275069" y="0"/>
                  </a:lnTo>
                  <a:lnTo>
                    <a:pt x="4271646" y="0"/>
                  </a:lnTo>
                  <a:lnTo>
                    <a:pt x="4268223" y="0"/>
                  </a:lnTo>
                  <a:lnTo>
                    <a:pt x="4264800" y="0"/>
                  </a:lnTo>
                  <a:lnTo>
                    <a:pt x="4261377" y="0"/>
                  </a:lnTo>
                  <a:lnTo>
                    <a:pt x="4257955" y="0"/>
                  </a:lnTo>
                  <a:lnTo>
                    <a:pt x="4254532" y="0"/>
                  </a:lnTo>
                  <a:lnTo>
                    <a:pt x="4251109" y="0"/>
                  </a:lnTo>
                  <a:lnTo>
                    <a:pt x="4247686" y="0"/>
                  </a:lnTo>
                  <a:lnTo>
                    <a:pt x="4244263" y="0"/>
                  </a:lnTo>
                  <a:lnTo>
                    <a:pt x="4240841" y="0"/>
                  </a:lnTo>
                  <a:lnTo>
                    <a:pt x="4237418" y="0"/>
                  </a:lnTo>
                  <a:lnTo>
                    <a:pt x="4233995" y="0"/>
                  </a:lnTo>
                  <a:lnTo>
                    <a:pt x="4230572" y="0"/>
                  </a:lnTo>
                  <a:lnTo>
                    <a:pt x="4227149" y="0"/>
                  </a:lnTo>
                  <a:lnTo>
                    <a:pt x="4223727" y="0"/>
                  </a:lnTo>
                  <a:lnTo>
                    <a:pt x="4220304" y="0"/>
                  </a:lnTo>
                  <a:lnTo>
                    <a:pt x="4216881" y="0"/>
                  </a:lnTo>
                  <a:lnTo>
                    <a:pt x="4213458" y="0"/>
                  </a:lnTo>
                  <a:lnTo>
                    <a:pt x="4210036" y="0"/>
                  </a:lnTo>
                  <a:lnTo>
                    <a:pt x="4206613" y="0"/>
                  </a:lnTo>
                  <a:lnTo>
                    <a:pt x="4203190" y="0"/>
                  </a:lnTo>
                  <a:lnTo>
                    <a:pt x="4199767" y="0"/>
                  </a:lnTo>
                  <a:lnTo>
                    <a:pt x="4196344" y="0"/>
                  </a:lnTo>
                  <a:lnTo>
                    <a:pt x="4192922" y="0"/>
                  </a:lnTo>
                  <a:lnTo>
                    <a:pt x="4189499" y="0"/>
                  </a:lnTo>
                  <a:lnTo>
                    <a:pt x="4186076" y="0"/>
                  </a:lnTo>
                  <a:lnTo>
                    <a:pt x="4182653" y="0"/>
                  </a:lnTo>
                  <a:lnTo>
                    <a:pt x="4179230" y="0"/>
                  </a:lnTo>
                  <a:lnTo>
                    <a:pt x="4175808" y="0"/>
                  </a:lnTo>
                  <a:lnTo>
                    <a:pt x="4172385" y="0"/>
                  </a:lnTo>
                  <a:lnTo>
                    <a:pt x="4168962" y="0"/>
                  </a:lnTo>
                  <a:lnTo>
                    <a:pt x="4165539" y="0"/>
                  </a:lnTo>
                  <a:lnTo>
                    <a:pt x="4162116" y="0"/>
                  </a:lnTo>
                  <a:lnTo>
                    <a:pt x="4158694" y="0"/>
                  </a:lnTo>
                  <a:lnTo>
                    <a:pt x="4155271" y="0"/>
                  </a:lnTo>
                  <a:lnTo>
                    <a:pt x="4151848" y="0"/>
                  </a:lnTo>
                  <a:lnTo>
                    <a:pt x="4148425" y="0"/>
                  </a:lnTo>
                  <a:lnTo>
                    <a:pt x="4145002" y="0"/>
                  </a:lnTo>
                  <a:lnTo>
                    <a:pt x="4141580" y="0"/>
                  </a:lnTo>
                  <a:lnTo>
                    <a:pt x="4138157" y="0"/>
                  </a:lnTo>
                  <a:lnTo>
                    <a:pt x="4134734" y="0"/>
                  </a:lnTo>
                  <a:lnTo>
                    <a:pt x="4131311" y="0"/>
                  </a:lnTo>
                  <a:lnTo>
                    <a:pt x="4127888" y="0"/>
                  </a:lnTo>
                  <a:lnTo>
                    <a:pt x="4124466" y="0"/>
                  </a:lnTo>
                  <a:lnTo>
                    <a:pt x="4121043" y="0"/>
                  </a:lnTo>
                  <a:lnTo>
                    <a:pt x="4117620" y="0"/>
                  </a:lnTo>
                  <a:lnTo>
                    <a:pt x="4114197" y="0"/>
                  </a:lnTo>
                  <a:lnTo>
                    <a:pt x="4110775" y="0"/>
                  </a:lnTo>
                  <a:lnTo>
                    <a:pt x="4107352" y="0"/>
                  </a:lnTo>
                  <a:lnTo>
                    <a:pt x="4103929" y="0"/>
                  </a:lnTo>
                  <a:lnTo>
                    <a:pt x="4100506" y="0"/>
                  </a:lnTo>
                  <a:lnTo>
                    <a:pt x="4097083" y="0"/>
                  </a:lnTo>
                  <a:lnTo>
                    <a:pt x="4093661" y="0"/>
                  </a:lnTo>
                  <a:lnTo>
                    <a:pt x="4090238" y="0"/>
                  </a:lnTo>
                  <a:lnTo>
                    <a:pt x="4086815" y="0"/>
                  </a:lnTo>
                  <a:lnTo>
                    <a:pt x="4083392" y="0"/>
                  </a:lnTo>
                  <a:lnTo>
                    <a:pt x="4079969" y="0"/>
                  </a:lnTo>
                  <a:lnTo>
                    <a:pt x="4076547" y="0"/>
                  </a:lnTo>
                  <a:lnTo>
                    <a:pt x="4073124" y="0"/>
                  </a:lnTo>
                  <a:lnTo>
                    <a:pt x="4069701" y="0"/>
                  </a:lnTo>
                  <a:lnTo>
                    <a:pt x="4066278" y="0"/>
                  </a:lnTo>
                  <a:lnTo>
                    <a:pt x="4062855" y="0"/>
                  </a:lnTo>
                  <a:lnTo>
                    <a:pt x="4059433" y="0"/>
                  </a:lnTo>
                  <a:lnTo>
                    <a:pt x="4056010" y="0"/>
                  </a:lnTo>
                  <a:lnTo>
                    <a:pt x="4052587" y="0"/>
                  </a:lnTo>
                  <a:lnTo>
                    <a:pt x="4049164" y="0"/>
                  </a:lnTo>
                  <a:lnTo>
                    <a:pt x="4045741" y="0"/>
                  </a:lnTo>
                  <a:lnTo>
                    <a:pt x="4042319" y="0"/>
                  </a:lnTo>
                  <a:lnTo>
                    <a:pt x="4038896" y="0"/>
                  </a:lnTo>
                  <a:lnTo>
                    <a:pt x="4035473" y="0"/>
                  </a:lnTo>
                  <a:lnTo>
                    <a:pt x="4032050" y="0"/>
                  </a:lnTo>
                  <a:lnTo>
                    <a:pt x="4028627" y="0"/>
                  </a:lnTo>
                  <a:lnTo>
                    <a:pt x="4025205" y="0"/>
                  </a:lnTo>
                  <a:lnTo>
                    <a:pt x="4021782" y="0"/>
                  </a:lnTo>
                  <a:lnTo>
                    <a:pt x="4018359" y="0"/>
                  </a:lnTo>
                  <a:lnTo>
                    <a:pt x="4014936" y="0"/>
                  </a:lnTo>
                  <a:lnTo>
                    <a:pt x="4011513" y="0"/>
                  </a:lnTo>
                  <a:lnTo>
                    <a:pt x="4008091" y="0"/>
                  </a:lnTo>
                  <a:lnTo>
                    <a:pt x="4004668" y="0"/>
                  </a:lnTo>
                  <a:lnTo>
                    <a:pt x="4001245" y="0"/>
                  </a:lnTo>
                  <a:lnTo>
                    <a:pt x="3997822" y="0"/>
                  </a:lnTo>
                  <a:lnTo>
                    <a:pt x="3994400" y="0"/>
                  </a:lnTo>
                  <a:lnTo>
                    <a:pt x="3990977" y="0"/>
                  </a:lnTo>
                  <a:lnTo>
                    <a:pt x="3987554" y="0"/>
                  </a:lnTo>
                  <a:lnTo>
                    <a:pt x="3984131" y="0"/>
                  </a:lnTo>
                  <a:lnTo>
                    <a:pt x="3980708" y="0"/>
                  </a:lnTo>
                  <a:lnTo>
                    <a:pt x="3977286" y="0"/>
                  </a:lnTo>
                  <a:lnTo>
                    <a:pt x="3973863" y="0"/>
                  </a:lnTo>
                  <a:lnTo>
                    <a:pt x="3970440" y="0"/>
                  </a:lnTo>
                  <a:lnTo>
                    <a:pt x="3967017" y="0"/>
                  </a:lnTo>
                  <a:lnTo>
                    <a:pt x="3963594" y="0"/>
                  </a:lnTo>
                  <a:lnTo>
                    <a:pt x="3960172" y="0"/>
                  </a:lnTo>
                  <a:lnTo>
                    <a:pt x="3956749" y="0"/>
                  </a:lnTo>
                  <a:lnTo>
                    <a:pt x="3953326" y="0"/>
                  </a:lnTo>
                  <a:lnTo>
                    <a:pt x="3949903" y="0"/>
                  </a:lnTo>
                  <a:lnTo>
                    <a:pt x="3946480" y="0"/>
                  </a:lnTo>
                  <a:lnTo>
                    <a:pt x="3943058" y="0"/>
                  </a:lnTo>
                  <a:lnTo>
                    <a:pt x="3939635" y="0"/>
                  </a:lnTo>
                  <a:lnTo>
                    <a:pt x="3936212" y="0"/>
                  </a:lnTo>
                  <a:lnTo>
                    <a:pt x="3932789" y="0"/>
                  </a:lnTo>
                  <a:lnTo>
                    <a:pt x="3929366" y="0"/>
                  </a:lnTo>
                  <a:lnTo>
                    <a:pt x="3925944" y="0"/>
                  </a:lnTo>
                  <a:lnTo>
                    <a:pt x="3922521" y="0"/>
                  </a:lnTo>
                  <a:lnTo>
                    <a:pt x="3919098" y="0"/>
                  </a:lnTo>
                  <a:lnTo>
                    <a:pt x="3915675" y="0"/>
                  </a:lnTo>
                  <a:lnTo>
                    <a:pt x="3912252" y="0"/>
                  </a:lnTo>
                  <a:lnTo>
                    <a:pt x="3908830" y="0"/>
                  </a:lnTo>
                  <a:lnTo>
                    <a:pt x="3905407" y="0"/>
                  </a:lnTo>
                  <a:lnTo>
                    <a:pt x="3901984" y="0"/>
                  </a:lnTo>
                  <a:lnTo>
                    <a:pt x="3898561" y="0"/>
                  </a:lnTo>
                  <a:lnTo>
                    <a:pt x="3895139" y="0"/>
                  </a:lnTo>
                  <a:lnTo>
                    <a:pt x="3891716" y="0"/>
                  </a:lnTo>
                  <a:lnTo>
                    <a:pt x="3888293" y="0"/>
                  </a:lnTo>
                  <a:lnTo>
                    <a:pt x="3884870" y="0"/>
                  </a:lnTo>
                  <a:lnTo>
                    <a:pt x="3881447" y="0"/>
                  </a:lnTo>
                  <a:lnTo>
                    <a:pt x="3878025" y="0"/>
                  </a:lnTo>
                  <a:lnTo>
                    <a:pt x="3874602" y="0"/>
                  </a:lnTo>
                  <a:lnTo>
                    <a:pt x="3871179" y="0"/>
                  </a:lnTo>
                  <a:lnTo>
                    <a:pt x="3867756" y="0"/>
                  </a:lnTo>
                  <a:lnTo>
                    <a:pt x="3864333" y="0"/>
                  </a:lnTo>
                  <a:lnTo>
                    <a:pt x="3860911" y="0"/>
                  </a:lnTo>
                  <a:lnTo>
                    <a:pt x="3857488" y="0"/>
                  </a:lnTo>
                  <a:lnTo>
                    <a:pt x="3854065" y="0"/>
                  </a:lnTo>
                  <a:lnTo>
                    <a:pt x="3850642" y="0"/>
                  </a:lnTo>
                  <a:lnTo>
                    <a:pt x="3847219" y="0"/>
                  </a:lnTo>
                  <a:lnTo>
                    <a:pt x="3843797" y="0"/>
                  </a:lnTo>
                  <a:lnTo>
                    <a:pt x="3840374" y="0"/>
                  </a:lnTo>
                  <a:lnTo>
                    <a:pt x="3836951" y="0"/>
                  </a:lnTo>
                  <a:lnTo>
                    <a:pt x="3833528" y="0"/>
                  </a:lnTo>
                  <a:lnTo>
                    <a:pt x="3830105" y="0"/>
                  </a:lnTo>
                  <a:lnTo>
                    <a:pt x="3826683" y="0"/>
                  </a:lnTo>
                  <a:lnTo>
                    <a:pt x="3823260" y="0"/>
                  </a:lnTo>
                  <a:lnTo>
                    <a:pt x="3819837" y="0"/>
                  </a:lnTo>
                  <a:lnTo>
                    <a:pt x="3816414" y="0"/>
                  </a:lnTo>
                  <a:lnTo>
                    <a:pt x="3812991" y="0"/>
                  </a:lnTo>
                  <a:lnTo>
                    <a:pt x="3809569" y="0"/>
                  </a:lnTo>
                  <a:lnTo>
                    <a:pt x="3806146" y="0"/>
                  </a:lnTo>
                  <a:lnTo>
                    <a:pt x="3802723" y="0"/>
                  </a:lnTo>
                  <a:lnTo>
                    <a:pt x="3799300" y="0"/>
                  </a:lnTo>
                  <a:lnTo>
                    <a:pt x="3795877" y="0"/>
                  </a:lnTo>
                  <a:lnTo>
                    <a:pt x="3792455" y="0"/>
                  </a:lnTo>
                  <a:lnTo>
                    <a:pt x="3789032" y="0"/>
                  </a:lnTo>
                  <a:lnTo>
                    <a:pt x="3785609" y="0"/>
                  </a:lnTo>
                  <a:lnTo>
                    <a:pt x="3782186" y="0"/>
                  </a:lnTo>
                  <a:lnTo>
                    <a:pt x="3778764" y="0"/>
                  </a:lnTo>
                  <a:lnTo>
                    <a:pt x="3775341" y="0"/>
                  </a:lnTo>
                  <a:lnTo>
                    <a:pt x="3771918" y="0"/>
                  </a:lnTo>
                  <a:lnTo>
                    <a:pt x="3768495" y="0"/>
                  </a:lnTo>
                  <a:lnTo>
                    <a:pt x="3765072" y="0"/>
                  </a:lnTo>
                  <a:lnTo>
                    <a:pt x="3761650" y="0"/>
                  </a:lnTo>
                  <a:lnTo>
                    <a:pt x="3758227" y="0"/>
                  </a:lnTo>
                  <a:lnTo>
                    <a:pt x="3754804" y="0"/>
                  </a:lnTo>
                  <a:lnTo>
                    <a:pt x="3751381" y="0"/>
                  </a:lnTo>
                  <a:lnTo>
                    <a:pt x="3747958" y="0"/>
                  </a:lnTo>
                  <a:lnTo>
                    <a:pt x="3744536" y="0"/>
                  </a:lnTo>
                  <a:lnTo>
                    <a:pt x="3741113" y="0"/>
                  </a:lnTo>
                  <a:lnTo>
                    <a:pt x="3737690" y="0"/>
                  </a:lnTo>
                  <a:lnTo>
                    <a:pt x="3734267" y="0"/>
                  </a:lnTo>
                  <a:lnTo>
                    <a:pt x="3730844" y="0"/>
                  </a:lnTo>
                  <a:lnTo>
                    <a:pt x="3727422" y="0"/>
                  </a:lnTo>
                  <a:lnTo>
                    <a:pt x="3723999" y="0"/>
                  </a:lnTo>
                  <a:lnTo>
                    <a:pt x="3720576" y="0"/>
                  </a:lnTo>
                  <a:lnTo>
                    <a:pt x="3717153" y="0"/>
                  </a:lnTo>
                  <a:lnTo>
                    <a:pt x="3713730" y="0"/>
                  </a:lnTo>
                  <a:lnTo>
                    <a:pt x="3710308" y="0"/>
                  </a:lnTo>
                  <a:lnTo>
                    <a:pt x="3706885" y="0"/>
                  </a:lnTo>
                  <a:lnTo>
                    <a:pt x="3703462" y="0"/>
                  </a:lnTo>
                  <a:lnTo>
                    <a:pt x="3700039" y="0"/>
                  </a:lnTo>
                  <a:lnTo>
                    <a:pt x="3696616" y="0"/>
                  </a:lnTo>
                  <a:lnTo>
                    <a:pt x="3693194" y="0"/>
                  </a:lnTo>
                  <a:lnTo>
                    <a:pt x="3689771" y="0"/>
                  </a:lnTo>
                  <a:lnTo>
                    <a:pt x="3686348" y="0"/>
                  </a:lnTo>
                  <a:lnTo>
                    <a:pt x="3682925" y="0"/>
                  </a:lnTo>
                  <a:lnTo>
                    <a:pt x="3679503" y="0"/>
                  </a:lnTo>
                  <a:lnTo>
                    <a:pt x="3676080" y="0"/>
                  </a:lnTo>
                  <a:lnTo>
                    <a:pt x="3672657" y="0"/>
                  </a:lnTo>
                  <a:lnTo>
                    <a:pt x="3669234" y="0"/>
                  </a:lnTo>
                  <a:lnTo>
                    <a:pt x="3665811" y="0"/>
                  </a:lnTo>
                  <a:lnTo>
                    <a:pt x="3662389" y="0"/>
                  </a:lnTo>
                  <a:lnTo>
                    <a:pt x="3658966" y="0"/>
                  </a:lnTo>
                  <a:lnTo>
                    <a:pt x="3655543" y="0"/>
                  </a:lnTo>
                  <a:lnTo>
                    <a:pt x="3652120" y="0"/>
                  </a:lnTo>
                  <a:lnTo>
                    <a:pt x="3648697" y="0"/>
                  </a:lnTo>
                  <a:lnTo>
                    <a:pt x="3645275" y="0"/>
                  </a:lnTo>
                  <a:lnTo>
                    <a:pt x="3641852" y="0"/>
                  </a:lnTo>
                  <a:lnTo>
                    <a:pt x="3638429" y="0"/>
                  </a:lnTo>
                  <a:lnTo>
                    <a:pt x="3635006" y="0"/>
                  </a:lnTo>
                  <a:lnTo>
                    <a:pt x="3631583" y="0"/>
                  </a:lnTo>
                  <a:lnTo>
                    <a:pt x="3628161" y="0"/>
                  </a:lnTo>
                  <a:lnTo>
                    <a:pt x="3624738" y="0"/>
                  </a:lnTo>
                  <a:lnTo>
                    <a:pt x="3621315" y="0"/>
                  </a:lnTo>
                  <a:lnTo>
                    <a:pt x="3617892" y="0"/>
                  </a:lnTo>
                  <a:lnTo>
                    <a:pt x="3614469" y="0"/>
                  </a:lnTo>
                  <a:lnTo>
                    <a:pt x="3611047" y="0"/>
                  </a:lnTo>
                  <a:lnTo>
                    <a:pt x="3607624" y="0"/>
                  </a:lnTo>
                  <a:lnTo>
                    <a:pt x="3604201" y="0"/>
                  </a:lnTo>
                  <a:lnTo>
                    <a:pt x="3600778" y="0"/>
                  </a:lnTo>
                  <a:lnTo>
                    <a:pt x="3597355" y="0"/>
                  </a:lnTo>
                  <a:lnTo>
                    <a:pt x="3593933" y="0"/>
                  </a:lnTo>
                  <a:lnTo>
                    <a:pt x="3590510" y="0"/>
                  </a:lnTo>
                  <a:lnTo>
                    <a:pt x="3587087" y="0"/>
                  </a:lnTo>
                  <a:lnTo>
                    <a:pt x="3583664" y="0"/>
                  </a:lnTo>
                  <a:lnTo>
                    <a:pt x="3580242" y="0"/>
                  </a:lnTo>
                  <a:lnTo>
                    <a:pt x="3576819" y="0"/>
                  </a:lnTo>
                  <a:lnTo>
                    <a:pt x="3573396" y="0"/>
                  </a:lnTo>
                  <a:lnTo>
                    <a:pt x="3569973" y="0"/>
                  </a:lnTo>
                  <a:lnTo>
                    <a:pt x="3566550" y="0"/>
                  </a:lnTo>
                  <a:lnTo>
                    <a:pt x="3563128" y="0"/>
                  </a:lnTo>
                  <a:lnTo>
                    <a:pt x="3559705" y="0"/>
                  </a:lnTo>
                  <a:lnTo>
                    <a:pt x="3556282" y="0"/>
                  </a:lnTo>
                  <a:lnTo>
                    <a:pt x="3552859" y="0"/>
                  </a:lnTo>
                  <a:lnTo>
                    <a:pt x="3549436" y="0"/>
                  </a:lnTo>
                  <a:lnTo>
                    <a:pt x="3546014" y="0"/>
                  </a:lnTo>
                  <a:lnTo>
                    <a:pt x="3542591" y="0"/>
                  </a:lnTo>
                  <a:lnTo>
                    <a:pt x="3539168" y="0"/>
                  </a:lnTo>
                  <a:lnTo>
                    <a:pt x="3535745" y="0"/>
                  </a:lnTo>
                  <a:lnTo>
                    <a:pt x="3532322" y="0"/>
                  </a:lnTo>
                  <a:lnTo>
                    <a:pt x="3528900" y="0"/>
                  </a:lnTo>
                  <a:lnTo>
                    <a:pt x="3525477" y="0"/>
                  </a:lnTo>
                  <a:lnTo>
                    <a:pt x="3522054" y="0"/>
                  </a:lnTo>
                  <a:lnTo>
                    <a:pt x="3518631" y="0"/>
                  </a:lnTo>
                  <a:lnTo>
                    <a:pt x="3515208" y="0"/>
                  </a:lnTo>
                  <a:lnTo>
                    <a:pt x="3511786" y="0"/>
                  </a:lnTo>
                  <a:lnTo>
                    <a:pt x="3508363" y="0"/>
                  </a:lnTo>
                  <a:lnTo>
                    <a:pt x="3504940" y="0"/>
                  </a:lnTo>
                  <a:lnTo>
                    <a:pt x="3501517" y="0"/>
                  </a:lnTo>
                  <a:lnTo>
                    <a:pt x="3498094" y="0"/>
                  </a:lnTo>
                  <a:lnTo>
                    <a:pt x="3494672" y="0"/>
                  </a:lnTo>
                  <a:lnTo>
                    <a:pt x="3491249" y="0"/>
                  </a:lnTo>
                  <a:lnTo>
                    <a:pt x="3487826" y="0"/>
                  </a:lnTo>
                  <a:lnTo>
                    <a:pt x="3484403" y="0"/>
                  </a:lnTo>
                  <a:lnTo>
                    <a:pt x="3480980" y="0"/>
                  </a:lnTo>
                  <a:lnTo>
                    <a:pt x="3477558" y="0"/>
                  </a:lnTo>
                  <a:lnTo>
                    <a:pt x="3474135" y="0"/>
                  </a:lnTo>
                  <a:lnTo>
                    <a:pt x="3470712" y="0"/>
                  </a:lnTo>
                  <a:lnTo>
                    <a:pt x="3467289" y="0"/>
                  </a:lnTo>
                  <a:lnTo>
                    <a:pt x="3463867" y="0"/>
                  </a:lnTo>
                  <a:lnTo>
                    <a:pt x="3460444" y="0"/>
                  </a:lnTo>
                  <a:lnTo>
                    <a:pt x="3457021" y="0"/>
                  </a:lnTo>
                  <a:lnTo>
                    <a:pt x="3453598" y="0"/>
                  </a:lnTo>
                  <a:lnTo>
                    <a:pt x="3450175" y="0"/>
                  </a:lnTo>
                  <a:lnTo>
                    <a:pt x="3446753" y="0"/>
                  </a:lnTo>
                  <a:lnTo>
                    <a:pt x="3443330" y="0"/>
                  </a:lnTo>
                  <a:lnTo>
                    <a:pt x="3439907" y="0"/>
                  </a:lnTo>
                  <a:lnTo>
                    <a:pt x="3436484" y="0"/>
                  </a:lnTo>
                  <a:lnTo>
                    <a:pt x="3433061" y="0"/>
                  </a:lnTo>
                  <a:lnTo>
                    <a:pt x="3429639" y="0"/>
                  </a:lnTo>
                  <a:lnTo>
                    <a:pt x="3426216" y="0"/>
                  </a:lnTo>
                  <a:lnTo>
                    <a:pt x="3422793" y="0"/>
                  </a:lnTo>
                  <a:lnTo>
                    <a:pt x="3419370" y="0"/>
                  </a:lnTo>
                  <a:lnTo>
                    <a:pt x="3415947" y="0"/>
                  </a:lnTo>
                  <a:lnTo>
                    <a:pt x="3412525" y="0"/>
                  </a:lnTo>
                  <a:lnTo>
                    <a:pt x="3409102" y="0"/>
                  </a:lnTo>
                  <a:lnTo>
                    <a:pt x="3405679" y="0"/>
                  </a:lnTo>
                  <a:lnTo>
                    <a:pt x="3402256" y="0"/>
                  </a:lnTo>
                  <a:lnTo>
                    <a:pt x="3398833" y="0"/>
                  </a:lnTo>
                  <a:lnTo>
                    <a:pt x="3395411" y="0"/>
                  </a:lnTo>
                  <a:lnTo>
                    <a:pt x="3391988" y="0"/>
                  </a:lnTo>
                  <a:lnTo>
                    <a:pt x="3388565" y="0"/>
                  </a:lnTo>
                  <a:lnTo>
                    <a:pt x="3385142" y="0"/>
                  </a:lnTo>
                  <a:lnTo>
                    <a:pt x="3381719" y="0"/>
                  </a:lnTo>
                  <a:lnTo>
                    <a:pt x="3378297" y="0"/>
                  </a:lnTo>
                  <a:lnTo>
                    <a:pt x="3374874" y="0"/>
                  </a:lnTo>
                  <a:lnTo>
                    <a:pt x="3371451" y="0"/>
                  </a:lnTo>
                  <a:lnTo>
                    <a:pt x="3368028" y="0"/>
                  </a:lnTo>
                  <a:lnTo>
                    <a:pt x="3364606" y="0"/>
                  </a:lnTo>
                  <a:lnTo>
                    <a:pt x="3361183" y="0"/>
                  </a:lnTo>
                  <a:lnTo>
                    <a:pt x="3357760" y="0"/>
                  </a:lnTo>
                  <a:lnTo>
                    <a:pt x="3354337" y="0"/>
                  </a:lnTo>
                  <a:lnTo>
                    <a:pt x="3350914" y="0"/>
                  </a:lnTo>
                  <a:lnTo>
                    <a:pt x="3347492" y="0"/>
                  </a:lnTo>
                  <a:lnTo>
                    <a:pt x="3344069" y="0"/>
                  </a:lnTo>
                  <a:lnTo>
                    <a:pt x="3340646" y="0"/>
                  </a:lnTo>
                  <a:lnTo>
                    <a:pt x="3337223" y="0"/>
                  </a:lnTo>
                  <a:lnTo>
                    <a:pt x="3333800" y="0"/>
                  </a:lnTo>
                  <a:lnTo>
                    <a:pt x="3330378" y="0"/>
                  </a:lnTo>
                  <a:lnTo>
                    <a:pt x="3326955" y="0"/>
                  </a:lnTo>
                  <a:lnTo>
                    <a:pt x="3323532" y="0"/>
                  </a:lnTo>
                  <a:lnTo>
                    <a:pt x="3320109" y="0"/>
                  </a:lnTo>
                  <a:lnTo>
                    <a:pt x="3316686" y="0"/>
                  </a:lnTo>
                  <a:lnTo>
                    <a:pt x="3313264" y="0"/>
                  </a:lnTo>
                  <a:lnTo>
                    <a:pt x="3309841" y="0"/>
                  </a:lnTo>
                  <a:lnTo>
                    <a:pt x="3306418" y="0"/>
                  </a:lnTo>
                  <a:lnTo>
                    <a:pt x="3302995" y="0"/>
                  </a:lnTo>
                  <a:lnTo>
                    <a:pt x="3299572" y="0"/>
                  </a:lnTo>
                  <a:lnTo>
                    <a:pt x="3296150" y="0"/>
                  </a:lnTo>
                  <a:lnTo>
                    <a:pt x="3292727" y="0"/>
                  </a:lnTo>
                  <a:lnTo>
                    <a:pt x="3289304" y="0"/>
                  </a:lnTo>
                  <a:lnTo>
                    <a:pt x="3285881" y="0"/>
                  </a:lnTo>
                  <a:lnTo>
                    <a:pt x="3282458" y="0"/>
                  </a:lnTo>
                  <a:lnTo>
                    <a:pt x="3279036" y="0"/>
                  </a:lnTo>
                  <a:lnTo>
                    <a:pt x="3275613" y="0"/>
                  </a:lnTo>
                  <a:lnTo>
                    <a:pt x="3272190" y="0"/>
                  </a:lnTo>
                  <a:lnTo>
                    <a:pt x="3268767" y="0"/>
                  </a:lnTo>
                  <a:lnTo>
                    <a:pt x="3265345" y="0"/>
                  </a:lnTo>
                  <a:lnTo>
                    <a:pt x="3261922" y="0"/>
                  </a:lnTo>
                  <a:lnTo>
                    <a:pt x="3258499" y="0"/>
                  </a:lnTo>
                  <a:lnTo>
                    <a:pt x="3255076" y="0"/>
                  </a:lnTo>
                  <a:lnTo>
                    <a:pt x="3251653" y="0"/>
                  </a:lnTo>
                  <a:lnTo>
                    <a:pt x="3248231" y="0"/>
                  </a:lnTo>
                  <a:lnTo>
                    <a:pt x="3244808" y="0"/>
                  </a:lnTo>
                  <a:lnTo>
                    <a:pt x="3241385" y="0"/>
                  </a:lnTo>
                  <a:lnTo>
                    <a:pt x="3237962" y="0"/>
                  </a:lnTo>
                  <a:lnTo>
                    <a:pt x="3234539" y="0"/>
                  </a:lnTo>
                  <a:lnTo>
                    <a:pt x="3231117" y="0"/>
                  </a:lnTo>
                  <a:lnTo>
                    <a:pt x="3227694" y="0"/>
                  </a:lnTo>
                  <a:lnTo>
                    <a:pt x="3224271" y="0"/>
                  </a:lnTo>
                  <a:lnTo>
                    <a:pt x="3220848" y="0"/>
                  </a:lnTo>
                  <a:lnTo>
                    <a:pt x="3217425" y="0"/>
                  </a:lnTo>
                  <a:lnTo>
                    <a:pt x="3214003" y="0"/>
                  </a:lnTo>
                  <a:lnTo>
                    <a:pt x="3210580" y="0"/>
                  </a:lnTo>
                  <a:lnTo>
                    <a:pt x="3207157" y="0"/>
                  </a:lnTo>
                  <a:lnTo>
                    <a:pt x="3203734" y="0"/>
                  </a:lnTo>
                  <a:lnTo>
                    <a:pt x="3200311" y="0"/>
                  </a:lnTo>
                  <a:lnTo>
                    <a:pt x="3196889" y="0"/>
                  </a:lnTo>
                  <a:lnTo>
                    <a:pt x="3193466" y="0"/>
                  </a:lnTo>
                  <a:lnTo>
                    <a:pt x="3190043" y="0"/>
                  </a:lnTo>
                  <a:lnTo>
                    <a:pt x="3186620" y="0"/>
                  </a:lnTo>
                  <a:lnTo>
                    <a:pt x="3183197" y="0"/>
                  </a:lnTo>
                  <a:lnTo>
                    <a:pt x="3179775" y="0"/>
                  </a:lnTo>
                  <a:lnTo>
                    <a:pt x="3176352" y="0"/>
                  </a:lnTo>
                  <a:lnTo>
                    <a:pt x="3172929" y="0"/>
                  </a:lnTo>
                  <a:lnTo>
                    <a:pt x="3169506" y="0"/>
                  </a:lnTo>
                  <a:lnTo>
                    <a:pt x="3166083" y="0"/>
                  </a:lnTo>
                  <a:lnTo>
                    <a:pt x="3162661" y="0"/>
                  </a:lnTo>
                  <a:lnTo>
                    <a:pt x="3159238" y="0"/>
                  </a:lnTo>
                  <a:lnTo>
                    <a:pt x="3155815" y="0"/>
                  </a:lnTo>
                  <a:lnTo>
                    <a:pt x="3152392" y="0"/>
                  </a:lnTo>
                  <a:lnTo>
                    <a:pt x="3148970" y="0"/>
                  </a:lnTo>
                  <a:lnTo>
                    <a:pt x="3145547" y="0"/>
                  </a:lnTo>
                  <a:lnTo>
                    <a:pt x="3142124" y="0"/>
                  </a:lnTo>
                  <a:lnTo>
                    <a:pt x="3138701" y="0"/>
                  </a:lnTo>
                  <a:lnTo>
                    <a:pt x="3135278" y="0"/>
                  </a:lnTo>
                  <a:lnTo>
                    <a:pt x="3131856" y="0"/>
                  </a:lnTo>
                  <a:lnTo>
                    <a:pt x="3128433" y="0"/>
                  </a:lnTo>
                  <a:lnTo>
                    <a:pt x="3125010" y="0"/>
                  </a:lnTo>
                  <a:lnTo>
                    <a:pt x="3121587" y="0"/>
                  </a:lnTo>
                  <a:lnTo>
                    <a:pt x="3118164" y="0"/>
                  </a:lnTo>
                  <a:lnTo>
                    <a:pt x="3114742" y="0"/>
                  </a:lnTo>
                  <a:lnTo>
                    <a:pt x="3111319" y="0"/>
                  </a:lnTo>
                  <a:lnTo>
                    <a:pt x="3107896" y="0"/>
                  </a:lnTo>
                  <a:lnTo>
                    <a:pt x="3104473" y="0"/>
                  </a:lnTo>
                  <a:lnTo>
                    <a:pt x="3101050" y="0"/>
                  </a:lnTo>
                  <a:lnTo>
                    <a:pt x="3097628" y="0"/>
                  </a:lnTo>
                  <a:lnTo>
                    <a:pt x="3094205" y="0"/>
                  </a:lnTo>
                  <a:lnTo>
                    <a:pt x="3090782" y="0"/>
                  </a:lnTo>
                  <a:lnTo>
                    <a:pt x="3087359" y="0"/>
                  </a:lnTo>
                  <a:lnTo>
                    <a:pt x="3083936" y="0"/>
                  </a:lnTo>
                  <a:lnTo>
                    <a:pt x="3080514" y="0"/>
                  </a:lnTo>
                  <a:lnTo>
                    <a:pt x="3077091" y="0"/>
                  </a:lnTo>
                  <a:lnTo>
                    <a:pt x="3073668" y="0"/>
                  </a:lnTo>
                  <a:lnTo>
                    <a:pt x="3070245" y="0"/>
                  </a:lnTo>
                  <a:lnTo>
                    <a:pt x="3066822" y="0"/>
                  </a:lnTo>
                  <a:lnTo>
                    <a:pt x="3063400" y="0"/>
                  </a:lnTo>
                  <a:lnTo>
                    <a:pt x="3059977" y="0"/>
                  </a:lnTo>
                  <a:lnTo>
                    <a:pt x="3056554" y="0"/>
                  </a:lnTo>
                  <a:lnTo>
                    <a:pt x="3053131" y="0"/>
                  </a:lnTo>
                  <a:lnTo>
                    <a:pt x="3049709" y="0"/>
                  </a:lnTo>
                  <a:lnTo>
                    <a:pt x="3046286" y="0"/>
                  </a:lnTo>
                  <a:lnTo>
                    <a:pt x="3042863" y="0"/>
                  </a:lnTo>
                  <a:lnTo>
                    <a:pt x="3039440" y="0"/>
                  </a:lnTo>
                  <a:lnTo>
                    <a:pt x="3036017" y="0"/>
                  </a:lnTo>
                  <a:lnTo>
                    <a:pt x="3032595" y="0"/>
                  </a:lnTo>
                  <a:lnTo>
                    <a:pt x="3029172" y="0"/>
                  </a:lnTo>
                  <a:lnTo>
                    <a:pt x="3025749" y="0"/>
                  </a:lnTo>
                  <a:lnTo>
                    <a:pt x="3022326" y="0"/>
                  </a:lnTo>
                  <a:lnTo>
                    <a:pt x="3018903" y="0"/>
                  </a:lnTo>
                  <a:lnTo>
                    <a:pt x="3015481" y="0"/>
                  </a:lnTo>
                  <a:lnTo>
                    <a:pt x="3012058" y="0"/>
                  </a:lnTo>
                  <a:lnTo>
                    <a:pt x="3008635" y="0"/>
                  </a:lnTo>
                  <a:lnTo>
                    <a:pt x="3005212" y="0"/>
                  </a:lnTo>
                  <a:lnTo>
                    <a:pt x="3001789" y="0"/>
                  </a:lnTo>
                  <a:lnTo>
                    <a:pt x="2998367" y="0"/>
                  </a:lnTo>
                  <a:lnTo>
                    <a:pt x="2994944" y="0"/>
                  </a:lnTo>
                  <a:lnTo>
                    <a:pt x="2991521" y="0"/>
                  </a:lnTo>
                  <a:lnTo>
                    <a:pt x="2988098" y="0"/>
                  </a:lnTo>
                  <a:lnTo>
                    <a:pt x="2984675" y="0"/>
                  </a:lnTo>
                  <a:lnTo>
                    <a:pt x="2981253" y="0"/>
                  </a:lnTo>
                  <a:lnTo>
                    <a:pt x="2977830" y="0"/>
                  </a:lnTo>
                  <a:lnTo>
                    <a:pt x="2974407" y="0"/>
                  </a:lnTo>
                  <a:lnTo>
                    <a:pt x="2970984" y="0"/>
                  </a:lnTo>
                  <a:lnTo>
                    <a:pt x="2967561" y="0"/>
                  </a:lnTo>
                  <a:lnTo>
                    <a:pt x="2964139" y="0"/>
                  </a:lnTo>
                  <a:lnTo>
                    <a:pt x="2960716" y="0"/>
                  </a:lnTo>
                  <a:lnTo>
                    <a:pt x="2957293" y="0"/>
                  </a:lnTo>
                  <a:lnTo>
                    <a:pt x="2953870" y="0"/>
                  </a:lnTo>
                  <a:lnTo>
                    <a:pt x="2950448" y="0"/>
                  </a:lnTo>
                  <a:lnTo>
                    <a:pt x="2947025" y="0"/>
                  </a:lnTo>
                  <a:lnTo>
                    <a:pt x="2943602" y="0"/>
                  </a:lnTo>
                  <a:lnTo>
                    <a:pt x="2940179" y="0"/>
                  </a:lnTo>
                  <a:lnTo>
                    <a:pt x="2936756" y="0"/>
                  </a:lnTo>
                  <a:lnTo>
                    <a:pt x="2933334" y="0"/>
                  </a:lnTo>
                  <a:lnTo>
                    <a:pt x="2929911" y="0"/>
                  </a:lnTo>
                  <a:lnTo>
                    <a:pt x="2926488" y="0"/>
                  </a:lnTo>
                  <a:lnTo>
                    <a:pt x="2923065" y="0"/>
                  </a:lnTo>
                  <a:lnTo>
                    <a:pt x="2919642" y="0"/>
                  </a:lnTo>
                  <a:lnTo>
                    <a:pt x="2916220" y="0"/>
                  </a:lnTo>
                  <a:lnTo>
                    <a:pt x="2912797" y="0"/>
                  </a:lnTo>
                  <a:lnTo>
                    <a:pt x="2909374" y="0"/>
                  </a:lnTo>
                  <a:lnTo>
                    <a:pt x="2905951" y="0"/>
                  </a:lnTo>
                  <a:lnTo>
                    <a:pt x="2902528" y="0"/>
                  </a:lnTo>
                  <a:lnTo>
                    <a:pt x="2899106" y="0"/>
                  </a:lnTo>
                  <a:lnTo>
                    <a:pt x="2895683" y="0"/>
                  </a:lnTo>
                  <a:lnTo>
                    <a:pt x="2892260" y="0"/>
                  </a:lnTo>
                  <a:lnTo>
                    <a:pt x="2888837" y="0"/>
                  </a:lnTo>
                  <a:lnTo>
                    <a:pt x="2885414" y="0"/>
                  </a:lnTo>
                  <a:lnTo>
                    <a:pt x="2881992" y="0"/>
                  </a:lnTo>
                  <a:lnTo>
                    <a:pt x="2878569" y="0"/>
                  </a:lnTo>
                  <a:lnTo>
                    <a:pt x="2875146" y="0"/>
                  </a:lnTo>
                  <a:lnTo>
                    <a:pt x="2871723" y="0"/>
                  </a:lnTo>
                  <a:lnTo>
                    <a:pt x="2868300" y="0"/>
                  </a:lnTo>
                  <a:lnTo>
                    <a:pt x="2864878" y="0"/>
                  </a:lnTo>
                  <a:lnTo>
                    <a:pt x="2861455" y="0"/>
                  </a:lnTo>
                  <a:lnTo>
                    <a:pt x="2858032" y="0"/>
                  </a:lnTo>
                  <a:lnTo>
                    <a:pt x="2854609" y="0"/>
                  </a:lnTo>
                  <a:lnTo>
                    <a:pt x="2851186" y="0"/>
                  </a:lnTo>
                  <a:lnTo>
                    <a:pt x="2847764" y="0"/>
                  </a:lnTo>
                  <a:lnTo>
                    <a:pt x="2844341" y="0"/>
                  </a:lnTo>
                  <a:lnTo>
                    <a:pt x="2840918" y="0"/>
                  </a:lnTo>
                  <a:lnTo>
                    <a:pt x="2837495" y="0"/>
                  </a:lnTo>
                  <a:lnTo>
                    <a:pt x="2834073" y="0"/>
                  </a:lnTo>
                  <a:lnTo>
                    <a:pt x="2830650" y="0"/>
                  </a:lnTo>
                  <a:lnTo>
                    <a:pt x="2827227" y="0"/>
                  </a:lnTo>
                  <a:lnTo>
                    <a:pt x="2823804" y="0"/>
                  </a:lnTo>
                  <a:lnTo>
                    <a:pt x="2820381" y="0"/>
                  </a:lnTo>
                  <a:lnTo>
                    <a:pt x="2816959" y="0"/>
                  </a:lnTo>
                  <a:lnTo>
                    <a:pt x="2813536" y="0"/>
                  </a:lnTo>
                  <a:lnTo>
                    <a:pt x="2810113" y="0"/>
                  </a:lnTo>
                  <a:lnTo>
                    <a:pt x="2806690" y="0"/>
                  </a:lnTo>
                  <a:lnTo>
                    <a:pt x="2803267" y="0"/>
                  </a:lnTo>
                  <a:lnTo>
                    <a:pt x="2799845" y="0"/>
                  </a:lnTo>
                  <a:lnTo>
                    <a:pt x="2796422" y="0"/>
                  </a:lnTo>
                  <a:lnTo>
                    <a:pt x="2792999" y="0"/>
                  </a:lnTo>
                  <a:lnTo>
                    <a:pt x="2789576" y="0"/>
                  </a:lnTo>
                  <a:lnTo>
                    <a:pt x="2786153" y="0"/>
                  </a:lnTo>
                  <a:lnTo>
                    <a:pt x="2782731" y="0"/>
                  </a:lnTo>
                  <a:lnTo>
                    <a:pt x="2779308" y="0"/>
                  </a:lnTo>
                  <a:lnTo>
                    <a:pt x="2775885" y="0"/>
                  </a:lnTo>
                  <a:lnTo>
                    <a:pt x="2772462" y="0"/>
                  </a:lnTo>
                  <a:lnTo>
                    <a:pt x="2769039" y="0"/>
                  </a:lnTo>
                  <a:lnTo>
                    <a:pt x="2765617" y="0"/>
                  </a:lnTo>
                  <a:lnTo>
                    <a:pt x="2762194" y="0"/>
                  </a:lnTo>
                  <a:lnTo>
                    <a:pt x="2758771" y="0"/>
                  </a:lnTo>
                  <a:lnTo>
                    <a:pt x="2755348" y="0"/>
                  </a:lnTo>
                  <a:lnTo>
                    <a:pt x="2751925" y="0"/>
                  </a:lnTo>
                  <a:lnTo>
                    <a:pt x="2748503" y="0"/>
                  </a:lnTo>
                  <a:lnTo>
                    <a:pt x="2745080" y="0"/>
                  </a:lnTo>
                  <a:lnTo>
                    <a:pt x="2741657" y="0"/>
                  </a:lnTo>
                  <a:lnTo>
                    <a:pt x="2738234" y="0"/>
                  </a:lnTo>
                  <a:lnTo>
                    <a:pt x="2734812" y="0"/>
                  </a:lnTo>
                  <a:lnTo>
                    <a:pt x="2731389" y="0"/>
                  </a:lnTo>
                  <a:lnTo>
                    <a:pt x="2727966" y="0"/>
                  </a:lnTo>
                  <a:lnTo>
                    <a:pt x="2724543" y="0"/>
                  </a:lnTo>
                  <a:lnTo>
                    <a:pt x="2721120" y="0"/>
                  </a:lnTo>
                  <a:lnTo>
                    <a:pt x="2717698" y="0"/>
                  </a:lnTo>
                  <a:lnTo>
                    <a:pt x="2714275" y="0"/>
                  </a:lnTo>
                  <a:lnTo>
                    <a:pt x="2710852" y="0"/>
                  </a:lnTo>
                  <a:lnTo>
                    <a:pt x="2707429" y="0"/>
                  </a:lnTo>
                  <a:lnTo>
                    <a:pt x="2704006" y="0"/>
                  </a:lnTo>
                  <a:lnTo>
                    <a:pt x="2700584" y="0"/>
                  </a:lnTo>
                  <a:lnTo>
                    <a:pt x="2697161" y="0"/>
                  </a:lnTo>
                  <a:lnTo>
                    <a:pt x="2693738" y="0"/>
                  </a:lnTo>
                  <a:lnTo>
                    <a:pt x="2690315" y="0"/>
                  </a:lnTo>
                  <a:lnTo>
                    <a:pt x="2686892" y="0"/>
                  </a:lnTo>
                  <a:lnTo>
                    <a:pt x="2683470" y="0"/>
                  </a:lnTo>
                  <a:lnTo>
                    <a:pt x="2680047" y="0"/>
                  </a:lnTo>
                  <a:lnTo>
                    <a:pt x="2676624" y="0"/>
                  </a:lnTo>
                  <a:lnTo>
                    <a:pt x="2673201" y="0"/>
                  </a:lnTo>
                  <a:lnTo>
                    <a:pt x="2669778" y="0"/>
                  </a:lnTo>
                  <a:lnTo>
                    <a:pt x="2666356" y="0"/>
                  </a:lnTo>
                  <a:lnTo>
                    <a:pt x="2662933" y="0"/>
                  </a:lnTo>
                  <a:lnTo>
                    <a:pt x="2659510" y="0"/>
                  </a:lnTo>
                  <a:lnTo>
                    <a:pt x="2656087" y="0"/>
                  </a:lnTo>
                  <a:lnTo>
                    <a:pt x="2652664" y="0"/>
                  </a:lnTo>
                  <a:lnTo>
                    <a:pt x="2649242" y="0"/>
                  </a:lnTo>
                  <a:lnTo>
                    <a:pt x="2645819" y="0"/>
                  </a:lnTo>
                  <a:lnTo>
                    <a:pt x="2642396" y="0"/>
                  </a:lnTo>
                  <a:lnTo>
                    <a:pt x="2638973" y="0"/>
                  </a:lnTo>
                  <a:lnTo>
                    <a:pt x="2635550" y="0"/>
                  </a:lnTo>
                  <a:lnTo>
                    <a:pt x="2632128" y="0"/>
                  </a:lnTo>
                  <a:lnTo>
                    <a:pt x="2628705" y="0"/>
                  </a:lnTo>
                  <a:lnTo>
                    <a:pt x="2625282" y="0"/>
                  </a:lnTo>
                  <a:lnTo>
                    <a:pt x="2621859" y="0"/>
                  </a:lnTo>
                  <a:lnTo>
                    <a:pt x="2618437" y="0"/>
                  </a:lnTo>
                  <a:lnTo>
                    <a:pt x="2615014" y="0"/>
                  </a:lnTo>
                  <a:lnTo>
                    <a:pt x="2611591" y="0"/>
                  </a:lnTo>
                  <a:lnTo>
                    <a:pt x="2608168" y="0"/>
                  </a:lnTo>
                  <a:lnTo>
                    <a:pt x="2604745" y="0"/>
                  </a:lnTo>
                  <a:lnTo>
                    <a:pt x="2601323" y="0"/>
                  </a:lnTo>
                  <a:lnTo>
                    <a:pt x="2597900" y="0"/>
                  </a:lnTo>
                  <a:lnTo>
                    <a:pt x="2594477" y="0"/>
                  </a:lnTo>
                  <a:lnTo>
                    <a:pt x="2591054" y="0"/>
                  </a:lnTo>
                  <a:lnTo>
                    <a:pt x="2587631" y="0"/>
                  </a:lnTo>
                  <a:lnTo>
                    <a:pt x="2584209" y="0"/>
                  </a:lnTo>
                  <a:lnTo>
                    <a:pt x="2580786" y="0"/>
                  </a:lnTo>
                  <a:lnTo>
                    <a:pt x="2577363" y="0"/>
                  </a:lnTo>
                  <a:lnTo>
                    <a:pt x="2573940" y="0"/>
                  </a:lnTo>
                  <a:lnTo>
                    <a:pt x="2570517" y="0"/>
                  </a:lnTo>
                  <a:lnTo>
                    <a:pt x="2567095" y="0"/>
                  </a:lnTo>
                  <a:lnTo>
                    <a:pt x="2563672" y="0"/>
                  </a:lnTo>
                  <a:lnTo>
                    <a:pt x="2560249" y="0"/>
                  </a:lnTo>
                  <a:lnTo>
                    <a:pt x="2556826" y="0"/>
                  </a:lnTo>
                  <a:lnTo>
                    <a:pt x="2553403" y="0"/>
                  </a:lnTo>
                  <a:lnTo>
                    <a:pt x="2549981" y="0"/>
                  </a:lnTo>
                  <a:lnTo>
                    <a:pt x="2546558" y="0"/>
                  </a:lnTo>
                  <a:lnTo>
                    <a:pt x="2543135" y="0"/>
                  </a:lnTo>
                  <a:lnTo>
                    <a:pt x="2539712" y="0"/>
                  </a:lnTo>
                  <a:lnTo>
                    <a:pt x="2536289" y="0"/>
                  </a:lnTo>
                  <a:lnTo>
                    <a:pt x="2532867" y="0"/>
                  </a:lnTo>
                  <a:lnTo>
                    <a:pt x="2529444" y="0"/>
                  </a:lnTo>
                  <a:lnTo>
                    <a:pt x="2526021" y="0"/>
                  </a:lnTo>
                  <a:lnTo>
                    <a:pt x="2522598" y="0"/>
                  </a:lnTo>
                  <a:lnTo>
                    <a:pt x="2519176" y="0"/>
                  </a:lnTo>
                  <a:lnTo>
                    <a:pt x="2515753" y="0"/>
                  </a:lnTo>
                  <a:lnTo>
                    <a:pt x="2512330" y="0"/>
                  </a:lnTo>
                  <a:lnTo>
                    <a:pt x="2508907" y="0"/>
                  </a:lnTo>
                  <a:lnTo>
                    <a:pt x="2505484" y="0"/>
                  </a:lnTo>
                  <a:lnTo>
                    <a:pt x="2502062" y="0"/>
                  </a:lnTo>
                  <a:lnTo>
                    <a:pt x="2498639" y="0"/>
                  </a:lnTo>
                  <a:lnTo>
                    <a:pt x="2495216" y="0"/>
                  </a:lnTo>
                  <a:lnTo>
                    <a:pt x="2491793" y="0"/>
                  </a:lnTo>
                  <a:lnTo>
                    <a:pt x="2488370" y="0"/>
                  </a:lnTo>
                  <a:lnTo>
                    <a:pt x="2484948" y="0"/>
                  </a:lnTo>
                  <a:lnTo>
                    <a:pt x="2481525" y="0"/>
                  </a:lnTo>
                  <a:lnTo>
                    <a:pt x="2478102" y="0"/>
                  </a:lnTo>
                  <a:lnTo>
                    <a:pt x="2474679" y="0"/>
                  </a:lnTo>
                  <a:lnTo>
                    <a:pt x="2471256" y="0"/>
                  </a:lnTo>
                  <a:lnTo>
                    <a:pt x="2467834" y="0"/>
                  </a:lnTo>
                  <a:lnTo>
                    <a:pt x="2464411" y="0"/>
                  </a:lnTo>
                  <a:lnTo>
                    <a:pt x="2460988" y="0"/>
                  </a:lnTo>
                  <a:lnTo>
                    <a:pt x="2457565" y="0"/>
                  </a:lnTo>
                  <a:lnTo>
                    <a:pt x="2454142" y="0"/>
                  </a:lnTo>
                  <a:lnTo>
                    <a:pt x="2450720" y="0"/>
                  </a:lnTo>
                  <a:lnTo>
                    <a:pt x="2447297" y="0"/>
                  </a:lnTo>
                  <a:lnTo>
                    <a:pt x="2443874" y="0"/>
                  </a:lnTo>
                  <a:lnTo>
                    <a:pt x="2440451" y="0"/>
                  </a:lnTo>
                  <a:lnTo>
                    <a:pt x="2437028" y="0"/>
                  </a:lnTo>
                  <a:lnTo>
                    <a:pt x="2433606" y="0"/>
                  </a:lnTo>
                  <a:lnTo>
                    <a:pt x="2430183" y="0"/>
                  </a:lnTo>
                  <a:lnTo>
                    <a:pt x="2426760" y="0"/>
                  </a:lnTo>
                  <a:lnTo>
                    <a:pt x="2423337" y="0"/>
                  </a:lnTo>
                  <a:lnTo>
                    <a:pt x="2419915" y="0"/>
                  </a:lnTo>
                  <a:lnTo>
                    <a:pt x="2416492" y="0"/>
                  </a:lnTo>
                  <a:lnTo>
                    <a:pt x="2413069" y="0"/>
                  </a:lnTo>
                  <a:lnTo>
                    <a:pt x="2409646" y="0"/>
                  </a:lnTo>
                  <a:lnTo>
                    <a:pt x="2406223" y="0"/>
                  </a:lnTo>
                  <a:lnTo>
                    <a:pt x="2402801" y="0"/>
                  </a:lnTo>
                  <a:lnTo>
                    <a:pt x="2399378" y="0"/>
                  </a:lnTo>
                  <a:lnTo>
                    <a:pt x="2395955" y="0"/>
                  </a:lnTo>
                  <a:lnTo>
                    <a:pt x="2392532" y="0"/>
                  </a:lnTo>
                  <a:lnTo>
                    <a:pt x="2389109" y="0"/>
                  </a:lnTo>
                  <a:lnTo>
                    <a:pt x="2385687" y="0"/>
                  </a:lnTo>
                  <a:lnTo>
                    <a:pt x="2382264" y="0"/>
                  </a:lnTo>
                  <a:lnTo>
                    <a:pt x="2378841" y="0"/>
                  </a:lnTo>
                  <a:lnTo>
                    <a:pt x="2375418" y="0"/>
                  </a:lnTo>
                  <a:lnTo>
                    <a:pt x="2371995" y="0"/>
                  </a:lnTo>
                  <a:lnTo>
                    <a:pt x="2368573" y="0"/>
                  </a:lnTo>
                  <a:lnTo>
                    <a:pt x="2365150" y="0"/>
                  </a:lnTo>
                  <a:lnTo>
                    <a:pt x="2361727" y="0"/>
                  </a:lnTo>
                  <a:lnTo>
                    <a:pt x="2358304" y="0"/>
                  </a:lnTo>
                  <a:lnTo>
                    <a:pt x="2354881" y="0"/>
                  </a:lnTo>
                  <a:lnTo>
                    <a:pt x="2351459" y="0"/>
                  </a:lnTo>
                  <a:lnTo>
                    <a:pt x="2348036" y="0"/>
                  </a:lnTo>
                  <a:lnTo>
                    <a:pt x="2344613" y="0"/>
                  </a:lnTo>
                  <a:lnTo>
                    <a:pt x="2341190" y="0"/>
                  </a:lnTo>
                  <a:lnTo>
                    <a:pt x="2337767" y="0"/>
                  </a:lnTo>
                  <a:lnTo>
                    <a:pt x="2334345" y="0"/>
                  </a:lnTo>
                  <a:lnTo>
                    <a:pt x="2330922" y="0"/>
                  </a:lnTo>
                  <a:lnTo>
                    <a:pt x="2327499" y="0"/>
                  </a:lnTo>
                  <a:lnTo>
                    <a:pt x="2324076" y="0"/>
                  </a:lnTo>
                  <a:lnTo>
                    <a:pt x="2320653" y="0"/>
                  </a:lnTo>
                  <a:lnTo>
                    <a:pt x="2317231" y="0"/>
                  </a:lnTo>
                  <a:lnTo>
                    <a:pt x="2313808" y="0"/>
                  </a:lnTo>
                  <a:lnTo>
                    <a:pt x="2310385" y="0"/>
                  </a:lnTo>
                  <a:lnTo>
                    <a:pt x="2306962" y="0"/>
                  </a:lnTo>
                  <a:lnTo>
                    <a:pt x="2303540" y="0"/>
                  </a:lnTo>
                  <a:lnTo>
                    <a:pt x="2300117" y="0"/>
                  </a:lnTo>
                  <a:lnTo>
                    <a:pt x="2296694" y="0"/>
                  </a:lnTo>
                  <a:lnTo>
                    <a:pt x="2293271" y="0"/>
                  </a:lnTo>
                  <a:lnTo>
                    <a:pt x="2289848" y="0"/>
                  </a:lnTo>
                  <a:lnTo>
                    <a:pt x="2286426" y="0"/>
                  </a:lnTo>
                  <a:lnTo>
                    <a:pt x="2283003" y="0"/>
                  </a:lnTo>
                  <a:lnTo>
                    <a:pt x="2279580" y="0"/>
                  </a:lnTo>
                  <a:lnTo>
                    <a:pt x="2276157" y="0"/>
                  </a:lnTo>
                  <a:lnTo>
                    <a:pt x="2272734" y="0"/>
                  </a:lnTo>
                  <a:lnTo>
                    <a:pt x="2269312" y="0"/>
                  </a:lnTo>
                  <a:lnTo>
                    <a:pt x="2265889" y="0"/>
                  </a:lnTo>
                  <a:lnTo>
                    <a:pt x="2262466" y="0"/>
                  </a:lnTo>
                  <a:lnTo>
                    <a:pt x="2259043" y="0"/>
                  </a:lnTo>
                  <a:lnTo>
                    <a:pt x="2255620" y="0"/>
                  </a:lnTo>
                  <a:lnTo>
                    <a:pt x="2252198" y="0"/>
                  </a:lnTo>
                  <a:lnTo>
                    <a:pt x="2248775" y="0"/>
                  </a:lnTo>
                  <a:lnTo>
                    <a:pt x="2245352" y="0"/>
                  </a:lnTo>
                  <a:lnTo>
                    <a:pt x="2241929" y="0"/>
                  </a:lnTo>
                  <a:lnTo>
                    <a:pt x="2238506" y="0"/>
                  </a:lnTo>
                  <a:lnTo>
                    <a:pt x="2235084" y="0"/>
                  </a:lnTo>
                  <a:lnTo>
                    <a:pt x="2231661" y="0"/>
                  </a:lnTo>
                  <a:lnTo>
                    <a:pt x="2228238" y="0"/>
                  </a:lnTo>
                  <a:lnTo>
                    <a:pt x="2224815" y="0"/>
                  </a:lnTo>
                  <a:lnTo>
                    <a:pt x="2221392" y="0"/>
                  </a:lnTo>
                  <a:lnTo>
                    <a:pt x="2217970" y="0"/>
                  </a:lnTo>
                  <a:lnTo>
                    <a:pt x="2214547" y="0"/>
                  </a:lnTo>
                  <a:lnTo>
                    <a:pt x="2211124" y="0"/>
                  </a:lnTo>
                  <a:lnTo>
                    <a:pt x="2207701" y="0"/>
                  </a:lnTo>
                  <a:lnTo>
                    <a:pt x="2204279" y="0"/>
                  </a:lnTo>
                  <a:lnTo>
                    <a:pt x="2200856" y="0"/>
                  </a:lnTo>
                  <a:lnTo>
                    <a:pt x="2197433" y="0"/>
                  </a:lnTo>
                  <a:lnTo>
                    <a:pt x="2194010" y="0"/>
                  </a:lnTo>
                  <a:lnTo>
                    <a:pt x="2190587" y="0"/>
                  </a:lnTo>
                  <a:lnTo>
                    <a:pt x="2187165" y="0"/>
                  </a:lnTo>
                  <a:lnTo>
                    <a:pt x="2183742" y="0"/>
                  </a:lnTo>
                  <a:lnTo>
                    <a:pt x="2180319" y="0"/>
                  </a:lnTo>
                  <a:lnTo>
                    <a:pt x="2176896" y="0"/>
                  </a:lnTo>
                  <a:lnTo>
                    <a:pt x="2173473" y="0"/>
                  </a:lnTo>
                  <a:lnTo>
                    <a:pt x="2170051" y="0"/>
                  </a:lnTo>
                  <a:lnTo>
                    <a:pt x="2166628" y="0"/>
                  </a:lnTo>
                  <a:lnTo>
                    <a:pt x="2163205" y="0"/>
                  </a:lnTo>
                  <a:lnTo>
                    <a:pt x="2159782" y="0"/>
                  </a:lnTo>
                  <a:lnTo>
                    <a:pt x="2156359" y="0"/>
                  </a:lnTo>
                  <a:lnTo>
                    <a:pt x="2152937" y="0"/>
                  </a:lnTo>
                  <a:lnTo>
                    <a:pt x="2149514" y="0"/>
                  </a:lnTo>
                  <a:lnTo>
                    <a:pt x="2146091" y="0"/>
                  </a:lnTo>
                  <a:lnTo>
                    <a:pt x="2142668" y="0"/>
                  </a:lnTo>
                  <a:lnTo>
                    <a:pt x="2139245" y="0"/>
                  </a:lnTo>
                  <a:lnTo>
                    <a:pt x="2135823" y="0"/>
                  </a:lnTo>
                  <a:lnTo>
                    <a:pt x="2132400" y="0"/>
                  </a:lnTo>
                  <a:lnTo>
                    <a:pt x="2128977" y="0"/>
                  </a:lnTo>
                  <a:lnTo>
                    <a:pt x="2125554" y="0"/>
                  </a:lnTo>
                  <a:lnTo>
                    <a:pt x="2122131" y="0"/>
                  </a:lnTo>
                  <a:lnTo>
                    <a:pt x="2118709" y="0"/>
                  </a:lnTo>
                  <a:lnTo>
                    <a:pt x="2115286" y="0"/>
                  </a:lnTo>
                  <a:lnTo>
                    <a:pt x="2111863" y="0"/>
                  </a:lnTo>
                  <a:lnTo>
                    <a:pt x="2108440" y="0"/>
                  </a:lnTo>
                  <a:lnTo>
                    <a:pt x="2105018" y="0"/>
                  </a:lnTo>
                  <a:lnTo>
                    <a:pt x="2101595" y="0"/>
                  </a:lnTo>
                  <a:lnTo>
                    <a:pt x="2098172" y="0"/>
                  </a:lnTo>
                  <a:lnTo>
                    <a:pt x="2094749" y="0"/>
                  </a:lnTo>
                  <a:lnTo>
                    <a:pt x="2091326" y="0"/>
                  </a:lnTo>
                  <a:lnTo>
                    <a:pt x="2087904" y="0"/>
                  </a:lnTo>
                  <a:lnTo>
                    <a:pt x="2084481" y="0"/>
                  </a:lnTo>
                  <a:lnTo>
                    <a:pt x="2081058" y="0"/>
                  </a:lnTo>
                  <a:lnTo>
                    <a:pt x="2077635" y="0"/>
                  </a:lnTo>
                  <a:lnTo>
                    <a:pt x="2074212" y="0"/>
                  </a:lnTo>
                  <a:lnTo>
                    <a:pt x="2070790" y="0"/>
                  </a:lnTo>
                  <a:lnTo>
                    <a:pt x="2067367" y="0"/>
                  </a:lnTo>
                  <a:lnTo>
                    <a:pt x="2063944" y="0"/>
                  </a:lnTo>
                  <a:lnTo>
                    <a:pt x="2060521" y="0"/>
                  </a:lnTo>
                  <a:lnTo>
                    <a:pt x="2057098" y="0"/>
                  </a:lnTo>
                  <a:lnTo>
                    <a:pt x="2053676" y="0"/>
                  </a:lnTo>
                  <a:lnTo>
                    <a:pt x="2050253" y="0"/>
                  </a:lnTo>
                  <a:lnTo>
                    <a:pt x="2046830" y="0"/>
                  </a:lnTo>
                  <a:lnTo>
                    <a:pt x="2043407" y="0"/>
                  </a:lnTo>
                  <a:lnTo>
                    <a:pt x="2039984" y="0"/>
                  </a:lnTo>
                  <a:lnTo>
                    <a:pt x="2036562" y="0"/>
                  </a:lnTo>
                  <a:lnTo>
                    <a:pt x="2033139" y="0"/>
                  </a:lnTo>
                  <a:lnTo>
                    <a:pt x="2029716" y="0"/>
                  </a:lnTo>
                  <a:lnTo>
                    <a:pt x="2026293" y="0"/>
                  </a:lnTo>
                  <a:lnTo>
                    <a:pt x="2022870" y="0"/>
                  </a:lnTo>
                  <a:lnTo>
                    <a:pt x="2019448" y="0"/>
                  </a:lnTo>
                  <a:lnTo>
                    <a:pt x="2016025" y="0"/>
                  </a:lnTo>
                  <a:lnTo>
                    <a:pt x="2012602" y="0"/>
                  </a:lnTo>
                  <a:lnTo>
                    <a:pt x="2009179" y="0"/>
                  </a:lnTo>
                  <a:lnTo>
                    <a:pt x="2005756" y="0"/>
                  </a:lnTo>
                  <a:lnTo>
                    <a:pt x="2002334" y="0"/>
                  </a:lnTo>
                  <a:lnTo>
                    <a:pt x="1998911" y="0"/>
                  </a:lnTo>
                  <a:lnTo>
                    <a:pt x="1995488" y="0"/>
                  </a:lnTo>
                  <a:lnTo>
                    <a:pt x="1992065" y="0"/>
                  </a:lnTo>
                  <a:lnTo>
                    <a:pt x="1988643" y="0"/>
                  </a:lnTo>
                  <a:lnTo>
                    <a:pt x="1985220" y="0"/>
                  </a:lnTo>
                  <a:lnTo>
                    <a:pt x="1981797" y="0"/>
                  </a:lnTo>
                  <a:lnTo>
                    <a:pt x="1978374" y="0"/>
                  </a:lnTo>
                  <a:lnTo>
                    <a:pt x="1974951" y="0"/>
                  </a:lnTo>
                  <a:lnTo>
                    <a:pt x="1971529" y="0"/>
                  </a:lnTo>
                  <a:lnTo>
                    <a:pt x="1968106" y="0"/>
                  </a:lnTo>
                  <a:lnTo>
                    <a:pt x="1964683" y="0"/>
                  </a:lnTo>
                  <a:lnTo>
                    <a:pt x="1961260" y="0"/>
                  </a:lnTo>
                  <a:lnTo>
                    <a:pt x="1957837" y="0"/>
                  </a:lnTo>
                  <a:lnTo>
                    <a:pt x="1954415" y="0"/>
                  </a:lnTo>
                  <a:lnTo>
                    <a:pt x="1950992" y="0"/>
                  </a:lnTo>
                  <a:lnTo>
                    <a:pt x="1947569" y="0"/>
                  </a:lnTo>
                  <a:lnTo>
                    <a:pt x="1944146" y="0"/>
                  </a:lnTo>
                  <a:lnTo>
                    <a:pt x="1940723" y="0"/>
                  </a:lnTo>
                  <a:lnTo>
                    <a:pt x="1937301" y="0"/>
                  </a:lnTo>
                  <a:lnTo>
                    <a:pt x="1933878" y="0"/>
                  </a:lnTo>
                  <a:lnTo>
                    <a:pt x="1930455" y="0"/>
                  </a:lnTo>
                  <a:lnTo>
                    <a:pt x="1927032" y="0"/>
                  </a:lnTo>
                  <a:lnTo>
                    <a:pt x="1923609" y="0"/>
                  </a:lnTo>
                  <a:lnTo>
                    <a:pt x="1920187" y="0"/>
                  </a:lnTo>
                  <a:lnTo>
                    <a:pt x="1916764" y="0"/>
                  </a:lnTo>
                  <a:lnTo>
                    <a:pt x="1913341" y="0"/>
                  </a:lnTo>
                  <a:lnTo>
                    <a:pt x="1909918" y="0"/>
                  </a:lnTo>
                  <a:lnTo>
                    <a:pt x="1906495" y="0"/>
                  </a:lnTo>
                  <a:lnTo>
                    <a:pt x="1903073" y="0"/>
                  </a:lnTo>
                  <a:lnTo>
                    <a:pt x="1899650" y="0"/>
                  </a:lnTo>
                  <a:lnTo>
                    <a:pt x="1896227" y="0"/>
                  </a:lnTo>
                  <a:lnTo>
                    <a:pt x="1892804" y="0"/>
                  </a:lnTo>
                  <a:lnTo>
                    <a:pt x="1889382" y="0"/>
                  </a:lnTo>
                  <a:lnTo>
                    <a:pt x="1885959" y="0"/>
                  </a:lnTo>
                  <a:lnTo>
                    <a:pt x="1882536" y="0"/>
                  </a:lnTo>
                  <a:lnTo>
                    <a:pt x="1879113" y="0"/>
                  </a:lnTo>
                  <a:lnTo>
                    <a:pt x="1875690" y="0"/>
                  </a:lnTo>
                  <a:lnTo>
                    <a:pt x="1872268" y="0"/>
                  </a:lnTo>
                  <a:lnTo>
                    <a:pt x="1868845" y="0"/>
                  </a:lnTo>
                  <a:lnTo>
                    <a:pt x="1865422" y="0"/>
                  </a:lnTo>
                  <a:lnTo>
                    <a:pt x="1861999" y="0"/>
                  </a:lnTo>
                  <a:lnTo>
                    <a:pt x="1858576" y="0"/>
                  </a:lnTo>
                  <a:lnTo>
                    <a:pt x="1855154" y="0"/>
                  </a:lnTo>
                  <a:lnTo>
                    <a:pt x="1851731" y="0"/>
                  </a:lnTo>
                  <a:lnTo>
                    <a:pt x="1848308" y="0"/>
                  </a:lnTo>
                  <a:lnTo>
                    <a:pt x="1844885" y="0"/>
                  </a:lnTo>
                  <a:lnTo>
                    <a:pt x="1841462" y="0"/>
                  </a:lnTo>
                  <a:lnTo>
                    <a:pt x="1838040" y="0"/>
                  </a:lnTo>
                  <a:lnTo>
                    <a:pt x="1834617" y="0"/>
                  </a:lnTo>
                  <a:lnTo>
                    <a:pt x="1831194" y="0"/>
                  </a:lnTo>
                  <a:lnTo>
                    <a:pt x="1827771" y="0"/>
                  </a:lnTo>
                  <a:lnTo>
                    <a:pt x="1824348" y="0"/>
                  </a:lnTo>
                  <a:lnTo>
                    <a:pt x="1820926" y="0"/>
                  </a:lnTo>
                  <a:lnTo>
                    <a:pt x="1817503" y="0"/>
                  </a:lnTo>
                  <a:lnTo>
                    <a:pt x="1814080" y="0"/>
                  </a:lnTo>
                  <a:lnTo>
                    <a:pt x="1810657" y="0"/>
                  </a:lnTo>
                  <a:lnTo>
                    <a:pt x="1807234" y="0"/>
                  </a:lnTo>
                  <a:lnTo>
                    <a:pt x="1803812" y="0"/>
                  </a:lnTo>
                  <a:lnTo>
                    <a:pt x="1800389" y="0"/>
                  </a:lnTo>
                  <a:lnTo>
                    <a:pt x="1796966" y="0"/>
                  </a:lnTo>
                  <a:lnTo>
                    <a:pt x="1793543" y="0"/>
                  </a:lnTo>
                  <a:lnTo>
                    <a:pt x="1790121" y="0"/>
                  </a:lnTo>
                  <a:lnTo>
                    <a:pt x="1786698" y="0"/>
                  </a:lnTo>
                  <a:lnTo>
                    <a:pt x="1783275" y="0"/>
                  </a:lnTo>
                  <a:lnTo>
                    <a:pt x="1779852" y="0"/>
                  </a:lnTo>
                  <a:lnTo>
                    <a:pt x="1776429" y="0"/>
                  </a:lnTo>
                  <a:lnTo>
                    <a:pt x="1773007" y="0"/>
                  </a:lnTo>
                  <a:lnTo>
                    <a:pt x="1769584" y="0"/>
                  </a:lnTo>
                  <a:lnTo>
                    <a:pt x="1766161" y="0"/>
                  </a:lnTo>
                  <a:lnTo>
                    <a:pt x="1762738" y="0"/>
                  </a:lnTo>
                  <a:lnTo>
                    <a:pt x="1759315" y="0"/>
                  </a:lnTo>
                  <a:lnTo>
                    <a:pt x="1755893" y="0"/>
                  </a:lnTo>
                  <a:lnTo>
                    <a:pt x="1752470" y="0"/>
                  </a:lnTo>
                  <a:lnTo>
                    <a:pt x="1749047" y="0"/>
                  </a:lnTo>
                  <a:lnTo>
                    <a:pt x="1745624" y="0"/>
                  </a:lnTo>
                  <a:lnTo>
                    <a:pt x="1742201" y="0"/>
                  </a:lnTo>
                  <a:lnTo>
                    <a:pt x="1738779" y="0"/>
                  </a:lnTo>
                  <a:lnTo>
                    <a:pt x="1735356" y="0"/>
                  </a:lnTo>
                  <a:lnTo>
                    <a:pt x="1731933" y="0"/>
                  </a:lnTo>
                  <a:lnTo>
                    <a:pt x="1728510" y="0"/>
                  </a:lnTo>
                  <a:lnTo>
                    <a:pt x="1725087" y="0"/>
                  </a:lnTo>
                  <a:lnTo>
                    <a:pt x="1721665" y="0"/>
                  </a:lnTo>
                  <a:lnTo>
                    <a:pt x="1718242" y="0"/>
                  </a:lnTo>
                  <a:lnTo>
                    <a:pt x="1714819" y="0"/>
                  </a:lnTo>
                  <a:lnTo>
                    <a:pt x="1711396" y="0"/>
                  </a:lnTo>
                  <a:lnTo>
                    <a:pt x="1707973" y="0"/>
                  </a:lnTo>
                  <a:lnTo>
                    <a:pt x="1704551" y="0"/>
                  </a:lnTo>
                  <a:lnTo>
                    <a:pt x="1701128" y="0"/>
                  </a:lnTo>
                  <a:lnTo>
                    <a:pt x="1697705" y="0"/>
                  </a:lnTo>
                  <a:lnTo>
                    <a:pt x="1694282" y="0"/>
                  </a:lnTo>
                  <a:lnTo>
                    <a:pt x="1690859" y="0"/>
                  </a:lnTo>
                  <a:lnTo>
                    <a:pt x="1687437" y="0"/>
                  </a:lnTo>
                  <a:lnTo>
                    <a:pt x="1684014" y="0"/>
                  </a:lnTo>
                  <a:lnTo>
                    <a:pt x="1680591" y="0"/>
                  </a:lnTo>
                  <a:lnTo>
                    <a:pt x="1677168" y="0"/>
                  </a:lnTo>
                  <a:lnTo>
                    <a:pt x="1673746" y="0"/>
                  </a:lnTo>
                  <a:lnTo>
                    <a:pt x="1670323" y="0"/>
                  </a:lnTo>
                  <a:lnTo>
                    <a:pt x="1666900" y="0"/>
                  </a:lnTo>
                  <a:lnTo>
                    <a:pt x="1663477" y="0"/>
                  </a:lnTo>
                  <a:lnTo>
                    <a:pt x="1660054" y="0"/>
                  </a:lnTo>
                  <a:lnTo>
                    <a:pt x="1656632" y="0"/>
                  </a:lnTo>
                  <a:lnTo>
                    <a:pt x="1653209" y="0"/>
                  </a:lnTo>
                  <a:lnTo>
                    <a:pt x="1649786" y="0"/>
                  </a:lnTo>
                  <a:lnTo>
                    <a:pt x="1646363" y="0"/>
                  </a:lnTo>
                  <a:lnTo>
                    <a:pt x="1642940" y="0"/>
                  </a:lnTo>
                  <a:lnTo>
                    <a:pt x="1639518" y="0"/>
                  </a:lnTo>
                  <a:lnTo>
                    <a:pt x="1636095" y="0"/>
                  </a:lnTo>
                  <a:lnTo>
                    <a:pt x="1632672" y="0"/>
                  </a:lnTo>
                  <a:lnTo>
                    <a:pt x="1629249" y="0"/>
                  </a:lnTo>
                  <a:lnTo>
                    <a:pt x="1625826" y="0"/>
                  </a:lnTo>
                  <a:lnTo>
                    <a:pt x="1622404" y="0"/>
                  </a:lnTo>
                  <a:lnTo>
                    <a:pt x="1618981" y="0"/>
                  </a:lnTo>
                  <a:lnTo>
                    <a:pt x="1615558" y="0"/>
                  </a:lnTo>
                  <a:lnTo>
                    <a:pt x="1612135" y="0"/>
                  </a:lnTo>
                  <a:lnTo>
                    <a:pt x="1608712" y="0"/>
                  </a:lnTo>
                  <a:lnTo>
                    <a:pt x="1605290" y="0"/>
                  </a:lnTo>
                  <a:lnTo>
                    <a:pt x="1601867" y="0"/>
                  </a:lnTo>
                  <a:lnTo>
                    <a:pt x="1598444" y="0"/>
                  </a:lnTo>
                  <a:lnTo>
                    <a:pt x="1595021" y="0"/>
                  </a:lnTo>
                  <a:lnTo>
                    <a:pt x="1591598" y="0"/>
                  </a:lnTo>
                  <a:lnTo>
                    <a:pt x="1588176" y="0"/>
                  </a:lnTo>
                  <a:lnTo>
                    <a:pt x="1584753" y="0"/>
                  </a:lnTo>
                  <a:lnTo>
                    <a:pt x="1581330" y="0"/>
                  </a:lnTo>
                  <a:lnTo>
                    <a:pt x="1577907" y="0"/>
                  </a:lnTo>
                  <a:lnTo>
                    <a:pt x="1574485" y="0"/>
                  </a:lnTo>
                  <a:lnTo>
                    <a:pt x="1571062" y="0"/>
                  </a:lnTo>
                  <a:lnTo>
                    <a:pt x="1567639" y="0"/>
                  </a:lnTo>
                  <a:lnTo>
                    <a:pt x="1564216" y="0"/>
                  </a:lnTo>
                  <a:lnTo>
                    <a:pt x="1560793" y="0"/>
                  </a:lnTo>
                  <a:lnTo>
                    <a:pt x="1557371" y="0"/>
                  </a:lnTo>
                  <a:lnTo>
                    <a:pt x="1553948" y="0"/>
                  </a:lnTo>
                  <a:lnTo>
                    <a:pt x="1550525" y="0"/>
                  </a:lnTo>
                  <a:lnTo>
                    <a:pt x="1547102" y="0"/>
                  </a:lnTo>
                  <a:lnTo>
                    <a:pt x="1543679" y="0"/>
                  </a:lnTo>
                  <a:lnTo>
                    <a:pt x="1540257" y="0"/>
                  </a:lnTo>
                  <a:lnTo>
                    <a:pt x="1536834" y="0"/>
                  </a:lnTo>
                  <a:lnTo>
                    <a:pt x="1533411" y="0"/>
                  </a:lnTo>
                  <a:lnTo>
                    <a:pt x="1529988" y="0"/>
                  </a:lnTo>
                  <a:lnTo>
                    <a:pt x="1526565" y="0"/>
                  </a:lnTo>
                  <a:lnTo>
                    <a:pt x="1523143" y="0"/>
                  </a:lnTo>
                  <a:lnTo>
                    <a:pt x="1519720" y="0"/>
                  </a:lnTo>
                  <a:lnTo>
                    <a:pt x="1516297" y="0"/>
                  </a:lnTo>
                  <a:lnTo>
                    <a:pt x="1512874" y="0"/>
                  </a:lnTo>
                  <a:lnTo>
                    <a:pt x="1509451" y="0"/>
                  </a:lnTo>
                  <a:lnTo>
                    <a:pt x="1506029" y="0"/>
                  </a:lnTo>
                  <a:lnTo>
                    <a:pt x="1502606" y="0"/>
                  </a:lnTo>
                  <a:lnTo>
                    <a:pt x="1499183" y="0"/>
                  </a:lnTo>
                  <a:lnTo>
                    <a:pt x="1495760" y="0"/>
                  </a:lnTo>
                  <a:lnTo>
                    <a:pt x="1492337" y="0"/>
                  </a:lnTo>
                  <a:lnTo>
                    <a:pt x="1488915" y="0"/>
                  </a:lnTo>
                  <a:lnTo>
                    <a:pt x="1485492" y="0"/>
                  </a:lnTo>
                  <a:lnTo>
                    <a:pt x="1482069" y="0"/>
                  </a:lnTo>
                  <a:lnTo>
                    <a:pt x="1478646" y="0"/>
                  </a:lnTo>
                  <a:lnTo>
                    <a:pt x="1475224" y="0"/>
                  </a:lnTo>
                  <a:lnTo>
                    <a:pt x="1471801" y="0"/>
                  </a:lnTo>
                  <a:lnTo>
                    <a:pt x="1468378" y="0"/>
                  </a:lnTo>
                  <a:lnTo>
                    <a:pt x="1464955" y="0"/>
                  </a:lnTo>
                  <a:lnTo>
                    <a:pt x="1461532" y="0"/>
                  </a:lnTo>
                  <a:lnTo>
                    <a:pt x="1458110" y="0"/>
                  </a:lnTo>
                  <a:lnTo>
                    <a:pt x="1454687" y="0"/>
                  </a:lnTo>
                  <a:lnTo>
                    <a:pt x="1451264" y="0"/>
                  </a:lnTo>
                  <a:lnTo>
                    <a:pt x="1447841" y="0"/>
                  </a:lnTo>
                  <a:lnTo>
                    <a:pt x="1444418" y="0"/>
                  </a:lnTo>
                  <a:lnTo>
                    <a:pt x="1440996" y="0"/>
                  </a:lnTo>
                  <a:lnTo>
                    <a:pt x="1437573" y="0"/>
                  </a:lnTo>
                  <a:lnTo>
                    <a:pt x="1434150" y="0"/>
                  </a:lnTo>
                  <a:lnTo>
                    <a:pt x="1430727" y="0"/>
                  </a:lnTo>
                  <a:lnTo>
                    <a:pt x="1427304" y="0"/>
                  </a:lnTo>
                  <a:lnTo>
                    <a:pt x="1423882" y="0"/>
                  </a:lnTo>
                  <a:lnTo>
                    <a:pt x="1420459" y="0"/>
                  </a:lnTo>
                  <a:lnTo>
                    <a:pt x="1417036" y="0"/>
                  </a:lnTo>
                  <a:lnTo>
                    <a:pt x="1413613" y="0"/>
                  </a:lnTo>
                  <a:lnTo>
                    <a:pt x="1410190" y="0"/>
                  </a:lnTo>
                  <a:lnTo>
                    <a:pt x="1406768" y="0"/>
                  </a:lnTo>
                  <a:lnTo>
                    <a:pt x="1403345" y="0"/>
                  </a:lnTo>
                  <a:lnTo>
                    <a:pt x="1399922" y="0"/>
                  </a:lnTo>
                  <a:lnTo>
                    <a:pt x="1396499" y="0"/>
                  </a:lnTo>
                  <a:lnTo>
                    <a:pt x="1393076" y="0"/>
                  </a:lnTo>
                  <a:lnTo>
                    <a:pt x="1389654" y="0"/>
                  </a:lnTo>
                  <a:lnTo>
                    <a:pt x="1386231" y="0"/>
                  </a:lnTo>
                  <a:lnTo>
                    <a:pt x="1382808" y="0"/>
                  </a:lnTo>
                  <a:lnTo>
                    <a:pt x="1379385" y="0"/>
                  </a:lnTo>
                  <a:lnTo>
                    <a:pt x="1375962" y="0"/>
                  </a:lnTo>
                  <a:lnTo>
                    <a:pt x="1372540" y="0"/>
                  </a:lnTo>
                  <a:lnTo>
                    <a:pt x="1369117" y="0"/>
                  </a:lnTo>
                  <a:lnTo>
                    <a:pt x="1365694" y="0"/>
                  </a:lnTo>
                  <a:lnTo>
                    <a:pt x="1362271" y="0"/>
                  </a:lnTo>
                  <a:lnTo>
                    <a:pt x="1358849" y="0"/>
                  </a:lnTo>
                  <a:lnTo>
                    <a:pt x="1355426" y="0"/>
                  </a:lnTo>
                  <a:lnTo>
                    <a:pt x="1352003" y="0"/>
                  </a:lnTo>
                  <a:lnTo>
                    <a:pt x="1348580" y="0"/>
                  </a:lnTo>
                  <a:lnTo>
                    <a:pt x="1345157" y="0"/>
                  </a:lnTo>
                  <a:lnTo>
                    <a:pt x="1341735" y="0"/>
                  </a:lnTo>
                  <a:lnTo>
                    <a:pt x="1338312" y="0"/>
                  </a:lnTo>
                  <a:lnTo>
                    <a:pt x="1334889" y="0"/>
                  </a:lnTo>
                  <a:lnTo>
                    <a:pt x="1331466" y="0"/>
                  </a:lnTo>
                  <a:lnTo>
                    <a:pt x="1328043" y="0"/>
                  </a:lnTo>
                  <a:lnTo>
                    <a:pt x="1324621" y="0"/>
                  </a:lnTo>
                  <a:lnTo>
                    <a:pt x="1321198" y="0"/>
                  </a:lnTo>
                  <a:lnTo>
                    <a:pt x="1317775" y="0"/>
                  </a:lnTo>
                  <a:lnTo>
                    <a:pt x="1314352" y="0"/>
                  </a:lnTo>
                  <a:lnTo>
                    <a:pt x="1310929" y="0"/>
                  </a:lnTo>
                  <a:lnTo>
                    <a:pt x="1307507" y="0"/>
                  </a:lnTo>
                  <a:lnTo>
                    <a:pt x="1304084" y="0"/>
                  </a:lnTo>
                  <a:lnTo>
                    <a:pt x="1300661" y="0"/>
                  </a:lnTo>
                  <a:lnTo>
                    <a:pt x="1297238" y="0"/>
                  </a:lnTo>
                  <a:lnTo>
                    <a:pt x="1293815" y="0"/>
                  </a:lnTo>
                  <a:lnTo>
                    <a:pt x="1290393" y="0"/>
                  </a:lnTo>
                  <a:lnTo>
                    <a:pt x="1286970" y="0"/>
                  </a:lnTo>
                  <a:lnTo>
                    <a:pt x="1283547" y="0"/>
                  </a:lnTo>
                  <a:lnTo>
                    <a:pt x="1280124" y="0"/>
                  </a:lnTo>
                  <a:lnTo>
                    <a:pt x="1276701" y="0"/>
                  </a:lnTo>
                  <a:lnTo>
                    <a:pt x="1273279" y="0"/>
                  </a:lnTo>
                  <a:lnTo>
                    <a:pt x="1269856" y="0"/>
                  </a:lnTo>
                  <a:lnTo>
                    <a:pt x="1266433" y="0"/>
                  </a:lnTo>
                  <a:lnTo>
                    <a:pt x="1263010" y="0"/>
                  </a:lnTo>
                  <a:lnTo>
                    <a:pt x="1259588" y="0"/>
                  </a:lnTo>
                  <a:lnTo>
                    <a:pt x="1256165" y="0"/>
                  </a:lnTo>
                  <a:lnTo>
                    <a:pt x="1252742" y="0"/>
                  </a:lnTo>
                  <a:lnTo>
                    <a:pt x="1249319" y="0"/>
                  </a:lnTo>
                  <a:lnTo>
                    <a:pt x="1245896" y="0"/>
                  </a:lnTo>
                  <a:lnTo>
                    <a:pt x="1242474" y="0"/>
                  </a:lnTo>
                  <a:lnTo>
                    <a:pt x="1239051" y="0"/>
                  </a:lnTo>
                  <a:lnTo>
                    <a:pt x="1235628" y="0"/>
                  </a:lnTo>
                  <a:lnTo>
                    <a:pt x="1232205" y="0"/>
                  </a:lnTo>
                  <a:lnTo>
                    <a:pt x="1228782" y="0"/>
                  </a:lnTo>
                  <a:lnTo>
                    <a:pt x="1225360" y="0"/>
                  </a:lnTo>
                  <a:lnTo>
                    <a:pt x="1221937" y="0"/>
                  </a:lnTo>
                  <a:lnTo>
                    <a:pt x="1218514" y="0"/>
                  </a:lnTo>
                  <a:lnTo>
                    <a:pt x="1215091" y="0"/>
                  </a:lnTo>
                  <a:lnTo>
                    <a:pt x="1211668" y="0"/>
                  </a:lnTo>
                  <a:lnTo>
                    <a:pt x="1208246" y="0"/>
                  </a:lnTo>
                  <a:lnTo>
                    <a:pt x="1204823" y="0"/>
                  </a:lnTo>
                  <a:lnTo>
                    <a:pt x="1201400" y="0"/>
                  </a:lnTo>
                  <a:lnTo>
                    <a:pt x="1197977" y="0"/>
                  </a:lnTo>
                  <a:lnTo>
                    <a:pt x="1194554" y="0"/>
                  </a:lnTo>
                  <a:lnTo>
                    <a:pt x="1191132" y="0"/>
                  </a:lnTo>
                  <a:lnTo>
                    <a:pt x="1187709" y="0"/>
                  </a:lnTo>
                  <a:lnTo>
                    <a:pt x="1184286" y="0"/>
                  </a:lnTo>
                  <a:lnTo>
                    <a:pt x="1180863" y="0"/>
                  </a:lnTo>
                  <a:lnTo>
                    <a:pt x="1177440" y="0"/>
                  </a:lnTo>
                  <a:lnTo>
                    <a:pt x="1174018" y="0"/>
                  </a:lnTo>
                  <a:lnTo>
                    <a:pt x="1170595" y="0"/>
                  </a:lnTo>
                  <a:lnTo>
                    <a:pt x="1167172" y="0"/>
                  </a:lnTo>
                  <a:lnTo>
                    <a:pt x="1163749" y="0"/>
                  </a:lnTo>
                  <a:lnTo>
                    <a:pt x="1160326" y="0"/>
                  </a:lnTo>
                  <a:lnTo>
                    <a:pt x="1156904" y="0"/>
                  </a:lnTo>
                  <a:lnTo>
                    <a:pt x="1153481" y="0"/>
                  </a:lnTo>
                  <a:lnTo>
                    <a:pt x="1150058" y="0"/>
                  </a:lnTo>
                  <a:lnTo>
                    <a:pt x="1146635" y="0"/>
                  </a:lnTo>
                  <a:lnTo>
                    <a:pt x="1143213" y="0"/>
                  </a:lnTo>
                  <a:lnTo>
                    <a:pt x="1139790" y="0"/>
                  </a:lnTo>
                  <a:lnTo>
                    <a:pt x="1136367" y="0"/>
                  </a:lnTo>
                  <a:lnTo>
                    <a:pt x="1132944" y="0"/>
                  </a:lnTo>
                  <a:lnTo>
                    <a:pt x="1129521" y="0"/>
                  </a:lnTo>
                  <a:lnTo>
                    <a:pt x="1126099" y="0"/>
                  </a:lnTo>
                  <a:lnTo>
                    <a:pt x="1122676" y="0"/>
                  </a:lnTo>
                  <a:lnTo>
                    <a:pt x="1119253" y="0"/>
                  </a:lnTo>
                  <a:lnTo>
                    <a:pt x="1115830" y="0"/>
                  </a:lnTo>
                  <a:lnTo>
                    <a:pt x="1112407" y="0"/>
                  </a:lnTo>
                  <a:lnTo>
                    <a:pt x="1108985" y="0"/>
                  </a:lnTo>
                  <a:lnTo>
                    <a:pt x="1105562" y="0"/>
                  </a:lnTo>
                  <a:lnTo>
                    <a:pt x="1102139" y="0"/>
                  </a:lnTo>
                  <a:lnTo>
                    <a:pt x="1098716" y="0"/>
                  </a:lnTo>
                  <a:lnTo>
                    <a:pt x="1095293" y="0"/>
                  </a:lnTo>
                  <a:lnTo>
                    <a:pt x="1091871" y="0"/>
                  </a:lnTo>
                  <a:lnTo>
                    <a:pt x="1088448" y="0"/>
                  </a:lnTo>
                  <a:lnTo>
                    <a:pt x="1085025" y="0"/>
                  </a:lnTo>
                  <a:lnTo>
                    <a:pt x="1081602" y="0"/>
                  </a:lnTo>
                  <a:lnTo>
                    <a:pt x="1078179" y="0"/>
                  </a:lnTo>
                  <a:lnTo>
                    <a:pt x="1074757" y="0"/>
                  </a:lnTo>
                  <a:lnTo>
                    <a:pt x="1071334" y="0"/>
                  </a:lnTo>
                  <a:lnTo>
                    <a:pt x="1067911" y="0"/>
                  </a:lnTo>
                  <a:lnTo>
                    <a:pt x="1064488" y="0"/>
                  </a:lnTo>
                  <a:lnTo>
                    <a:pt x="1061065" y="0"/>
                  </a:lnTo>
                  <a:lnTo>
                    <a:pt x="1057643" y="0"/>
                  </a:lnTo>
                  <a:lnTo>
                    <a:pt x="1054220" y="0"/>
                  </a:lnTo>
                  <a:lnTo>
                    <a:pt x="1050797" y="0"/>
                  </a:lnTo>
                  <a:lnTo>
                    <a:pt x="1047374" y="0"/>
                  </a:lnTo>
                  <a:lnTo>
                    <a:pt x="1043952" y="0"/>
                  </a:lnTo>
                  <a:lnTo>
                    <a:pt x="1040529" y="0"/>
                  </a:lnTo>
                  <a:lnTo>
                    <a:pt x="1037106" y="0"/>
                  </a:lnTo>
                  <a:lnTo>
                    <a:pt x="1033683" y="0"/>
                  </a:lnTo>
                  <a:lnTo>
                    <a:pt x="1030260" y="0"/>
                  </a:lnTo>
                  <a:lnTo>
                    <a:pt x="1026838" y="0"/>
                  </a:lnTo>
                  <a:lnTo>
                    <a:pt x="1023415" y="0"/>
                  </a:lnTo>
                  <a:lnTo>
                    <a:pt x="1019992" y="0"/>
                  </a:lnTo>
                  <a:lnTo>
                    <a:pt x="1016569" y="0"/>
                  </a:lnTo>
                  <a:lnTo>
                    <a:pt x="1013146" y="0"/>
                  </a:lnTo>
                  <a:lnTo>
                    <a:pt x="1009724" y="0"/>
                  </a:lnTo>
                  <a:lnTo>
                    <a:pt x="1006301" y="0"/>
                  </a:lnTo>
                  <a:lnTo>
                    <a:pt x="1002878" y="0"/>
                  </a:lnTo>
                  <a:lnTo>
                    <a:pt x="999455" y="0"/>
                  </a:lnTo>
                  <a:lnTo>
                    <a:pt x="996032" y="0"/>
                  </a:lnTo>
                  <a:lnTo>
                    <a:pt x="992610" y="0"/>
                  </a:lnTo>
                  <a:lnTo>
                    <a:pt x="989187" y="0"/>
                  </a:lnTo>
                  <a:lnTo>
                    <a:pt x="985764" y="0"/>
                  </a:lnTo>
                  <a:lnTo>
                    <a:pt x="982341" y="0"/>
                  </a:lnTo>
                  <a:lnTo>
                    <a:pt x="978918" y="0"/>
                  </a:lnTo>
                  <a:lnTo>
                    <a:pt x="975496" y="0"/>
                  </a:lnTo>
                  <a:lnTo>
                    <a:pt x="972073" y="0"/>
                  </a:lnTo>
                  <a:lnTo>
                    <a:pt x="968650" y="0"/>
                  </a:lnTo>
                  <a:lnTo>
                    <a:pt x="965227" y="0"/>
                  </a:lnTo>
                  <a:lnTo>
                    <a:pt x="961804" y="0"/>
                  </a:lnTo>
                  <a:lnTo>
                    <a:pt x="958382" y="0"/>
                  </a:lnTo>
                  <a:lnTo>
                    <a:pt x="954959" y="0"/>
                  </a:lnTo>
                  <a:lnTo>
                    <a:pt x="951536" y="0"/>
                  </a:lnTo>
                  <a:lnTo>
                    <a:pt x="948113" y="0"/>
                  </a:lnTo>
                  <a:lnTo>
                    <a:pt x="944691" y="0"/>
                  </a:lnTo>
                  <a:lnTo>
                    <a:pt x="941268" y="0"/>
                  </a:lnTo>
                  <a:lnTo>
                    <a:pt x="937845" y="0"/>
                  </a:lnTo>
                  <a:lnTo>
                    <a:pt x="934422" y="0"/>
                  </a:lnTo>
                  <a:lnTo>
                    <a:pt x="930999" y="0"/>
                  </a:lnTo>
                  <a:lnTo>
                    <a:pt x="927577" y="0"/>
                  </a:lnTo>
                  <a:lnTo>
                    <a:pt x="924154" y="0"/>
                  </a:lnTo>
                  <a:lnTo>
                    <a:pt x="920731" y="0"/>
                  </a:lnTo>
                  <a:lnTo>
                    <a:pt x="917308" y="0"/>
                  </a:lnTo>
                  <a:lnTo>
                    <a:pt x="913885" y="0"/>
                  </a:lnTo>
                  <a:lnTo>
                    <a:pt x="910463" y="0"/>
                  </a:lnTo>
                  <a:lnTo>
                    <a:pt x="907040" y="0"/>
                  </a:lnTo>
                  <a:lnTo>
                    <a:pt x="903617" y="0"/>
                  </a:lnTo>
                  <a:lnTo>
                    <a:pt x="900194" y="0"/>
                  </a:lnTo>
                  <a:lnTo>
                    <a:pt x="896771" y="0"/>
                  </a:lnTo>
                  <a:lnTo>
                    <a:pt x="893349" y="0"/>
                  </a:lnTo>
                  <a:lnTo>
                    <a:pt x="889926" y="0"/>
                  </a:lnTo>
                  <a:lnTo>
                    <a:pt x="886503" y="0"/>
                  </a:lnTo>
                  <a:lnTo>
                    <a:pt x="883080" y="0"/>
                  </a:lnTo>
                  <a:lnTo>
                    <a:pt x="879657" y="0"/>
                  </a:lnTo>
                  <a:lnTo>
                    <a:pt x="876235" y="0"/>
                  </a:lnTo>
                  <a:lnTo>
                    <a:pt x="872812" y="0"/>
                  </a:lnTo>
                  <a:lnTo>
                    <a:pt x="869389" y="0"/>
                  </a:lnTo>
                  <a:lnTo>
                    <a:pt x="865966" y="0"/>
                  </a:lnTo>
                  <a:lnTo>
                    <a:pt x="862543" y="0"/>
                  </a:lnTo>
                  <a:lnTo>
                    <a:pt x="859121" y="0"/>
                  </a:lnTo>
                  <a:lnTo>
                    <a:pt x="855698" y="0"/>
                  </a:lnTo>
                  <a:lnTo>
                    <a:pt x="852275" y="0"/>
                  </a:lnTo>
                  <a:lnTo>
                    <a:pt x="848852" y="0"/>
                  </a:lnTo>
                  <a:lnTo>
                    <a:pt x="845429" y="0"/>
                  </a:lnTo>
                  <a:lnTo>
                    <a:pt x="842007" y="0"/>
                  </a:lnTo>
                  <a:lnTo>
                    <a:pt x="838584" y="0"/>
                  </a:lnTo>
                  <a:lnTo>
                    <a:pt x="835161" y="0"/>
                  </a:lnTo>
                  <a:lnTo>
                    <a:pt x="831738" y="0"/>
                  </a:lnTo>
                  <a:lnTo>
                    <a:pt x="828316" y="0"/>
                  </a:lnTo>
                  <a:lnTo>
                    <a:pt x="824893" y="0"/>
                  </a:lnTo>
                  <a:lnTo>
                    <a:pt x="821470" y="0"/>
                  </a:lnTo>
                  <a:lnTo>
                    <a:pt x="818047" y="0"/>
                  </a:lnTo>
                  <a:lnTo>
                    <a:pt x="814624" y="0"/>
                  </a:lnTo>
                  <a:lnTo>
                    <a:pt x="811202" y="0"/>
                  </a:lnTo>
                  <a:lnTo>
                    <a:pt x="807779" y="0"/>
                  </a:lnTo>
                  <a:lnTo>
                    <a:pt x="804356" y="0"/>
                  </a:lnTo>
                  <a:lnTo>
                    <a:pt x="800933" y="0"/>
                  </a:lnTo>
                  <a:lnTo>
                    <a:pt x="797510" y="0"/>
                  </a:lnTo>
                  <a:lnTo>
                    <a:pt x="794088" y="0"/>
                  </a:lnTo>
                  <a:lnTo>
                    <a:pt x="790665" y="0"/>
                  </a:lnTo>
                  <a:lnTo>
                    <a:pt x="787242" y="0"/>
                  </a:lnTo>
                  <a:lnTo>
                    <a:pt x="783819" y="0"/>
                  </a:lnTo>
                  <a:lnTo>
                    <a:pt x="780396" y="0"/>
                  </a:lnTo>
                  <a:lnTo>
                    <a:pt x="776974" y="0"/>
                  </a:lnTo>
                  <a:lnTo>
                    <a:pt x="773551" y="0"/>
                  </a:lnTo>
                  <a:lnTo>
                    <a:pt x="770128" y="0"/>
                  </a:lnTo>
                  <a:lnTo>
                    <a:pt x="766705" y="0"/>
                  </a:lnTo>
                  <a:lnTo>
                    <a:pt x="763282" y="0"/>
                  </a:lnTo>
                  <a:lnTo>
                    <a:pt x="759860" y="0"/>
                  </a:lnTo>
                  <a:lnTo>
                    <a:pt x="756437" y="0"/>
                  </a:lnTo>
                  <a:lnTo>
                    <a:pt x="753014" y="0"/>
                  </a:lnTo>
                  <a:lnTo>
                    <a:pt x="749591" y="0"/>
                  </a:lnTo>
                  <a:lnTo>
                    <a:pt x="746168" y="0"/>
                  </a:lnTo>
                  <a:lnTo>
                    <a:pt x="742746" y="0"/>
                  </a:lnTo>
                  <a:lnTo>
                    <a:pt x="739323" y="0"/>
                  </a:lnTo>
                  <a:lnTo>
                    <a:pt x="735900" y="0"/>
                  </a:lnTo>
                  <a:lnTo>
                    <a:pt x="732477" y="0"/>
                  </a:lnTo>
                  <a:lnTo>
                    <a:pt x="729055" y="0"/>
                  </a:lnTo>
                  <a:lnTo>
                    <a:pt x="725632" y="0"/>
                  </a:lnTo>
                  <a:lnTo>
                    <a:pt x="722209" y="0"/>
                  </a:lnTo>
                  <a:lnTo>
                    <a:pt x="718786" y="0"/>
                  </a:lnTo>
                  <a:lnTo>
                    <a:pt x="715363" y="0"/>
                  </a:lnTo>
                  <a:lnTo>
                    <a:pt x="711941" y="0"/>
                  </a:lnTo>
                  <a:lnTo>
                    <a:pt x="708518" y="0"/>
                  </a:lnTo>
                  <a:lnTo>
                    <a:pt x="705095" y="0"/>
                  </a:lnTo>
                  <a:lnTo>
                    <a:pt x="701672" y="0"/>
                  </a:lnTo>
                  <a:lnTo>
                    <a:pt x="698249" y="0"/>
                  </a:lnTo>
                  <a:lnTo>
                    <a:pt x="694827" y="0"/>
                  </a:lnTo>
                  <a:lnTo>
                    <a:pt x="691404" y="0"/>
                  </a:lnTo>
                  <a:lnTo>
                    <a:pt x="687981" y="0"/>
                  </a:lnTo>
                  <a:lnTo>
                    <a:pt x="684558" y="0"/>
                  </a:lnTo>
                  <a:lnTo>
                    <a:pt x="681135" y="0"/>
                  </a:lnTo>
                  <a:lnTo>
                    <a:pt x="677713" y="0"/>
                  </a:lnTo>
                  <a:lnTo>
                    <a:pt x="674290" y="0"/>
                  </a:lnTo>
                  <a:lnTo>
                    <a:pt x="670867" y="0"/>
                  </a:lnTo>
                  <a:lnTo>
                    <a:pt x="667444" y="0"/>
                  </a:lnTo>
                  <a:lnTo>
                    <a:pt x="664021" y="0"/>
                  </a:lnTo>
                  <a:lnTo>
                    <a:pt x="660599" y="0"/>
                  </a:lnTo>
                  <a:lnTo>
                    <a:pt x="657176" y="0"/>
                  </a:lnTo>
                  <a:lnTo>
                    <a:pt x="653753" y="0"/>
                  </a:lnTo>
                  <a:lnTo>
                    <a:pt x="650330" y="0"/>
                  </a:lnTo>
                  <a:lnTo>
                    <a:pt x="646907" y="0"/>
                  </a:lnTo>
                  <a:lnTo>
                    <a:pt x="643485" y="0"/>
                  </a:lnTo>
                  <a:lnTo>
                    <a:pt x="640062" y="0"/>
                  </a:lnTo>
                  <a:lnTo>
                    <a:pt x="636639" y="0"/>
                  </a:lnTo>
                  <a:lnTo>
                    <a:pt x="633216" y="0"/>
                  </a:lnTo>
                  <a:lnTo>
                    <a:pt x="629794" y="0"/>
                  </a:lnTo>
                  <a:lnTo>
                    <a:pt x="626371" y="0"/>
                  </a:lnTo>
                  <a:lnTo>
                    <a:pt x="622948" y="0"/>
                  </a:lnTo>
                  <a:lnTo>
                    <a:pt x="619525" y="0"/>
                  </a:lnTo>
                  <a:lnTo>
                    <a:pt x="616102" y="0"/>
                  </a:lnTo>
                  <a:lnTo>
                    <a:pt x="612680" y="0"/>
                  </a:lnTo>
                  <a:lnTo>
                    <a:pt x="609257" y="0"/>
                  </a:lnTo>
                  <a:lnTo>
                    <a:pt x="605834" y="0"/>
                  </a:lnTo>
                  <a:lnTo>
                    <a:pt x="602411" y="0"/>
                  </a:lnTo>
                  <a:lnTo>
                    <a:pt x="598988" y="0"/>
                  </a:lnTo>
                  <a:lnTo>
                    <a:pt x="595566" y="0"/>
                  </a:lnTo>
                  <a:lnTo>
                    <a:pt x="592143" y="0"/>
                  </a:lnTo>
                  <a:lnTo>
                    <a:pt x="588720" y="0"/>
                  </a:lnTo>
                  <a:lnTo>
                    <a:pt x="585297" y="0"/>
                  </a:lnTo>
                  <a:lnTo>
                    <a:pt x="581874" y="0"/>
                  </a:lnTo>
                  <a:lnTo>
                    <a:pt x="578452" y="0"/>
                  </a:lnTo>
                  <a:lnTo>
                    <a:pt x="575029" y="0"/>
                  </a:lnTo>
                  <a:lnTo>
                    <a:pt x="571606" y="0"/>
                  </a:lnTo>
                  <a:lnTo>
                    <a:pt x="568183" y="0"/>
                  </a:lnTo>
                  <a:lnTo>
                    <a:pt x="564760" y="0"/>
                  </a:lnTo>
                  <a:lnTo>
                    <a:pt x="561338" y="0"/>
                  </a:lnTo>
                  <a:lnTo>
                    <a:pt x="557915" y="0"/>
                  </a:lnTo>
                  <a:lnTo>
                    <a:pt x="554492" y="0"/>
                  </a:lnTo>
                  <a:lnTo>
                    <a:pt x="551069" y="0"/>
                  </a:lnTo>
                  <a:lnTo>
                    <a:pt x="547646" y="0"/>
                  </a:lnTo>
                  <a:lnTo>
                    <a:pt x="544224" y="0"/>
                  </a:lnTo>
                  <a:lnTo>
                    <a:pt x="540801" y="0"/>
                  </a:lnTo>
                  <a:lnTo>
                    <a:pt x="537378" y="0"/>
                  </a:lnTo>
                  <a:lnTo>
                    <a:pt x="533955" y="0"/>
                  </a:lnTo>
                  <a:lnTo>
                    <a:pt x="530532" y="0"/>
                  </a:lnTo>
                  <a:lnTo>
                    <a:pt x="527110" y="0"/>
                  </a:lnTo>
                  <a:lnTo>
                    <a:pt x="523687" y="0"/>
                  </a:lnTo>
                  <a:lnTo>
                    <a:pt x="520264" y="0"/>
                  </a:lnTo>
                  <a:lnTo>
                    <a:pt x="516841" y="0"/>
                  </a:lnTo>
                  <a:lnTo>
                    <a:pt x="513419" y="0"/>
                  </a:lnTo>
                  <a:lnTo>
                    <a:pt x="509996" y="0"/>
                  </a:lnTo>
                  <a:lnTo>
                    <a:pt x="506573" y="0"/>
                  </a:lnTo>
                  <a:lnTo>
                    <a:pt x="503150" y="0"/>
                  </a:lnTo>
                  <a:lnTo>
                    <a:pt x="499727" y="0"/>
                  </a:lnTo>
                  <a:lnTo>
                    <a:pt x="496305" y="0"/>
                  </a:lnTo>
                  <a:lnTo>
                    <a:pt x="492882" y="0"/>
                  </a:lnTo>
                  <a:lnTo>
                    <a:pt x="489459" y="0"/>
                  </a:lnTo>
                  <a:lnTo>
                    <a:pt x="486036" y="0"/>
                  </a:lnTo>
                  <a:lnTo>
                    <a:pt x="482613" y="0"/>
                  </a:lnTo>
                  <a:lnTo>
                    <a:pt x="479191" y="0"/>
                  </a:lnTo>
                  <a:lnTo>
                    <a:pt x="475768" y="0"/>
                  </a:lnTo>
                  <a:lnTo>
                    <a:pt x="472345" y="0"/>
                  </a:lnTo>
                  <a:lnTo>
                    <a:pt x="468922" y="0"/>
                  </a:lnTo>
                  <a:lnTo>
                    <a:pt x="465499" y="0"/>
                  </a:lnTo>
                  <a:lnTo>
                    <a:pt x="462077" y="0"/>
                  </a:lnTo>
                  <a:lnTo>
                    <a:pt x="458654" y="0"/>
                  </a:lnTo>
                  <a:lnTo>
                    <a:pt x="455231" y="0"/>
                  </a:lnTo>
                  <a:lnTo>
                    <a:pt x="451808" y="0"/>
                  </a:lnTo>
                  <a:lnTo>
                    <a:pt x="448385" y="0"/>
                  </a:lnTo>
                  <a:lnTo>
                    <a:pt x="444963" y="0"/>
                  </a:lnTo>
                  <a:lnTo>
                    <a:pt x="441540" y="0"/>
                  </a:lnTo>
                  <a:lnTo>
                    <a:pt x="438117" y="0"/>
                  </a:lnTo>
                  <a:lnTo>
                    <a:pt x="434694" y="0"/>
                  </a:lnTo>
                  <a:lnTo>
                    <a:pt x="431271" y="0"/>
                  </a:lnTo>
                  <a:lnTo>
                    <a:pt x="427849" y="0"/>
                  </a:lnTo>
                  <a:lnTo>
                    <a:pt x="424426" y="0"/>
                  </a:lnTo>
                  <a:lnTo>
                    <a:pt x="421003" y="0"/>
                  </a:lnTo>
                  <a:lnTo>
                    <a:pt x="417580" y="0"/>
                  </a:lnTo>
                  <a:lnTo>
                    <a:pt x="414158" y="0"/>
                  </a:lnTo>
                  <a:lnTo>
                    <a:pt x="410735" y="0"/>
                  </a:lnTo>
                  <a:lnTo>
                    <a:pt x="407312" y="0"/>
                  </a:lnTo>
                  <a:lnTo>
                    <a:pt x="403889" y="0"/>
                  </a:lnTo>
                  <a:lnTo>
                    <a:pt x="400466" y="0"/>
                  </a:lnTo>
                  <a:lnTo>
                    <a:pt x="397044" y="0"/>
                  </a:lnTo>
                  <a:lnTo>
                    <a:pt x="393621" y="0"/>
                  </a:lnTo>
                  <a:lnTo>
                    <a:pt x="390198" y="0"/>
                  </a:lnTo>
                  <a:lnTo>
                    <a:pt x="386775" y="0"/>
                  </a:lnTo>
                  <a:lnTo>
                    <a:pt x="383352" y="0"/>
                  </a:lnTo>
                  <a:lnTo>
                    <a:pt x="379930" y="0"/>
                  </a:lnTo>
                  <a:lnTo>
                    <a:pt x="376507" y="0"/>
                  </a:lnTo>
                  <a:lnTo>
                    <a:pt x="373084" y="0"/>
                  </a:lnTo>
                  <a:lnTo>
                    <a:pt x="369661" y="0"/>
                  </a:lnTo>
                  <a:lnTo>
                    <a:pt x="366238" y="0"/>
                  </a:lnTo>
                  <a:lnTo>
                    <a:pt x="362816" y="0"/>
                  </a:lnTo>
                  <a:lnTo>
                    <a:pt x="359393" y="0"/>
                  </a:lnTo>
                  <a:lnTo>
                    <a:pt x="355970" y="0"/>
                  </a:lnTo>
                  <a:lnTo>
                    <a:pt x="352547" y="0"/>
                  </a:lnTo>
                  <a:lnTo>
                    <a:pt x="349124" y="0"/>
                  </a:lnTo>
                  <a:lnTo>
                    <a:pt x="345702" y="0"/>
                  </a:lnTo>
                  <a:lnTo>
                    <a:pt x="342279" y="0"/>
                  </a:lnTo>
                  <a:lnTo>
                    <a:pt x="338856" y="0"/>
                  </a:lnTo>
                  <a:lnTo>
                    <a:pt x="335433" y="0"/>
                  </a:lnTo>
                  <a:lnTo>
                    <a:pt x="332010" y="0"/>
                  </a:lnTo>
                  <a:lnTo>
                    <a:pt x="328588" y="0"/>
                  </a:lnTo>
                  <a:lnTo>
                    <a:pt x="325165" y="0"/>
                  </a:lnTo>
                  <a:lnTo>
                    <a:pt x="321742" y="0"/>
                  </a:lnTo>
                  <a:lnTo>
                    <a:pt x="318319" y="0"/>
                  </a:lnTo>
                  <a:lnTo>
                    <a:pt x="314897" y="0"/>
                  </a:lnTo>
                  <a:lnTo>
                    <a:pt x="311474" y="0"/>
                  </a:lnTo>
                  <a:lnTo>
                    <a:pt x="308051" y="0"/>
                  </a:lnTo>
                  <a:lnTo>
                    <a:pt x="304628" y="0"/>
                  </a:lnTo>
                  <a:lnTo>
                    <a:pt x="301205" y="0"/>
                  </a:lnTo>
                  <a:lnTo>
                    <a:pt x="297783" y="0"/>
                  </a:lnTo>
                  <a:lnTo>
                    <a:pt x="294360" y="0"/>
                  </a:lnTo>
                  <a:lnTo>
                    <a:pt x="290937" y="0"/>
                  </a:lnTo>
                  <a:lnTo>
                    <a:pt x="287514" y="0"/>
                  </a:lnTo>
                  <a:lnTo>
                    <a:pt x="284091" y="0"/>
                  </a:lnTo>
                  <a:lnTo>
                    <a:pt x="280669" y="0"/>
                  </a:lnTo>
                  <a:lnTo>
                    <a:pt x="277246" y="0"/>
                  </a:lnTo>
                  <a:lnTo>
                    <a:pt x="273823" y="0"/>
                  </a:lnTo>
                  <a:lnTo>
                    <a:pt x="270400" y="0"/>
                  </a:lnTo>
                  <a:lnTo>
                    <a:pt x="266977" y="0"/>
                  </a:lnTo>
                  <a:lnTo>
                    <a:pt x="263555" y="0"/>
                  </a:lnTo>
                  <a:lnTo>
                    <a:pt x="260132" y="0"/>
                  </a:lnTo>
                  <a:lnTo>
                    <a:pt x="256709" y="0"/>
                  </a:lnTo>
                  <a:lnTo>
                    <a:pt x="253286" y="0"/>
                  </a:lnTo>
                  <a:lnTo>
                    <a:pt x="249863" y="0"/>
                  </a:lnTo>
                  <a:lnTo>
                    <a:pt x="246441" y="0"/>
                  </a:lnTo>
                  <a:lnTo>
                    <a:pt x="243018" y="0"/>
                  </a:lnTo>
                  <a:lnTo>
                    <a:pt x="239595" y="0"/>
                  </a:lnTo>
                  <a:lnTo>
                    <a:pt x="236172" y="0"/>
                  </a:lnTo>
                  <a:lnTo>
                    <a:pt x="232749" y="0"/>
                  </a:lnTo>
                  <a:lnTo>
                    <a:pt x="229327" y="0"/>
                  </a:lnTo>
                  <a:lnTo>
                    <a:pt x="225904" y="0"/>
                  </a:lnTo>
                  <a:lnTo>
                    <a:pt x="222481" y="0"/>
                  </a:lnTo>
                  <a:lnTo>
                    <a:pt x="219058" y="0"/>
                  </a:lnTo>
                  <a:lnTo>
                    <a:pt x="215635" y="0"/>
                  </a:lnTo>
                  <a:lnTo>
                    <a:pt x="212213" y="0"/>
                  </a:lnTo>
                  <a:lnTo>
                    <a:pt x="208790" y="0"/>
                  </a:lnTo>
                  <a:lnTo>
                    <a:pt x="205367" y="0"/>
                  </a:lnTo>
                  <a:lnTo>
                    <a:pt x="201944" y="0"/>
                  </a:lnTo>
                  <a:lnTo>
                    <a:pt x="198522" y="0"/>
                  </a:lnTo>
                  <a:lnTo>
                    <a:pt x="195099" y="0"/>
                  </a:lnTo>
                  <a:lnTo>
                    <a:pt x="191676" y="0"/>
                  </a:lnTo>
                  <a:lnTo>
                    <a:pt x="188253" y="0"/>
                  </a:lnTo>
                  <a:lnTo>
                    <a:pt x="184830" y="0"/>
                  </a:lnTo>
                  <a:lnTo>
                    <a:pt x="181408" y="0"/>
                  </a:lnTo>
                  <a:lnTo>
                    <a:pt x="177985" y="0"/>
                  </a:lnTo>
                  <a:lnTo>
                    <a:pt x="174562" y="0"/>
                  </a:lnTo>
                  <a:lnTo>
                    <a:pt x="171139" y="0"/>
                  </a:lnTo>
                  <a:lnTo>
                    <a:pt x="167716" y="0"/>
                  </a:lnTo>
                  <a:lnTo>
                    <a:pt x="164294" y="0"/>
                  </a:lnTo>
                  <a:lnTo>
                    <a:pt x="160871" y="0"/>
                  </a:lnTo>
                  <a:lnTo>
                    <a:pt x="157448" y="0"/>
                  </a:lnTo>
                  <a:lnTo>
                    <a:pt x="154025" y="0"/>
                  </a:lnTo>
                  <a:lnTo>
                    <a:pt x="150602" y="0"/>
                  </a:lnTo>
                  <a:lnTo>
                    <a:pt x="147180" y="0"/>
                  </a:lnTo>
                  <a:lnTo>
                    <a:pt x="143757" y="0"/>
                  </a:lnTo>
                  <a:lnTo>
                    <a:pt x="140334" y="0"/>
                  </a:lnTo>
                  <a:lnTo>
                    <a:pt x="136911" y="0"/>
                  </a:lnTo>
                  <a:lnTo>
                    <a:pt x="133488" y="0"/>
                  </a:lnTo>
                  <a:lnTo>
                    <a:pt x="130066" y="0"/>
                  </a:lnTo>
                  <a:lnTo>
                    <a:pt x="126643" y="0"/>
                  </a:lnTo>
                  <a:lnTo>
                    <a:pt x="123220" y="0"/>
                  </a:lnTo>
                  <a:lnTo>
                    <a:pt x="119797" y="0"/>
                  </a:lnTo>
                  <a:lnTo>
                    <a:pt x="116374" y="0"/>
                  </a:lnTo>
                  <a:lnTo>
                    <a:pt x="112952" y="0"/>
                  </a:lnTo>
                  <a:lnTo>
                    <a:pt x="109529" y="0"/>
                  </a:lnTo>
                  <a:lnTo>
                    <a:pt x="106106" y="0"/>
                  </a:lnTo>
                  <a:lnTo>
                    <a:pt x="102683" y="0"/>
                  </a:lnTo>
                  <a:lnTo>
                    <a:pt x="99261" y="0"/>
                  </a:lnTo>
                  <a:lnTo>
                    <a:pt x="95838" y="0"/>
                  </a:lnTo>
                  <a:lnTo>
                    <a:pt x="92415" y="0"/>
                  </a:lnTo>
                  <a:lnTo>
                    <a:pt x="88992" y="0"/>
                  </a:lnTo>
                  <a:lnTo>
                    <a:pt x="85569" y="0"/>
                  </a:lnTo>
                  <a:lnTo>
                    <a:pt x="82147" y="0"/>
                  </a:lnTo>
                  <a:lnTo>
                    <a:pt x="78724" y="0"/>
                  </a:lnTo>
                  <a:lnTo>
                    <a:pt x="75301" y="0"/>
                  </a:lnTo>
                  <a:lnTo>
                    <a:pt x="71878" y="0"/>
                  </a:lnTo>
                  <a:lnTo>
                    <a:pt x="68455" y="0"/>
                  </a:lnTo>
                  <a:lnTo>
                    <a:pt x="65033" y="0"/>
                  </a:lnTo>
                  <a:lnTo>
                    <a:pt x="61610" y="0"/>
                  </a:lnTo>
                  <a:lnTo>
                    <a:pt x="58187" y="0"/>
                  </a:lnTo>
                  <a:lnTo>
                    <a:pt x="54764" y="0"/>
                  </a:lnTo>
                  <a:lnTo>
                    <a:pt x="51341" y="0"/>
                  </a:lnTo>
                  <a:lnTo>
                    <a:pt x="47919" y="0"/>
                  </a:lnTo>
                  <a:lnTo>
                    <a:pt x="44496" y="0"/>
                  </a:lnTo>
                  <a:lnTo>
                    <a:pt x="41073" y="0"/>
                  </a:lnTo>
                  <a:lnTo>
                    <a:pt x="37650" y="0"/>
                  </a:lnTo>
                  <a:lnTo>
                    <a:pt x="34227" y="0"/>
                  </a:lnTo>
                  <a:lnTo>
                    <a:pt x="30805" y="0"/>
                  </a:lnTo>
                  <a:lnTo>
                    <a:pt x="27382" y="0"/>
                  </a:lnTo>
                  <a:lnTo>
                    <a:pt x="23959" y="0"/>
                  </a:lnTo>
                  <a:lnTo>
                    <a:pt x="20536" y="0"/>
                  </a:lnTo>
                  <a:lnTo>
                    <a:pt x="17113" y="0"/>
                  </a:lnTo>
                  <a:lnTo>
                    <a:pt x="13691" y="0"/>
                  </a:lnTo>
                  <a:lnTo>
                    <a:pt x="10268" y="0"/>
                  </a:lnTo>
                  <a:lnTo>
                    <a:pt x="6845" y="0"/>
                  </a:lnTo>
                  <a:lnTo>
                    <a:pt x="3422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44934" y="1849562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4934" y="145504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tx19"/>
            <p:cNvSpPr/>
            <p:nvPr/>
          </p:nvSpPr>
          <p:spPr>
            <a:xfrm>
              <a:off x="311199" y="3046054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311199" y="2374953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311199" y="1708381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311199" y="1035698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311199" y="366070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24" name="pl24"/>
            <p:cNvSpPr/>
            <p:nvPr/>
          </p:nvSpPr>
          <p:spPr>
            <a:xfrm>
              <a:off x="410140" y="308837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0140" y="241874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0140" y="17491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10140" y="10794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10140" y="40986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 rot="-5400000">
              <a:off x="69822" y="1649932"/>
              <a:ext cx="246930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obs</a:t>
              </a:r>
            </a:p>
          </p:txBody>
        </p:sp>
        <p:sp>
          <p:nvSpPr>
            <p:cNvPr id="31" name="rc31"/>
            <p:cNvSpPr/>
            <p:nvPr/>
          </p:nvSpPr>
          <p:spPr>
            <a:xfrm>
              <a:off x="444934" y="3262477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66889" y="6153916"/>
              <a:ext cx="280174" cy="225533"/>
            </a:xfrm>
            <a:custGeom>
              <a:avLst/>
              <a:pathLst>
                <a:path w="280174" h="225533">
                  <a:moveTo>
                    <a:pt x="0" y="225533"/>
                  </a:moveTo>
                  <a:lnTo>
                    <a:pt x="2005" y="205539"/>
                  </a:lnTo>
                  <a:lnTo>
                    <a:pt x="5428" y="206846"/>
                  </a:lnTo>
                  <a:lnTo>
                    <a:pt x="8850" y="217715"/>
                  </a:lnTo>
                  <a:lnTo>
                    <a:pt x="12273" y="225532"/>
                  </a:lnTo>
                  <a:lnTo>
                    <a:pt x="15696" y="168218"/>
                  </a:lnTo>
                  <a:lnTo>
                    <a:pt x="19119" y="197846"/>
                  </a:lnTo>
                  <a:lnTo>
                    <a:pt x="22541" y="176122"/>
                  </a:lnTo>
                  <a:lnTo>
                    <a:pt x="25964" y="163097"/>
                  </a:lnTo>
                  <a:lnTo>
                    <a:pt x="29387" y="131288"/>
                  </a:lnTo>
                  <a:lnTo>
                    <a:pt x="32810" y="122618"/>
                  </a:lnTo>
                  <a:lnTo>
                    <a:pt x="36233" y="114645"/>
                  </a:lnTo>
                  <a:lnTo>
                    <a:pt x="39655" y="121254"/>
                  </a:lnTo>
                  <a:lnTo>
                    <a:pt x="43078" y="129385"/>
                  </a:lnTo>
                  <a:lnTo>
                    <a:pt x="46501" y="138933"/>
                  </a:lnTo>
                  <a:lnTo>
                    <a:pt x="49924" y="120815"/>
                  </a:lnTo>
                  <a:lnTo>
                    <a:pt x="53347" y="94224"/>
                  </a:lnTo>
                  <a:lnTo>
                    <a:pt x="56769" y="81495"/>
                  </a:lnTo>
                  <a:lnTo>
                    <a:pt x="60192" y="86440"/>
                  </a:lnTo>
                  <a:lnTo>
                    <a:pt x="63615" y="114857"/>
                  </a:lnTo>
                  <a:lnTo>
                    <a:pt x="67038" y="139252"/>
                  </a:lnTo>
                  <a:lnTo>
                    <a:pt x="70461" y="142663"/>
                  </a:lnTo>
                  <a:lnTo>
                    <a:pt x="73883" y="144956"/>
                  </a:lnTo>
                  <a:lnTo>
                    <a:pt x="77306" y="118135"/>
                  </a:lnTo>
                  <a:lnTo>
                    <a:pt x="80729" y="136844"/>
                  </a:lnTo>
                  <a:lnTo>
                    <a:pt x="84152" y="113244"/>
                  </a:lnTo>
                  <a:lnTo>
                    <a:pt x="87575" y="113070"/>
                  </a:lnTo>
                  <a:lnTo>
                    <a:pt x="90997" y="124264"/>
                  </a:lnTo>
                  <a:lnTo>
                    <a:pt x="94420" y="108293"/>
                  </a:lnTo>
                  <a:lnTo>
                    <a:pt x="97843" y="95191"/>
                  </a:lnTo>
                  <a:lnTo>
                    <a:pt x="101266" y="55340"/>
                  </a:lnTo>
                  <a:lnTo>
                    <a:pt x="104689" y="88471"/>
                  </a:lnTo>
                  <a:lnTo>
                    <a:pt x="108111" y="77841"/>
                  </a:lnTo>
                  <a:lnTo>
                    <a:pt x="111534" y="93690"/>
                  </a:lnTo>
                  <a:lnTo>
                    <a:pt x="114957" y="84075"/>
                  </a:lnTo>
                  <a:lnTo>
                    <a:pt x="118380" y="82480"/>
                  </a:lnTo>
                  <a:lnTo>
                    <a:pt x="121802" y="75962"/>
                  </a:lnTo>
                  <a:lnTo>
                    <a:pt x="125225" y="68104"/>
                  </a:lnTo>
                  <a:lnTo>
                    <a:pt x="128648" y="58893"/>
                  </a:lnTo>
                  <a:lnTo>
                    <a:pt x="132071" y="65268"/>
                  </a:lnTo>
                  <a:lnTo>
                    <a:pt x="135494" y="77013"/>
                  </a:lnTo>
                  <a:lnTo>
                    <a:pt x="138916" y="109603"/>
                  </a:lnTo>
                  <a:lnTo>
                    <a:pt x="142339" y="122077"/>
                  </a:lnTo>
                  <a:lnTo>
                    <a:pt x="145762" y="146628"/>
                  </a:lnTo>
                  <a:lnTo>
                    <a:pt x="149185" y="149893"/>
                  </a:lnTo>
                  <a:lnTo>
                    <a:pt x="152608" y="123577"/>
                  </a:lnTo>
                  <a:lnTo>
                    <a:pt x="156030" y="112913"/>
                  </a:lnTo>
                  <a:lnTo>
                    <a:pt x="159453" y="119802"/>
                  </a:lnTo>
                  <a:lnTo>
                    <a:pt x="162876" y="175548"/>
                  </a:lnTo>
                  <a:lnTo>
                    <a:pt x="166299" y="173968"/>
                  </a:lnTo>
                  <a:lnTo>
                    <a:pt x="169722" y="149843"/>
                  </a:lnTo>
                  <a:lnTo>
                    <a:pt x="173144" y="104035"/>
                  </a:lnTo>
                  <a:lnTo>
                    <a:pt x="176567" y="99535"/>
                  </a:lnTo>
                  <a:lnTo>
                    <a:pt x="179990" y="110888"/>
                  </a:lnTo>
                  <a:lnTo>
                    <a:pt x="183413" y="104071"/>
                  </a:lnTo>
                  <a:lnTo>
                    <a:pt x="186836" y="122915"/>
                  </a:lnTo>
                  <a:lnTo>
                    <a:pt x="190258" y="120295"/>
                  </a:lnTo>
                  <a:lnTo>
                    <a:pt x="193681" y="100114"/>
                  </a:lnTo>
                  <a:lnTo>
                    <a:pt x="197104" y="114684"/>
                  </a:lnTo>
                  <a:lnTo>
                    <a:pt x="200527" y="100202"/>
                  </a:lnTo>
                  <a:lnTo>
                    <a:pt x="203950" y="47304"/>
                  </a:lnTo>
                  <a:lnTo>
                    <a:pt x="207372" y="46229"/>
                  </a:lnTo>
                  <a:lnTo>
                    <a:pt x="210795" y="14208"/>
                  </a:lnTo>
                  <a:lnTo>
                    <a:pt x="214218" y="7120"/>
                  </a:lnTo>
                  <a:lnTo>
                    <a:pt x="217641" y="2350"/>
                  </a:lnTo>
                  <a:lnTo>
                    <a:pt x="221064" y="20409"/>
                  </a:lnTo>
                  <a:lnTo>
                    <a:pt x="224486" y="13320"/>
                  </a:lnTo>
                  <a:lnTo>
                    <a:pt x="227909" y="11437"/>
                  </a:lnTo>
                  <a:lnTo>
                    <a:pt x="231332" y="21750"/>
                  </a:lnTo>
                  <a:lnTo>
                    <a:pt x="234755" y="16862"/>
                  </a:lnTo>
                  <a:lnTo>
                    <a:pt x="238177" y="41331"/>
                  </a:lnTo>
                  <a:lnTo>
                    <a:pt x="241600" y="0"/>
                  </a:lnTo>
                  <a:lnTo>
                    <a:pt x="245023" y="70234"/>
                  </a:lnTo>
                  <a:lnTo>
                    <a:pt x="248446" y="130377"/>
                  </a:lnTo>
                  <a:lnTo>
                    <a:pt x="251869" y="128388"/>
                  </a:lnTo>
                  <a:lnTo>
                    <a:pt x="255291" y="141920"/>
                  </a:lnTo>
                  <a:lnTo>
                    <a:pt x="258714" y="127867"/>
                  </a:lnTo>
                  <a:lnTo>
                    <a:pt x="262137" y="133783"/>
                  </a:lnTo>
                  <a:lnTo>
                    <a:pt x="265560" y="147941"/>
                  </a:lnTo>
                  <a:lnTo>
                    <a:pt x="268983" y="156593"/>
                  </a:lnTo>
                  <a:lnTo>
                    <a:pt x="272405" y="151747"/>
                  </a:lnTo>
                  <a:lnTo>
                    <a:pt x="275828" y="168507"/>
                  </a:lnTo>
                  <a:lnTo>
                    <a:pt x="279251" y="214984"/>
                  </a:lnTo>
                  <a:lnTo>
                    <a:pt x="280174" y="22553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755236" y="6330774"/>
              <a:ext cx="28740" cy="48675"/>
            </a:xfrm>
            <a:custGeom>
              <a:avLst/>
              <a:pathLst>
                <a:path w="28740" h="48675">
                  <a:moveTo>
                    <a:pt x="0" y="48675"/>
                  </a:moveTo>
                  <a:lnTo>
                    <a:pt x="1172" y="32573"/>
                  </a:lnTo>
                  <a:lnTo>
                    <a:pt x="4594" y="27454"/>
                  </a:lnTo>
                  <a:lnTo>
                    <a:pt x="8017" y="0"/>
                  </a:lnTo>
                  <a:lnTo>
                    <a:pt x="11440" y="90"/>
                  </a:lnTo>
                  <a:lnTo>
                    <a:pt x="14863" y="14851"/>
                  </a:lnTo>
                  <a:lnTo>
                    <a:pt x="18286" y="29338"/>
                  </a:lnTo>
                  <a:lnTo>
                    <a:pt x="21708" y="4377"/>
                  </a:lnTo>
                  <a:lnTo>
                    <a:pt x="25131" y="18978"/>
                  </a:lnTo>
                  <a:lnTo>
                    <a:pt x="28554" y="46589"/>
                  </a:lnTo>
                  <a:lnTo>
                    <a:pt x="28740" y="4867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789256" y="6314475"/>
              <a:ext cx="31169" cy="64974"/>
            </a:xfrm>
            <a:custGeom>
              <a:avLst/>
              <a:pathLst>
                <a:path w="31169" h="64974">
                  <a:moveTo>
                    <a:pt x="0" y="64974"/>
                  </a:moveTo>
                  <a:lnTo>
                    <a:pt x="1380" y="40376"/>
                  </a:lnTo>
                  <a:lnTo>
                    <a:pt x="4803" y="17450"/>
                  </a:lnTo>
                  <a:lnTo>
                    <a:pt x="8225" y="0"/>
                  </a:lnTo>
                  <a:lnTo>
                    <a:pt x="11648" y="899"/>
                  </a:lnTo>
                  <a:lnTo>
                    <a:pt x="15071" y="41540"/>
                  </a:lnTo>
                  <a:lnTo>
                    <a:pt x="18494" y="17225"/>
                  </a:lnTo>
                  <a:lnTo>
                    <a:pt x="21917" y="44182"/>
                  </a:lnTo>
                  <a:lnTo>
                    <a:pt x="25339" y="51663"/>
                  </a:lnTo>
                  <a:lnTo>
                    <a:pt x="28762" y="58341"/>
                  </a:lnTo>
                  <a:lnTo>
                    <a:pt x="31169" y="6497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21776" y="6353576"/>
              <a:ext cx="6475" cy="25873"/>
            </a:xfrm>
            <a:custGeom>
              <a:avLst/>
              <a:pathLst>
                <a:path w="6475" h="25873">
                  <a:moveTo>
                    <a:pt x="0" y="25873"/>
                  </a:moveTo>
                  <a:lnTo>
                    <a:pt x="3088" y="0"/>
                  </a:lnTo>
                  <a:lnTo>
                    <a:pt x="6475" y="2587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54004" y="6368467"/>
              <a:ext cx="7265" cy="10982"/>
            </a:xfrm>
            <a:custGeom>
              <a:avLst/>
              <a:pathLst>
                <a:path w="7265" h="10982">
                  <a:moveTo>
                    <a:pt x="0" y="10982"/>
                  </a:moveTo>
                  <a:lnTo>
                    <a:pt x="1665" y="0"/>
                  </a:lnTo>
                  <a:lnTo>
                    <a:pt x="5088" y="3720"/>
                  </a:lnTo>
                  <a:lnTo>
                    <a:pt x="7265" y="1098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863490" y="6369019"/>
              <a:ext cx="10183" cy="10430"/>
            </a:xfrm>
            <a:custGeom>
              <a:avLst/>
              <a:pathLst>
                <a:path w="10183" h="10430">
                  <a:moveTo>
                    <a:pt x="0" y="10430"/>
                  </a:moveTo>
                  <a:lnTo>
                    <a:pt x="2447" y="0"/>
                  </a:lnTo>
                  <a:lnTo>
                    <a:pt x="5870" y="810"/>
                  </a:lnTo>
                  <a:lnTo>
                    <a:pt x="9292" y="2979"/>
                  </a:lnTo>
                  <a:lnTo>
                    <a:pt x="10183" y="1043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887114" y="6367554"/>
              <a:ext cx="6374" cy="11895"/>
            </a:xfrm>
            <a:custGeom>
              <a:avLst/>
              <a:pathLst>
                <a:path w="6374" h="11895">
                  <a:moveTo>
                    <a:pt x="0" y="11895"/>
                  </a:moveTo>
                  <a:lnTo>
                    <a:pt x="2782" y="0"/>
                  </a:lnTo>
                  <a:lnTo>
                    <a:pt x="6205" y="11057"/>
                  </a:lnTo>
                  <a:lnTo>
                    <a:pt x="6374" y="1189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09689" y="6373411"/>
              <a:ext cx="3242" cy="6038"/>
            </a:xfrm>
            <a:custGeom>
              <a:avLst/>
              <a:pathLst>
                <a:path w="3242" h="6038">
                  <a:moveTo>
                    <a:pt x="0" y="6038"/>
                  </a:moveTo>
                  <a:lnTo>
                    <a:pt x="744" y="0"/>
                  </a:lnTo>
                  <a:lnTo>
                    <a:pt x="3242" y="603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924133" y="6298020"/>
              <a:ext cx="35397" cy="81429"/>
            </a:xfrm>
            <a:custGeom>
              <a:avLst/>
              <a:pathLst>
                <a:path w="35397" h="81429">
                  <a:moveTo>
                    <a:pt x="0" y="81429"/>
                  </a:moveTo>
                  <a:lnTo>
                    <a:pt x="3414" y="58835"/>
                  </a:lnTo>
                  <a:lnTo>
                    <a:pt x="6837" y="28792"/>
                  </a:lnTo>
                  <a:lnTo>
                    <a:pt x="10260" y="0"/>
                  </a:lnTo>
                  <a:lnTo>
                    <a:pt x="13683" y="25448"/>
                  </a:lnTo>
                  <a:lnTo>
                    <a:pt x="17106" y="12501"/>
                  </a:lnTo>
                  <a:lnTo>
                    <a:pt x="20528" y="13965"/>
                  </a:lnTo>
                  <a:lnTo>
                    <a:pt x="23951" y="41201"/>
                  </a:lnTo>
                  <a:lnTo>
                    <a:pt x="27374" y="17746"/>
                  </a:lnTo>
                  <a:lnTo>
                    <a:pt x="30797" y="55045"/>
                  </a:lnTo>
                  <a:lnTo>
                    <a:pt x="34220" y="53309"/>
                  </a:lnTo>
                  <a:lnTo>
                    <a:pt x="35397" y="8142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985972" y="6161349"/>
              <a:ext cx="172649" cy="218100"/>
            </a:xfrm>
            <a:custGeom>
              <a:avLst/>
              <a:pathLst>
                <a:path w="172649" h="218100">
                  <a:moveTo>
                    <a:pt x="0" y="218100"/>
                  </a:moveTo>
                  <a:lnTo>
                    <a:pt x="3186" y="182193"/>
                  </a:lnTo>
                  <a:lnTo>
                    <a:pt x="6609" y="155456"/>
                  </a:lnTo>
                  <a:lnTo>
                    <a:pt x="10032" y="118552"/>
                  </a:lnTo>
                  <a:lnTo>
                    <a:pt x="13454" y="137733"/>
                  </a:lnTo>
                  <a:lnTo>
                    <a:pt x="16877" y="147073"/>
                  </a:lnTo>
                  <a:lnTo>
                    <a:pt x="20300" y="149258"/>
                  </a:lnTo>
                  <a:lnTo>
                    <a:pt x="23723" y="139612"/>
                  </a:lnTo>
                  <a:lnTo>
                    <a:pt x="27146" y="151454"/>
                  </a:lnTo>
                  <a:lnTo>
                    <a:pt x="30568" y="123667"/>
                  </a:lnTo>
                  <a:lnTo>
                    <a:pt x="33991" y="161136"/>
                  </a:lnTo>
                  <a:lnTo>
                    <a:pt x="37414" y="133836"/>
                  </a:lnTo>
                  <a:lnTo>
                    <a:pt x="40837" y="128617"/>
                  </a:lnTo>
                  <a:lnTo>
                    <a:pt x="44260" y="132613"/>
                  </a:lnTo>
                  <a:lnTo>
                    <a:pt x="47682" y="114276"/>
                  </a:lnTo>
                  <a:lnTo>
                    <a:pt x="51105" y="125003"/>
                  </a:lnTo>
                  <a:lnTo>
                    <a:pt x="54528" y="95636"/>
                  </a:lnTo>
                  <a:lnTo>
                    <a:pt x="57951" y="75865"/>
                  </a:lnTo>
                  <a:lnTo>
                    <a:pt x="61374" y="99363"/>
                  </a:lnTo>
                  <a:lnTo>
                    <a:pt x="64796" y="112901"/>
                  </a:lnTo>
                  <a:lnTo>
                    <a:pt x="68219" y="105064"/>
                  </a:lnTo>
                  <a:lnTo>
                    <a:pt x="71642" y="88496"/>
                  </a:lnTo>
                  <a:lnTo>
                    <a:pt x="75065" y="105506"/>
                  </a:lnTo>
                  <a:lnTo>
                    <a:pt x="78488" y="117214"/>
                  </a:lnTo>
                  <a:lnTo>
                    <a:pt x="81910" y="74588"/>
                  </a:lnTo>
                  <a:lnTo>
                    <a:pt x="85333" y="67454"/>
                  </a:lnTo>
                  <a:lnTo>
                    <a:pt x="88756" y="75862"/>
                  </a:lnTo>
                  <a:lnTo>
                    <a:pt x="92179" y="87441"/>
                  </a:lnTo>
                  <a:lnTo>
                    <a:pt x="95602" y="76769"/>
                  </a:lnTo>
                  <a:lnTo>
                    <a:pt x="99024" y="83909"/>
                  </a:lnTo>
                  <a:lnTo>
                    <a:pt x="102447" y="80236"/>
                  </a:lnTo>
                  <a:lnTo>
                    <a:pt x="105870" y="92976"/>
                  </a:lnTo>
                  <a:lnTo>
                    <a:pt x="109293" y="115993"/>
                  </a:lnTo>
                  <a:lnTo>
                    <a:pt x="112715" y="132282"/>
                  </a:lnTo>
                  <a:lnTo>
                    <a:pt x="116138" y="114915"/>
                  </a:lnTo>
                  <a:lnTo>
                    <a:pt x="119561" y="97475"/>
                  </a:lnTo>
                  <a:lnTo>
                    <a:pt x="122984" y="23577"/>
                  </a:lnTo>
                  <a:lnTo>
                    <a:pt x="126407" y="100682"/>
                  </a:lnTo>
                  <a:lnTo>
                    <a:pt x="129829" y="0"/>
                  </a:lnTo>
                  <a:lnTo>
                    <a:pt x="133252" y="18416"/>
                  </a:lnTo>
                  <a:lnTo>
                    <a:pt x="136675" y="78051"/>
                  </a:lnTo>
                  <a:lnTo>
                    <a:pt x="140098" y="12353"/>
                  </a:lnTo>
                  <a:lnTo>
                    <a:pt x="143521" y="72746"/>
                  </a:lnTo>
                  <a:lnTo>
                    <a:pt x="146943" y="94655"/>
                  </a:lnTo>
                  <a:lnTo>
                    <a:pt x="150366" y="93412"/>
                  </a:lnTo>
                  <a:lnTo>
                    <a:pt x="153789" y="111531"/>
                  </a:lnTo>
                  <a:lnTo>
                    <a:pt x="157212" y="150892"/>
                  </a:lnTo>
                  <a:lnTo>
                    <a:pt x="160635" y="145071"/>
                  </a:lnTo>
                  <a:lnTo>
                    <a:pt x="164057" y="188062"/>
                  </a:lnTo>
                  <a:lnTo>
                    <a:pt x="167480" y="170352"/>
                  </a:lnTo>
                  <a:lnTo>
                    <a:pt x="170903" y="195339"/>
                  </a:lnTo>
                  <a:lnTo>
                    <a:pt x="172649" y="21810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1162125" y="6126559"/>
              <a:ext cx="488679" cy="252890"/>
            </a:xfrm>
            <a:custGeom>
              <a:avLst/>
              <a:pathLst>
                <a:path w="488679" h="252890">
                  <a:moveTo>
                    <a:pt x="0" y="252890"/>
                  </a:moveTo>
                  <a:lnTo>
                    <a:pt x="1595" y="233812"/>
                  </a:lnTo>
                  <a:lnTo>
                    <a:pt x="5018" y="200603"/>
                  </a:lnTo>
                  <a:lnTo>
                    <a:pt x="8441" y="160470"/>
                  </a:lnTo>
                  <a:lnTo>
                    <a:pt x="11863" y="161912"/>
                  </a:lnTo>
                  <a:lnTo>
                    <a:pt x="15286" y="172402"/>
                  </a:lnTo>
                  <a:lnTo>
                    <a:pt x="18709" y="168148"/>
                  </a:lnTo>
                  <a:lnTo>
                    <a:pt x="22132" y="200678"/>
                  </a:lnTo>
                  <a:lnTo>
                    <a:pt x="25555" y="215248"/>
                  </a:lnTo>
                  <a:lnTo>
                    <a:pt x="28977" y="214905"/>
                  </a:lnTo>
                  <a:lnTo>
                    <a:pt x="32400" y="177357"/>
                  </a:lnTo>
                  <a:lnTo>
                    <a:pt x="35823" y="175446"/>
                  </a:lnTo>
                  <a:lnTo>
                    <a:pt x="39246" y="231353"/>
                  </a:lnTo>
                  <a:lnTo>
                    <a:pt x="42668" y="210228"/>
                  </a:lnTo>
                  <a:lnTo>
                    <a:pt x="46091" y="233982"/>
                  </a:lnTo>
                  <a:lnTo>
                    <a:pt x="49514" y="206421"/>
                  </a:lnTo>
                  <a:lnTo>
                    <a:pt x="52937" y="198666"/>
                  </a:lnTo>
                  <a:lnTo>
                    <a:pt x="56360" y="203583"/>
                  </a:lnTo>
                  <a:lnTo>
                    <a:pt x="59782" y="190719"/>
                  </a:lnTo>
                  <a:lnTo>
                    <a:pt x="63205" y="186062"/>
                  </a:lnTo>
                  <a:lnTo>
                    <a:pt x="66628" y="185956"/>
                  </a:lnTo>
                  <a:lnTo>
                    <a:pt x="70051" y="187906"/>
                  </a:lnTo>
                  <a:lnTo>
                    <a:pt x="73474" y="174505"/>
                  </a:lnTo>
                  <a:lnTo>
                    <a:pt x="76896" y="186922"/>
                  </a:lnTo>
                  <a:lnTo>
                    <a:pt x="80319" y="163609"/>
                  </a:lnTo>
                  <a:lnTo>
                    <a:pt x="83742" y="231227"/>
                  </a:lnTo>
                  <a:lnTo>
                    <a:pt x="87165" y="231869"/>
                  </a:lnTo>
                  <a:lnTo>
                    <a:pt x="90588" y="195748"/>
                  </a:lnTo>
                  <a:lnTo>
                    <a:pt x="94010" y="191385"/>
                  </a:lnTo>
                  <a:lnTo>
                    <a:pt x="97433" y="156584"/>
                  </a:lnTo>
                  <a:lnTo>
                    <a:pt x="100856" y="166393"/>
                  </a:lnTo>
                  <a:lnTo>
                    <a:pt x="104279" y="127286"/>
                  </a:lnTo>
                  <a:lnTo>
                    <a:pt x="107702" y="153021"/>
                  </a:lnTo>
                  <a:lnTo>
                    <a:pt x="111124" y="146593"/>
                  </a:lnTo>
                  <a:lnTo>
                    <a:pt x="114547" y="109986"/>
                  </a:lnTo>
                  <a:lnTo>
                    <a:pt x="117970" y="135031"/>
                  </a:lnTo>
                  <a:lnTo>
                    <a:pt x="121393" y="111310"/>
                  </a:lnTo>
                  <a:lnTo>
                    <a:pt x="124816" y="179126"/>
                  </a:lnTo>
                  <a:lnTo>
                    <a:pt x="128238" y="177056"/>
                  </a:lnTo>
                  <a:lnTo>
                    <a:pt x="131661" y="155308"/>
                  </a:lnTo>
                  <a:lnTo>
                    <a:pt x="135084" y="121130"/>
                  </a:lnTo>
                  <a:lnTo>
                    <a:pt x="138507" y="115525"/>
                  </a:lnTo>
                  <a:lnTo>
                    <a:pt x="141929" y="123210"/>
                  </a:lnTo>
                  <a:lnTo>
                    <a:pt x="145352" y="133502"/>
                  </a:lnTo>
                  <a:lnTo>
                    <a:pt x="148775" y="172097"/>
                  </a:lnTo>
                  <a:lnTo>
                    <a:pt x="152198" y="136101"/>
                  </a:lnTo>
                  <a:lnTo>
                    <a:pt x="155621" y="148730"/>
                  </a:lnTo>
                  <a:lnTo>
                    <a:pt x="159043" y="131743"/>
                  </a:lnTo>
                  <a:lnTo>
                    <a:pt x="162466" y="105845"/>
                  </a:lnTo>
                  <a:lnTo>
                    <a:pt x="165889" y="99443"/>
                  </a:lnTo>
                  <a:lnTo>
                    <a:pt x="169312" y="109255"/>
                  </a:lnTo>
                  <a:lnTo>
                    <a:pt x="172735" y="143516"/>
                  </a:lnTo>
                  <a:lnTo>
                    <a:pt x="176157" y="188357"/>
                  </a:lnTo>
                  <a:lnTo>
                    <a:pt x="179580" y="189179"/>
                  </a:lnTo>
                  <a:lnTo>
                    <a:pt x="183003" y="176249"/>
                  </a:lnTo>
                  <a:lnTo>
                    <a:pt x="186426" y="131941"/>
                  </a:lnTo>
                  <a:lnTo>
                    <a:pt x="189849" y="121776"/>
                  </a:lnTo>
                  <a:lnTo>
                    <a:pt x="193271" y="123974"/>
                  </a:lnTo>
                  <a:lnTo>
                    <a:pt x="196694" y="136858"/>
                  </a:lnTo>
                  <a:lnTo>
                    <a:pt x="200117" y="145397"/>
                  </a:lnTo>
                  <a:lnTo>
                    <a:pt x="203540" y="190558"/>
                  </a:lnTo>
                  <a:lnTo>
                    <a:pt x="206963" y="173692"/>
                  </a:lnTo>
                  <a:lnTo>
                    <a:pt x="210385" y="164944"/>
                  </a:lnTo>
                  <a:lnTo>
                    <a:pt x="213808" y="174778"/>
                  </a:lnTo>
                  <a:lnTo>
                    <a:pt x="217231" y="169470"/>
                  </a:lnTo>
                  <a:lnTo>
                    <a:pt x="220654" y="150821"/>
                  </a:lnTo>
                  <a:lnTo>
                    <a:pt x="224077" y="163407"/>
                  </a:lnTo>
                  <a:lnTo>
                    <a:pt x="227499" y="165083"/>
                  </a:lnTo>
                  <a:lnTo>
                    <a:pt x="230922" y="177453"/>
                  </a:lnTo>
                  <a:lnTo>
                    <a:pt x="234345" y="174485"/>
                  </a:lnTo>
                  <a:lnTo>
                    <a:pt x="237768" y="143487"/>
                  </a:lnTo>
                  <a:lnTo>
                    <a:pt x="241191" y="138421"/>
                  </a:lnTo>
                  <a:lnTo>
                    <a:pt x="244613" y="111718"/>
                  </a:lnTo>
                  <a:lnTo>
                    <a:pt x="248036" y="89808"/>
                  </a:lnTo>
                  <a:lnTo>
                    <a:pt x="251459" y="108394"/>
                  </a:lnTo>
                  <a:lnTo>
                    <a:pt x="254882" y="144593"/>
                  </a:lnTo>
                  <a:lnTo>
                    <a:pt x="258304" y="135304"/>
                  </a:lnTo>
                  <a:lnTo>
                    <a:pt x="261727" y="111811"/>
                  </a:lnTo>
                  <a:lnTo>
                    <a:pt x="265150" y="83781"/>
                  </a:lnTo>
                  <a:lnTo>
                    <a:pt x="268573" y="66347"/>
                  </a:lnTo>
                  <a:lnTo>
                    <a:pt x="271996" y="93573"/>
                  </a:lnTo>
                  <a:lnTo>
                    <a:pt x="275418" y="91500"/>
                  </a:lnTo>
                  <a:lnTo>
                    <a:pt x="278841" y="85980"/>
                  </a:lnTo>
                  <a:lnTo>
                    <a:pt x="282264" y="74577"/>
                  </a:lnTo>
                  <a:lnTo>
                    <a:pt x="285687" y="92250"/>
                  </a:lnTo>
                  <a:lnTo>
                    <a:pt x="289110" y="69729"/>
                  </a:lnTo>
                  <a:lnTo>
                    <a:pt x="292532" y="99279"/>
                  </a:lnTo>
                  <a:lnTo>
                    <a:pt x="295955" y="78072"/>
                  </a:lnTo>
                  <a:lnTo>
                    <a:pt x="299378" y="89335"/>
                  </a:lnTo>
                  <a:lnTo>
                    <a:pt x="302801" y="113930"/>
                  </a:lnTo>
                  <a:lnTo>
                    <a:pt x="306224" y="103850"/>
                  </a:lnTo>
                  <a:lnTo>
                    <a:pt x="309646" y="117470"/>
                  </a:lnTo>
                  <a:lnTo>
                    <a:pt x="313069" y="104447"/>
                  </a:lnTo>
                  <a:lnTo>
                    <a:pt x="316492" y="112658"/>
                  </a:lnTo>
                  <a:lnTo>
                    <a:pt x="319915" y="94743"/>
                  </a:lnTo>
                  <a:lnTo>
                    <a:pt x="323338" y="81108"/>
                  </a:lnTo>
                  <a:lnTo>
                    <a:pt x="326760" y="98470"/>
                  </a:lnTo>
                  <a:lnTo>
                    <a:pt x="330183" y="101022"/>
                  </a:lnTo>
                  <a:lnTo>
                    <a:pt x="333606" y="72653"/>
                  </a:lnTo>
                  <a:lnTo>
                    <a:pt x="337029" y="102295"/>
                  </a:lnTo>
                  <a:lnTo>
                    <a:pt x="340452" y="82431"/>
                  </a:lnTo>
                  <a:lnTo>
                    <a:pt x="343874" y="94756"/>
                  </a:lnTo>
                  <a:lnTo>
                    <a:pt x="347297" y="87057"/>
                  </a:lnTo>
                  <a:lnTo>
                    <a:pt x="350720" y="76282"/>
                  </a:lnTo>
                  <a:lnTo>
                    <a:pt x="354143" y="73190"/>
                  </a:lnTo>
                  <a:lnTo>
                    <a:pt x="357565" y="52314"/>
                  </a:lnTo>
                  <a:lnTo>
                    <a:pt x="360988" y="59700"/>
                  </a:lnTo>
                  <a:lnTo>
                    <a:pt x="364411" y="46868"/>
                  </a:lnTo>
                  <a:lnTo>
                    <a:pt x="367834" y="37264"/>
                  </a:lnTo>
                  <a:lnTo>
                    <a:pt x="371257" y="33277"/>
                  </a:lnTo>
                  <a:lnTo>
                    <a:pt x="374679" y="16539"/>
                  </a:lnTo>
                  <a:lnTo>
                    <a:pt x="378102" y="36946"/>
                  </a:lnTo>
                  <a:lnTo>
                    <a:pt x="381525" y="28519"/>
                  </a:lnTo>
                  <a:lnTo>
                    <a:pt x="384948" y="21493"/>
                  </a:lnTo>
                  <a:lnTo>
                    <a:pt x="388371" y="22590"/>
                  </a:lnTo>
                  <a:lnTo>
                    <a:pt x="391793" y="24334"/>
                  </a:lnTo>
                  <a:lnTo>
                    <a:pt x="395216" y="65426"/>
                  </a:lnTo>
                  <a:lnTo>
                    <a:pt x="398639" y="34354"/>
                  </a:lnTo>
                  <a:lnTo>
                    <a:pt x="402062" y="40919"/>
                  </a:lnTo>
                  <a:lnTo>
                    <a:pt x="405485" y="33439"/>
                  </a:lnTo>
                  <a:lnTo>
                    <a:pt x="408907" y="0"/>
                  </a:lnTo>
                  <a:lnTo>
                    <a:pt x="412330" y="148331"/>
                  </a:lnTo>
                  <a:lnTo>
                    <a:pt x="415753" y="141160"/>
                  </a:lnTo>
                  <a:lnTo>
                    <a:pt x="419176" y="129868"/>
                  </a:lnTo>
                  <a:lnTo>
                    <a:pt x="422599" y="107424"/>
                  </a:lnTo>
                  <a:lnTo>
                    <a:pt x="426021" y="117013"/>
                  </a:lnTo>
                  <a:lnTo>
                    <a:pt x="429444" y="152943"/>
                  </a:lnTo>
                  <a:lnTo>
                    <a:pt x="432867" y="142796"/>
                  </a:lnTo>
                  <a:lnTo>
                    <a:pt x="436290" y="150579"/>
                  </a:lnTo>
                  <a:lnTo>
                    <a:pt x="439713" y="166059"/>
                  </a:lnTo>
                  <a:lnTo>
                    <a:pt x="443135" y="146498"/>
                  </a:lnTo>
                  <a:lnTo>
                    <a:pt x="446558" y="169439"/>
                  </a:lnTo>
                  <a:lnTo>
                    <a:pt x="449981" y="177279"/>
                  </a:lnTo>
                  <a:lnTo>
                    <a:pt x="453404" y="205098"/>
                  </a:lnTo>
                  <a:lnTo>
                    <a:pt x="456827" y="227959"/>
                  </a:lnTo>
                  <a:lnTo>
                    <a:pt x="460249" y="182334"/>
                  </a:lnTo>
                  <a:lnTo>
                    <a:pt x="463672" y="184711"/>
                  </a:lnTo>
                  <a:lnTo>
                    <a:pt x="467095" y="198905"/>
                  </a:lnTo>
                  <a:lnTo>
                    <a:pt x="470518" y="205977"/>
                  </a:lnTo>
                  <a:lnTo>
                    <a:pt x="473940" y="227363"/>
                  </a:lnTo>
                  <a:lnTo>
                    <a:pt x="477363" y="195256"/>
                  </a:lnTo>
                  <a:lnTo>
                    <a:pt x="480786" y="193910"/>
                  </a:lnTo>
                  <a:lnTo>
                    <a:pt x="484209" y="229504"/>
                  </a:lnTo>
                  <a:lnTo>
                    <a:pt x="487632" y="250189"/>
                  </a:lnTo>
                  <a:lnTo>
                    <a:pt x="488679" y="25289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1653948" y="6297587"/>
              <a:ext cx="47089" cy="81862"/>
            </a:xfrm>
            <a:custGeom>
              <a:avLst/>
              <a:pathLst>
                <a:path w="47089" h="81862">
                  <a:moveTo>
                    <a:pt x="0" y="81862"/>
                  </a:moveTo>
                  <a:lnTo>
                    <a:pt x="2655" y="60670"/>
                  </a:lnTo>
                  <a:lnTo>
                    <a:pt x="6077" y="51565"/>
                  </a:lnTo>
                  <a:lnTo>
                    <a:pt x="9500" y="3771"/>
                  </a:lnTo>
                  <a:lnTo>
                    <a:pt x="12923" y="18130"/>
                  </a:lnTo>
                  <a:lnTo>
                    <a:pt x="16346" y="0"/>
                  </a:lnTo>
                  <a:lnTo>
                    <a:pt x="19769" y="30091"/>
                  </a:lnTo>
                  <a:lnTo>
                    <a:pt x="23191" y="28047"/>
                  </a:lnTo>
                  <a:lnTo>
                    <a:pt x="26614" y="15705"/>
                  </a:lnTo>
                  <a:lnTo>
                    <a:pt x="30037" y="25857"/>
                  </a:lnTo>
                  <a:lnTo>
                    <a:pt x="33460" y="37451"/>
                  </a:lnTo>
                  <a:lnTo>
                    <a:pt x="36883" y="50222"/>
                  </a:lnTo>
                  <a:lnTo>
                    <a:pt x="40305" y="64635"/>
                  </a:lnTo>
                  <a:lnTo>
                    <a:pt x="43728" y="72307"/>
                  </a:lnTo>
                  <a:lnTo>
                    <a:pt x="47089" y="8186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1707750" y="6332814"/>
              <a:ext cx="15969" cy="46635"/>
            </a:xfrm>
            <a:custGeom>
              <a:avLst/>
              <a:pathLst>
                <a:path w="15969" h="46635">
                  <a:moveTo>
                    <a:pt x="0" y="46635"/>
                  </a:moveTo>
                  <a:lnTo>
                    <a:pt x="194" y="46518"/>
                  </a:lnTo>
                  <a:lnTo>
                    <a:pt x="3617" y="32492"/>
                  </a:lnTo>
                  <a:lnTo>
                    <a:pt x="7040" y="0"/>
                  </a:lnTo>
                  <a:lnTo>
                    <a:pt x="10463" y="22116"/>
                  </a:lnTo>
                  <a:lnTo>
                    <a:pt x="13886" y="21158"/>
                  </a:lnTo>
                  <a:lnTo>
                    <a:pt x="15969" y="4663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729122" y="6092097"/>
              <a:ext cx="479996" cy="287352"/>
            </a:xfrm>
            <a:custGeom>
              <a:avLst/>
              <a:pathLst>
                <a:path w="479996" h="287352">
                  <a:moveTo>
                    <a:pt x="0" y="287352"/>
                  </a:moveTo>
                  <a:lnTo>
                    <a:pt x="2782" y="256617"/>
                  </a:lnTo>
                  <a:lnTo>
                    <a:pt x="6205" y="278349"/>
                  </a:lnTo>
                  <a:lnTo>
                    <a:pt x="9627" y="233385"/>
                  </a:lnTo>
                  <a:lnTo>
                    <a:pt x="13050" y="198849"/>
                  </a:lnTo>
                  <a:lnTo>
                    <a:pt x="16473" y="152540"/>
                  </a:lnTo>
                  <a:lnTo>
                    <a:pt x="19896" y="204336"/>
                  </a:lnTo>
                  <a:lnTo>
                    <a:pt x="23319" y="206755"/>
                  </a:lnTo>
                  <a:lnTo>
                    <a:pt x="26741" y="194847"/>
                  </a:lnTo>
                  <a:lnTo>
                    <a:pt x="30164" y="241784"/>
                  </a:lnTo>
                  <a:lnTo>
                    <a:pt x="33587" y="230207"/>
                  </a:lnTo>
                  <a:lnTo>
                    <a:pt x="37010" y="247413"/>
                  </a:lnTo>
                  <a:lnTo>
                    <a:pt x="40432" y="213170"/>
                  </a:lnTo>
                  <a:lnTo>
                    <a:pt x="43855" y="229426"/>
                  </a:lnTo>
                  <a:lnTo>
                    <a:pt x="47278" y="224662"/>
                  </a:lnTo>
                  <a:lnTo>
                    <a:pt x="50701" y="256101"/>
                  </a:lnTo>
                  <a:lnTo>
                    <a:pt x="54124" y="248966"/>
                  </a:lnTo>
                  <a:lnTo>
                    <a:pt x="57546" y="220237"/>
                  </a:lnTo>
                  <a:lnTo>
                    <a:pt x="60969" y="215999"/>
                  </a:lnTo>
                  <a:lnTo>
                    <a:pt x="64392" y="246314"/>
                  </a:lnTo>
                  <a:lnTo>
                    <a:pt x="67815" y="231752"/>
                  </a:lnTo>
                  <a:lnTo>
                    <a:pt x="71238" y="231580"/>
                  </a:lnTo>
                  <a:lnTo>
                    <a:pt x="74660" y="201820"/>
                  </a:lnTo>
                  <a:lnTo>
                    <a:pt x="78083" y="194897"/>
                  </a:lnTo>
                  <a:lnTo>
                    <a:pt x="81506" y="198837"/>
                  </a:lnTo>
                  <a:lnTo>
                    <a:pt x="84929" y="208702"/>
                  </a:lnTo>
                  <a:lnTo>
                    <a:pt x="88352" y="190831"/>
                  </a:lnTo>
                  <a:lnTo>
                    <a:pt x="91774" y="156358"/>
                  </a:lnTo>
                  <a:lnTo>
                    <a:pt x="95197" y="120243"/>
                  </a:lnTo>
                  <a:lnTo>
                    <a:pt x="98620" y="186964"/>
                  </a:lnTo>
                  <a:lnTo>
                    <a:pt x="102043" y="192980"/>
                  </a:lnTo>
                  <a:lnTo>
                    <a:pt x="105466" y="198845"/>
                  </a:lnTo>
                  <a:lnTo>
                    <a:pt x="108888" y="201832"/>
                  </a:lnTo>
                  <a:lnTo>
                    <a:pt x="112311" y="223495"/>
                  </a:lnTo>
                  <a:lnTo>
                    <a:pt x="115734" y="262398"/>
                  </a:lnTo>
                  <a:lnTo>
                    <a:pt x="119157" y="263493"/>
                  </a:lnTo>
                  <a:lnTo>
                    <a:pt x="122580" y="258426"/>
                  </a:lnTo>
                  <a:lnTo>
                    <a:pt x="126002" y="219568"/>
                  </a:lnTo>
                  <a:lnTo>
                    <a:pt x="129425" y="210677"/>
                  </a:lnTo>
                  <a:lnTo>
                    <a:pt x="132848" y="194288"/>
                  </a:lnTo>
                  <a:lnTo>
                    <a:pt x="136271" y="205842"/>
                  </a:lnTo>
                  <a:lnTo>
                    <a:pt x="139693" y="167233"/>
                  </a:lnTo>
                  <a:lnTo>
                    <a:pt x="143116" y="200128"/>
                  </a:lnTo>
                  <a:lnTo>
                    <a:pt x="146539" y="183979"/>
                  </a:lnTo>
                  <a:lnTo>
                    <a:pt x="149962" y="159618"/>
                  </a:lnTo>
                  <a:lnTo>
                    <a:pt x="153385" y="150539"/>
                  </a:lnTo>
                  <a:lnTo>
                    <a:pt x="156807" y="117277"/>
                  </a:lnTo>
                  <a:lnTo>
                    <a:pt x="160230" y="110204"/>
                  </a:lnTo>
                  <a:lnTo>
                    <a:pt x="163653" y="93933"/>
                  </a:lnTo>
                  <a:lnTo>
                    <a:pt x="167076" y="45186"/>
                  </a:lnTo>
                  <a:lnTo>
                    <a:pt x="170499" y="38662"/>
                  </a:lnTo>
                  <a:lnTo>
                    <a:pt x="173921" y="22848"/>
                  </a:lnTo>
                  <a:lnTo>
                    <a:pt x="177344" y="38494"/>
                  </a:lnTo>
                  <a:lnTo>
                    <a:pt x="180767" y="9759"/>
                  </a:lnTo>
                  <a:lnTo>
                    <a:pt x="184190" y="15000"/>
                  </a:lnTo>
                  <a:lnTo>
                    <a:pt x="187613" y="0"/>
                  </a:lnTo>
                  <a:lnTo>
                    <a:pt x="191035" y="15995"/>
                  </a:lnTo>
                  <a:lnTo>
                    <a:pt x="194458" y="45281"/>
                  </a:lnTo>
                  <a:lnTo>
                    <a:pt x="197881" y="61030"/>
                  </a:lnTo>
                  <a:lnTo>
                    <a:pt x="201304" y="113162"/>
                  </a:lnTo>
                  <a:lnTo>
                    <a:pt x="204727" y="59668"/>
                  </a:lnTo>
                  <a:lnTo>
                    <a:pt x="208149" y="36843"/>
                  </a:lnTo>
                  <a:lnTo>
                    <a:pt x="211572" y="39682"/>
                  </a:lnTo>
                  <a:lnTo>
                    <a:pt x="214995" y="97589"/>
                  </a:lnTo>
                  <a:lnTo>
                    <a:pt x="218418" y="99127"/>
                  </a:lnTo>
                  <a:lnTo>
                    <a:pt x="221841" y="76626"/>
                  </a:lnTo>
                  <a:lnTo>
                    <a:pt x="225263" y="111792"/>
                  </a:lnTo>
                  <a:lnTo>
                    <a:pt x="228686" y="126906"/>
                  </a:lnTo>
                  <a:lnTo>
                    <a:pt x="232109" y="120677"/>
                  </a:lnTo>
                  <a:lnTo>
                    <a:pt x="235532" y="85752"/>
                  </a:lnTo>
                  <a:lnTo>
                    <a:pt x="238954" y="128484"/>
                  </a:lnTo>
                  <a:lnTo>
                    <a:pt x="242377" y="122552"/>
                  </a:lnTo>
                  <a:lnTo>
                    <a:pt x="245800" y="98192"/>
                  </a:lnTo>
                  <a:lnTo>
                    <a:pt x="249223" y="98513"/>
                  </a:lnTo>
                  <a:lnTo>
                    <a:pt x="252646" y="143799"/>
                  </a:lnTo>
                  <a:lnTo>
                    <a:pt x="256068" y="110553"/>
                  </a:lnTo>
                  <a:lnTo>
                    <a:pt x="259491" y="137316"/>
                  </a:lnTo>
                  <a:lnTo>
                    <a:pt x="262914" y="109982"/>
                  </a:lnTo>
                  <a:lnTo>
                    <a:pt x="266337" y="119038"/>
                  </a:lnTo>
                  <a:lnTo>
                    <a:pt x="269760" y="128975"/>
                  </a:lnTo>
                  <a:lnTo>
                    <a:pt x="273182" y="115113"/>
                  </a:lnTo>
                  <a:lnTo>
                    <a:pt x="276605" y="122867"/>
                  </a:lnTo>
                  <a:lnTo>
                    <a:pt x="280028" y="59760"/>
                  </a:lnTo>
                  <a:lnTo>
                    <a:pt x="283451" y="99380"/>
                  </a:lnTo>
                  <a:lnTo>
                    <a:pt x="286874" y="124436"/>
                  </a:lnTo>
                  <a:lnTo>
                    <a:pt x="290296" y="100509"/>
                  </a:lnTo>
                  <a:lnTo>
                    <a:pt x="293719" y="148973"/>
                  </a:lnTo>
                  <a:lnTo>
                    <a:pt x="297142" y="128492"/>
                  </a:lnTo>
                  <a:lnTo>
                    <a:pt x="300565" y="123010"/>
                  </a:lnTo>
                  <a:lnTo>
                    <a:pt x="303988" y="236384"/>
                  </a:lnTo>
                  <a:lnTo>
                    <a:pt x="307410" y="234314"/>
                  </a:lnTo>
                  <a:lnTo>
                    <a:pt x="310833" y="212697"/>
                  </a:lnTo>
                  <a:lnTo>
                    <a:pt x="314256" y="139893"/>
                  </a:lnTo>
                  <a:lnTo>
                    <a:pt x="317679" y="178192"/>
                  </a:lnTo>
                  <a:lnTo>
                    <a:pt x="321102" y="206820"/>
                  </a:lnTo>
                  <a:lnTo>
                    <a:pt x="324524" y="206377"/>
                  </a:lnTo>
                  <a:lnTo>
                    <a:pt x="327947" y="166274"/>
                  </a:lnTo>
                  <a:lnTo>
                    <a:pt x="331370" y="140928"/>
                  </a:lnTo>
                  <a:lnTo>
                    <a:pt x="334793" y="187970"/>
                  </a:lnTo>
                  <a:lnTo>
                    <a:pt x="338216" y="220492"/>
                  </a:lnTo>
                  <a:lnTo>
                    <a:pt x="341638" y="218505"/>
                  </a:lnTo>
                  <a:lnTo>
                    <a:pt x="345061" y="213105"/>
                  </a:lnTo>
                  <a:lnTo>
                    <a:pt x="348484" y="223676"/>
                  </a:lnTo>
                  <a:lnTo>
                    <a:pt x="351907" y="228880"/>
                  </a:lnTo>
                  <a:lnTo>
                    <a:pt x="355329" y="200541"/>
                  </a:lnTo>
                  <a:lnTo>
                    <a:pt x="358752" y="170177"/>
                  </a:lnTo>
                  <a:lnTo>
                    <a:pt x="362175" y="180382"/>
                  </a:lnTo>
                  <a:lnTo>
                    <a:pt x="365598" y="172203"/>
                  </a:lnTo>
                  <a:lnTo>
                    <a:pt x="369021" y="166806"/>
                  </a:lnTo>
                  <a:lnTo>
                    <a:pt x="372443" y="171925"/>
                  </a:lnTo>
                  <a:lnTo>
                    <a:pt x="375866" y="184205"/>
                  </a:lnTo>
                  <a:lnTo>
                    <a:pt x="379289" y="228580"/>
                  </a:lnTo>
                  <a:lnTo>
                    <a:pt x="382712" y="211571"/>
                  </a:lnTo>
                  <a:lnTo>
                    <a:pt x="386135" y="151196"/>
                  </a:lnTo>
                  <a:lnTo>
                    <a:pt x="389557" y="165869"/>
                  </a:lnTo>
                  <a:lnTo>
                    <a:pt x="392980" y="148284"/>
                  </a:lnTo>
                  <a:lnTo>
                    <a:pt x="396403" y="102010"/>
                  </a:lnTo>
                  <a:lnTo>
                    <a:pt x="399826" y="21748"/>
                  </a:lnTo>
                  <a:lnTo>
                    <a:pt x="403249" y="10090"/>
                  </a:lnTo>
                  <a:lnTo>
                    <a:pt x="406671" y="50332"/>
                  </a:lnTo>
                  <a:lnTo>
                    <a:pt x="410094" y="97883"/>
                  </a:lnTo>
                  <a:lnTo>
                    <a:pt x="413517" y="91755"/>
                  </a:lnTo>
                  <a:lnTo>
                    <a:pt x="416940" y="106308"/>
                  </a:lnTo>
                  <a:lnTo>
                    <a:pt x="420363" y="123304"/>
                  </a:lnTo>
                  <a:lnTo>
                    <a:pt x="423785" y="138859"/>
                  </a:lnTo>
                  <a:lnTo>
                    <a:pt x="427208" y="164220"/>
                  </a:lnTo>
                  <a:lnTo>
                    <a:pt x="430631" y="191683"/>
                  </a:lnTo>
                  <a:lnTo>
                    <a:pt x="434054" y="149358"/>
                  </a:lnTo>
                  <a:lnTo>
                    <a:pt x="437477" y="156887"/>
                  </a:lnTo>
                  <a:lnTo>
                    <a:pt x="440899" y="135752"/>
                  </a:lnTo>
                  <a:lnTo>
                    <a:pt x="444322" y="140768"/>
                  </a:lnTo>
                  <a:lnTo>
                    <a:pt x="447745" y="180287"/>
                  </a:lnTo>
                  <a:lnTo>
                    <a:pt x="451168" y="154823"/>
                  </a:lnTo>
                  <a:lnTo>
                    <a:pt x="454590" y="177987"/>
                  </a:lnTo>
                  <a:lnTo>
                    <a:pt x="458013" y="158493"/>
                  </a:lnTo>
                  <a:lnTo>
                    <a:pt x="461436" y="210062"/>
                  </a:lnTo>
                  <a:lnTo>
                    <a:pt x="464859" y="248442"/>
                  </a:lnTo>
                  <a:lnTo>
                    <a:pt x="468282" y="227701"/>
                  </a:lnTo>
                  <a:lnTo>
                    <a:pt x="471704" y="251135"/>
                  </a:lnTo>
                  <a:lnTo>
                    <a:pt x="475127" y="227903"/>
                  </a:lnTo>
                  <a:lnTo>
                    <a:pt x="478550" y="262390"/>
                  </a:lnTo>
                  <a:lnTo>
                    <a:pt x="479996" y="28735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212649" y="3561144"/>
              <a:ext cx="6008267" cy="2818305"/>
            </a:xfrm>
            <a:custGeom>
              <a:avLst/>
              <a:pathLst>
                <a:path w="6008267" h="2818305">
                  <a:moveTo>
                    <a:pt x="0" y="2818305"/>
                  </a:moveTo>
                  <a:lnTo>
                    <a:pt x="1869" y="2777200"/>
                  </a:lnTo>
                  <a:lnTo>
                    <a:pt x="5292" y="2756168"/>
                  </a:lnTo>
                  <a:lnTo>
                    <a:pt x="8715" y="2674446"/>
                  </a:lnTo>
                  <a:lnTo>
                    <a:pt x="12138" y="2705921"/>
                  </a:lnTo>
                  <a:lnTo>
                    <a:pt x="15560" y="2731327"/>
                  </a:lnTo>
                  <a:lnTo>
                    <a:pt x="18983" y="2671582"/>
                  </a:lnTo>
                  <a:lnTo>
                    <a:pt x="22406" y="2656409"/>
                  </a:lnTo>
                  <a:lnTo>
                    <a:pt x="25829" y="2639461"/>
                  </a:lnTo>
                  <a:lnTo>
                    <a:pt x="29252" y="2623665"/>
                  </a:lnTo>
                  <a:lnTo>
                    <a:pt x="32674" y="2588757"/>
                  </a:lnTo>
                  <a:lnTo>
                    <a:pt x="36097" y="2574823"/>
                  </a:lnTo>
                  <a:lnTo>
                    <a:pt x="39520" y="2580567"/>
                  </a:lnTo>
                  <a:lnTo>
                    <a:pt x="42943" y="2608395"/>
                  </a:lnTo>
                  <a:lnTo>
                    <a:pt x="46366" y="2588270"/>
                  </a:lnTo>
                  <a:lnTo>
                    <a:pt x="49788" y="2533636"/>
                  </a:lnTo>
                  <a:lnTo>
                    <a:pt x="53211" y="2518176"/>
                  </a:lnTo>
                  <a:lnTo>
                    <a:pt x="56634" y="2542111"/>
                  </a:lnTo>
                  <a:lnTo>
                    <a:pt x="60057" y="2534448"/>
                  </a:lnTo>
                  <a:lnTo>
                    <a:pt x="63479" y="2551287"/>
                  </a:lnTo>
                  <a:lnTo>
                    <a:pt x="66902" y="2533125"/>
                  </a:lnTo>
                  <a:lnTo>
                    <a:pt x="70325" y="2542109"/>
                  </a:lnTo>
                  <a:lnTo>
                    <a:pt x="73748" y="2570652"/>
                  </a:lnTo>
                  <a:lnTo>
                    <a:pt x="77171" y="2577340"/>
                  </a:lnTo>
                  <a:lnTo>
                    <a:pt x="80593" y="2557801"/>
                  </a:lnTo>
                  <a:lnTo>
                    <a:pt x="84016" y="2495541"/>
                  </a:lnTo>
                  <a:lnTo>
                    <a:pt x="87439" y="2512249"/>
                  </a:lnTo>
                  <a:lnTo>
                    <a:pt x="90862" y="2526176"/>
                  </a:lnTo>
                  <a:lnTo>
                    <a:pt x="94285" y="2493770"/>
                  </a:lnTo>
                  <a:lnTo>
                    <a:pt x="97707" y="2461915"/>
                  </a:lnTo>
                  <a:lnTo>
                    <a:pt x="101130" y="2416285"/>
                  </a:lnTo>
                  <a:lnTo>
                    <a:pt x="104553" y="2460043"/>
                  </a:lnTo>
                  <a:lnTo>
                    <a:pt x="107976" y="2457444"/>
                  </a:lnTo>
                  <a:lnTo>
                    <a:pt x="111399" y="2443785"/>
                  </a:lnTo>
                  <a:lnTo>
                    <a:pt x="114821" y="2466535"/>
                  </a:lnTo>
                  <a:lnTo>
                    <a:pt x="118244" y="2436344"/>
                  </a:lnTo>
                  <a:lnTo>
                    <a:pt x="121667" y="2441702"/>
                  </a:lnTo>
                  <a:lnTo>
                    <a:pt x="125090" y="2419971"/>
                  </a:lnTo>
                  <a:lnTo>
                    <a:pt x="128513" y="2419151"/>
                  </a:lnTo>
                  <a:lnTo>
                    <a:pt x="131935" y="2468876"/>
                  </a:lnTo>
                  <a:lnTo>
                    <a:pt x="135358" y="2461462"/>
                  </a:lnTo>
                  <a:lnTo>
                    <a:pt x="138781" y="2466006"/>
                  </a:lnTo>
                  <a:lnTo>
                    <a:pt x="142204" y="2488620"/>
                  </a:lnTo>
                  <a:lnTo>
                    <a:pt x="145627" y="2497396"/>
                  </a:lnTo>
                  <a:lnTo>
                    <a:pt x="149049" y="2534406"/>
                  </a:lnTo>
                  <a:lnTo>
                    <a:pt x="152472" y="2540993"/>
                  </a:lnTo>
                  <a:lnTo>
                    <a:pt x="155895" y="2574068"/>
                  </a:lnTo>
                  <a:lnTo>
                    <a:pt x="159318" y="2557903"/>
                  </a:lnTo>
                  <a:lnTo>
                    <a:pt x="162740" y="2532430"/>
                  </a:lnTo>
                  <a:lnTo>
                    <a:pt x="166163" y="2495287"/>
                  </a:lnTo>
                  <a:lnTo>
                    <a:pt x="169586" y="2488046"/>
                  </a:lnTo>
                  <a:lnTo>
                    <a:pt x="173009" y="2491614"/>
                  </a:lnTo>
                  <a:lnTo>
                    <a:pt x="176432" y="2501112"/>
                  </a:lnTo>
                  <a:lnTo>
                    <a:pt x="179854" y="2512559"/>
                  </a:lnTo>
                  <a:lnTo>
                    <a:pt x="183277" y="2542893"/>
                  </a:lnTo>
                  <a:lnTo>
                    <a:pt x="186700" y="2548020"/>
                  </a:lnTo>
                  <a:lnTo>
                    <a:pt x="190123" y="2538154"/>
                  </a:lnTo>
                  <a:lnTo>
                    <a:pt x="193546" y="2528651"/>
                  </a:lnTo>
                  <a:lnTo>
                    <a:pt x="196968" y="2336415"/>
                  </a:lnTo>
                  <a:lnTo>
                    <a:pt x="200391" y="2299273"/>
                  </a:lnTo>
                  <a:lnTo>
                    <a:pt x="203814" y="2317758"/>
                  </a:lnTo>
                  <a:lnTo>
                    <a:pt x="207237" y="2224854"/>
                  </a:lnTo>
                  <a:lnTo>
                    <a:pt x="210660" y="2334378"/>
                  </a:lnTo>
                  <a:lnTo>
                    <a:pt x="214082" y="2363722"/>
                  </a:lnTo>
                  <a:lnTo>
                    <a:pt x="217505" y="2410482"/>
                  </a:lnTo>
                  <a:lnTo>
                    <a:pt x="220928" y="2478126"/>
                  </a:lnTo>
                  <a:lnTo>
                    <a:pt x="224351" y="2363548"/>
                  </a:lnTo>
                  <a:lnTo>
                    <a:pt x="227774" y="2347592"/>
                  </a:lnTo>
                  <a:lnTo>
                    <a:pt x="231196" y="2274161"/>
                  </a:lnTo>
                  <a:lnTo>
                    <a:pt x="234619" y="2260223"/>
                  </a:lnTo>
                  <a:lnTo>
                    <a:pt x="238042" y="2285669"/>
                  </a:lnTo>
                  <a:lnTo>
                    <a:pt x="241465" y="2153303"/>
                  </a:lnTo>
                  <a:lnTo>
                    <a:pt x="244888" y="2207708"/>
                  </a:lnTo>
                  <a:lnTo>
                    <a:pt x="248310" y="2183303"/>
                  </a:lnTo>
                  <a:lnTo>
                    <a:pt x="251733" y="2200382"/>
                  </a:lnTo>
                  <a:lnTo>
                    <a:pt x="255156" y="2243221"/>
                  </a:lnTo>
                  <a:lnTo>
                    <a:pt x="258579" y="2198284"/>
                  </a:lnTo>
                  <a:lnTo>
                    <a:pt x="262001" y="2259541"/>
                  </a:lnTo>
                  <a:lnTo>
                    <a:pt x="265424" y="2248305"/>
                  </a:lnTo>
                  <a:lnTo>
                    <a:pt x="268847" y="2282560"/>
                  </a:lnTo>
                  <a:lnTo>
                    <a:pt x="272270" y="2334306"/>
                  </a:lnTo>
                  <a:lnTo>
                    <a:pt x="275693" y="2346248"/>
                  </a:lnTo>
                  <a:lnTo>
                    <a:pt x="279115" y="2393315"/>
                  </a:lnTo>
                  <a:lnTo>
                    <a:pt x="282538" y="2400857"/>
                  </a:lnTo>
                  <a:lnTo>
                    <a:pt x="285961" y="2369833"/>
                  </a:lnTo>
                  <a:lnTo>
                    <a:pt x="289384" y="2389747"/>
                  </a:lnTo>
                  <a:lnTo>
                    <a:pt x="292807" y="2367887"/>
                  </a:lnTo>
                  <a:lnTo>
                    <a:pt x="296229" y="2413371"/>
                  </a:lnTo>
                  <a:lnTo>
                    <a:pt x="299652" y="2447458"/>
                  </a:lnTo>
                  <a:lnTo>
                    <a:pt x="303075" y="2539756"/>
                  </a:lnTo>
                  <a:lnTo>
                    <a:pt x="306498" y="2553597"/>
                  </a:lnTo>
                  <a:lnTo>
                    <a:pt x="309921" y="2494013"/>
                  </a:lnTo>
                  <a:lnTo>
                    <a:pt x="313343" y="2563499"/>
                  </a:lnTo>
                  <a:lnTo>
                    <a:pt x="316766" y="2562074"/>
                  </a:lnTo>
                  <a:lnTo>
                    <a:pt x="320189" y="2476778"/>
                  </a:lnTo>
                  <a:lnTo>
                    <a:pt x="323612" y="2414076"/>
                  </a:lnTo>
                  <a:lnTo>
                    <a:pt x="327035" y="2400805"/>
                  </a:lnTo>
                  <a:lnTo>
                    <a:pt x="330457" y="2448814"/>
                  </a:lnTo>
                  <a:lnTo>
                    <a:pt x="333880" y="2519744"/>
                  </a:lnTo>
                  <a:lnTo>
                    <a:pt x="337303" y="2576296"/>
                  </a:lnTo>
                  <a:lnTo>
                    <a:pt x="340726" y="2575413"/>
                  </a:lnTo>
                  <a:lnTo>
                    <a:pt x="344149" y="2587427"/>
                  </a:lnTo>
                  <a:lnTo>
                    <a:pt x="347571" y="2604436"/>
                  </a:lnTo>
                  <a:lnTo>
                    <a:pt x="350994" y="2601972"/>
                  </a:lnTo>
                  <a:lnTo>
                    <a:pt x="354417" y="2503464"/>
                  </a:lnTo>
                  <a:lnTo>
                    <a:pt x="357840" y="2419931"/>
                  </a:lnTo>
                  <a:lnTo>
                    <a:pt x="361263" y="2395822"/>
                  </a:lnTo>
                  <a:lnTo>
                    <a:pt x="364685" y="2330586"/>
                  </a:lnTo>
                  <a:lnTo>
                    <a:pt x="368108" y="2266600"/>
                  </a:lnTo>
                  <a:lnTo>
                    <a:pt x="371531" y="2188695"/>
                  </a:lnTo>
                  <a:lnTo>
                    <a:pt x="374954" y="2261929"/>
                  </a:lnTo>
                  <a:lnTo>
                    <a:pt x="378376" y="2316226"/>
                  </a:lnTo>
                  <a:lnTo>
                    <a:pt x="381799" y="2333333"/>
                  </a:lnTo>
                  <a:lnTo>
                    <a:pt x="385222" y="2392137"/>
                  </a:lnTo>
                  <a:lnTo>
                    <a:pt x="388645" y="2450744"/>
                  </a:lnTo>
                  <a:lnTo>
                    <a:pt x="392068" y="2512750"/>
                  </a:lnTo>
                  <a:lnTo>
                    <a:pt x="395490" y="2585499"/>
                  </a:lnTo>
                  <a:lnTo>
                    <a:pt x="398913" y="2568342"/>
                  </a:lnTo>
                  <a:lnTo>
                    <a:pt x="402336" y="2538747"/>
                  </a:lnTo>
                  <a:lnTo>
                    <a:pt x="405759" y="2514542"/>
                  </a:lnTo>
                  <a:lnTo>
                    <a:pt x="409182" y="2492403"/>
                  </a:lnTo>
                  <a:lnTo>
                    <a:pt x="412604" y="2421245"/>
                  </a:lnTo>
                  <a:lnTo>
                    <a:pt x="416027" y="2224064"/>
                  </a:lnTo>
                  <a:lnTo>
                    <a:pt x="419450" y="2215999"/>
                  </a:lnTo>
                  <a:lnTo>
                    <a:pt x="422873" y="2253054"/>
                  </a:lnTo>
                  <a:lnTo>
                    <a:pt x="426296" y="2315804"/>
                  </a:lnTo>
                  <a:lnTo>
                    <a:pt x="429718" y="2326121"/>
                  </a:lnTo>
                  <a:lnTo>
                    <a:pt x="433141" y="2366953"/>
                  </a:lnTo>
                  <a:lnTo>
                    <a:pt x="436564" y="2388485"/>
                  </a:lnTo>
                  <a:lnTo>
                    <a:pt x="439987" y="2371571"/>
                  </a:lnTo>
                  <a:lnTo>
                    <a:pt x="443410" y="2398596"/>
                  </a:lnTo>
                  <a:lnTo>
                    <a:pt x="446832" y="2431536"/>
                  </a:lnTo>
                  <a:lnTo>
                    <a:pt x="450255" y="2534580"/>
                  </a:lnTo>
                  <a:lnTo>
                    <a:pt x="453678" y="2552574"/>
                  </a:lnTo>
                  <a:lnTo>
                    <a:pt x="457101" y="2619468"/>
                  </a:lnTo>
                  <a:lnTo>
                    <a:pt x="460524" y="2591882"/>
                  </a:lnTo>
                  <a:lnTo>
                    <a:pt x="463946" y="2506808"/>
                  </a:lnTo>
                  <a:lnTo>
                    <a:pt x="467369" y="2428335"/>
                  </a:lnTo>
                  <a:lnTo>
                    <a:pt x="470792" y="2344304"/>
                  </a:lnTo>
                  <a:lnTo>
                    <a:pt x="474215" y="2371497"/>
                  </a:lnTo>
                  <a:lnTo>
                    <a:pt x="477637" y="2312122"/>
                  </a:lnTo>
                  <a:lnTo>
                    <a:pt x="481060" y="2290276"/>
                  </a:lnTo>
                  <a:lnTo>
                    <a:pt x="484483" y="2317156"/>
                  </a:lnTo>
                  <a:lnTo>
                    <a:pt x="487906" y="2343932"/>
                  </a:lnTo>
                  <a:lnTo>
                    <a:pt x="491329" y="2307851"/>
                  </a:lnTo>
                  <a:lnTo>
                    <a:pt x="494751" y="2255394"/>
                  </a:lnTo>
                  <a:lnTo>
                    <a:pt x="498174" y="2226783"/>
                  </a:lnTo>
                  <a:lnTo>
                    <a:pt x="501597" y="2270036"/>
                  </a:lnTo>
                  <a:lnTo>
                    <a:pt x="505020" y="2191149"/>
                  </a:lnTo>
                  <a:lnTo>
                    <a:pt x="508443" y="2185775"/>
                  </a:lnTo>
                  <a:lnTo>
                    <a:pt x="511865" y="2200838"/>
                  </a:lnTo>
                  <a:lnTo>
                    <a:pt x="515288" y="2234740"/>
                  </a:lnTo>
                  <a:lnTo>
                    <a:pt x="518711" y="2250138"/>
                  </a:lnTo>
                  <a:lnTo>
                    <a:pt x="522134" y="2230056"/>
                  </a:lnTo>
                  <a:lnTo>
                    <a:pt x="525557" y="2298303"/>
                  </a:lnTo>
                  <a:lnTo>
                    <a:pt x="528979" y="2192922"/>
                  </a:lnTo>
                  <a:lnTo>
                    <a:pt x="532402" y="2250884"/>
                  </a:lnTo>
                  <a:lnTo>
                    <a:pt x="535825" y="2068160"/>
                  </a:lnTo>
                  <a:lnTo>
                    <a:pt x="539248" y="2020840"/>
                  </a:lnTo>
                  <a:lnTo>
                    <a:pt x="542671" y="1978098"/>
                  </a:lnTo>
                  <a:lnTo>
                    <a:pt x="546093" y="1944335"/>
                  </a:lnTo>
                  <a:lnTo>
                    <a:pt x="549516" y="2027209"/>
                  </a:lnTo>
                  <a:lnTo>
                    <a:pt x="552939" y="2111961"/>
                  </a:lnTo>
                  <a:lnTo>
                    <a:pt x="556362" y="2096483"/>
                  </a:lnTo>
                  <a:lnTo>
                    <a:pt x="559785" y="2140360"/>
                  </a:lnTo>
                  <a:lnTo>
                    <a:pt x="563207" y="2080719"/>
                  </a:lnTo>
                  <a:lnTo>
                    <a:pt x="566630" y="2069804"/>
                  </a:lnTo>
                  <a:lnTo>
                    <a:pt x="570053" y="1994372"/>
                  </a:lnTo>
                  <a:lnTo>
                    <a:pt x="573476" y="1922095"/>
                  </a:lnTo>
                  <a:lnTo>
                    <a:pt x="576898" y="1905051"/>
                  </a:lnTo>
                  <a:lnTo>
                    <a:pt x="580321" y="1752282"/>
                  </a:lnTo>
                  <a:lnTo>
                    <a:pt x="583744" y="1786178"/>
                  </a:lnTo>
                  <a:lnTo>
                    <a:pt x="587167" y="1833471"/>
                  </a:lnTo>
                  <a:lnTo>
                    <a:pt x="590590" y="1743321"/>
                  </a:lnTo>
                  <a:lnTo>
                    <a:pt x="594012" y="1788472"/>
                  </a:lnTo>
                  <a:lnTo>
                    <a:pt x="597435" y="1793122"/>
                  </a:lnTo>
                  <a:lnTo>
                    <a:pt x="600858" y="1726366"/>
                  </a:lnTo>
                  <a:lnTo>
                    <a:pt x="604281" y="1784678"/>
                  </a:lnTo>
                  <a:lnTo>
                    <a:pt x="607704" y="1782116"/>
                  </a:lnTo>
                  <a:lnTo>
                    <a:pt x="611126" y="1787584"/>
                  </a:lnTo>
                  <a:lnTo>
                    <a:pt x="614549" y="1796754"/>
                  </a:lnTo>
                  <a:lnTo>
                    <a:pt x="617972" y="1837810"/>
                  </a:lnTo>
                  <a:lnTo>
                    <a:pt x="621395" y="1780934"/>
                  </a:lnTo>
                  <a:lnTo>
                    <a:pt x="624818" y="1827392"/>
                  </a:lnTo>
                  <a:lnTo>
                    <a:pt x="628240" y="1986082"/>
                  </a:lnTo>
                  <a:lnTo>
                    <a:pt x="631663" y="1878847"/>
                  </a:lnTo>
                  <a:lnTo>
                    <a:pt x="635086" y="1862584"/>
                  </a:lnTo>
                  <a:lnTo>
                    <a:pt x="638509" y="1877380"/>
                  </a:lnTo>
                  <a:lnTo>
                    <a:pt x="641932" y="1988045"/>
                  </a:lnTo>
                  <a:lnTo>
                    <a:pt x="645354" y="1938178"/>
                  </a:lnTo>
                  <a:lnTo>
                    <a:pt x="648777" y="1903450"/>
                  </a:lnTo>
                  <a:lnTo>
                    <a:pt x="652200" y="2124762"/>
                  </a:lnTo>
                  <a:lnTo>
                    <a:pt x="655623" y="2106093"/>
                  </a:lnTo>
                  <a:lnTo>
                    <a:pt x="659046" y="2111587"/>
                  </a:lnTo>
                  <a:lnTo>
                    <a:pt x="662468" y="2071187"/>
                  </a:lnTo>
                  <a:lnTo>
                    <a:pt x="665891" y="2091701"/>
                  </a:lnTo>
                  <a:lnTo>
                    <a:pt x="669314" y="2211687"/>
                  </a:lnTo>
                  <a:lnTo>
                    <a:pt x="672737" y="2124056"/>
                  </a:lnTo>
                  <a:lnTo>
                    <a:pt x="676160" y="2103063"/>
                  </a:lnTo>
                  <a:lnTo>
                    <a:pt x="679582" y="2056527"/>
                  </a:lnTo>
                  <a:lnTo>
                    <a:pt x="683005" y="2042344"/>
                  </a:lnTo>
                  <a:lnTo>
                    <a:pt x="686428" y="2002554"/>
                  </a:lnTo>
                  <a:lnTo>
                    <a:pt x="689851" y="1992127"/>
                  </a:lnTo>
                  <a:lnTo>
                    <a:pt x="693273" y="1984090"/>
                  </a:lnTo>
                  <a:lnTo>
                    <a:pt x="696696" y="1947109"/>
                  </a:lnTo>
                  <a:lnTo>
                    <a:pt x="700119" y="1944437"/>
                  </a:lnTo>
                  <a:lnTo>
                    <a:pt x="703542" y="1972466"/>
                  </a:lnTo>
                  <a:lnTo>
                    <a:pt x="706965" y="2072408"/>
                  </a:lnTo>
                  <a:lnTo>
                    <a:pt x="710387" y="2034419"/>
                  </a:lnTo>
                  <a:lnTo>
                    <a:pt x="713810" y="2036416"/>
                  </a:lnTo>
                  <a:lnTo>
                    <a:pt x="717233" y="2078852"/>
                  </a:lnTo>
                  <a:lnTo>
                    <a:pt x="720656" y="2133467"/>
                  </a:lnTo>
                  <a:lnTo>
                    <a:pt x="724079" y="2234807"/>
                  </a:lnTo>
                  <a:lnTo>
                    <a:pt x="727501" y="2287358"/>
                  </a:lnTo>
                  <a:lnTo>
                    <a:pt x="730924" y="2244280"/>
                  </a:lnTo>
                  <a:lnTo>
                    <a:pt x="734347" y="2237103"/>
                  </a:lnTo>
                  <a:lnTo>
                    <a:pt x="737770" y="2230143"/>
                  </a:lnTo>
                  <a:lnTo>
                    <a:pt x="741193" y="2235913"/>
                  </a:lnTo>
                  <a:lnTo>
                    <a:pt x="744615" y="2272450"/>
                  </a:lnTo>
                  <a:lnTo>
                    <a:pt x="748038" y="2302754"/>
                  </a:lnTo>
                  <a:lnTo>
                    <a:pt x="751461" y="2269678"/>
                  </a:lnTo>
                  <a:lnTo>
                    <a:pt x="754884" y="2285361"/>
                  </a:lnTo>
                  <a:lnTo>
                    <a:pt x="758307" y="2200393"/>
                  </a:lnTo>
                  <a:lnTo>
                    <a:pt x="761729" y="2136609"/>
                  </a:lnTo>
                  <a:lnTo>
                    <a:pt x="765152" y="2184381"/>
                  </a:lnTo>
                  <a:lnTo>
                    <a:pt x="768575" y="2177821"/>
                  </a:lnTo>
                  <a:lnTo>
                    <a:pt x="771998" y="2196790"/>
                  </a:lnTo>
                  <a:lnTo>
                    <a:pt x="775421" y="2256238"/>
                  </a:lnTo>
                  <a:lnTo>
                    <a:pt x="778843" y="2284836"/>
                  </a:lnTo>
                  <a:lnTo>
                    <a:pt x="782266" y="2369690"/>
                  </a:lnTo>
                  <a:lnTo>
                    <a:pt x="785689" y="2398513"/>
                  </a:lnTo>
                  <a:lnTo>
                    <a:pt x="789112" y="2328349"/>
                  </a:lnTo>
                  <a:lnTo>
                    <a:pt x="792534" y="2322938"/>
                  </a:lnTo>
                  <a:lnTo>
                    <a:pt x="795957" y="2353537"/>
                  </a:lnTo>
                  <a:lnTo>
                    <a:pt x="799380" y="2384245"/>
                  </a:lnTo>
                  <a:lnTo>
                    <a:pt x="802803" y="2366900"/>
                  </a:lnTo>
                  <a:lnTo>
                    <a:pt x="806226" y="2313291"/>
                  </a:lnTo>
                  <a:lnTo>
                    <a:pt x="809648" y="2274338"/>
                  </a:lnTo>
                  <a:lnTo>
                    <a:pt x="813071" y="2155047"/>
                  </a:lnTo>
                  <a:lnTo>
                    <a:pt x="816494" y="2032902"/>
                  </a:lnTo>
                  <a:lnTo>
                    <a:pt x="819917" y="1980345"/>
                  </a:lnTo>
                  <a:lnTo>
                    <a:pt x="823340" y="1953243"/>
                  </a:lnTo>
                  <a:lnTo>
                    <a:pt x="826762" y="1911207"/>
                  </a:lnTo>
                  <a:lnTo>
                    <a:pt x="830185" y="1866531"/>
                  </a:lnTo>
                  <a:lnTo>
                    <a:pt x="833608" y="1896911"/>
                  </a:lnTo>
                  <a:lnTo>
                    <a:pt x="837031" y="1904785"/>
                  </a:lnTo>
                  <a:lnTo>
                    <a:pt x="840454" y="1945945"/>
                  </a:lnTo>
                  <a:lnTo>
                    <a:pt x="843876" y="2008842"/>
                  </a:lnTo>
                  <a:lnTo>
                    <a:pt x="847299" y="2044920"/>
                  </a:lnTo>
                  <a:lnTo>
                    <a:pt x="850722" y="2055833"/>
                  </a:lnTo>
                  <a:lnTo>
                    <a:pt x="854145" y="1974195"/>
                  </a:lnTo>
                  <a:lnTo>
                    <a:pt x="857568" y="2013925"/>
                  </a:lnTo>
                  <a:lnTo>
                    <a:pt x="860990" y="2016307"/>
                  </a:lnTo>
                  <a:lnTo>
                    <a:pt x="864413" y="1920684"/>
                  </a:lnTo>
                  <a:lnTo>
                    <a:pt x="867836" y="1847203"/>
                  </a:lnTo>
                  <a:lnTo>
                    <a:pt x="871259" y="1780037"/>
                  </a:lnTo>
                  <a:lnTo>
                    <a:pt x="874682" y="1782067"/>
                  </a:lnTo>
                  <a:lnTo>
                    <a:pt x="878104" y="1797632"/>
                  </a:lnTo>
                  <a:lnTo>
                    <a:pt x="881527" y="1740312"/>
                  </a:lnTo>
                  <a:lnTo>
                    <a:pt x="884950" y="1866731"/>
                  </a:lnTo>
                  <a:lnTo>
                    <a:pt x="888373" y="1968535"/>
                  </a:lnTo>
                  <a:lnTo>
                    <a:pt x="891795" y="1979314"/>
                  </a:lnTo>
                  <a:lnTo>
                    <a:pt x="895218" y="1914423"/>
                  </a:lnTo>
                  <a:lnTo>
                    <a:pt x="898641" y="1825564"/>
                  </a:lnTo>
                  <a:lnTo>
                    <a:pt x="902064" y="1762544"/>
                  </a:lnTo>
                  <a:lnTo>
                    <a:pt x="905487" y="1807526"/>
                  </a:lnTo>
                  <a:lnTo>
                    <a:pt x="908909" y="1937312"/>
                  </a:lnTo>
                  <a:lnTo>
                    <a:pt x="912332" y="1924234"/>
                  </a:lnTo>
                  <a:lnTo>
                    <a:pt x="915755" y="1886917"/>
                  </a:lnTo>
                  <a:lnTo>
                    <a:pt x="919178" y="1839881"/>
                  </a:lnTo>
                  <a:lnTo>
                    <a:pt x="922601" y="1893557"/>
                  </a:lnTo>
                  <a:lnTo>
                    <a:pt x="926023" y="1874916"/>
                  </a:lnTo>
                  <a:lnTo>
                    <a:pt x="929446" y="1811486"/>
                  </a:lnTo>
                  <a:lnTo>
                    <a:pt x="932869" y="1833823"/>
                  </a:lnTo>
                  <a:lnTo>
                    <a:pt x="936292" y="1725279"/>
                  </a:lnTo>
                  <a:lnTo>
                    <a:pt x="939715" y="1691271"/>
                  </a:lnTo>
                  <a:lnTo>
                    <a:pt x="943137" y="1530548"/>
                  </a:lnTo>
                  <a:lnTo>
                    <a:pt x="946560" y="1302163"/>
                  </a:lnTo>
                  <a:lnTo>
                    <a:pt x="949983" y="1321470"/>
                  </a:lnTo>
                  <a:lnTo>
                    <a:pt x="953406" y="1247786"/>
                  </a:lnTo>
                  <a:lnTo>
                    <a:pt x="956829" y="1126775"/>
                  </a:lnTo>
                  <a:lnTo>
                    <a:pt x="960251" y="1130160"/>
                  </a:lnTo>
                  <a:lnTo>
                    <a:pt x="963674" y="1072086"/>
                  </a:lnTo>
                  <a:lnTo>
                    <a:pt x="967097" y="1054058"/>
                  </a:lnTo>
                  <a:lnTo>
                    <a:pt x="970520" y="1080178"/>
                  </a:lnTo>
                  <a:lnTo>
                    <a:pt x="973943" y="1045540"/>
                  </a:lnTo>
                  <a:lnTo>
                    <a:pt x="977365" y="1086763"/>
                  </a:lnTo>
                  <a:lnTo>
                    <a:pt x="980788" y="1103327"/>
                  </a:lnTo>
                  <a:lnTo>
                    <a:pt x="984211" y="1038641"/>
                  </a:lnTo>
                  <a:lnTo>
                    <a:pt x="987634" y="1091604"/>
                  </a:lnTo>
                  <a:lnTo>
                    <a:pt x="991057" y="1197314"/>
                  </a:lnTo>
                  <a:lnTo>
                    <a:pt x="994479" y="1190064"/>
                  </a:lnTo>
                  <a:lnTo>
                    <a:pt x="997902" y="1186731"/>
                  </a:lnTo>
                  <a:lnTo>
                    <a:pt x="1001325" y="1246358"/>
                  </a:lnTo>
                  <a:lnTo>
                    <a:pt x="1004748" y="1363227"/>
                  </a:lnTo>
                  <a:lnTo>
                    <a:pt x="1008170" y="1331670"/>
                  </a:lnTo>
                  <a:lnTo>
                    <a:pt x="1011593" y="1378754"/>
                  </a:lnTo>
                  <a:lnTo>
                    <a:pt x="1015016" y="1447335"/>
                  </a:lnTo>
                  <a:lnTo>
                    <a:pt x="1018439" y="1487250"/>
                  </a:lnTo>
                  <a:lnTo>
                    <a:pt x="1021862" y="1467852"/>
                  </a:lnTo>
                  <a:lnTo>
                    <a:pt x="1025284" y="1398770"/>
                  </a:lnTo>
                  <a:lnTo>
                    <a:pt x="1028707" y="1302988"/>
                  </a:lnTo>
                  <a:lnTo>
                    <a:pt x="1032130" y="1461195"/>
                  </a:lnTo>
                  <a:lnTo>
                    <a:pt x="1035553" y="1454211"/>
                  </a:lnTo>
                  <a:lnTo>
                    <a:pt x="1038976" y="1472001"/>
                  </a:lnTo>
                  <a:lnTo>
                    <a:pt x="1042398" y="1542269"/>
                  </a:lnTo>
                  <a:lnTo>
                    <a:pt x="1045821" y="1652188"/>
                  </a:lnTo>
                  <a:lnTo>
                    <a:pt x="1049244" y="1690970"/>
                  </a:lnTo>
                  <a:lnTo>
                    <a:pt x="1052667" y="1597585"/>
                  </a:lnTo>
                  <a:lnTo>
                    <a:pt x="1056090" y="1694850"/>
                  </a:lnTo>
                  <a:lnTo>
                    <a:pt x="1059512" y="1744673"/>
                  </a:lnTo>
                  <a:lnTo>
                    <a:pt x="1062935" y="1726394"/>
                  </a:lnTo>
                  <a:lnTo>
                    <a:pt x="1066358" y="1681646"/>
                  </a:lnTo>
                  <a:lnTo>
                    <a:pt x="1069781" y="1571281"/>
                  </a:lnTo>
                  <a:lnTo>
                    <a:pt x="1073204" y="1663275"/>
                  </a:lnTo>
                  <a:lnTo>
                    <a:pt x="1076626" y="1596790"/>
                  </a:lnTo>
                  <a:lnTo>
                    <a:pt x="1080049" y="1499378"/>
                  </a:lnTo>
                  <a:lnTo>
                    <a:pt x="1083472" y="1574490"/>
                  </a:lnTo>
                  <a:lnTo>
                    <a:pt x="1086895" y="1501310"/>
                  </a:lnTo>
                  <a:lnTo>
                    <a:pt x="1090318" y="1555375"/>
                  </a:lnTo>
                  <a:lnTo>
                    <a:pt x="1093740" y="1491431"/>
                  </a:lnTo>
                  <a:lnTo>
                    <a:pt x="1097163" y="1490377"/>
                  </a:lnTo>
                  <a:lnTo>
                    <a:pt x="1100586" y="1425358"/>
                  </a:lnTo>
                  <a:lnTo>
                    <a:pt x="1104009" y="1376468"/>
                  </a:lnTo>
                  <a:lnTo>
                    <a:pt x="1107431" y="1423091"/>
                  </a:lnTo>
                  <a:lnTo>
                    <a:pt x="1110854" y="1439565"/>
                  </a:lnTo>
                  <a:lnTo>
                    <a:pt x="1114277" y="1411786"/>
                  </a:lnTo>
                  <a:lnTo>
                    <a:pt x="1117700" y="1452424"/>
                  </a:lnTo>
                  <a:lnTo>
                    <a:pt x="1121123" y="1503445"/>
                  </a:lnTo>
                  <a:lnTo>
                    <a:pt x="1124545" y="1467350"/>
                  </a:lnTo>
                  <a:lnTo>
                    <a:pt x="1127968" y="1496614"/>
                  </a:lnTo>
                  <a:lnTo>
                    <a:pt x="1131391" y="1471101"/>
                  </a:lnTo>
                  <a:lnTo>
                    <a:pt x="1134814" y="1482004"/>
                  </a:lnTo>
                  <a:lnTo>
                    <a:pt x="1138237" y="1456835"/>
                  </a:lnTo>
                  <a:lnTo>
                    <a:pt x="1141659" y="1525053"/>
                  </a:lnTo>
                  <a:lnTo>
                    <a:pt x="1145082" y="1518797"/>
                  </a:lnTo>
                  <a:lnTo>
                    <a:pt x="1148505" y="1552766"/>
                  </a:lnTo>
                  <a:lnTo>
                    <a:pt x="1151928" y="1588944"/>
                  </a:lnTo>
                  <a:lnTo>
                    <a:pt x="1155351" y="1691574"/>
                  </a:lnTo>
                  <a:lnTo>
                    <a:pt x="1158773" y="1757471"/>
                  </a:lnTo>
                  <a:lnTo>
                    <a:pt x="1162196" y="1827376"/>
                  </a:lnTo>
                  <a:lnTo>
                    <a:pt x="1165619" y="1823392"/>
                  </a:lnTo>
                  <a:lnTo>
                    <a:pt x="1169042" y="1820252"/>
                  </a:lnTo>
                  <a:lnTo>
                    <a:pt x="1172465" y="1816740"/>
                  </a:lnTo>
                  <a:lnTo>
                    <a:pt x="1175887" y="1793930"/>
                  </a:lnTo>
                  <a:lnTo>
                    <a:pt x="1179310" y="1684549"/>
                  </a:lnTo>
                  <a:lnTo>
                    <a:pt x="1182733" y="1696664"/>
                  </a:lnTo>
                  <a:lnTo>
                    <a:pt x="1186156" y="1891402"/>
                  </a:lnTo>
                  <a:lnTo>
                    <a:pt x="1189579" y="1834403"/>
                  </a:lnTo>
                  <a:lnTo>
                    <a:pt x="1193001" y="1949587"/>
                  </a:lnTo>
                  <a:lnTo>
                    <a:pt x="1196424" y="2001639"/>
                  </a:lnTo>
                  <a:lnTo>
                    <a:pt x="1199847" y="1975053"/>
                  </a:lnTo>
                  <a:lnTo>
                    <a:pt x="1203270" y="1929668"/>
                  </a:lnTo>
                  <a:lnTo>
                    <a:pt x="1206692" y="1940783"/>
                  </a:lnTo>
                  <a:lnTo>
                    <a:pt x="1210115" y="1967319"/>
                  </a:lnTo>
                  <a:lnTo>
                    <a:pt x="1213538" y="1941333"/>
                  </a:lnTo>
                  <a:lnTo>
                    <a:pt x="1216961" y="1872929"/>
                  </a:lnTo>
                  <a:lnTo>
                    <a:pt x="1220384" y="1952842"/>
                  </a:lnTo>
                  <a:lnTo>
                    <a:pt x="1223806" y="1827380"/>
                  </a:lnTo>
                  <a:lnTo>
                    <a:pt x="1227229" y="1746999"/>
                  </a:lnTo>
                  <a:lnTo>
                    <a:pt x="1230652" y="1883336"/>
                  </a:lnTo>
                  <a:lnTo>
                    <a:pt x="1234075" y="1983467"/>
                  </a:lnTo>
                  <a:lnTo>
                    <a:pt x="1237498" y="1892871"/>
                  </a:lnTo>
                  <a:lnTo>
                    <a:pt x="1240920" y="1902012"/>
                  </a:lnTo>
                  <a:lnTo>
                    <a:pt x="1244343" y="2118463"/>
                  </a:lnTo>
                  <a:lnTo>
                    <a:pt x="1247766" y="2218575"/>
                  </a:lnTo>
                  <a:lnTo>
                    <a:pt x="1251189" y="2257577"/>
                  </a:lnTo>
                  <a:lnTo>
                    <a:pt x="1254612" y="2303676"/>
                  </a:lnTo>
                  <a:lnTo>
                    <a:pt x="1258034" y="2258520"/>
                  </a:lnTo>
                  <a:lnTo>
                    <a:pt x="1261457" y="2267062"/>
                  </a:lnTo>
                  <a:lnTo>
                    <a:pt x="1264880" y="2301643"/>
                  </a:lnTo>
                  <a:lnTo>
                    <a:pt x="1268303" y="2209488"/>
                  </a:lnTo>
                  <a:lnTo>
                    <a:pt x="1271726" y="2240714"/>
                  </a:lnTo>
                  <a:lnTo>
                    <a:pt x="1275148" y="2261517"/>
                  </a:lnTo>
                  <a:lnTo>
                    <a:pt x="1278571" y="2285579"/>
                  </a:lnTo>
                  <a:lnTo>
                    <a:pt x="1281994" y="2132863"/>
                  </a:lnTo>
                  <a:lnTo>
                    <a:pt x="1285417" y="2116986"/>
                  </a:lnTo>
                  <a:lnTo>
                    <a:pt x="1288840" y="2121589"/>
                  </a:lnTo>
                  <a:lnTo>
                    <a:pt x="1292262" y="2164917"/>
                  </a:lnTo>
                  <a:lnTo>
                    <a:pt x="1295685" y="2229931"/>
                  </a:lnTo>
                  <a:lnTo>
                    <a:pt x="1299108" y="2300963"/>
                  </a:lnTo>
                  <a:lnTo>
                    <a:pt x="1302531" y="2271021"/>
                  </a:lnTo>
                  <a:lnTo>
                    <a:pt x="1305954" y="2302473"/>
                  </a:lnTo>
                  <a:lnTo>
                    <a:pt x="1309376" y="2310227"/>
                  </a:lnTo>
                  <a:lnTo>
                    <a:pt x="1312799" y="2283854"/>
                  </a:lnTo>
                  <a:lnTo>
                    <a:pt x="1316222" y="2193206"/>
                  </a:lnTo>
                  <a:lnTo>
                    <a:pt x="1319645" y="2061122"/>
                  </a:lnTo>
                  <a:lnTo>
                    <a:pt x="1323067" y="2057492"/>
                  </a:lnTo>
                  <a:lnTo>
                    <a:pt x="1326490" y="1951703"/>
                  </a:lnTo>
                  <a:lnTo>
                    <a:pt x="1329913" y="1903907"/>
                  </a:lnTo>
                  <a:lnTo>
                    <a:pt x="1333336" y="1936199"/>
                  </a:lnTo>
                  <a:lnTo>
                    <a:pt x="1336759" y="1906203"/>
                  </a:lnTo>
                  <a:lnTo>
                    <a:pt x="1340181" y="1913298"/>
                  </a:lnTo>
                  <a:lnTo>
                    <a:pt x="1343604" y="1904426"/>
                  </a:lnTo>
                  <a:lnTo>
                    <a:pt x="1347027" y="1880499"/>
                  </a:lnTo>
                  <a:lnTo>
                    <a:pt x="1350450" y="1877179"/>
                  </a:lnTo>
                  <a:lnTo>
                    <a:pt x="1353873" y="1940947"/>
                  </a:lnTo>
                  <a:lnTo>
                    <a:pt x="1357295" y="1955130"/>
                  </a:lnTo>
                  <a:lnTo>
                    <a:pt x="1360718" y="1921607"/>
                  </a:lnTo>
                  <a:lnTo>
                    <a:pt x="1364141" y="2053959"/>
                  </a:lnTo>
                  <a:lnTo>
                    <a:pt x="1367564" y="2111734"/>
                  </a:lnTo>
                  <a:lnTo>
                    <a:pt x="1370987" y="2095623"/>
                  </a:lnTo>
                  <a:lnTo>
                    <a:pt x="1374409" y="1912840"/>
                  </a:lnTo>
                  <a:lnTo>
                    <a:pt x="1377832" y="1970065"/>
                  </a:lnTo>
                  <a:lnTo>
                    <a:pt x="1381255" y="1990068"/>
                  </a:lnTo>
                  <a:lnTo>
                    <a:pt x="1384678" y="2166310"/>
                  </a:lnTo>
                  <a:lnTo>
                    <a:pt x="1388101" y="2225075"/>
                  </a:lnTo>
                  <a:lnTo>
                    <a:pt x="1391523" y="2192095"/>
                  </a:lnTo>
                  <a:lnTo>
                    <a:pt x="1394946" y="2218901"/>
                  </a:lnTo>
                  <a:lnTo>
                    <a:pt x="1398369" y="2237555"/>
                  </a:lnTo>
                  <a:lnTo>
                    <a:pt x="1401792" y="2232493"/>
                  </a:lnTo>
                  <a:lnTo>
                    <a:pt x="1405215" y="2207639"/>
                  </a:lnTo>
                  <a:lnTo>
                    <a:pt x="1408637" y="2174457"/>
                  </a:lnTo>
                  <a:lnTo>
                    <a:pt x="1412060" y="2042322"/>
                  </a:lnTo>
                  <a:lnTo>
                    <a:pt x="1415483" y="1957865"/>
                  </a:lnTo>
                  <a:lnTo>
                    <a:pt x="1418906" y="2038703"/>
                  </a:lnTo>
                  <a:lnTo>
                    <a:pt x="1422328" y="2201858"/>
                  </a:lnTo>
                  <a:lnTo>
                    <a:pt x="1425751" y="2207248"/>
                  </a:lnTo>
                  <a:lnTo>
                    <a:pt x="1429174" y="2158960"/>
                  </a:lnTo>
                  <a:lnTo>
                    <a:pt x="1432597" y="2163190"/>
                  </a:lnTo>
                  <a:lnTo>
                    <a:pt x="1436020" y="2242821"/>
                  </a:lnTo>
                  <a:lnTo>
                    <a:pt x="1439442" y="2198866"/>
                  </a:lnTo>
                  <a:lnTo>
                    <a:pt x="1442865" y="2131030"/>
                  </a:lnTo>
                  <a:lnTo>
                    <a:pt x="1446288" y="2076010"/>
                  </a:lnTo>
                  <a:lnTo>
                    <a:pt x="1449711" y="2169662"/>
                  </a:lnTo>
                  <a:lnTo>
                    <a:pt x="1453134" y="2242352"/>
                  </a:lnTo>
                  <a:lnTo>
                    <a:pt x="1456556" y="2293653"/>
                  </a:lnTo>
                  <a:lnTo>
                    <a:pt x="1459979" y="2190763"/>
                  </a:lnTo>
                  <a:lnTo>
                    <a:pt x="1463402" y="2341249"/>
                  </a:lnTo>
                  <a:lnTo>
                    <a:pt x="1466825" y="2391864"/>
                  </a:lnTo>
                  <a:lnTo>
                    <a:pt x="1470248" y="2423076"/>
                  </a:lnTo>
                  <a:lnTo>
                    <a:pt x="1473670" y="2390507"/>
                  </a:lnTo>
                  <a:lnTo>
                    <a:pt x="1477093" y="2380478"/>
                  </a:lnTo>
                  <a:lnTo>
                    <a:pt x="1480516" y="2396783"/>
                  </a:lnTo>
                  <a:lnTo>
                    <a:pt x="1483939" y="2291944"/>
                  </a:lnTo>
                  <a:lnTo>
                    <a:pt x="1487362" y="2266581"/>
                  </a:lnTo>
                  <a:lnTo>
                    <a:pt x="1490784" y="2283702"/>
                  </a:lnTo>
                  <a:lnTo>
                    <a:pt x="1494207" y="2261861"/>
                  </a:lnTo>
                  <a:lnTo>
                    <a:pt x="1497630" y="2250774"/>
                  </a:lnTo>
                  <a:lnTo>
                    <a:pt x="1501053" y="2246790"/>
                  </a:lnTo>
                  <a:lnTo>
                    <a:pt x="1504476" y="2286630"/>
                  </a:lnTo>
                  <a:lnTo>
                    <a:pt x="1507898" y="2304121"/>
                  </a:lnTo>
                  <a:lnTo>
                    <a:pt x="1511321" y="2197967"/>
                  </a:lnTo>
                  <a:lnTo>
                    <a:pt x="1514744" y="2155761"/>
                  </a:lnTo>
                  <a:lnTo>
                    <a:pt x="1518167" y="2109269"/>
                  </a:lnTo>
                  <a:lnTo>
                    <a:pt x="1521590" y="2108916"/>
                  </a:lnTo>
                  <a:lnTo>
                    <a:pt x="1525012" y="2055250"/>
                  </a:lnTo>
                  <a:lnTo>
                    <a:pt x="1528435" y="2005054"/>
                  </a:lnTo>
                  <a:lnTo>
                    <a:pt x="1531858" y="1922905"/>
                  </a:lnTo>
                  <a:lnTo>
                    <a:pt x="1535281" y="1921295"/>
                  </a:lnTo>
                  <a:lnTo>
                    <a:pt x="1538703" y="1924395"/>
                  </a:lnTo>
                  <a:lnTo>
                    <a:pt x="1542126" y="1910197"/>
                  </a:lnTo>
                  <a:lnTo>
                    <a:pt x="1545549" y="1958370"/>
                  </a:lnTo>
                  <a:lnTo>
                    <a:pt x="1548972" y="1970695"/>
                  </a:lnTo>
                  <a:lnTo>
                    <a:pt x="1552395" y="1992982"/>
                  </a:lnTo>
                  <a:lnTo>
                    <a:pt x="1555817" y="2026662"/>
                  </a:lnTo>
                  <a:lnTo>
                    <a:pt x="1559240" y="1976514"/>
                  </a:lnTo>
                  <a:lnTo>
                    <a:pt x="1562663" y="2085878"/>
                  </a:lnTo>
                  <a:lnTo>
                    <a:pt x="1566086" y="2136856"/>
                  </a:lnTo>
                  <a:lnTo>
                    <a:pt x="1569509" y="2155522"/>
                  </a:lnTo>
                  <a:lnTo>
                    <a:pt x="1572931" y="2147110"/>
                  </a:lnTo>
                  <a:lnTo>
                    <a:pt x="1576354" y="2182200"/>
                  </a:lnTo>
                  <a:lnTo>
                    <a:pt x="1579777" y="2211696"/>
                  </a:lnTo>
                  <a:lnTo>
                    <a:pt x="1583200" y="2192945"/>
                  </a:lnTo>
                  <a:lnTo>
                    <a:pt x="1586623" y="2156149"/>
                  </a:lnTo>
                  <a:lnTo>
                    <a:pt x="1590045" y="2170147"/>
                  </a:lnTo>
                  <a:lnTo>
                    <a:pt x="1593468" y="2040486"/>
                  </a:lnTo>
                  <a:lnTo>
                    <a:pt x="1596891" y="1903947"/>
                  </a:lnTo>
                  <a:lnTo>
                    <a:pt x="1600314" y="1892874"/>
                  </a:lnTo>
                  <a:lnTo>
                    <a:pt x="1603737" y="1923573"/>
                  </a:lnTo>
                  <a:lnTo>
                    <a:pt x="1607159" y="2056879"/>
                  </a:lnTo>
                  <a:lnTo>
                    <a:pt x="1610582" y="2127346"/>
                  </a:lnTo>
                  <a:lnTo>
                    <a:pt x="1614005" y="2095876"/>
                  </a:lnTo>
                  <a:lnTo>
                    <a:pt x="1617428" y="2143621"/>
                  </a:lnTo>
                  <a:lnTo>
                    <a:pt x="1620851" y="2117496"/>
                  </a:lnTo>
                  <a:lnTo>
                    <a:pt x="1624273" y="2137749"/>
                  </a:lnTo>
                  <a:lnTo>
                    <a:pt x="1627696" y="2230856"/>
                  </a:lnTo>
                  <a:lnTo>
                    <a:pt x="1631119" y="2177720"/>
                  </a:lnTo>
                  <a:lnTo>
                    <a:pt x="1634542" y="2235374"/>
                  </a:lnTo>
                  <a:lnTo>
                    <a:pt x="1637964" y="2090940"/>
                  </a:lnTo>
                  <a:lnTo>
                    <a:pt x="1641387" y="2039457"/>
                  </a:lnTo>
                  <a:lnTo>
                    <a:pt x="1644810" y="2074445"/>
                  </a:lnTo>
                  <a:lnTo>
                    <a:pt x="1648233" y="2163328"/>
                  </a:lnTo>
                  <a:lnTo>
                    <a:pt x="1651656" y="2215045"/>
                  </a:lnTo>
                  <a:lnTo>
                    <a:pt x="1655078" y="2109814"/>
                  </a:lnTo>
                  <a:lnTo>
                    <a:pt x="1658501" y="2142605"/>
                  </a:lnTo>
                  <a:lnTo>
                    <a:pt x="1661924" y="2045405"/>
                  </a:lnTo>
                  <a:lnTo>
                    <a:pt x="1665347" y="2010936"/>
                  </a:lnTo>
                  <a:lnTo>
                    <a:pt x="1668770" y="1961089"/>
                  </a:lnTo>
                  <a:lnTo>
                    <a:pt x="1672192" y="1848737"/>
                  </a:lnTo>
                  <a:lnTo>
                    <a:pt x="1675615" y="1955808"/>
                  </a:lnTo>
                  <a:lnTo>
                    <a:pt x="1679038" y="2006171"/>
                  </a:lnTo>
                  <a:lnTo>
                    <a:pt x="1682461" y="2023857"/>
                  </a:lnTo>
                  <a:lnTo>
                    <a:pt x="1685884" y="1955022"/>
                  </a:lnTo>
                  <a:lnTo>
                    <a:pt x="1689306" y="1915979"/>
                  </a:lnTo>
                  <a:lnTo>
                    <a:pt x="1692729" y="2119958"/>
                  </a:lnTo>
                  <a:lnTo>
                    <a:pt x="1696152" y="2112174"/>
                  </a:lnTo>
                  <a:lnTo>
                    <a:pt x="1699575" y="2107259"/>
                  </a:lnTo>
                  <a:lnTo>
                    <a:pt x="1702998" y="2122548"/>
                  </a:lnTo>
                  <a:lnTo>
                    <a:pt x="1706420" y="2171386"/>
                  </a:lnTo>
                  <a:lnTo>
                    <a:pt x="1709843" y="2125332"/>
                  </a:lnTo>
                  <a:lnTo>
                    <a:pt x="1713266" y="2123937"/>
                  </a:lnTo>
                  <a:lnTo>
                    <a:pt x="1716689" y="2142101"/>
                  </a:lnTo>
                  <a:lnTo>
                    <a:pt x="1720112" y="2175806"/>
                  </a:lnTo>
                  <a:lnTo>
                    <a:pt x="1723534" y="2031283"/>
                  </a:lnTo>
                  <a:lnTo>
                    <a:pt x="1726957" y="1994270"/>
                  </a:lnTo>
                  <a:lnTo>
                    <a:pt x="1730380" y="1972463"/>
                  </a:lnTo>
                  <a:lnTo>
                    <a:pt x="1733803" y="1898747"/>
                  </a:lnTo>
                  <a:lnTo>
                    <a:pt x="1737225" y="1949058"/>
                  </a:lnTo>
                  <a:lnTo>
                    <a:pt x="1740648" y="1914452"/>
                  </a:lnTo>
                  <a:lnTo>
                    <a:pt x="1744071" y="2096527"/>
                  </a:lnTo>
                  <a:lnTo>
                    <a:pt x="1747494" y="2133643"/>
                  </a:lnTo>
                  <a:lnTo>
                    <a:pt x="1750917" y="2132718"/>
                  </a:lnTo>
                  <a:lnTo>
                    <a:pt x="1754339" y="2107853"/>
                  </a:lnTo>
                  <a:lnTo>
                    <a:pt x="1757762" y="2070207"/>
                  </a:lnTo>
                  <a:lnTo>
                    <a:pt x="1761185" y="2092729"/>
                  </a:lnTo>
                  <a:lnTo>
                    <a:pt x="1764608" y="2027773"/>
                  </a:lnTo>
                  <a:lnTo>
                    <a:pt x="1768031" y="2059699"/>
                  </a:lnTo>
                  <a:lnTo>
                    <a:pt x="1771453" y="2028092"/>
                  </a:lnTo>
                  <a:lnTo>
                    <a:pt x="1774876" y="2018654"/>
                  </a:lnTo>
                  <a:lnTo>
                    <a:pt x="1778299" y="2127127"/>
                  </a:lnTo>
                  <a:lnTo>
                    <a:pt x="1781722" y="2048717"/>
                  </a:lnTo>
                  <a:lnTo>
                    <a:pt x="1785145" y="2082358"/>
                  </a:lnTo>
                  <a:lnTo>
                    <a:pt x="1788567" y="1910201"/>
                  </a:lnTo>
                  <a:lnTo>
                    <a:pt x="1791990" y="1976333"/>
                  </a:lnTo>
                  <a:lnTo>
                    <a:pt x="1795413" y="1894572"/>
                  </a:lnTo>
                  <a:lnTo>
                    <a:pt x="1798836" y="1659922"/>
                  </a:lnTo>
                  <a:lnTo>
                    <a:pt x="1802259" y="1568500"/>
                  </a:lnTo>
                  <a:lnTo>
                    <a:pt x="1805681" y="1633190"/>
                  </a:lnTo>
                  <a:lnTo>
                    <a:pt x="1809104" y="1551504"/>
                  </a:lnTo>
                  <a:lnTo>
                    <a:pt x="1812527" y="1519235"/>
                  </a:lnTo>
                  <a:lnTo>
                    <a:pt x="1815950" y="1609057"/>
                  </a:lnTo>
                  <a:lnTo>
                    <a:pt x="1819373" y="1725570"/>
                  </a:lnTo>
                  <a:lnTo>
                    <a:pt x="1822795" y="1612058"/>
                  </a:lnTo>
                  <a:lnTo>
                    <a:pt x="1826218" y="1577639"/>
                  </a:lnTo>
                  <a:lnTo>
                    <a:pt x="1829641" y="1573951"/>
                  </a:lnTo>
                  <a:lnTo>
                    <a:pt x="1833064" y="1613456"/>
                  </a:lnTo>
                  <a:lnTo>
                    <a:pt x="1836487" y="1599706"/>
                  </a:lnTo>
                  <a:lnTo>
                    <a:pt x="1839909" y="1649642"/>
                  </a:lnTo>
                  <a:lnTo>
                    <a:pt x="1843332" y="1419728"/>
                  </a:lnTo>
                  <a:lnTo>
                    <a:pt x="1846755" y="1574875"/>
                  </a:lnTo>
                  <a:lnTo>
                    <a:pt x="1850178" y="1471192"/>
                  </a:lnTo>
                  <a:lnTo>
                    <a:pt x="1853600" y="1301481"/>
                  </a:lnTo>
                  <a:lnTo>
                    <a:pt x="1857023" y="1483667"/>
                  </a:lnTo>
                  <a:lnTo>
                    <a:pt x="1860446" y="1628123"/>
                  </a:lnTo>
                  <a:lnTo>
                    <a:pt x="1863869" y="1684419"/>
                  </a:lnTo>
                  <a:lnTo>
                    <a:pt x="1867292" y="1821240"/>
                  </a:lnTo>
                  <a:lnTo>
                    <a:pt x="1870714" y="1676701"/>
                  </a:lnTo>
                  <a:lnTo>
                    <a:pt x="1874137" y="1748415"/>
                  </a:lnTo>
                  <a:lnTo>
                    <a:pt x="1877560" y="1654022"/>
                  </a:lnTo>
                  <a:lnTo>
                    <a:pt x="1880983" y="1639437"/>
                  </a:lnTo>
                  <a:lnTo>
                    <a:pt x="1884406" y="1587031"/>
                  </a:lnTo>
                  <a:lnTo>
                    <a:pt x="1887828" y="1527826"/>
                  </a:lnTo>
                  <a:lnTo>
                    <a:pt x="1891251" y="1560866"/>
                  </a:lnTo>
                  <a:lnTo>
                    <a:pt x="1894674" y="1194091"/>
                  </a:lnTo>
                  <a:lnTo>
                    <a:pt x="1898097" y="1124361"/>
                  </a:lnTo>
                  <a:lnTo>
                    <a:pt x="1901520" y="986157"/>
                  </a:lnTo>
                  <a:lnTo>
                    <a:pt x="1904942" y="940934"/>
                  </a:lnTo>
                  <a:lnTo>
                    <a:pt x="1908365" y="995552"/>
                  </a:lnTo>
                  <a:lnTo>
                    <a:pt x="1911788" y="1029299"/>
                  </a:lnTo>
                  <a:lnTo>
                    <a:pt x="1915211" y="993657"/>
                  </a:lnTo>
                  <a:lnTo>
                    <a:pt x="1918634" y="971303"/>
                  </a:lnTo>
                  <a:lnTo>
                    <a:pt x="1922056" y="902065"/>
                  </a:lnTo>
                  <a:lnTo>
                    <a:pt x="1925479" y="710953"/>
                  </a:lnTo>
                  <a:lnTo>
                    <a:pt x="1928902" y="666597"/>
                  </a:lnTo>
                  <a:lnTo>
                    <a:pt x="1932325" y="593787"/>
                  </a:lnTo>
                  <a:lnTo>
                    <a:pt x="1935748" y="536916"/>
                  </a:lnTo>
                  <a:lnTo>
                    <a:pt x="1939170" y="636727"/>
                  </a:lnTo>
                  <a:lnTo>
                    <a:pt x="1942593" y="642530"/>
                  </a:lnTo>
                  <a:lnTo>
                    <a:pt x="1946016" y="582736"/>
                  </a:lnTo>
                  <a:lnTo>
                    <a:pt x="1949439" y="715872"/>
                  </a:lnTo>
                  <a:lnTo>
                    <a:pt x="1952861" y="662152"/>
                  </a:lnTo>
                  <a:lnTo>
                    <a:pt x="1956284" y="645244"/>
                  </a:lnTo>
                  <a:lnTo>
                    <a:pt x="1959707" y="653183"/>
                  </a:lnTo>
                  <a:lnTo>
                    <a:pt x="1963130" y="612091"/>
                  </a:lnTo>
                  <a:lnTo>
                    <a:pt x="1966553" y="721272"/>
                  </a:lnTo>
                  <a:lnTo>
                    <a:pt x="1969975" y="670228"/>
                  </a:lnTo>
                  <a:lnTo>
                    <a:pt x="1973398" y="647709"/>
                  </a:lnTo>
                  <a:lnTo>
                    <a:pt x="1976821" y="659799"/>
                  </a:lnTo>
                  <a:lnTo>
                    <a:pt x="1980244" y="662787"/>
                  </a:lnTo>
                  <a:lnTo>
                    <a:pt x="1983667" y="616878"/>
                  </a:lnTo>
                  <a:lnTo>
                    <a:pt x="1987089" y="562562"/>
                  </a:lnTo>
                  <a:lnTo>
                    <a:pt x="1990512" y="590308"/>
                  </a:lnTo>
                  <a:lnTo>
                    <a:pt x="1993935" y="610614"/>
                  </a:lnTo>
                  <a:lnTo>
                    <a:pt x="1997358" y="636613"/>
                  </a:lnTo>
                  <a:lnTo>
                    <a:pt x="2000781" y="617710"/>
                  </a:lnTo>
                  <a:lnTo>
                    <a:pt x="2004203" y="675044"/>
                  </a:lnTo>
                  <a:lnTo>
                    <a:pt x="2007626" y="737212"/>
                  </a:lnTo>
                  <a:lnTo>
                    <a:pt x="2011049" y="730629"/>
                  </a:lnTo>
                  <a:lnTo>
                    <a:pt x="2014472" y="732783"/>
                  </a:lnTo>
                  <a:lnTo>
                    <a:pt x="2017895" y="688827"/>
                  </a:lnTo>
                  <a:lnTo>
                    <a:pt x="2021317" y="663870"/>
                  </a:lnTo>
                  <a:lnTo>
                    <a:pt x="2024740" y="717769"/>
                  </a:lnTo>
                  <a:lnTo>
                    <a:pt x="2028163" y="684409"/>
                  </a:lnTo>
                  <a:lnTo>
                    <a:pt x="2031586" y="715623"/>
                  </a:lnTo>
                  <a:lnTo>
                    <a:pt x="2035009" y="623045"/>
                  </a:lnTo>
                  <a:lnTo>
                    <a:pt x="2038431" y="566153"/>
                  </a:lnTo>
                  <a:lnTo>
                    <a:pt x="2041854" y="654831"/>
                  </a:lnTo>
                  <a:lnTo>
                    <a:pt x="2045277" y="587732"/>
                  </a:lnTo>
                  <a:lnTo>
                    <a:pt x="2048700" y="540456"/>
                  </a:lnTo>
                  <a:lnTo>
                    <a:pt x="2052122" y="599749"/>
                  </a:lnTo>
                  <a:lnTo>
                    <a:pt x="2055545" y="496120"/>
                  </a:lnTo>
                  <a:lnTo>
                    <a:pt x="2058968" y="613359"/>
                  </a:lnTo>
                  <a:lnTo>
                    <a:pt x="2062391" y="595069"/>
                  </a:lnTo>
                  <a:lnTo>
                    <a:pt x="2065814" y="653336"/>
                  </a:lnTo>
                  <a:lnTo>
                    <a:pt x="2069236" y="820197"/>
                  </a:lnTo>
                  <a:lnTo>
                    <a:pt x="2072659" y="692519"/>
                  </a:lnTo>
                  <a:lnTo>
                    <a:pt x="2076082" y="769325"/>
                  </a:lnTo>
                  <a:lnTo>
                    <a:pt x="2079505" y="656498"/>
                  </a:lnTo>
                  <a:lnTo>
                    <a:pt x="2082928" y="619613"/>
                  </a:lnTo>
                  <a:lnTo>
                    <a:pt x="2086350" y="633437"/>
                  </a:lnTo>
                  <a:lnTo>
                    <a:pt x="2089773" y="650258"/>
                  </a:lnTo>
                  <a:lnTo>
                    <a:pt x="2093196" y="687861"/>
                  </a:lnTo>
                  <a:lnTo>
                    <a:pt x="2096619" y="801352"/>
                  </a:lnTo>
                  <a:lnTo>
                    <a:pt x="2100042" y="749353"/>
                  </a:lnTo>
                  <a:lnTo>
                    <a:pt x="2103464" y="710735"/>
                  </a:lnTo>
                  <a:lnTo>
                    <a:pt x="2106887" y="714827"/>
                  </a:lnTo>
                  <a:lnTo>
                    <a:pt x="2110310" y="660285"/>
                  </a:lnTo>
                  <a:lnTo>
                    <a:pt x="2113733" y="672047"/>
                  </a:lnTo>
                  <a:lnTo>
                    <a:pt x="2117156" y="718341"/>
                  </a:lnTo>
                  <a:lnTo>
                    <a:pt x="2120578" y="826777"/>
                  </a:lnTo>
                  <a:lnTo>
                    <a:pt x="2124001" y="720327"/>
                  </a:lnTo>
                  <a:lnTo>
                    <a:pt x="2127424" y="818884"/>
                  </a:lnTo>
                  <a:lnTo>
                    <a:pt x="2130847" y="690695"/>
                  </a:lnTo>
                  <a:lnTo>
                    <a:pt x="2134270" y="763245"/>
                  </a:lnTo>
                  <a:lnTo>
                    <a:pt x="2137692" y="696840"/>
                  </a:lnTo>
                  <a:lnTo>
                    <a:pt x="2141115" y="729492"/>
                  </a:lnTo>
                  <a:lnTo>
                    <a:pt x="2144538" y="778310"/>
                  </a:lnTo>
                  <a:lnTo>
                    <a:pt x="2147961" y="756902"/>
                  </a:lnTo>
                  <a:lnTo>
                    <a:pt x="2151384" y="762666"/>
                  </a:lnTo>
                  <a:lnTo>
                    <a:pt x="2154806" y="770803"/>
                  </a:lnTo>
                  <a:lnTo>
                    <a:pt x="2158229" y="685022"/>
                  </a:lnTo>
                  <a:lnTo>
                    <a:pt x="2161652" y="628385"/>
                  </a:lnTo>
                  <a:lnTo>
                    <a:pt x="2165075" y="596000"/>
                  </a:lnTo>
                  <a:lnTo>
                    <a:pt x="2168497" y="613707"/>
                  </a:lnTo>
                  <a:lnTo>
                    <a:pt x="2171920" y="780170"/>
                  </a:lnTo>
                  <a:lnTo>
                    <a:pt x="2175343" y="741137"/>
                  </a:lnTo>
                  <a:lnTo>
                    <a:pt x="2178766" y="788430"/>
                  </a:lnTo>
                  <a:lnTo>
                    <a:pt x="2182189" y="800898"/>
                  </a:lnTo>
                  <a:lnTo>
                    <a:pt x="2185611" y="759733"/>
                  </a:lnTo>
                  <a:lnTo>
                    <a:pt x="2189034" y="792122"/>
                  </a:lnTo>
                  <a:lnTo>
                    <a:pt x="2192457" y="783818"/>
                  </a:lnTo>
                  <a:lnTo>
                    <a:pt x="2195880" y="814440"/>
                  </a:lnTo>
                  <a:lnTo>
                    <a:pt x="2199303" y="716066"/>
                  </a:lnTo>
                  <a:lnTo>
                    <a:pt x="2202725" y="728349"/>
                  </a:lnTo>
                  <a:lnTo>
                    <a:pt x="2206148" y="732427"/>
                  </a:lnTo>
                  <a:lnTo>
                    <a:pt x="2209571" y="762922"/>
                  </a:lnTo>
                  <a:lnTo>
                    <a:pt x="2212994" y="795433"/>
                  </a:lnTo>
                  <a:lnTo>
                    <a:pt x="2216417" y="740823"/>
                  </a:lnTo>
                  <a:lnTo>
                    <a:pt x="2219839" y="717372"/>
                  </a:lnTo>
                  <a:lnTo>
                    <a:pt x="2223262" y="727482"/>
                  </a:lnTo>
                  <a:lnTo>
                    <a:pt x="2226685" y="953133"/>
                  </a:lnTo>
                  <a:lnTo>
                    <a:pt x="2230108" y="851459"/>
                  </a:lnTo>
                  <a:lnTo>
                    <a:pt x="2233531" y="684067"/>
                  </a:lnTo>
                  <a:lnTo>
                    <a:pt x="2236953" y="568229"/>
                  </a:lnTo>
                  <a:lnTo>
                    <a:pt x="2240376" y="397242"/>
                  </a:lnTo>
                  <a:lnTo>
                    <a:pt x="2243799" y="441448"/>
                  </a:lnTo>
                  <a:lnTo>
                    <a:pt x="2247222" y="401174"/>
                  </a:lnTo>
                  <a:lnTo>
                    <a:pt x="2250645" y="406841"/>
                  </a:lnTo>
                  <a:lnTo>
                    <a:pt x="2254067" y="474930"/>
                  </a:lnTo>
                  <a:lnTo>
                    <a:pt x="2257490" y="429785"/>
                  </a:lnTo>
                  <a:lnTo>
                    <a:pt x="2260913" y="472200"/>
                  </a:lnTo>
                  <a:lnTo>
                    <a:pt x="2264336" y="418766"/>
                  </a:lnTo>
                  <a:lnTo>
                    <a:pt x="2267758" y="434746"/>
                  </a:lnTo>
                  <a:lnTo>
                    <a:pt x="2271181" y="453665"/>
                  </a:lnTo>
                  <a:lnTo>
                    <a:pt x="2274604" y="460370"/>
                  </a:lnTo>
                  <a:lnTo>
                    <a:pt x="2278027" y="362455"/>
                  </a:lnTo>
                  <a:lnTo>
                    <a:pt x="2281450" y="471612"/>
                  </a:lnTo>
                  <a:lnTo>
                    <a:pt x="2284872" y="531940"/>
                  </a:lnTo>
                  <a:lnTo>
                    <a:pt x="2288295" y="544994"/>
                  </a:lnTo>
                  <a:lnTo>
                    <a:pt x="2291718" y="486231"/>
                  </a:lnTo>
                  <a:lnTo>
                    <a:pt x="2295141" y="612190"/>
                  </a:lnTo>
                  <a:lnTo>
                    <a:pt x="2298564" y="635164"/>
                  </a:lnTo>
                  <a:lnTo>
                    <a:pt x="2301986" y="614584"/>
                  </a:lnTo>
                  <a:lnTo>
                    <a:pt x="2305409" y="549383"/>
                  </a:lnTo>
                  <a:lnTo>
                    <a:pt x="2308832" y="417371"/>
                  </a:lnTo>
                  <a:lnTo>
                    <a:pt x="2312255" y="388327"/>
                  </a:lnTo>
                  <a:lnTo>
                    <a:pt x="2315678" y="348205"/>
                  </a:lnTo>
                  <a:lnTo>
                    <a:pt x="2319100" y="129973"/>
                  </a:lnTo>
                  <a:lnTo>
                    <a:pt x="2322523" y="206007"/>
                  </a:lnTo>
                  <a:lnTo>
                    <a:pt x="2325946" y="154613"/>
                  </a:lnTo>
                  <a:lnTo>
                    <a:pt x="2329369" y="43671"/>
                  </a:lnTo>
                  <a:lnTo>
                    <a:pt x="2332792" y="148140"/>
                  </a:lnTo>
                  <a:lnTo>
                    <a:pt x="2336214" y="72714"/>
                  </a:lnTo>
                  <a:lnTo>
                    <a:pt x="2339637" y="4079"/>
                  </a:lnTo>
                  <a:lnTo>
                    <a:pt x="2343060" y="68072"/>
                  </a:lnTo>
                  <a:lnTo>
                    <a:pt x="2346483" y="122049"/>
                  </a:lnTo>
                  <a:lnTo>
                    <a:pt x="2349906" y="210584"/>
                  </a:lnTo>
                  <a:lnTo>
                    <a:pt x="2353328" y="225001"/>
                  </a:lnTo>
                  <a:lnTo>
                    <a:pt x="2356751" y="343435"/>
                  </a:lnTo>
                  <a:lnTo>
                    <a:pt x="2360174" y="445269"/>
                  </a:lnTo>
                  <a:lnTo>
                    <a:pt x="2363597" y="417198"/>
                  </a:lnTo>
                  <a:lnTo>
                    <a:pt x="2367019" y="401616"/>
                  </a:lnTo>
                  <a:lnTo>
                    <a:pt x="2370442" y="390271"/>
                  </a:lnTo>
                  <a:lnTo>
                    <a:pt x="2373865" y="655558"/>
                  </a:lnTo>
                  <a:lnTo>
                    <a:pt x="2377288" y="642020"/>
                  </a:lnTo>
                  <a:lnTo>
                    <a:pt x="2380711" y="578328"/>
                  </a:lnTo>
                  <a:lnTo>
                    <a:pt x="2384133" y="602077"/>
                  </a:lnTo>
                  <a:lnTo>
                    <a:pt x="2387556" y="532214"/>
                  </a:lnTo>
                  <a:lnTo>
                    <a:pt x="2390979" y="543404"/>
                  </a:lnTo>
                  <a:lnTo>
                    <a:pt x="2394402" y="545486"/>
                  </a:lnTo>
                  <a:lnTo>
                    <a:pt x="2397825" y="503585"/>
                  </a:lnTo>
                  <a:lnTo>
                    <a:pt x="2401247" y="575120"/>
                  </a:lnTo>
                  <a:lnTo>
                    <a:pt x="2404670" y="617302"/>
                  </a:lnTo>
                  <a:lnTo>
                    <a:pt x="2408093" y="617632"/>
                  </a:lnTo>
                  <a:lnTo>
                    <a:pt x="2411516" y="553222"/>
                  </a:lnTo>
                  <a:lnTo>
                    <a:pt x="2414939" y="628828"/>
                  </a:lnTo>
                  <a:lnTo>
                    <a:pt x="2418361" y="558919"/>
                  </a:lnTo>
                  <a:lnTo>
                    <a:pt x="2421784" y="543186"/>
                  </a:lnTo>
                  <a:lnTo>
                    <a:pt x="2425207" y="573901"/>
                  </a:lnTo>
                  <a:lnTo>
                    <a:pt x="2428630" y="573264"/>
                  </a:lnTo>
                  <a:lnTo>
                    <a:pt x="2432053" y="552997"/>
                  </a:lnTo>
                  <a:lnTo>
                    <a:pt x="2435475" y="516834"/>
                  </a:lnTo>
                  <a:lnTo>
                    <a:pt x="2438898" y="517041"/>
                  </a:lnTo>
                  <a:lnTo>
                    <a:pt x="2442321" y="511380"/>
                  </a:lnTo>
                  <a:lnTo>
                    <a:pt x="2445744" y="488432"/>
                  </a:lnTo>
                  <a:lnTo>
                    <a:pt x="2449167" y="504852"/>
                  </a:lnTo>
                  <a:lnTo>
                    <a:pt x="2452589" y="462968"/>
                  </a:lnTo>
                  <a:lnTo>
                    <a:pt x="2456012" y="381442"/>
                  </a:lnTo>
                  <a:lnTo>
                    <a:pt x="2459435" y="9002"/>
                  </a:lnTo>
                  <a:lnTo>
                    <a:pt x="2462858" y="128776"/>
                  </a:lnTo>
                  <a:lnTo>
                    <a:pt x="2466281" y="233295"/>
                  </a:lnTo>
                  <a:lnTo>
                    <a:pt x="2469703" y="248157"/>
                  </a:lnTo>
                  <a:lnTo>
                    <a:pt x="2473126" y="272456"/>
                  </a:lnTo>
                  <a:lnTo>
                    <a:pt x="2476549" y="261427"/>
                  </a:lnTo>
                  <a:lnTo>
                    <a:pt x="2479972" y="205115"/>
                  </a:lnTo>
                  <a:lnTo>
                    <a:pt x="2483394" y="148068"/>
                  </a:lnTo>
                  <a:lnTo>
                    <a:pt x="2486817" y="144402"/>
                  </a:lnTo>
                  <a:lnTo>
                    <a:pt x="2490240" y="281881"/>
                  </a:lnTo>
                  <a:lnTo>
                    <a:pt x="2493663" y="336016"/>
                  </a:lnTo>
                  <a:lnTo>
                    <a:pt x="2497086" y="259907"/>
                  </a:lnTo>
                  <a:lnTo>
                    <a:pt x="2500508" y="233268"/>
                  </a:lnTo>
                  <a:lnTo>
                    <a:pt x="2503931" y="269678"/>
                  </a:lnTo>
                  <a:lnTo>
                    <a:pt x="2507354" y="311950"/>
                  </a:lnTo>
                  <a:lnTo>
                    <a:pt x="2510777" y="313629"/>
                  </a:lnTo>
                  <a:lnTo>
                    <a:pt x="2514200" y="313984"/>
                  </a:lnTo>
                  <a:lnTo>
                    <a:pt x="2517622" y="357543"/>
                  </a:lnTo>
                  <a:lnTo>
                    <a:pt x="2521045" y="371025"/>
                  </a:lnTo>
                  <a:lnTo>
                    <a:pt x="2524468" y="356470"/>
                  </a:lnTo>
                  <a:lnTo>
                    <a:pt x="2527891" y="405612"/>
                  </a:lnTo>
                  <a:lnTo>
                    <a:pt x="2531314" y="382571"/>
                  </a:lnTo>
                  <a:lnTo>
                    <a:pt x="2534736" y="283241"/>
                  </a:lnTo>
                  <a:lnTo>
                    <a:pt x="2538159" y="288089"/>
                  </a:lnTo>
                  <a:lnTo>
                    <a:pt x="2541582" y="342238"/>
                  </a:lnTo>
                  <a:lnTo>
                    <a:pt x="2545005" y="248857"/>
                  </a:lnTo>
                  <a:lnTo>
                    <a:pt x="2548428" y="337566"/>
                  </a:lnTo>
                  <a:lnTo>
                    <a:pt x="2551850" y="307460"/>
                  </a:lnTo>
                  <a:lnTo>
                    <a:pt x="2555273" y="275224"/>
                  </a:lnTo>
                  <a:lnTo>
                    <a:pt x="2558696" y="251116"/>
                  </a:lnTo>
                  <a:lnTo>
                    <a:pt x="2562119" y="256456"/>
                  </a:lnTo>
                  <a:lnTo>
                    <a:pt x="2565542" y="271815"/>
                  </a:lnTo>
                  <a:lnTo>
                    <a:pt x="2568964" y="172863"/>
                  </a:lnTo>
                  <a:lnTo>
                    <a:pt x="2572387" y="199928"/>
                  </a:lnTo>
                  <a:lnTo>
                    <a:pt x="2575810" y="51290"/>
                  </a:lnTo>
                  <a:lnTo>
                    <a:pt x="2579233" y="86911"/>
                  </a:lnTo>
                  <a:lnTo>
                    <a:pt x="2582655" y="121747"/>
                  </a:lnTo>
                  <a:lnTo>
                    <a:pt x="2586078" y="118181"/>
                  </a:lnTo>
                  <a:lnTo>
                    <a:pt x="2589501" y="119922"/>
                  </a:lnTo>
                  <a:lnTo>
                    <a:pt x="2592924" y="237687"/>
                  </a:lnTo>
                  <a:lnTo>
                    <a:pt x="2596347" y="173516"/>
                  </a:lnTo>
                  <a:lnTo>
                    <a:pt x="2599769" y="288901"/>
                  </a:lnTo>
                  <a:lnTo>
                    <a:pt x="2603192" y="297875"/>
                  </a:lnTo>
                  <a:lnTo>
                    <a:pt x="2606615" y="486331"/>
                  </a:lnTo>
                  <a:lnTo>
                    <a:pt x="2610038" y="583073"/>
                  </a:lnTo>
                  <a:lnTo>
                    <a:pt x="2613461" y="477046"/>
                  </a:lnTo>
                  <a:lnTo>
                    <a:pt x="2616883" y="608844"/>
                  </a:lnTo>
                  <a:lnTo>
                    <a:pt x="2620306" y="542475"/>
                  </a:lnTo>
                  <a:lnTo>
                    <a:pt x="2623729" y="656929"/>
                  </a:lnTo>
                  <a:lnTo>
                    <a:pt x="2627152" y="749181"/>
                  </a:lnTo>
                  <a:lnTo>
                    <a:pt x="2630575" y="713280"/>
                  </a:lnTo>
                  <a:lnTo>
                    <a:pt x="2633997" y="796349"/>
                  </a:lnTo>
                  <a:lnTo>
                    <a:pt x="2637420" y="727003"/>
                  </a:lnTo>
                  <a:lnTo>
                    <a:pt x="2640843" y="503879"/>
                  </a:lnTo>
                  <a:lnTo>
                    <a:pt x="2644266" y="514130"/>
                  </a:lnTo>
                  <a:lnTo>
                    <a:pt x="2647689" y="425328"/>
                  </a:lnTo>
                  <a:lnTo>
                    <a:pt x="2651111" y="350247"/>
                  </a:lnTo>
                  <a:lnTo>
                    <a:pt x="2654534" y="408497"/>
                  </a:lnTo>
                  <a:lnTo>
                    <a:pt x="2657957" y="327487"/>
                  </a:lnTo>
                  <a:lnTo>
                    <a:pt x="2661380" y="362252"/>
                  </a:lnTo>
                  <a:lnTo>
                    <a:pt x="2664803" y="425708"/>
                  </a:lnTo>
                  <a:lnTo>
                    <a:pt x="2668225" y="343481"/>
                  </a:lnTo>
                  <a:lnTo>
                    <a:pt x="2671648" y="363210"/>
                  </a:lnTo>
                  <a:lnTo>
                    <a:pt x="2675071" y="447741"/>
                  </a:lnTo>
                  <a:lnTo>
                    <a:pt x="2678494" y="413305"/>
                  </a:lnTo>
                  <a:lnTo>
                    <a:pt x="2681916" y="426966"/>
                  </a:lnTo>
                  <a:lnTo>
                    <a:pt x="2685339" y="445841"/>
                  </a:lnTo>
                  <a:lnTo>
                    <a:pt x="2688762" y="464219"/>
                  </a:lnTo>
                  <a:lnTo>
                    <a:pt x="2692185" y="439348"/>
                  </a:lnTo>
                  <a:lnTo>
                    <a:pt x="2695608" y="483773"/>
                  </a:lnTo>
                  <a:lnTo>
                    <a:pt x="2699030" y="371010"/>
                  </a:lnTo>
                  <a:lnTo>
                    <a:pt x="2702453" y="365736"/>
                  </a:lnTo>
                  <a:lnTo>
                    <a:pt x="2705876" y="388000"/>
                  </a:lnTo>
                  <a:lnTo>
                    <a:pt x="2709299" y="371034"/>
                  </a:lnTo>
                  <a:lnTo>
                    <a:pt x="2712722" y="309047"/>
                  </a:lnTo>
                  <a:lnTo>
                    <a:pt x="2716144" y="249486"/>
                  </a:lnTo>
                  <a:lnTo>
                    <a:pt x="2719567" y="303508"/>
                  </a:lnTo>
                  <a:lnTo>
                    <a:pt x="2722990" y="229230"/>
                  </a:lnTo>
                  <a:lnTo>
                    <a:pt x="2726413" y="216870"/>
                  </a:lnTo>
                  <a:lnTo>
                    <a:pt x="2729836" y="262053"/>
                  </a:lnTo>
                  <a:lnTo>
                    <a:pt x="2733258" y="280159"/>
                  </a:lnTo>
                  <a:lnTo>
                    <a:pt x="2736681" y="228500"/>
                  </a:lnTo>
                  <a:lnTo>
                    <a:pt x="2740104" y="210964"/>
                  </a:lnTo>
                  <a:lnTo>
                    <a:pt x="2743527" y="178094"/>
                  </a:lnTo>
                  <a:lnTo>
                    <a:pt x="2746950" y="261511"/>
                  </a:lnTo>
                  <a:lnTo>
                    <a:pt x="2750372" y="199280"/>
                  </a:lnTo>
                  <a:lnTo>
                    <a:pt x="2753795" y="259919"/>
                  </a:lnTo>
                  <a:lnTo>
                    <a:pt x="2757218" y="339556"/>
                  </a:lnTo>
                  <a:lnTo>
                    <a:pt x="2760641" y="314040"/>
                  </a:lnTo>
                  <a:lnTo>
                    <a:pt x="2764064" y="341518"/>
                  </a:lnTo>
                  <a:lnTo>
                    <a:pt x="2767486" y="349760"/>
                  </a:lnTo>
                  <a:lnTo>
                    <a:pt x="2770909" y="402552"/>
                  </a:lnTo>
                  <a:lnTo>
                    <a:pt x="2774332" y="413010"/>
                  </a:lnTo>
                  <a:lnTo>
                    <a:pt x="2777755" y="454653"/>
                  </a:lnTo>
                  <a:lnTo>
                    <a:pt x="2781178" y="425409"/>
                  </a:lnTo>
                  <a:lnTo>
                    <a:pt x="2784600" y="426260"/>
                  </a:lnTo>
                  <a:lnTo>
                    <a:pt x="2788023" y="408668"/>
                  </a:lnTo>
                  <a:lnTo>
                    <a:pt x="2791446" y="419093"/>
                  </a:lnTo>
                  <a:lnTo>
                    <a:pt x="2794869" y="308581"/>
                  </a:lnTo>
                  <a:lnTo>
                    <a:pt x="2798291" y="392627"/>
                  </a:lnTo>
                  <a:lnTo>
                    <a:pt x="2801714" y="316788"/>
                  </a:lnTo>
                  <a:lnTo>
                    <a:pt x="2805137" y="365756"/>
                  </a:lnTo>
                  <a:lnTo>
                    <a:pt x="2808560" y="318425"/>
                  </a:lnTo>
                  <a:lnTo>
                    <a:pt x="2811983" y="327065"/>
                  </a:lnTo>
                  <a:lnTo>
                    <a:pt x="2815405" y="349206"/>
                  </a:lnTo>
                  <a:lnTo>
                    <a:pt x="2818828" y="426175"/>
                  </a:lnTo>
                  <a:lnTo>
                    <a:pt x="2822251" y="438745"/>
                  </a:lnTo>
                  <a:lnTo>
                    <a:pt x="2825674" y="477713"/>
                  </a:lnTo>
                  <a:lnTo>
                    <a:pt x="2829097" y="457450"/>
                  </a:lnTo>
                  <a:lnTo>
                    <a:pt x="2832519" y="529292"/>
                  </a:lnTo>
                  <a:lnTo>
                    <a:pt x="2835942" y="470251"/>
                  </a:lnTo>
                  <a:lnTo>
                    <a:pt x="2839365" y="460103"/>
                  </a:lnTo>
                  <a:lnTo>
                    <a:pt x="2842788" y="444489"/>
                  </a:lnTo>
                  <a:lnTo>
                    <a:pt x="2846211" y="510449"/>
                  </a:lnTo>
                  <a:lnTo>
                    <a:pt x="2849633" y="437708"/>
                  </a:lnTo>
                  <a:lnTo>
                    <a:pt x="2853056" y="414642"/>
                  </a:lnTo>
                  <a:lnTo>
                    <a:pt x="2856479" y="467329"/>
                  </a:lnTo>
                  <a:lnTo>
                    <a:pt x="2859902" y="424720"/>
                  </a:lnTo>
                  <a:lnTo>
                    <a:pt x="2863325" y="422463"/>
                  </a:lnTo>
                  <a:lnTo>
                    <a:pt x="2866747" y="314370"/>
                  </a:lnTo>
                  <a:lnTo>
                    <a:pt x="2870170" y="418301"/>
                  </a:lnTo>
                  <a:lnTo>
                    <a:pt x="2873593" y="362871"/>
                  </a:lnTo>
                  <a:lnTo>
                    <a:pt x="2877016" y="429113"/>
                  </a:lnTo>
                  <a:lnTo>
                    <a:pt x="2880439" y="381561"/>
                  </a:lnTo>
                  <a:lnTo>
                    <a:pt x="2883861" y="251312"/>
                  </a:lnTo>
                  <a:lnTo>
                    <a:pt x="2887284" y="252928"/>
                  </a:lnTo>
                  <a:lnTo>
                    <a:pt x="2890707" y="185890"/>
                  </a:lnTo>
                  <a:lnTo>
                    <a:pt x="2894130" y="245916"/>
                  </a:lnTo>
                  <a:lnTo>
                    <a:pt x="2897552" y="314288"/>
                  </a:lnTo>
                  <a:lnTo>
                    <a:pt x="2900975" y="295969"/>
                  </a:lnTo>
                  <a:lnTo>
                    <a:pt x="2904398" y="294323"/>
                  </a:lnTo>
                  <a:lnTo>
                    <a:pt x="2907821" y="352349"/>
                  </a:lnTo>
                  <a:lnTo>
                    <a:pt x="2911244" y="416999"/>
                  </a:lnTo>
                  <a:lnTo>
                    <a:pt x="2914666" y="482423"/>
                  </a:lnTo>
                  <a:lnTo>
                    <a:pt x="2918089" y="440828"/>
                  </a:lnTo>
                  <a:lnTo>
                    <a:pt x="2921512" y="454470"/>
                  </a:lnTo>
                  <a:lnTo>
                    <a:pt x="2924935" y="572741"/>
                  </a:lnTo>
                  <a:lnTo>
                    <a:pt x="2928358" y="563006"/>
                  </a:lnTo>
                  <a:lnTo>
                    <a:pt x="2931780" y="593085"/>
                  </a:lnTo>
                  <a:lnTo>
                    <a:pt x="2935203" y="659466"/>
                  </a:lnTo>
                  <a:lnTo>
                    <a:pt x="2938626" y="618022"/>
                  </a:lnTo>
                  <a:lnTo>
                    <a:pt x="2942049" y="673101"/>
                  </a:lnTo>
                  <a:lnTo>
                    <a:pt x="2945472" y="811247"/>
                  </a:lnTo>
                  <a:lnTo>
                    <a:pt x="2948894" y="768301"/>
                  </a:lnTo>
                  <a:lnTo>
                    <a:pt x="2952317" y="789923"/>
                  </a:lnTo>
                  <a:lnTo>
                    <a:pt x="2955740" y="786662"/>
                  </a:lnTo>
                  <a:lnTo>
                    <a:pt x="2959163" y="833536"/>
                  </a:lnTo>
                  <a:lnTo>
                    <a:pt x="2962586" y="843586"/>
                  </a:lnTo>
                  <a:lnTo>
                    <a:pt x="2966008" y="705560"/>
                  </a:lnTo>
                  <a:lnTo>
                    <a:pt x="2969431" y="741037"/>
                  </a:lnTo>
                  <a:lnTo>
                    <a:pt x="2972854" y="699832"/>
                  </a:lnTo>
                  <a:lnTo>
                    <a:pt x="2976277" y="681240"/>
                  </a:lnTo>
                  <a:lnTo>
                    <a:pt x="2979700" y="678976"/>
                  </a:lnTo>
                  <a:lnTo>
                    <a:pt x="2983122" y="579647"/>
                  </a:lnTo>
                  <a:lnTo>
                    <a:pt x="2986545" y="520064"/>
                  </a:lnTo>
                  <a:lnTo>
                    <a:pt x="2989968" y="566670"/>
                  </a:lnTo>
                  <a:lnTo>
                    <a:pt x="2993391" y="503682"/>
                  </a:lnTo>
                  <a:lnTo>
                    <a:pt x="2996814" y="454785"/>
                  </a:lnTo>
                  <a:lnTo>
                    <a:pt x="3000236" y="428631"/>
                  </a:lnTo>
                  <a:lnTo>
                    <a:pt x="3003659" y="430639"/>
                  </a:lnTo>
                  <a:lnTo>
                    <a:pt x="3007082" y="511788"/>
                  </a:lnTo>
                  <a:lnTo>
                    <a:pt x="3010505" y="494983"/>
                  </a:lnTo>
                  <a:lnTo>
                    <a:pt x="3013927" y="417570"/>
                  </a:lnTo>
                  <a:lnTo>
                    <a:pt x="3017350" y="429564"/>
                  </a:lnTo>
                  <a:lnTo>
                    <a:pt x="3020773" y="433162"/>
                  </a:lnTo>
                  <a:lnTo>
                    <a:pt x="3024196" y="442539"/>
                  </a:lnTo>
                  <a:lnTo>
                    <a:pt x="3027619" y="483375"/>
                  </a:lnTo>
                  <a:lnTo>
                    <a:pt x="3031041" y="531650"/>
                  </a:lnTo>
                  <a:lnTo>
                    <a:pt x="3034464" y="478799"/>
                  </a:lnTo>
                  <a:lnTo>
                    <a:pt x="3037887" y="401353"/>
                  </a:lnTo>
                  <a:lnTo>
                    <a:pt x="3041310" y="548071"/>
                  </a:lnTo>
                  <a:lnTo>
                    <a:pt x="3044733" y="440497"/>
                  </a:lnTo>
                  <a:lnTo>
                    <a:pt x="3048155" y="384018"/>
                  </a:lnTo>
                  <a:lnTo>
                    <a:pt x="3051578" y="367332"/>
                  </a:lnTo>
                  <a:lnTo>
                    <a:pt x="3055001" y="327498"/>
                  </a:lnTo>
                  <a:lnTo>
                    <a:pt x="3058424" y="337077"/>
                  </a:lnTo>
                  <a:lnTo>
                    <a:pt x="3061847" y="283013"/>
                  </a:lnTo>
                  <a:lnTo>
                    <a:pt x="3065269" y="276231"/>
                  </a:lnTo>
                  <a:lnTo>
                    <a:pt x="3068692" y="363454"/>
                  </a:lnTo>
                  <a:lnTo>
                    <a:pt x="3072115" y="377403"/>
                  </a:lnTo>
                  <a:lnTo>
                    <a:pt x="3075538" y="404770"/>
                  </a:lnTo>
                  <a:lnTo>
                    <a:pt x="3078961" y="414289"/>
                  </a:lnTo>
                  <a:lnTo>
                    <a:pt x="3082383" y="347279"/>
                  </a:lnTo>
                  <a:lnTo>
                    <a:pt x="3085806" y="368375"/>
                  </a:lnTo>
                  <a:lnTo>
                    <a:pt x="3089229" y="429294"/>
                  </a:lnTo>
                  <a:lnTo>
                    <a:pt x="3092652" y="508350"/>
                  </a:lnTo>
                  <a:lnTo>
                    <a:pt x="3096075" y="467667"/>
                  </a:lnTo>
                  <a:lnTo>
                    <a:pt x="3099497" y="537470"/>
                  </a:lnTo>
                  <a:lnTo>
                    <a:pt x="3102920" y="563229"/>
                  </a:lnTo>
                  <a:lnTo>
                    <a:pt x="3106343" y="559394"/>
                  </a:lnTo>
                  <a:lnTo>
                    <a:pt x="3109766" y="489120"/>
                  </a:lnTo>
                  <a:lnTo>
                    <a:pt x="3113188" y="496967"/>
                  </a:lnTo>
                  <a:lnTo>
                    <a:pt x="3116611" y="407859"/>
                  </a:lnTo>
                  <a:lnTo>
                    <a:pt x="3120034" y="354808"/>
                  </a:lnTo>
                  <a:lnTo>
                    <a:pt x="3123457" y="401864"/>
                  </a:lnTo>
                  <a:lnTo>
                    <a:pt x="3126880" y="353055"/>
                  </a:lnTo>
                  <a:lnTo>
                    <a:pt x="3130302" y="328029"/>
                  </a:lnTo>
                  <a:lnTo>
                    <a:pt x="3133725" y="209369"/>
                  </a:lnTo>
                  <a:lnTo>
                    <a:pt x="3137148" y="245938"/>
                  </a:lnTo>
                  <a:lnTo>
                    <a:pt x="3140571" y="278073"/>
                  </a:lnTo>
                  <a:lnTo>
                    <a:pt x="3143994" y="405747"/>
                  </a:lnTo>
                  <a:lnTo>
                    <a:pt x="3147416" y="339975"/>
                  </a:lnTo>
                  <a:lnTo>
                    <a:pt x="3150839" y="449489"/>
                  </a:lnTo>
                  <a:lnTo>
                    <a:pt x="3154262" y="464342"/>
                  </a:lnTo>
                  <a:lnTo>
                    <a:pt x="3157685" y="519603"/>
                  </a:lnTo>
                  <a:lnTo>
                    <a:pt x="3161108" y="573227"/>
                  </a:lnTo>
                  <a:lnTo>
                    <a:pt x="3164530" y="611190"/>
                  </a:lnTo>
                  <a:lnTo>
                    <a:pt x="3167953" y="628260"/>
                  </a:lnTo>
                  <a:lnTo>
                    <a:pt x="3171376" y="664463"/>
                  </a:lnTo>
                  <a:lnTo>
                    <a:pt x="3174799" y="816719"/>
                  </a:lnTo>
                  <a:lnTo>
                    <a:pt x="3178222" y="791712"/>
                  </a:lnTo>
                  <a:lnTo>
                    <a:pt x="3181644" y="866776"/>
                  </a:lnTo>
                  <a:lnTo>
                    <a:pt x="3185067" y="833843"/>
                  </a:lnTo>
                  <a:lnTo>
                    <a:pt x="3188490" y="781112"/>
                  </a:lnTo>
                  <a:lnTo>
                    <a:pt x="3191913" y="815173"/>
                  </a:lnTo>
                  <a:lnTo>
                    <a:pt x="3195336" y="729956"/>
                  </a:lnTo>
                  <a:lnTo>
                    <a:pt x="3198758" y="808329"/>
                  </a:lnTo>
                  <a:lnTo>
                    <a:pt x="3202181" y="777394"/>
                  </a:lnTo>
                  <a:lnTo>
                    <a:pt x="3205604" y="784911"/>
                  </a:lnTo>
                  <a:lnTo>
                    <a:pt x="3209027" y="905028"/>
                  </a:lnTo>
                  <a:lnTo>
                    <a:pt x="3212449" y="892741"/>
                  </a:lnTo>
                  <a:lnTo>
                    <a:pt x="3215872" y="866263"/>
                  </a:lnTo>
                  <a:lnTo>
                    <a:pt x="3219295" y="900265"/>
                  </a:lnTo>
                  <a:lnTo>
                    <a:pt x="3222718" y="896394"/>
                  </a:lnTo>
                  <a:lnTo>
                    <a:pt x="3226141" y="902603"/>
                  </a:lnTo>
                  <a:lnTo>
                    <a:pt x="3229563" y="960681"/>
                  </a:lnTo>
                  <a:lnTo>
                    <a:pt x="3232986" y="1033119"/>
                  </a:lnTo>
                  <a:lnTo>
                    <a:pt x="3236409" y="1071070"/>
                  </a:lnTo>
                  <a:lnTo>
                    <a:pt x="3239832" y="1004440"/>
                  </a:lnTo>
                  <a:lnTo>
                    <a:pt x="3243255" y="988384"/>
                  </a:lnTo>
                  <a:lnTo>
                    <a:pt x="3246677" y="1007633"/>
                  </a:lnTo>
                  <a:lnTo>
                    <a:pt x="3250100" y="968460"/>
                  </a:lnTo>
                  <a:lnTo>
                    <a:pt x="3253523" y="1046789"/>
                  </a:lnTo>
                  <a:lnTo>
                    <a:pt x="3256946" y="907195"/>
                  </a:lnTo>
                  <a:lnTo>
                    <a:pt x="3260369" y="981378"/>
                  </a:lnTo>
                  <a:lnTo>
                    <a:pt x="3263791" y="933880"/>
                  </a:lnTo>
                  <a:lnTo>
                    <a:pt x="3267214" y="933848"/>
                  </a:lnTo>
                  <a:lnTo>
                    <a:pt x="3270637" y="924160"/>
                  </a:lnTo>
                  <a:lnTo>
                    <a:pt x="3274060" y="914006"/>
                  </a:lnTo>
                  <a:lnTo>
                    <a:pt x="3277483" y="907520"/>
                  </a:lnTo>
                  <a:lnTo>
                    <a:pt x="3280905" y="764379"/>
                  </a:lnTo>
                  <a:lnTo>
                    <a:pt x="3284328" y="746720"/>
                  </a:lnTo>
                  <a:lnTo>
                    <a:pt x="3287751" y="641562"/>
                  </a:lnTo>
                  <a:lnTo>
                    <a:pt x="3291174" y="636330"/>
                  </a:lnTo>
                  <a:lnTo>
                    <a:pt x="3294597" y="564840"/>
                  </a:lnTo>
                  <a:lnTo>
                    <a:pt x="3298019" y="475176"/>
                  </a:lnTo>
                  <a:lnTo>
                    <a:pt x="3301442" y="387825"/>
                  </a:lnTo>
                  <a:lnTo>
                    <a:pt x="3304865" y="293316"/>
                  </a:lnTo>
                  <a:lnTo>
                    <a:pt x="3308288" y="413607"/>
                  </a:lnTo>
                  <a:lnTo>
                    <a:pt x="3311711" y="343054"/>
                  </a:lnTo>
                  <a:lnTo>
                    <a:pt x="3315133" y="278832"/>
                  </a:lnTo>
                  <a:lnTo>
                    <a:pt x="3318556" y="305945"/>
                  </a:lnTo>
                  <a:lnTo>
                    <a:pt x="3321979" y="273517"/>
                  </a:lnTo>
                  <a:lnTo>
                    <a:pt x="3325402" y="145764"/>
                  </a:lnTo>
                  <a:lnTo>
                    <a:pt x="3328824" y="400139"/>
                  </a:lnTo>
                  <a:lnTo>
                    <a:pt x="3332247" y="470709"/>
                  </a:lnTo>
                  <a:lnTo>
                    <a:pt x="3335670" y="517224"/>
                  </a:lnTo>
                  <a:lnTo>
                    <a:pt x="3339093" y="618288"/>
                  </a:lnTo>
                  <a:lnTo>
                    <a:pt x="3342516" y="588568"/>
                  </a:lnTo>
                  <a:lnTo>
                    <a:pt x="3345938" y="503500"/>
                  </a:lnTo>
                  <a:lnTo>
                    <a:pt x="3349361" y="520880"/>
                  </a:lnTo>
                  <a:lnTo>
                    <a:pt x="3352784" y="539022"/>
                  </a:lnTo>
                  <a:lnTo>
                    <a:pt x="3356207" y="498627"/>
                  </a:lnTo>
                  <a:lnTo>
                    <a:pt x="3359630" y="459285"/>
                  </a:lnTo>
                  <a:lnTo>
                    <a:pt x="3363052" y="466792"/>
                  </a:lnTo>
                  <a:lnTo>
                    <a:pt x="3366475" y="383304"/>
                  </a:lnTo>
                  <a:lnTo>
                    <a:pt x="3369898" y="432585"/>
                  </a:lnTo>
                  <a:lnTo>
                    <a:pt x="3373321" y="329664"/>
                  </a:lnTo>
                  <a:lnTo>
                    <a:pt x="3376744" y="324840"/>
                  </a:lnTo>
                  <a:lnTo>
                    <a:pt x="3380166" y="477769"/>
                  </a:lnTo>
                  <a:lnTo>
                    <a:pt x="3383589" y="398585"/>
                  </a:lnTo>
                  <a:lnTo>
                    <a:pt x="3387012" y="540800"/>
                  </a:lnTo>
                  <a:lnTo>
                    <a:pt x="3390435" y="543356"/>
                  </a:lnTo>
                  <a:lnTo>
                    <a:pt x="3393858" y="589789"/>
                  </a:lnTo>
                  <a:lnTo>
                    <a:pt x="3397280" y="663143"/>
                  </a:lnTo>
                  <a:lnTo>
                    <a:pt x="3400703" y="599203"/>
                  </a:lnTo>
                  <a:lnTo>
                    <a:pt x="3404126" y="640170"/>
                  </a:lnTo>
                  <a:lnTo>
                    <a:pt x="3407549" y="641368"/>
                  </a:lnTo>
                  <a:lnTo>
                    <a:pt x="3410972" y="619283"/>
                  </a:lnTo>
                  <a:lnTo>
                    <a:pt x="3414394" y="591127"/>
                  </a:lnTo>
                  <a:lnTo>
                    <a:pt x="3417817" y="565214"/>
                  </a:lnTo>
                  <a:lnTo>
                    <a:pt x="3421240" y="575699"/>
                  </a:lnTo>
                  <a:lnTo>
                    <a:pt x="3424663" y="482291"/>
                  </a:lnTo>
                  <a:lnTo>
                    <a:pt x="3428085" y="447663"/>
                  </a:lnTo>
                  <a:lnTo>
                    <a:pt x="3431508" y="451872"/>
                  </a:lnTo>
                  <a:lnTo>
                    <a:pt x="3434931" y="370570"/>
                  </a:lnTo>
                  <a:lnTo>
                    <a:pt x="3438354" y="280540"/>
                  </a:lnTo>
                  <a:lnTo>
                    <a:pt x="3441777" y="165723"/>
                  </a:lnTo>
                  <a:lnTo>
                    <a:pt x="3445199" y="154346"/>
                  </a:lnTo>
                  <a:lnTo>
                    <a:pt x="3448622" y="75534"/>
                  </a:lnTo>
                  <a:lnTo>
                    <a:pt x="3452045" y="0"/>
                  </a:lnTo>
                  <a:lnTo>
                    <a:pt x="3455468" y="15595"/>
                  </a:lnTo>
                  <a:lnTo>
                    <a:pt x="3458891" y="9467"/>
                  </a:lnTo>
                  <a:lnTo>
                    <a:pt x="3462313" y="35557"/>
                  </a:lnTo>
                  <a:lnTo>
                    <a:pt x="3465736" y="52063"/>
                  </a:lnTo>
                  <a:lnTo>
                    <a:pt x="3469159" y="86168"/>
                  </a:lnTo>
                  <a:lnTo>
                    <a:pt x="3472582" y="101125"/>
                  </a:lnTo>
                  <a:lnTo>
                    <a:pt x="3476005" y="150053"/>
                  </a:lnTo>
                  <a:lnTo>
                    <a:pt x="3479427" y="145883"/>
                  </a:lnTo>
                  <a:lnTo>
                    <a:pt x="3482850" y="125920"/>
                  </a:lnTo>
                  <a:lnTo>
                    <a:pt x="3486273" y="115615"/>
                  </a:lnTo>
                  <a:lnTo>
                    <a:pt x="3489696" y="178875"/>
                  </a:lnTo>
                  <a:lnTo>
                    <a:pt x="3493119" y="310068"/>
                  </a:lnTo>
                  <a:lnTo>
                    <a:pt x="3496541" y="250468"/>
                  </a:lnTo>
                  <a:lnTo>
                    <a:pt x="3499964" y="268648"/>
                  </a:lnTo>
                  <a:lnTo>
                    <a:pt x="3503387" y="216295"/>
                  </a:lnTo>
                  <a:lnTo>
                    <a:pt x="3506810" y="152815"/>
                  </a:lnTo>
                  <a:lnTo>
                    <a:pt x="3510233" y="224646"/>
                  </a:lnTo>
                  <a:lnTo>
                    <a:pt x="3513655" y="253575"/>
                  </a:lnTo>
                  <a:lnTo>
                    <a:pt x="3517078" y="134452"/>
                  </a:lnTo>
                  <a:lnTo>
                    <a:pt x="3520501" y="176854"/>
                  </a:lnTo>
                  <a:lnTo>
                    <a:pt x="3523924" y="104548"/>
                  </a:lnTo>
                  <a:lnTo>
                    <a:pt x="3527346" y="48328"/>
                  </a:lnTo>
                  <a:lnTo>
                    <a:pt x="3530769" y="83191"/>
                  </a:lnTo>
                  <a:lnTo>
                    <a:pt x="3534192" y="121822"/>
                  </a:lnTo>
                  <a:lnTo>
                    <a:pt x="3537615" y="201411"/>
                  </a:lnTo>
                  <a:lnTo>
                    <a:pt x="3541038" y="180600"/>
                  </a:lnTo>
                  <a:lnTo>
                    <a:pt x="3544460" y="188593"/>
                  </a:lnTo>
                  <a:lnTo>
                    <a:pt x="3547883" y="193298"/>
                  </a:lnTo>
                  <a:lnTo>
                    <a:pt x="3551306" y="359922"/>
                  </a:lnTo>
                  <a:lnTo>
                    <a:pt x="3554729" y="339074"/>
                  </a:lnTo>
                  <a:lnTo>
                    <a:pt x="3558152" y="386453"/>
                  </a:lnTo>
                  <a:lnTo>
                    <a:pt x="3561574" y="412172"/>
                  </a:lnTo>
                  <a:lnTo>
                    <a:pt x="3564997" y="403321"/>
                  </a:lnTo>
                  <a:lnTo>
                    <a:pt x="3568420" y="424541"/>
                  </a:lnTo>
                  <a:lnTo>
                    <a:pt x="3571843" y="484000"/>
                  </a:lnTo>
                  <a:lnTo>
                    <a:pt x="3575266" y="473286"/>
                  </a:lnTo>
                  <a:lnTo>
                    <a:pt x="3578688" y="541474"/>
                  </a:lnTo>
                  <a:lnTo>
                    <a:pt x="3582111" y="509875"/>
                  </a:lnTo>
                  <a:lnTo>
                    <a:pt x="3585534" y="493570"/>
                  </a:lnTo>
                  <a:lnTo>
                    <a:pt x="3588957" y="576094"/>
                  </a:lnTo>
                  <a:lnTo>
                    <a:pt x="3592380" y="609678"/>
                  </a:lnTo>
                  <a:lnTo>
                    <a:pt x="3595802" y="676969"/>
                  </a:lnTo>
                  <a:lnTo>
                    <a:pt x="3599225" y="552626"/>
                  </a:lnTo>
                  <a:lnTo>
                    <a:pt x="3602648" y="525850"/>
                  </a:lnTo>
                  <a:lnTo>
                    <a:pt x="3606071" y="488850"/>
                  </a:lnTo>
                  <a:lnTo>
                    <a:pt x="3609494" y="464919"/>
                  </a:lnTo>
                  <a:lnTo>
                    <a:pt x="3612916" y="605718"/>
                  </a:lnTo>
                  <a:lnTo>
                    <a:pt x="3616339" y="648224"/>
                  </a:lnTo>
                  <a:lnTo>
                    <a:pt x="3619762" y="833474"/>
                  </a:lnTo>
                  <a:lnTo>
                    <a:pt x="3623185" y="683580"/>
                  </a:lnTo>
                  <a:lnTo>
                    <a:pt x="3626608" y="589747"/>
                  </a:lnTo>
                  <a:lnTo>
                    <a:pt x="3630030" y="542329"/>
                  </a:lnTo>
                  <a:lnTo>
                    <a:pt x="3633453" y="283145"/>
                  </a:lnTo>
                  <a:lnTo>
                    <a:pt x="3636876" y="227517"/>
                  </a:lnTo>
                  <a:lnTo>
                    <a:pt x="3640299" y="385673"/>
                  </a:lnTo>
                  <a:lnTo>
                    <a:pt x="3643721" y="411470"/>
                  </a:lnTo>
                  <a:lnTo>
                    <a:pt x="3647144" y="440219"/>
                  </a:lnTo>
                  <a:lnTo>
                    <a:pt x="3650567" y="386104"/>
                  </a:lnTo>
                  <a:lnTo>
                    <a:pt x="3653990" y="319550"/>
                  </a:lnTo>
                  <a:lnTo>
                    <a:pt x="3657413" y="207843"/>
                  </a:lnTo>
                  <a:lnTo>
                    <a:pt x="3660835" y="334277"/>
                  </a:lnTo>
                  <a:lnTo>
                    <a:pt x="3664258" y="408273"/>
                  </a:lnTo>
                  <a:lnTo>
                    <a:pt x="3667681" y="444861"/>
                  </a:lnTo>
                  <a:lnTo>
                    <a:pt x="3671104" y="468636"/>
                  </a:lnTo>
                  <a:lnTo>
                    <a:pt x="3674527" y="437019"/>
                  </a:lnTo>
                  <a:lnTo>
                    <a:pt x="3677949" y="450759"/>
                  </a:lnTo>
                  <a:lnTo>
                    <a:pt x="3681372" y="531026"/>
                  </a:lnTo>
                  <a:lnTo>
                    <a:pt x="3684795" y="437317"/>
                  </a:lnTo>
                  <a:lnTo>
                    <a:pt x="3688218" y="489507"/>
                  </a:lnTo>
                  <a:lnTo>
                    <a:pt x="3691641" y="386337"/>
                  </a:lnTo>
                  <a:lnTo>
                    <a:pt x="3695063" y="477901"/>
                  </a:lnTo>
                  <a:lnTo>
                    <a:pt x="3698486" y="446425"/>
                  </a:lnTo>
                  <a:lnTo>
                    <a:pt x="3701909" y="432373"/>
                  </a:lnTo>
                  <a:lnTo>
                    <a:pt x="3705332" y="714535"/>
                  </a:lnTo>
                  <a:lnTo>
                    <a:pt x="3708755" y="684189"/>
                  </a:lnTo>
                  <a:lnTo>
                    <a:pt x="3712177" y="755388"/>
                  </a:lnTo>
                  <a:lnTo>
                    <a:pt x="3715600" y="779606"/>
                  </a:lnTo>
                  <a:lnTo>
                    <a:pt x="3719023" y="814708"/>
                  </a:lnTo>
                  <a:lnTo>
                    <a:pt x="3722446" y="1007799"/>
                  </a:lnTo>
                  <a:lnTo>
                    <a:pt x="3725869" y="1169079"/>
                  </a:lnTo>
                  <a:lnTo>
                    <a:pt x="3729291" y="1123341"/>
                  </a:lnTo>
                  <a:lnTo>
                    <a:pt x="3732714" y="1176130"/>
                  </a:lnTo>
                  <a:lnTo>
                    <a:pt x="3736137" y="1083949"/>
                  </a:lnTo>
                  <a:lnTo>
                    <a:pt x="3739560" y="1034522"/>
                  </a:lnTo>
                  <a:lnTo>
                    <a:pt x="3742982" y="1027065"/>
                  </a:lnTo>
                  <a:lnTo>
                    <a:pt x="3746405" y="1123519"/>
                  </a:lnTo>
                  <a:lnTo>
                    <a:pt x="3749828" y="1126574"/>
                  </a:lnTo>
                  <a:lnTo>
                    <a:pt x="3753251" y="1128628"/>
                  </a:lnTo>
                  <a:lnTo>
                    <a:pt x="3756674" y="1044950"/>
                  </a:lnTo>
                  <a:lnTo>
                    <a:pt x="3760096" y="1109333"/>
                  </a:lnTo>
                  <a:lnTo>
                    <a:pt x="3763519" y="1163254"/>
                  </a:lnTo>
                  <a:lnTo>
                    <a:pt x="3766942" y="1244079"/>
                  </a:lnTo>
                  <a:lnTo>
                    <a:pt x="3770365" y="1341490"/>
                  </a:lnTo>
                  <a:lnTo>
                    <a:pt x="3773788" y="1355076"/>
                  </a:lnTo>
                  <a:lnTo>
                    <a:pt x="3777210" y="1305470"/>
                  </a:lnTo>
                  <a:lnTo>
                    <a:pt x="3780633" y="1453568"/>
                  </a:lnTo>
                  <a:lnTo>
                    <a:pt x="3784056" y="1375494"/>
                  </a:lnTo>
                  <a:lnTo>
                    <a:pt x="3787479" y="1535047"/>
                  </a:lnTo>
                  <a:lnTo>
                    <a:pt x="3790902" y="1511711"/>
                  </a:lnTo>
                  <a:lnTo>
                    <a:pt x="3794324" y="1521023"/>
                  </a:lnTo>
                  <a:lnTo>
                    <a:pt x="3797747" y="1614610"/>
                  </a:lnTo>
                  <a:lnTo>
                    <a:pt x="3801170" y="1623022"/>
                  </a:lnTo>
                  <a:lnTo>
                    <a:pt x="3804593" y="1624779"/>
                  </a:lnTo>
                  <a:lnTo>
                    <a:pt x="3808016" y="1650980"/>
                  </a:lnTo>
                  <a:lnTo>
                    <a:pt x="3811438" y="1560163"/>
                  </a:lnTo>
                  <a:lnTo>
                    <a:pt x="3814861" y="1533863"/>
                  </a:lnTo>
                  <a:lnTo>
                    <a:pt x="3818284" y="1534536"/>
                  </a:lnTo>
                  <a:lnTo>
                    <a:pt x="3821707" y="1546981"/>
                  </a:lnTo>
                  <a:lnTo>
                    <a:pt x="3825130" y="1574435"/>
                  </a:lnTo>
                  <a:lnTo>
                    <a:pt x="3828552" y="1537401"/>
                  </a:lnTo>
                  <a:lnTo>
                    <a:pt x="3831975" y="1504924"/>
                  </a:lnTo>
                  <a:lnTo>
                    <a:pt x="3835398" y="1494654"/>
                  </a:lnTo>
                  <a:lnTo>
                    <a:pt x="3838821" y="1371802"/>
                  </a:lnTo>
                  <a:lnTo>
                    <a:pt x="3842243" y="1327284"/>
                  </a:lnTo>
                  <a:lnTo>
                    <a:pt x="3845666" y="1373258"/>
                  </a:lnTo>
                  <a:lnTo>
                    <a:pt x="3849089" y="1325642"/>
                  </a:lnTo>
                  <a:lnTo>
                    <a:pt x="3852512" y="1340321"/>
                  </a:lnTo>
                  <a:lnTo>
                    <a:pt x="3855935" y="1316171"/>
                  </a:lnTo>
                  <a:lnTo>
                    <a:pt x="3859357" y="1319875"/>
                  </a:lnTo>
                  <a:lnTo>
                    <a:pt x="3862780" y="1034828"/>
                  </a:lnTo>
                  <a:lnTo>
                    <a:pt x="3866203" y="978407"/>
                  </a:lnTo>
                  <a:lnTo>
                    <a:pt x="3869626" y="812453"/>
                  </a:lnTo>
                  <a:lnTo>
                    <a:pt x="3873049" y="778755"/>
                  </a:lnTo>
                  <a:lnTo>
                    <a:pt x="3876471" y="729889"/>
                  </a:lnTo>
                  <a:lnTo>
                    <a:pt x="3879894" y="767953"/>
                  </a:lnTo>
                  <a:lnTo>
                    <a:pt x="3883317" y="810211"/>
                  </a:lnTo>
                  <a:lnTo>
                    <a:pt x="3886740" y="844694"/>
                  </a:lnTo>
                  <a:lnTo>
                    <a:pt x="3890163" y="813633"/>
                  </a:lnTo>
                  <a:lnTo>
                    <a:pt x="3893585" y="673406"/>
                  </a:lnTo>
                  <a:lnTo>
                    <a:pt x="3897008" y="735177"/>
                  </a:lnTo>
                  <a:lnTo>
                    <a:pt x="3900431" y="784063"/>
                  </a:lnTo>
                  <a:lnTo>
                    <a:pt x="3903854" y="759941"/>
                  </a:lnTo>
                  <a:lnTo>
                    <a:pt x="3907277" y="821993"/>
                  </a:lnTo>
                  <a:lnTo>
                    <a:pt x="3910699" y="833374"/>
                  </a:lnTo>
                  <a:lnTo>
                    <a:pt x="3914122" y="880743"/>
                  </a:lnTo>
                  <a:lnTo>
                    <a:pt x="3917545" y="890907"/>
                  </a:lnTo>
                  <a:lnTo>
                    <a:pt x="3920968" y="797768"/>
                  </a:lnTo>
                  <a:lnTo>
                    <a:pt x="3924391" y="776784"/>
                  </a:lnTo>
                  <a:lnTo>
                    <a:pt x="3927813" y="763933"/>
                  </a:lnTo>
                  <a:lnTo>
                    <a:pt x="3931236" y="844963"/>
                  </a:lnTo>
                  <a:lnTo>
                    <a:pt x="3934659" y="843245"/>
                  </a:lnTo>
                  <a:lnTo>
                    <a:pt x="3938082" y="812580"/>
                  </a:lnTo>
                  <a:lnTo>
                    <a:pt x="3941505" y="697358"/>
                  </a:lnTo>
                  <a:lnTo>
                    <a:pt x="3944927" y="805901"/>
                  </a:lnTo>
                  <a:lnTo>
                    <a:pt x="3948350" y="792734"/>
                  </a:lnTo>
                  <a:lnTo>
                    <a:pt x="3951773" y="837785"/>
                  </a:lnTo>
                  <a:lnTo>
                    <a:pt x="3955196" y="788141"/>
                  </a:lnTo>
                  <a:lnTo>
                    <a:pt x="3958618" y="779584"/>
                  </a:lnTo>
                  <a:lnTo>
                    <a:pt x="3962041" y="865755"/>
                  </a:lnTo>
                  <a:lnTo>
                    <a:pt x="3965464" y="894127"/>
                  </a:lnTo>
                  <a:lnTo>
                    <a:pt x="3968887" y="1001235"/>
                  </a:lnTo>
                  <a:lnTo>
                    <a:pt x="3972310" y="1067171"/>
                  </a:lnTo>
                  <a:lnTo>
                    <a:pt x="3975732" y="1134192"/>
                  </a:lnTo>
                  <a:lnTo>
                    <a:pt x="3979155" y="1076551"/>
                  </a:lnTo>
                  <a:lnTo>
                    <a:pt x="3982578" y="1154217"/>
                  </a:lnTo>
                  <a:lnTo>
                    <a:pt x="3986001" y="1303454"/>
                  </a:lnTo>
                  <a:lnTo>
                    <a:pt x="3989424" y="1347234"/>
                  </a:lnTo>
                  <a:lnTo>
                    <a:pt x="3992846" y="1408925"/>
                  </a:lnTo>
                  <a:lnTo>
                    <a:pt x="3996269" y="1409126"/>
                  </a:lnTo>
                  <a:lnTo>
                    <a:pt x="3999692" y="1499288"/>
                  </a:lnTo>
                  <a:lnTo>
                    <a:pt x="4003115" y="1503882"/>
                  </a:lnTo>
                  <a:lnTo>
                    <a:pt x="4006538" y="1594823"/>
                  </a:lnTo>
                  <a:lnTo>
                    <a:pt x="4009960" y="1664253"/>
                  </a:lnTo>
                  <a:lnTo>
                    <a:pt x="4013383" y="1720438"/>
                  </a:lnTo>
                  <a:lnTo>
                    <a:pt x="4016806" y="1687349"/>
                  </a:lnTo>
                  <a:lnTo>
                    <a:pt x="4020229" y="1672683"/>
                  </a:lnTo>
                  <a:lnTo>
                    <a:pt x="4023652" y="1610287"/>
                  </a:lnTo>
                  <a:lnTo>
                    <a:pt x="4027074" y="1679249"/>
                  </a:lnTo>
                  <a:lnTo>
                    <a:pt x="4030497" y="1747965"/>
                  </a:lnTo>
                  <a:lnTo>
                    <a:pt x="4033920" y="1721420"/>
                  </a:lnTo>
                  <a:lnTo>
                    <a:pt x="4037343" y="1880565"/>
                  </a:lnTo>
                  <a:lnTo>
                    <a:pt x="4040766" y="1863936"/>
                  </a:lnTo>
                  <a:lnTo>
                    <a:pt x="4044188" y="1928225"/>
                  </a:lnTo>
                  <a:lnTo>
                    <a:pt x="4047611" y="1979548"/>
                  </a:lnTo>
                  <a:lnTo>
                    <a:pt x="4051034" y="1858827"/>
                  </a:lnTo>
                  <a:lnTo>
                    <a:pt x="4054457" y="1786812"/>
                  </a:lnTo>
                  <a:lnTo>
                    <a:pt x="4057879" y="1786125"/>
                  </a:lnTo>
                  <a:lnTo>
                    <a:pt x="4061302" y="1821275"/>
                  </a:lnTo>
                  <a:lnTo>
                    <a:pt x="4064725" y="1858120"/>
                  </a:lnTo>
                  <a:lnTo>
                    <a:pt x="4068148" y="1922718"/>
                  </a:lnTo>
                  <a:lnTo>
                    <a:pt x="4071571" y="1979522"/>
                  </a:lnTo>
                  <a:lnTo>
                    <a:pt x="4074993" y="2024820"/>
                  </a:lnTo>
                  <a:lnTo>
                    <a:pt x="4078416" y="2029558"/>
                  </a:lnTo>
                  <a:lnTo>
                    <a:pt x="4081839" y="1968868"/>
                  </a:lnTo>
                  <a:lnTo>
                    <a:pt x="4085262" y="2009242"/>
                  </a:lnTo>
                  <a:lnTo>
                    <a:pt x="4088685" y="2023799"/>
                  </a:lnTo>
                  <a:lnTo>
                    <a:pt x="4092107" y="1983678"/>
                  </a:lnTo>
                  <a:lnTo>
                    <a:pt x="4095530" y="2023935"/>
                  </a:lnTo>
                  <a:lnTo>
                    <a:pt x="4098953" y="2032379"/>
                  </a:lnTo>
                  <a:lnTo>
                    <a:pt x="4102376" y="2078924"/>
                  </a:lnTo>
                  <a:lnTo>
                    <a:pt x="4105799" y="2110443"/>
                  </a:lnTo>
                  <a:lnTo>
                    <a:pt x="4109221" y="2120906"/>
                  </a:lnTo>
                  <a:lnTo>
                    <a:pt x="4112644" y="2182939"/>
                  </a:lnTo>
                  <a:lnTo>
                    <a:pt x="4116067" y="2163422"/>
                  </a:lnTo>
                  <a:lnTo>
                    <a:pt x="4119490" y="2179557"/>
                  </a:lnTo>
                  <a:lnTo>
                    <a:pt x="4122913" y="2168019"/>
                  </a:lnTo>
                  <a:lnTo>
                    <a:pt x="4126335" y="2116479"/>
                  </a:lnTo>
                  <a:lnTo>
                    <a:pt x="4129758" y="2128936"/>
                  </a:lnTo>
                  <a:lnTo>
                    <a:pt x="4133181" y="2182534"/>
                  </a:lnTo>
                  <a:lnTo>
                    <a:pt x="4136604" y="2177124"/>
                  </a:lnTo>
                  <a:lnTo>
                    <a:pt x="4140027" y="2209601"/>
                  </a:lnTo>
                  <a:lnTo>
                    <a:pt x="4143449" y="2269220"/>
                  </a:lnTo>
                  <a:lnTo>
                    <a:pt x="4146872" y="2213501"/>
                  </a:lnTo>
                  <a:lnTo>
                    <a:pt x="4150295" y="2269715"/>
                  </a:lnTo>
                  <a:lnTo>
                    <a:pt x="4153718" y="2115338"/>
                  </a:lnTo>
                  <a:lnTo>
                    <a:pt x="4157141" y="2027685"/>
                  </a:lnTo>
                  <a:lnTo>
                    <a:pt x="4160563" y="2002275"/>
                  </a:lnTo>
                  <a:lnTo>
                    <a:pt x="4163986" y="2098395"/>
                  </a:lnTo>
                  <a:lnTo>
                    <a:pt x="4167409" y="2187255"/>
                  </a:lnTo>
                  <a:lnTo>
                    <a:pt x="4170832" y="2136001"/>
                  </a:lnTo>
                  <a:lnTo>
                    <a:pt x="4174254" y="2163558"/>
                  </a:lnTo>
                  <a:lnTo>
                    <a:pt x="4177677" y="2046685"/>
                  </a:lnTo>
                  <a:lnTo>
                    <a:pt x="4181100" y="2024867"/>
                  </a:lnTo>
                  <a:lnTo>
                    <a:pt x="4184523" y="1931107"/>
                  </a:lnTo>
                  <a:lnTo>
                    <a:pt x="4187946" y="1939164"/>
                  </a:lnTo>
                  <a:lnTo>
                    <a:pt x="4191368" y="2002806"/>
                  </a:lnTo>
                  <a:lnTo>
                    <a:pt x="4194791" y="2005329"/>
                  </a:lnTo>
                  <a:lnTo>
                    <a:pt x="4198214" y="2056500"/>
                  </a:lnTo>
                  <a:lnTo>
                    <a:pt x="4201637" y="2019079"/>
                  </a:lnTo>
                  <a:lnTo>
                    <a:pt x="4205060" y="2006301"/>
                  </a:lnTo>
                  <a:lnTo>
                    <a:pt x="4208482" y="1899077"/>
                  </a:lnTo>
                  <a:lnTo>
                    <a:pt x="4211905" y="1905251"/>
                  </a:lnTo>
                  <a:lnTo>
                    <a:pt x="4215328" y="1953381"/>
                  </a:lnTo>
                  <a:lnTo>
                    <a:pt x="4218751" y="2100706"/>
                  </a:lnTo>
                  <a:lnTo>
                    <a:pt x="4222174" y="2168061"/>
                  </a:lnTo>
                  <a:lnTo>
                    <a:pt x="4225596" y="2176452"/>
                  </a:lnTo>
                  <a:lnTo>
                    <a:pt x="4229019" y="2196506"/>
                  </a:lnTo>
                  <a:lnTo>
                    <a:pt x="4232442" y="2221726"/>
                  </a:lnTo>
                  <a:lnTo>
                    <a:pt x="4235865" y="2184676"/>
                  </a:lnTo>
                  <a:lnTo>
                    <a:pt x="4239288" y="2240264"/>
                  </a:lnTo>
                  <a:lnTo>
                    <a:pt x="4242710" y="2236864"/>
                  </a:lnTo>
                  <a:lnTo>
                    <a:pt x="4246133" y="2326430"/>
                  </a:lnTo>
                  <a:lnTo>
                    <a:pt x="4249556" y="2354334"/>
                  </a:lnTo>
                  <a:lnTo>
                    <a:pt x="4252979" y="2367023"/>
                  </a:lnTo>
                  <a:lnTo>
                    <a:pt x="4256402" y="2364992"/>
                  </a:lnTo>
                  <a:lnTo>
                    <a:pt x="4259824" y="2326180"/>
                  </a:lnTo>
                  <a:lnTo>
                    <a:pt x="4263247" y="2385829"/>
                  </a:lnTo>
                  <a:lnTo>
                    <a:pt x="4266670" y="2416702"/>
                  </a:lnTo>
                  <a:lnTo>
                    <a:pt x="4270093" y="2436411"/>
                  </a:lnTo>
                  <a:lnTo>
                    <a:pt x="4273515" y="2469295"/>
                  </a:lnTo>
                  <a:lnTo>
                    <a:pt x="4276938" y="2466294"/>
                  </a:lnTo>
                  <a:lnTo>
                    <a:pt x="4280361" y="2468955"/>
                  </a:lnTo>
                  <a:lnTo>
                    <a:pt x="4283784" y="2463890"/>
                  </a:lnTo>
                  <a:lnTo>
                    <a:pt x="4287207" y="2448751"/>
                  </a:lnTo>
                  <a:lnTo>
                    <a:pt x="4290629" y="2427194"/>
                  </a:lnTo>
                  <a:lnTo>
                    <a:pt x="4294052" y="2413140"/>
                  </a:lnTo>
                  <a:lnTo>
                    <a:pt x="4297475" y="2361472"/>
                  </a:lnTo>
                  <a:lnTo>
                    <a:pt x="4300898" y="2309385"/>
                  </a:lnTo>
                  <a:lnTo>
                    <a:pt x="4304321" y="2335556"/>
                  </a:lnTo>
                  <a:lnTo>
                    <a:pt x="4307743" y="2352949"/>
                  </a:lnTo>
                  <a:lnTo>
                    <a:pt x="4311166" y="2353931"/>
                  </a:lnTo>
                  <a:lnTo>
                    <a:pt x="4314589" y="2281832"/>
                  </a:lnTo>
                  <a:lnTo>
                    <a:pt x="4318012" y="2247099"/>
                  </a:lnTo>
                  <a:lnTo>
                    <a:pt x="4321435" y="2127937"/>
                  </a:lnTo>
                  <a:lnTo>
                    <a:pt x="4324857" y="2083086"/>
                  </a:lnTo>
                  <a:lnTo>
                    <a:pt x="4328280" y="2087598"/>
                  </a:lnTo>
                  <a:lnTo>
                    <a:pt x="4331703" y="1996642"/>
                  </a:lnTo>
                  <a:lnTo>
                    <a:pt x="4335126" y="2042871"/>
                  </a:lnTo>
                  <a:lnTo>
                    <a:pt x="4338549" y="2119853"/>
                  </a:lnTo>
                  <a:lnTo>
                    <a:pt x="4341971" y="2223550"/>
                  </a:lnTo>
                  <a:lnTo>
                    <a:pt x="4345394" y="2270941"/>
                  </a:lnTo>
                  <a:lnTo>
                    <a:pt x="4348817" y="2245960"/>
                  </a:lnTo>
                  <a:lnTo>
                    <a:pt x="4352240" y="2322000"/>
                  </a:lnTo>
                  <a:lnTo>
                    <a:pt x="4355663" y="2325118"/>
                  </a:lnTo>
                  <a:lnTo>
                    <a:pt x="4359085" y="2308217"/>
                  </a:lnTo>
                  <a:lnTo>
                    <a:pt x="4362508" y="2347049"/>
                  </a:lnTo>
                  <a:lnTo>
                    <a:pt x="4365931" y="2400550"/>
                  </a:lnTo>
                  <a:lnTo>
                    <a:pt x="4369354" y="2463613"/>
                  </a:lnTo>
                  <a:lnTo>
                    <a:pt x="4372776" y="2393625"/>
                  </a:lnTo>
                  <a:lnTo>
                    <a:pt x="4376199" y="2314177"/>
                  </a:lnTo>
                  <a:lnTo>
                    <a:pt x="4379622" y="2215491"/>
                  </a:lnTo>
                  <a:lnTo>
                    <a:pt x="4383045" y="2320461"/>
                  </a:lnTo>
                  <a:lnTo>
                    <a:pt x="4386468" y="2357873"/>
                  </a:lnTo>
                  <a:lnTo>
                    <a:pt x="4389890" y="2264008"/>
                  </a:lnTo>
                  <a:lnTo>
                    <a:pt x="4393313" y="2160441"/>
                  </a:lnTo>
                  <a:lnTo>
                    <a:pt x="4396736" y="2229610"/>
                  </a:lnTo>
                  <a:lnTo>
                    <a:pt x="4400159" y="2266363"/>
                  </a:lnTo>
                  <a:lnTo>
                    <a:pt x="4403582" y="2246144"/>
                  </a:lnTo>
                  <a:lnTo>
                    <a:pt x="4407004" y="2177719"/>
                  </a:lnTo>
                  <a:lnTo>
                    <a:pt x="4410427" y="2207357"/>
                  </a:lnTo>
                  <a:lnTo>
                    <a:pt x="4413850" y="2267200"/>
                  </a:lnTo>
                  <a:lnTo>
                    <a:pt x="4417273" y="2366561"/>
                  </a:lnTo>
                  <a:lnTo>
                    <a:pt x="4420696" y="2354829"/>
                  </a:lnTo>
                  <a:lnTo>
                    <a:pt x="4424118" y="2370630"/>
                  </a:lnTo>
                  <a:lnTo>
                    <a:pt x="4427541" y="2331849"/>
                  </a:lnTo>
                  <a:lnTo>
                    <a:pt x="4430964" y="2303202"/>
                  </a:lnTo>
                  <a:lnTo>
                    <a:pt x="4434387" y="2237247"/>
                  </a:lnTo>
                  <a:lnTo>
                    <a:pt x="4437810" y="2111263"/>
                  </a:lnTo>
                  <a:lnTo>
                    <a:pt x="4441232" y="2061880"/>
                  </a:lnTo>
                  <a:lnTo>
                    <a:pt x="4444655" y="1999298"/>
                  </a:lnTo>
                  <a:lnTo>
                    <a:pt x="4448078" y="1947431"/>
                  </a:lnTo>
                  <a:lnTo>
                    <a:pt x="4451501" y="2028248"/>
                  </a:lnTo>
                  <a:lnTo>
                    <a:pt x="4454924" y="2096821"/>
                  </a:lnTo>
                  <a:lnTo>
                    <a:pt x="4458346" y="2143680"/>
                  </a:lnTo>
                  <a:lnTo>
                    <a:pt x="4461769" y="2143240"/>
                  </a:lnTo>
                  <a:lnTo>
                    <a:pt x="4465192" y="2137706"/>
                  </a:lnTo>
                  <a:lnTo>
                    <a:pt x="4468615" y="2154331"/>
                  </a:lnTo>
                  <a:lnTo>
                    <a:pt x="4472038" y="2123283"/>
                  </a:lnTo>
                  <a:lnTo>
                    <a:pt x="4475460" y="2147132"/>
                  </a:lnTo>
                  <a:lnTo>
                    <a:pt x="4478883" y="2203566"/>
                  </a:lnTo>
                  <a:lnTo>
                    <a:pt x="4482306" y="2124310"/>
                  </a:lnTo>
                  <a:lnTo>
                    <a:pt x="4485729" y="2044735"/>
                  </a:lnTo>
                  <a:lnTo>
                    <a:pt x="4489151" y="1959569"/>
                  </a:lnTo>
                  <a:lnTo>
                    <a:pt x="4492574" y="2031251"/>
                  </a:lnTo>
                  <a:lnTo>
                    <a:pt x="4495997" y="2132204"/>
                  </a:lnTo>
                  <a:lnTo>
                    <a:pt x="4499420" y="2184093"/>
                  </a:lnTo>
                  <a:lnTo>
                    <a:pt x="4502843" y="2207066"/>
                  </a:lnTo>
                  <a:lnTo>
                    <a:pt x="4506265" y="2200263"/>
                  </a:lnTo>
                  <a:lnTo>
                    <a:pt x="4509688" y="2267636"/>
                  </a:lnTo>
                  <a:lnTo>
                    <a:pt x="4513111" y="2184149"/>
                  </a:lnTo>
                  <a:lnTo>
                    <a:pt x="4516534" y="2017589"/>
                  </a:lnTo>
                  <a:lnTo>
                    <a:pt x="4519957" y="2024744"/>
                  </a:lnTo>
                  <a:lnTo>
                    <a:pt x="4523379" y="1969831"/>
                  </a:lnTo>
                  <a:lnTo>
                    <a:pt x="4526802" y="2015187"/>
                  </a:lnTo>
                  <a:lnTo>
                    <a:pt x="4530225" y="2024896"/>
                  </a:lnTo>
                  <a:lnTo>
                    <a:pt x="4533648" y="2049636"/>
                  </a:lnTo>
                  <a:lnTo>
                    <a:pt x="4537071" y="2140531"/>
                  </a:lnTo>
                  <a:lnTo>
                    <a:pt x="4540493" y="2167713"/>
                  </a:lnTo>
                  <a:lnTo>
                    <a:pt x="4543916" y="2120277"/>
                  </a:lnTo>
                  <a:lnTo>
                    <a:pt x="4547339" y="2102611"/>
                  </a:lnTo>
                  <a:lnTo>
                    <a:pt x="4550762" y="2093076"/>
                  </a:lnTo>
                  <a:lnTo>
                    <a:pt x="4554185" y="2009681"/>
                  </a:lnTo>
                  <a:lnTo>
                    <a:pt x="4557607" y="1983444"/>
                  </a:lnTo>
                  <a:lnTo>
                    <a:pt x="4561030" y="1870423"/>
                  </a:lnTo>
                  <a:lnTo>
                    <a:pt x="4564453" y="1926791"/>
                  </a:lnTo>
                  <a:lnTo>
                    <a:pt x="4567876" y="1989949"/>
                  </a:lnTo>
                  <a:lnTo>
                    <a:pt x="4571299" y="1895746"/>
                  </a:lnTo>
                  <a:lnTo>
                    <a:pt x="4574721" y="1871993"/>
                  </a:lnTo>
                  <a:lnTo>
                    <a:pt x="4578144" y="1816025"/>
                  </a:lnTo>
                  <a:lnTo>
                    <a:pt x="4581567" y="1800860"/>
                  </a:lnTo>
                  <a:lnTo>
                    <a:pt x="4584990" y="1843642"/>
                  </a:lnTo>
                  <a:lnTo>
                    <a:pt x="4588412" y="1817298"/>
                  </a:lnTo>
                  <a:lnTo>
                    <a:pt x="4591835" y="1804742"/>
                  </a:lnTo>
                  <a:lnTo>
                    <a:pt x="4595258" y="1569480"/>
                  </a:lnTo>
                  <a:lnTo>
                    <a:pt x="4598681" y="1545312"/>
                  </a:lnTo>
                  <a:lnTo>
                    <a:pt x="4602104" y="1446795"/>
                  </a:lnTo>
                  <a:lnTo>
                    <a:pt x="4605526" y="1451965"/>
                  </a:lnTo>
                  <a:lnTo>
                    <a:pt x="4608949" y="1325806"/>
                  </a:lnTo>
                  <a:lnTo>
                    <a:pt x="4612372" y="1288442"/>
                  </a:lnTo>
                  <a:lnTo>
                    <a:pt x="4615795" y="1268433"/>
                  </a:lnTo>
                  <a:lnTo>
                    <a:pt x="4619218" y="1316138"/>
                  </a:lnTo>
                  <a:lnTo>
                    <a:pt x="4622640" y="1260680"/>
                  </a:lnTo>
                  <a:lnTo>
                    <a:pt x="4626063" y="1285965"/>
                  </a:lnTo>
                  <a:lnTo>
                    <a:pt x="4629486" y="1226176"/>
                  </a:lnTo>
                  <a:lnTo>
                    <a:pt x="4632909" y="1215636"/>
                  </a:lnTo>
                  <a:lnTo>
                    <a:pt x="4636332" y="1288958"/>
                  </a:lnTo>
                  <a:lnTo>
                    <a:pt x="4639754" y="1221807"/>
                  </a:lnTo>
                  <a:lnTo>
                    <a:pt x="4643177" y="1343392"/>
                  </a:lnTo>
                  <a:lnTo>
                    <a:pt x="4646600" y="1516322"/>
                  </a:lnTo>
                  <a:lnTo>
                    <a:pt x="4650023" y="1576158"/>
                  </a:lnTo>
                  <a:lnTo>
                    <a:pt x="4653446" y="1683379"/>
                  </a:lnTo>
                  <a:lnTo>
                    <a:pt x="4656868" y="1827180"/>
                  </a:lnTo>
                  <a:lnTo>
                    <a:pt x="4660291" y="1820757"/>
                  </a:lnTo>
                  <a:lnTo>
                    <a:pt x="4663714" y="1890755"/>
                  </a:lnTo>
                  <a:lnTo>
                    <a:pt x="4667137" y="1810389"/>
                  </a:lnTo>
                  <a:lnTo>
                    <a:pt x="4670560" y="1790928"/>
                  </a:lnTo>
                  <a:lnTo>
                    <a:pt x="4673982" y="1808102"/>
                  </a:lnTo>
                  <a:lnTo>
                    <a:pt x="4677405" y="1839801"/>
                  </a:lnTo>
                  <a:lnTo>
                    <a:pt x="4680828" y="1980331"/>
                  </a:lnTo>
                  <a:lnTo>
                    <a:pt x="4684251" y="2053885"/>
                  </a:lnTo>
                  <a:lnTo>
                    <a:pt x="4687673" y="2012608"/>
                  </a:lnTo>
                  <a:lnTo>
                    <a:pt x="4691096" y="2160125"/>
                  </a:lnTo>
                  <a:lnTo>
                    <a:pt x="4694519" y="2164546"/>
                  </a:lnTo>
                  <a:lnTo>
                    <a:pt x="4697942" y="2239544"/>
                  </a:lnTo>
                  <a:lnTo>
                    <a:pt x="4701365" y="2268902"/>
                  </a:lnTo>
                  <a:lnTo>
                    <a:pt x="4704787" y="2231080"/>
                  </a:lnTo>
                  <a:lnTo>
                    <a:pt x="4708210" y="2179701"/>
                  </a:lnTo>
                  <a:lnTo>
                    <a:pt x="4711633" y="2093411"/>
                  </a:lnTo>
                  <a:lnTo>
                    <a:pt x="4715056" y="2097946"/>
                  </a:lnTo>
                  <a:lnTo>
                    <a:pt x="4718479" y="2041138"/>
                  </a:lnTo>
                  <a:lnTo>
                    <a:pt x="4721901" y="2019513"/>
                  </a:lnTo>
                  <a:lnTo>
                    <a:pt x="4725324" y="2008135"/>
                  </a:lnTo>
                  <a:lnTo>
                    <a:pt x="4728747" y="1971239"/>
                  </a:lnTo>
                  <a:lnTo>
                    <a:pt x="4732170" y="1963540"/>
                  </a:lnTo>
                  <a:lnTo>
                    <a:pt x="4735593" y="2022286"/>
                  </a:lnTo>
                  <a:lnTo>
                    <a:pt x="4739015" y="2178616"/>
                  </a:lnTo>
                  <a:lnTo>
                    <a:pt x="4742438" y="2295434"/>
                  </a:lnTo>
                  <a:lnTo>
                    <a:pt x="4745861" y="2244365"/>
                  </a:lnTo>
                  <a:lnTo>
                    <a:pt x="4749284" y="2122707"/>
                  </a:lnTo>
                  <a:lnTo>
                    <a:pt x="4752707" y="2225958"/>
                  </a:lnTo>
                  <a:lnTo>
                    <a:pt x="4756129" y="2200060"/>
                  </a:lnTo>
                  <a:lnTo>
                    <a:pt x="4759552" y="2230656"/>
                  </a:lnTo>
                  <a:lnTo>
                    <a:pt x="4762975" y="2173657"/>
                  </a:lnTo>
                  <a:lnTo>
                    <a:pt x="4766398" y="2215974"/>
                  </a:lnTo>
                  <a:lnTo>
                    <a:pt x="4769821" y="2284939"/>
                  </a:lnTo>
                  <a:lnTo>
                    <a:pt x="4773243" y="2281092"/>
                  </a:lnTo>
                  <a:lnTo>
                    <a:pt x="4776666" y="2341080"/>
                  </a:lnTo>
                  <a:lnTo>
                    <a:pt x="4780089" y="2268673"/>
                  </a:lnTo>
                  <a:lnTo>
                    <a:pt x="4783512" y="2252896"/>
                  </a:lnTo>
                  <a:lnTo>
                    <a:pt x="4786935" y="2181216"/>
                  </a:lnTo>
                  <a:lnTo>
                    <a:pt x="4790357" y="2134191"/>
                  </a:lnTo>
                  <a:lnTo>
                    <a:pt x="4793780" y="2142992"/>
                  </a:lnTo>
                  <a:lnTo>
                    <a:pt x="4797203" y="2272439"/>
                  </a:lnTo>
                  <a:lnTo>
                    <a:pt x="4800626" y="2319567"/>
                  </a:lnTo>
                  <a:lnTo>
                    <a:pt x="4804048" y="2357042"/>
                  </a:lnTo>
                  <a:lnTo>
                    <a:pt x="4807471" y="2383938"/>
                  </a:lnTo>
                  <a:lnTo>
                    <a:pt x="4810894" y="2433249"/>
                  </a:lnTo>
                  <a:lnTo>
                    <a:pt x="4814317" y="2472146"/>
                  </a:lnTo>
                  <a:lnTo>
                    <a:pt x="4817740" y="2498592"/>
                  </a:lnTo>
                  <a:lnTo>
                    <a:pt x="4821162" y="2497615"/>
                  </a:lnTo>
                  <a:lnTo>
                    <a:pt x="4824585" y="2515082"/>
                  </a:lnTo>
                  <a:lnTo>
                    <a:pt x="4828008" y="2530676"/>
                  </a:lnTo>
                  <a:lnTo>
                    <a:pt x="4831431" y="2531662"/>
                  </a:lnTo>
                  <a:lnTo>
                    <a:pt x="4834854" y="2516346"/>
                  </a:lnTo>
                  <a:lnTo>
                    <a:pt x="4838276" y="2476616"/>
                  </a:lnTo>
                  <a:lnTo>
                    <a:pt x="4841699" y="2448175"/>
                  </a:lnTo>
                  <a:lnTo>
                    <a:pt x="4845122" y="2387487"/>
                  </a:lnTo>
                  <a:lnTo>
                    <a:pt x="4848545" y="2324610"/>
                  </a:lnTo>
                  <a:lnTo>
                    <a:pt x="4851968" y="2239182"/>
                  </a:lnTo>
                  <a:lnTo>
                    <a:pt x="4855390" y="2135698"/>
                  </a:lnTo>
                  <a:lnTo>
                    <a:pt x="4858813" y="2107601"/>
                  </a:lnTo>
                  <a:lnTo>
                    <a:pt x="4862236" y="2109749"/>
                  </a:lnTo>
                  <a:lnTo>
                    <a:pt x="4865659" y="2099866"/>
                  </a:lnTo>
                  <a:lnTo>
                    <a:pt x="4869082" y="2115178"/>
                  </a:lnTo>
                  <a:lnTo>
                    <a:pt x="4872504" y="2217500"/>
                  </a:lnTo>
                  <a:lnTo>
                    <a:pt x="4875927" y="2283654"/>
                  </a:lnTo>
                  <a:lnTo>
                    <a:pt x="4879350" y="2355790"/>
                  </a:lnTo>
                  <a:lnTo>
                    <a:pt x="4882773" y="2366219"/>
                  </a:lnTo>
                  <a:lnTo>
                    <a:pt x="4886196" y="2441218"/>
                  </a:lnTo>
                  <a:lnTo>
                    <a:pt x="4889618" y="2522666"/>
                  </a:lnTo>
                  <a:lnTo>
                    <a:pt x="4893041" y="2507673"/>
                  </a:lnTo>
                  <a:lnTo>
                    <a:pt x="4896464" y="2492214"/>
                  </a:lnTo>
                  <a:lnTo>
                    <a:pt x="4899887" y="2508568"/>
                  </a:lnTo>
                  <a:lnTo>
                    <a:pt x="4903309" y="2499577"/>
                  </a:lnTo>
                  <a:lnTo>
                    <a:pt x="4906732" y="2543024"/>
                  </a:lnTo>
                  <a:lnTo>
                    <a:pt x="4910155" y="2503454"/>
                  </a:lnTo>
                  <a:lnTo>
                    <a:pt x="4913578" y="2486260"/>
                  </a:lnTo>
                  <a:lnTo>
                    <a:pt x="4917001" y="2500617"/>
                  </a:lnTo>
                  <a:lnTo>
                    <a:pt x="4920423" y="2479039"/>
                  </a:lnTo>
                  <a:lnTo>
                    <a:pt x="4923846" y="2386389"/>
                  </a:lnTo>
                  <a:lnTo>
                    <a:pt x="4927269" y="2293496"/>
                  </a:lnTo>
                  <a:lnTo>
                    <a:pt x="4930692" y="2331740"/>
                  </a:lnTo>
                  <a:lnTo>
                    <a:pt x="4934115" y="2328688"/>
                  </a:lnTo>
                  <a:lnTo>
                    <a:pt x="4937537" y="2341075"/>
                  </a:lnTo>
                  <a:lnTo>
                    <a:pt x="4940960" y="2434803"/>
                  </a:lnTo>
                  <a:lnTo>
                    <a:pt x="4944383" y="2422893"/>
                  </a:lnTo>
                  <a:lnTo>
                    <a:pt x="4947806" y="2387397"/>
                  </a:lnTo>
                  <a:lnTo>
                    <a:pt x="4951229" y="2288086"/>
                  </a:lnTo>
                  <a:lnTo>
                    <a:pt x="4954651" y="2305040"/>
                  </a:lnTo>
                  <a:lnTo>
                    <a:pt x="4958074" y="2394731"/>
                  </a:lnTo>
                  <a:lnTo>
                    <a:pt x="4961497" y="2435480"/>
                  </a:lnTo>
                  <a:lnTo>
                    <a:pt x="4964920" y="2477662"/>
                  </a:lnTo>
                  <a:lnTo>
                    <a:pt x="4968343" y="2465371"/>
                  </a:lnTo>
                  <a:lnTo>
                    <a:pt x="4971765" y="2455393"/>
                  </a:lnTo>
                  <a:lnTo>
                    <a:pt x="4975188" y="2424977"/>
                  </a:lnTo>
                  <a:lnTo>
                    <a:pt x="4978611" y="2428581"/>
                  </a:lnTo>
                  <a:lnTo>
                    <a:pt x="4982034" y="2435504"/>
                  </a:lnTo>
                  <a:lnTo>
                    <a:pt x="4985457" y="2473416"/>
                  </a:lnTo>
                  <a:lnTo>
                    <a:pt x="4988879" y="2523433"/>
                  </a:lnTo>
                  <a:lnTo>
                    <a:pt x="4992302" y="2508394"/>
                  </a:lnTo>
                  <a:lnTo>
                    <a:pt x="4995725" y="2458032"/>
                  </a:lnTo>
                  <a:lnTo>
                    <a:pt x="4999148" y="2443527"/>
                  </a:lnTo>
                  <a:lnTo>
                    <a:pt x="5002570" y="2435162"/>
                  </a:lnTo>
                  <a:lnTo>
                    <a:pt x="5005993" y="2424015"/>
                  </a:lnTo>
                  <a:lnTo>
                    <a:pt x="5009416" y="2441906"/>
                  </a:lnTo>
                  <a:lnTo>
                    <a:pt x="5012839" y="2428198"/>
                  </a:lnTo>
                  <a:lnTo>
                    <a:pt x="5016262" y="2517145"/>
                  </a:lnTo>
                  <a:lnTo>
                    <a:pt x="5019684" y="2549966"/>
                  </a:lnTo>
                  <a:lnTo>
                    <a:pt x="5023107" y="2598298"/>
                  </a:lnTo>
                  <a:lnTo>
                    <a:pt x="5026530" y="2592105"/>
                  </a:lnTo>
                  <a:lnTo>
                    <a:pt x="5029953" y="2555325"/>
                  </a:lnTo>
                  <a:lnTo>
                    <a:pt x="5033376" y="2529116"/>
                  </a:lnTo>
                  <a:lnTo>
                    <a:pt x="5036798" y="2539533"/>
                  </a:lnTo>
                  <a:lnTo>
                    <a:pt x="5040221" y="2525931"/>
                  </a:lnTo>
                  <a:lnTo>
                    <a:pt x="5043644" y="2509635"/>
                  </a:lnTo>
                  <a:lnTo>
                    <a:pt x="5047067" y="2489474"/>
                  </a:lnTo>
                  <a:lnTo>
                    <a:pt x="5050490" y="2504496"/>
                  </a:lnTo>
                  <a:lnTo>
                    <a:pt x="5053912" y="2553757"/>
                  </a:lnTo>
                  <a:lnTo>
                    <a:pt x="5057335" y="2540176"/>
                  </a:lnTo>
                  <a:lnTo>
                    <a:pt x="5060758" y="2537780"/>
                  </a:lnTo>
                  <a:lnTo>
                    <a:pt x="5064181" y="2528724"/>
                  </a:lnTo>
                  <a:lnTo>
                    <a:pt x="5067604" y="2560235"/>
                  </a:lnTo>
                  <a:lnTo>
                    <a:pt x="5071026" y="2584100"/>
                  </a:lnTo>
                  <a:lnTo>
                    <a:pt x="5074449" y="2565660"/>
                  </a:lnTo>
                  <a:lnTo>
                    <a:pt x="5077872" y="2559084"/>
                  </a:lnTo>
                  <a:lnTo>
                    <a:pt x="5081295" y="2560426"/>
                  </a:lnTo>
                  <a:lnTo>
                    <a:pt x="5084718" y="2562176"/>
                  </a:lnTo>
                  <a:lnTo>
                    <a:pt x="5088140" y="2521569"/>
                  </a:lnTo>
                  <a:lnTo>
                    <a:pt x="5091563" y="2524908"/>
                  </a:lnTo>
                  <a:lnTo>
                    <a:pt x="5094986" y="2542435"/>
                  </a:lnTo>
                  <a:lnTo>
                    <a:pt x="5098409" y="2524280"/>
                  </a:lnTo>
                  <a:lnTo>
                    <a:pt x="5101832" y="2562057"/>
                  </a:lnTo>
                  <a:lnTo>
                    <a:pt x="5105254" y="2597206"/>
                  </a:lnTo>
                  <a:lnTo>
                    <a:pt x="5108677" y="2590049"/>
                  </a:lnTo>
                  <a:lnTo>
                    <a:pt x="5112100" y="2632964"/>
                  </a:lnTo>
                  <a:lnTo>
                    <a:pt x="5115523" y="2634282"/>
                  </a:lnTo>
                  <a:lnTo>
                    <a:pt x="5118945" y="2671782"/>
                  </a:lnTo>
                  <a:lnTo>
                    <a:pt x="5122368" y="2666428"/>
                  </a:lnTo>
                  <a:lnTo>
                    <a:pt x="5125791" y="2647579"/>
                  </a:lnTo>
                  <a:lnTo>
                    <a:pt x="5129214" y="2664678"/>
                  </a:lnTo>
                  <a:lnTo>
                    <a:pt x="5132637" y="2647461"/>
                  </a:lnTo>
                  <a:lnTo>
                    <a:pt x="5136059" y="2648034"/>
                  </a:lnTo>
                  <a:lnTo>
                    <a:pt x="5139482" y="2650961"/>
                  </a:lnTo>
                  <a:lnTo>
                    <a:pt x="5142905" y="2641544"/>
                  </a:lnTo>
                  <a:lnTo>
                    <a:pt x="5146328" y="2648213"/>
                  </a:lnTo>
                  <a:lnTo>
                    <a:pt x="5149751" y="2625704"/>
                  </a:lnTo>
                  <a:lnTo>
                    <a:pt x="5153173" y="2599479"/>
                  </a:lnTo>
                  <a:lnTo>
                    <a:pt x="5156596" y="2575442"/>
                  </a:lnTo>
                  <a:lnTo>
                    <a:pt x="5160019" y="2558147"/>
                  </a:lnTo>
                  <a:lnTo>
                    <a:pt x="5163442" y="2528642"/>
                  </a:lnTo>
                  <a:lnTo>
                    <a:pt x="5166865" y="2570174"/>
                  </a:lnTo>
                  <a:lnTo>
                    <a:pt x="5170287" y="2568182"/>
                  </a:lnTo>
                  <a:lnTo>
                    <a:pt x="5173710" y="2568573"/>
                  </a:lnTo>
                  <a:lnTo>
                    <a:pt x="5177133" y="2604224"/>
                  </a:lnTo>
                  <a:lnTo>
                    <a:pt x="5180556" y="2667403"/>
                  </a:lnTo>
                  <a:lnTo>
                    <a:pt x="5183979" y="2660811"/>
                  </a:lnTo>
                  <a:lnTo>
                    <a:pt x="5187401" y="2669980"/>
                  </a:lnTo>
                  <a:lnTo>
                    <a:pt x="5190824" y="2677964"/>
                  </a:lnTo>
                  <a:lnTo>
                    <a:pt x="5194247" y="2649932"/>
                  </a:lnTo>
                  <a:lnTo>
                    <a:pt x="5197670" y="2651498"/>
                  </a:lnTo>
                  <a:lnTo>
                    <a:pt x="5201093" y="2665239"/>
                  </a:lnTo>
                  <a:lnTo>
                    <a:pt x="5204515" y="2589650"/>
                  </a:lnTo>
                  <a:lnTo>
                    <a:pt x="5207938" y="2625814"/>
                  </a:lnTo>
                  <a:lnTo>
                    <a:pt x="5211361" y="2625400"/>
                  </a:lnTo>
                  <a:lnTo>
                    <a:pt x="5214784" y="2658946"/>
                  </a:lnTo>
                  <a:lnTo>
                    <a:pt x="5218206" y="2659959"/>
                  </a:lnTo>
                  <a:lnTo>
                    <a:pt x="5221629" y="2617997"/>
                  </a:lnTo>
                  <a:lnTo>
                    <a:pt x="5225052" y="2643128"/>
                  </a:lnTo>
                  <a:lnTo>
                    <a:pt x="5228475" y="2544990"/>
                  </a:lnTo>
                  <a:lnTo>
                    <a:pt x="5231898" y="2633716"/>
                  </a:lnTo>
                  <a:lnTo>
                    <a:pt x="5235320" y="2613645"/>
                  </a:lnTo>
                  <a:lnTo>
                    <a:pt x="5238743" y="2618568"/>
                  </a:lnTo>
                  <a:lnTo>
                    <a:pt x="5242166" y="2665130"/>
                  </a:lnTo>
                  <a:lnTo>
                    <a:pt x="5245589" y="2595323"/>
                  </a:lnTo>
                  <a:lnTo>
                    <a:pt x="5249012" y="2658358"/>
                  </a:lnTo>
                  <a:lnTo>
                    <a:pt x="5252434" y="2651014"/>
                  </a:lnTo>
                  <a:lnTo>
                    <a:pt x="5255857" y="2652466"/>
                  </a:lnTo>
                  <a:lnTo>
                    <a:pt x="5259280" y="2669528"/>
                  </a:lnTo>
                  <a:lnTo>
                    <a:pt x="5262703" y="2636237"/>
                  </a:lnTo>
                  <a:lnTo>
                    <a:pt x="5266126" y="2621784"/>
                  </a:lnTo>
                  <a:lnTo>
                    <a:pt x="5269548" y="2644060"/>
                  </a:lnTo>
                  <a:lnTo>
                    <a:pt x="5272971" y="2632020"/>
                  </a:lnTo>
                  <a:lnTo>
                    <a:pt x="5276394" y="2594552"/>
                  </a:lnTo>
                  <a:lnTo>
                    <a:pt x="5279817" y="2612984"/>
                  </a:lnTo>
                  <a:lnTo>
                    <a:pt x="5283240" y="2562371"/>
                  </a:lnTo>
                  <a:lnTo>
                    <a:pt x="5286662" y="2550361"/>
                  </a:lnTo>
                  <a:lnTo>
                    <a:pt x="5290085" y="2559221"/>
                  </a:lnTo>
                  <a:lnTo>
                    <a:pt x="5293508" y="2541813"/>
                  </a:lnTo>
                  <a:lnTo>
                    <a:pt x="5296931" y="2566309"/>
                  </a:lnTo>
                  <a:lnTo>
                    <a:pt x="5300354" y="2547767"/>
                  </a:lnTo>
                  <a:lnTo>
                    <a:pt x="5303776" y="2528960"/>
                  </a:lnTo>
                  <a:lnTo>
                    <a:pt x="5307199" y="2535043"/>
                  </a:lnTo>
                  <a:lnTo>
                    <a:pt x="5310622" y="2523949"/>
                  </a:lnTo>
                  <a:lnTo>
                    <a:pt x="5314045" y="2552685"/>
                  </a:lnTo>
                  <a:lnTo>
                    <a:pt x="5317467" y="2528438"/>
                  </a:lnTo>
                  <a:lnTo>
                    <a:pt x="5320890" y="2538543"/>
                  </a:lnTo>
                  <a:lnTo>
                    <a:pt x="5324313" y="2525194"/>
                  </a:lnTo>
                  <a:lnTo>
                    <a:pt x="5327736" y="2542713"/>
                  </a:lnTo>
                  <a:lnTo>
                    <a:pt x="5331159" y="2524976"/>
                  </a:lnTo>
                  <a:lnTo>
                    <a:pt x="5334581" y="2564703"/>
                  </a:lnTo>
                  <a:lnTo>
                    <a:pt x="5338004" y="2584210"/>
                  </a:lnTo>
                  <a:lnTo>
                    <a:pt x="5341427" y="2561109"/>
                  </a:lnTo>
                  <a:lnTo>
                    <a:pt x="5344850" y="2551994"/>
                  </a:lnTo>
                  <a:lnTo>
                    <a:pt x="5348273" y="2547052"/>
                  </a:lnTo>
                  <a:lnTo>
                    <a:pt x="5351695" y="2554024"/>
                  </a:lnTo>
                  <a:lnTo>
                    <a:pt x="5355118" y="2562420"/>
                  </a:lnTo>
                  <a:lnTo>
                    <a:pt x="5358541" y="2609698"/>
                  </a:lnTo>
                  <a:lnTo>
                    <a:pt x="5361964" y="2615275"/>
                  </a:lnTo>
                  <a:lnTo>
                    <a:pt x="5365387" y="2599204"/>
                  </a:lnTo>
                  <a:lnTo>
                    <a:pt x="5368809" y="2620684"/>
                  </a:lnTo>
                  <a:lnTo>
                    <a:pt x="5372232" y="2621268"/>
                  </a:lnTo>
                  <a:lnTo>
                    <a:pt x="5375655" y="2623409"/>
                  </a:lnTo>
                  <a:lnTo>
                    <a:pt x="5379078" y="2592459"/>
                  </a:lnTo>
                  <a:lnTo>
                    <a:pt x="5382501" y="2615770"/>
                  </a:lnTo>
                  <a:lnTo>
                    <a:pt x="5385923" y="2666452"/>
                  </a:lnTo>
                  <a:lnTo>
                    <a:pt x="5389346" y="2656833"/>
                  </a:lnTo>
                  <a:lnTo>
                    <a:pt x="5392769" y="2647420"/>
                  </a:lnTo>
                  <a:lnTo>
                    <a:pt x="5396192" y="2651017"/>
                  </a:lnTo>
                  <a:lnTo>
                    <a:pt x="5399615" y="2653314"/>
                  </a:lnTo>
                  <a:lnTo>
                    <a:pt x="5403037" y="2658197"/>
                  </a:lnTo>
                  <a:lnTo>
                    <a:pt x="5406460" y="2653349"/>
                  </a:lnTo>
                  <a:lnTo>
                    <a:pt x="5409883" y="2686302"/>
                  </a:lnTo>
                  <a:lnTo>
                    <a:pt x="5413306" y="2666751"/>
                  </a:lnTo>
                  <a:lnTo>
                    <a:pt x="5416729" y="2692029"/>
                  </a:lnTo>
                  <a:lnTo>
                    <a:pt x="5420151" y="2663822"/>
                  </a:lnTo>
                  <a:lnTo>
                    <a:pt x="5423574" y="2666220"/>
                  </a:lnTo>
                  <a:lnTo>
                    <a:pt x="5426997" y="2668205"/>
                  </a:lnTo>
                  <a:lnTo>
                    <a:pt x="5430420" y="2631998"/>
                  </a:lnTo>
                  <a:lnTo>
                    <a:pt x="5433842" y="2641968"/>
                  </a:lnTo>
                  <a:lnTo>
                    <a:pt x="5437265" y="2625975"/>
                  </a:lnTo>
                  <a:lnTo>
                    <a:pt x="5440688" y="2621723"/>
                  </a:lnTo>
                  <a:lnTo>
                    <a:pt x="5444111" y="2608516"/>
                  </a:lnTo>
                  <a:lnTo>
                    <a:pt x="5447534" y="2569047"/>
                  </a:lnTo>
                  <a:lnTo>
                    <a:pt x="5450956" y="2565480"/>
                  </a:lnTo>
                  <a:lnTo>
                    <a:pt x="5454379" y="2541121"/>
                  </a:lnTo>
                  <a:lnTo>
                    <a:pt x="5457802" y="2370744"/>
                  </a:lnTo>
                  <a:lnTo>
                    <a:pt x="5461225" y="2398473"/>
                  </a:lnTo>
                  <a:lnTo>
                    <a:pt x="5464648" y="2415903"/>
                  </a:lnTo>
                  <a:lnTo>
                    <a:pt x="5468070" y="2434614"/>
                  </a:lnTo>
                  <a:lnTo>
                    <a:pt x="5471493" y="2508033"/>
                  </a:lnTo>
                  <a:lnTo>
                    <a:pt x="5474916" y="2503784"/>
                  </a:lnTo>
                  <a:lnTo>
                    <a:pt x="5478339" y="2507782"/>
                  </a:lnTo>
                  <a:lnTo>
                    <a:pt x="5481762" y="2488309"/>
                  </a:lnTo>
                  <a:lnTo>
                    <a:pt x="5485184" y="2499832"/>
                  </a:lnTo>
                  <a:lnTo>
                    <a:pt x="5488607" y="2401293"/>
                  </a:lnTo>
                  <a:lnTo>
                    <a:pt x="5492030" y="2378931"/>
                  </a:lnTo>
                  <a:lnTo>
                    <a:pt x="5495453" y="2385575"/>
                  </a:lnTo>
                  <a:lnTo>
                    <a:pt x="5498876" y="2299387"/>
                  </a:lnTo>
                  <a:lnTo>
                    <a:pt x="5502298" y="2371864"/>
                  </a:lnTo>
                  <a:lnTo>
                    <a:pt x="5505721" y="2344779"/>
                  </a:lnTo>
                  <a:lnTo>
                    <a:pt x="5509144" y="2329548"/>
                  </a:lnTo>
                  <a:lnTo>
                    <a:pt x="5512567" y="2265069"/>
                  </a:lnTo>
                  <a:lnTo>
                    <a:pt x="5515990" y="2246674"/>
                  </a:lnTo>
                  <a:lnTo>
                    <a:pt x="5519412" y="2189742"/>
                  </a:lnTo>
                  <a:lnTo>
                    <a:pt x="5522835" y="2262150"/>
                  </a:lnTo>
                  <a:lnTo>
                    <a:pt x="5526258" y="2241657"/>
                  </a:lnTo>
                  <a:lnTo>
                    <a:pt x="5529681" y="2257166"/>
                  </a:lnTo>
                  <a:lnTo>
                    <a:pt x="5533103" y="2273482"/>
                  </a:lnTo>
                  <a:lnTo>
                    <a:pt x="5536526" y="2254248"/>
                  </a:lnTo>
                  <a:lnTo>
                    <a:pt x="5539949" y="2226791"/>
                  </a:lnTo>
                  <a:lnTo>
                    <a:pt x="5543372" y="2048280"/>
                  </a:lnTo>
                  <a:lnTo>
                    <a:pt x="5546795" y="2027787"/>
                  </a:lnTo>
                  <a:lnTo>
                    <a:pt x="5550217" y="2018026"/>
                  </a:lnTo>
                  <a:lnTo>
                    <a:pt x="5553640" y="2012708"/>
                  </a:lnTo>
                  <a:lnTo>
                    <a:pt x="5557063" y="1987545"/>
                  </a:lnTo>
                  <a:lnTo>
                    <a:pt x="5560486" y="1987247"/>
                  </a:lnTo>
                  <a:lnTo>
                    <a:pt x="5563909" y="1922833"/>
                  </a:lnTo>
                  <a:lnTo>
                    <a:pt x="5567331" y="1881361"/>
                  </a:lnTo>
                  <a:lnTo>
                    <a:pt x="5570754" y="1850998"/>
                  </a:lnTo>
                  <a:lnTo>
                    <a:pt x="5574177" y="1850482"/>
                  </a:lnTo>
                  <a:lnTo>
                    <a:pt x="5577600" y="1898645"/>
                  </a:lnTo>
                  <a:lnTo>
                    <a:pt x="5581023" y="1936920"/>
                  </a:lnTo>
                  <a:lnTo>
                    <a:pt x="5584445" y="1904736"/>
                  </a:lnTo>
                  <a:lnTo>
                    <a:pt x="5587868" y="1943472"/>
                  </a:lnTo>
                  <a:lnTo>
                    <a:pt x="5591291" y="1937251"/>
                  </a:lnTo>
                  <a:lnTo>
                    <a:pt x="5594714" y="1939393"/>
                  </a:lnTo>
                  <a:lnTo>
                    <a:pt x="5598137" y="1925826"/>
                  </a:lnTo>
                  <a:lnTo>
                    <a:pt x="5601559" y="1931471"/>
                  </a:lnTo>
                  <a:lnTo>
                    <a:pt x="5604982" y="1854999"/>
                  </a:lnTo>
                  <a:lnTo>
                    <a:pt x="5608405" y="1881944"/>
                  </a:lnTo>
                  <a:lnTo>
                    <a:pt x="5611828" y="1931951"/>
                  </a:lnTo>
                  <a:lnTo>
                    <a:pt x="5615251" y="1961223"/>
                  </a:lnTo>
                  <a:lnTo>
                    <a:pt x="5618673" y="1986250"/>
                  </a:lnTo>
                  <a:lnTo>
                    <a:pt x="5622096" y="2072131"/>
                  </a:lnTo>
                  <a:lnTo>
                    <a:pt x="5625519" y="2102440"/>
                  </a:lnTo>
                  <a:lnTo>
                    <a:pt x="5628942" y="2213273"/>
                  </a:lnTo>
                  <a:lnTo>
                    <a:pt x="5632365" y="2231932"/>
                  </a:lnTo>
                  <a:lnTo>
                    <a:pt x="5635787" y="2263832"/>
                  </a:lnTo>
                  <a:lnTo>
                    <a:pt x="5639210" y="2312602"/>
                  </a:lnTo>
                  <a:lnTo>
                    <a:pt x="5642633" y="2290139"/>
                  </a:lnTo>
                  <a:lnTo>
                    <a:pt x="5646056" y="2307673"/>
                  </a:lnTo>
                  <a:lnTo>
                    <a:pt x="5649478" y="2392538"/>
                  </a:lnTo>
                  <a:lnTo>
                    <a:pt x="5652901" y="2428804"/>
                  </a:lnTo>
                  <a:lnTo>
                    <a:pt x="5656324" y="2418266"/>
                  </a:lnTo>
                  <a:lnTo>
                    <a:pt x="5659747" y="2386660"/>
                  </a:lnTo>
                  <a:lnTo>
                    <a:pt x="5663170" y="2320864"/>
                  </a:lnTo>
                  <a:lnTo>
                    <a:pt x="5666592" y="2390021"/>
                  </a:lnTo>
                  <a:lnTo>
                    <a:pt x="5670015" y="2378451"/>
                  </a:lnTo>
                  <a:lnTo>
                    <a:pt x="5673438" y="2420894"/>
                  </a:lnTo>
                  <a:lnTo>
                    <a:pt x="5676861" y="2429936"/>
                  </a:lnTo>
                  <a:lnTo>
                    <a:pt x="5680284" y="2375509"/>
                  </a:lnTo>
                  <a:lnTo>
                    <a:pt x="5683706" y="2378944"/>
                  </a:lnTo>
                  <a:lnTo>
                    <a:pt x="5687129" y="2434277"/>
                  </a:lnTo>
                  <a:lnTo>
                    <a:pt x="5690552" y="2458615"/>
                  </a:lnTo>
                  <a:lnTo>
                    <a:pt x="5693975" y="2475621"/>
                  </a:lnTo>
                  <a:lnTo>
                    <a:pt x="5697398" y="2434834"/>
                  </a:lnTo>
                  <a:lnTo>
                    <a:pt x="5700820" y="2432891"/>
                  </a:lnTo>
                  <a:lnTo>
                    <a:pt x="5704243" y="2526913"/>
                  </a:lnTo>
                  <a:lnTo>
                    <a:pt x="5707666" y="2522372"/>
                  </a:lnTo>
                  <a:lnTo>
                    <a:pt x="5711089" y="2556836"/>
                  </a:lnTo>
                  <a:lnTo>
                    <a:pt x="5714512" y="2548483"/>
                  </a:lnTo>
                  <a:lnTo>
                    <a:pt x="5717934" y="2548071"/>
                  </a:lnTo>
                  <a:lnTo>
                    <a:pt x="5721357" y="2564735"/>
                  </a:lnTo>
                  <a:lnTo>
                    <a:pt x="5724780" y="2576225"/>
                  </a:lnTo>
                  <a:lnTo>
                    <a:pt x="5728203" y="2574210"/>
                  </a:lnTo>
                  <a:lnTo>
                    <a:pt x="5731626" y="2560674"/>
                  </a:lnTo>
                  <a:lnTo>
                    <a:pt x="5735048" y="2554347"/>
                  </a:lnTo>
                  <a:lnTo>
                    <a:pt x="5738471" y="2553157"/>
                  </a:lnTo>
                  <a:lnTo>
                    <a:pt x="5741894" y="2580830"/>
                  </a:lnTo>
                  <a:lnTo>
                    <a:pt x="5745317" y="2588744"/>
                  </a:lnTo>
                  <a:lnTo>
                    <a:pt x="5748739" y="2582494"/>
                  </a:lnTo>
                  <a:lnTo>
                    <a:pt x="5752162" y="2564687"/>
                  </a:lnTo>
                  <a:lnTo>
                    <a:pt x="5755585" y="2606976"/>
                  </a:lnTo>
                  <a:lnTo>
                    <a:pt x="5759008" y="2601207"/>
                  </a:lnTo>
                  <a:lnTo>
                    <a:pt x="5762431" y="2606118"/>
                  </a:lnTo>
                  <a:lnTo>
                    <a:pt x="5765853" y="2658144"/>
                  </a:lnTo>
                  <a:lnTo>
                    <a:pt x="5769276" y="2673909"/>
                  </a:lnTo>
                  <a:lnTo>
                    <a:pt x="5772699" y="2717284"/>
                  </a:lnTo>
                  <a:lnTo>
                    <a:pt x="5776122" y="2716022"/>
                  </a:lnTo>
                  <a:lnTo>
                    <a:pt x="5779545" y="2721183"/>
                  </a:lnTo>
                  <a:lnTo>
                    <a:pt x="5782967" y="2713374"/>
                  </a:lnTo>
                  <a:lnTo>
                    <a:pt x="5786390" y="2682908"/>
                  </a:lnTo>
                  <a:lnTo>
                    <a:pt x="5789813" y="2643022"/>
                  </a:lnTo>
                  <a:lnTo>
                    <a:pt x="5793236" y="2607280"/>
                  </a:lnTo>
                  <a:lnTo>
                    <a:pt x="5796659" y="2657911"/>
                  </a:lnTo>
                  <a:lnTo>
                    <a:pt x="5800081" y="2711764"/>
                  </a:lnTo>
                  <a:lnTo>
                    <a:pt x="5803504" y="2699075"/>
                  </a:lnTo>
                  <a:lnTo>
                    <a:pt x="5806927" y="2712468"/>
                  </a:lnTo>
                  <a:lnTo>
                    <a:pt x="5810350" y="2677768"/>
                  </a:lnTo>
                  <a:lnTo>
                    <a:pt x="5813773" y="2640103"/>
                  </a:lnTo>
                  <a:lnTo>
                    <a:pt x="5817195" y="2603389"/>
                  </a:lnTo>
                  <a:lnTo>
                    <a:pt x="5820618" y="2644872"/>
                  </a:lnTo>
                  <a:lnTo>
                    <a:pt x="5824041" y="2722400"/>
                  </a:lnTo>
                  <a:lnTo>
                    <a:pt x="5827464" y="2685741"/>
                  </a:lnTo>
                  <a:lnTo>
                    <a:pt x="5830887" y="2723758"/>
                  </a:lnTo>
                  <a:lnTo>
                    <a:pt x="5834309" y="2694037"/>
                  </a:lnTo>
                  <a:lnTo>
                    <a:pt x="5837732" y="2690832"/>
                  </a:lnTo>
                  <a:lnTo>
                    <a:pt x="5841155" y="2702875"/>
                  </a:lnTo>
                  <a:lnTo>
                    <a:pt x="5844578" y="2691662"/>
                  </a:lnTo>
                  <a:lnTo>
                    <a:pt x="5848000" y="2723932"/>
                  </a:lnTo>
                  <a:lnTo>
                    <a:pt x="5851423" y="2745044"/>
                  </a:lnTo>
                  <a:lnTo>
                    <a:pt x="5854846" y="2757916"/>
                  </a:lnTo>
                  <a:lnTo>
                    <a:pt x="5858269" y="2746661"/>
                  </a:lnTo>
                  <a:lnTo>
                    <a:pt x="5861692" y="2745986"/>
                  </a:lnTo>
                  <a:lnTo>
                    <a:pt x="5865114" y="2763872"/>
                  </a:lnTo>
                  <a:lnTo>
                    <a:pt x="5868537" y="2725399"/>
                  </a:lnTo>
                  <a:lnTo>
                    <a:pt x="5871960" y="2709533"/>
                  </a:lnTo>
                  <a:lnTo>
                    <a:pt x="5875383" y="2678088"/>
                  </a:lnTo>
                  <a:lnTo>
                    <a:pt x="5878806" y="2692394"/>
                  </a:lnTo>
                  <a:lnTo>
                    <a:pt x="5882228" y="2743347"/>
                  </a:lnTo>
                  <a:lnTo>
                    <a:pt x="5885651" y="2731677"/>
                  </a:lnTo>
                  <a:lnTo>
                    <a:pt x="5889074" y="2712593"/>
                  </a:lnTo>
                  <a:lnTo>
                    <a:pt x="5892497" y="2682467"/>
                  </a:lnTo>
                  <a:lnTo>
                    <a:pt x="5895920" y="2646058"/>
                  </a:lnTo>
                  <a:lnTo>
                    <a:pt x="5899342" y="2635725"/>
                  </a:lnTo>
                  <a:lnTo>
                    <a:pt x="5902765" y="2604727"/>
                  </a:lnTo>
                  <a:lnTo>
                    <a:pt x="5906188" y="2601933"/>
                  </a:lnTo>
                  <a:lnTo>
                    <a:pt x="5909611" y="2636080"/>
                  </a:lnTo>
                  <a:lnTo>
                    <a:pt x="5913034" y="2631227"/>
                  </a:lnTo>
                  <a:lnTo>
                    <a:pt x="5916456" y="2657388"/>
                  </a:lnTo>
                  <a:lnTo>
                    <a:pt x="5919879" y="2620706"/>
                  </a:lnTo>
                  <a:lnTo>
                    <a:pt x="5923302" y="2524155"/>
                  </a:lnTo>
                  <a:lnTo>
                    <a:pt x="5926725" y="2508317"/>
                  </a:lnTo>
                  <a:lnTo>
                    <a:pt x="5930148" y="2582752"/>
                  </a:lnTo>
                  <a:lnTo>
                    <a:pt x="5933570" y="2602143"/>
                  </a:lnTo>
                  <a:lnTo>
                    <a:pt x="5936993" y="2631237"/>
                  </a:lnTo>
                  <a:lnTo>
                    <a:pt x="5940416" y="2575796"/>
                  </a:lnTo>
                  <a:lnTo>
                    <a:pt x="5943839" y="2553022"/>
                  </a:lnTo>
                  <a:lnTo>
                    <a:pt x="5947262" y="2570775"/>
                  </a:lnTo>
                  <a:lnTo>
                    <a:pt x="5950684" y="2562497"/>
                  </a:lnTo>
                  <a:lnTo>
                    <a:pt x="5954107" y="2552613"/>
                  </a:lnTo>
                  <a:lnTo>
                    <a:pt x="5957530" y="2595524"/>
                  </a:lnTo>
                  <a:lnTo>
                    <a:pt x="5960953" y="2657345"/>
                  </a:lnTo>
                  <a:lnTo>
                    <a:pt x="5964375" y="2685232"/>
                  </a:lnTo>
                  <a:lnTo>
                    <a:pt x="5967798" y="2667920"/>
                  </a:lnTo>
                  <a:lnTo>
                    <a:pt x="5971221" y="2674741"/>
                  </a:lnTo>
                  <a:lnTo>
                    <a:pt x="5974644" y="2682555"/>
                  </a:lnTo>
                  <a:lnTo>
                    <a:pt x="5978067" y="2710633"/>
                  </a:lnTo>
                  <a:lnTo>
                    <a:pt x="5981489" y="2725007"/>
                  </a:lnTo>
                  <a:lnTo>
                    <a:pt x="5984912" y="2706040"/>
                  </a:lnTo>
                  <a:lnTo>
                    <a:pt x="5988335" y="2754196"/>
                  </a:lnTo>
                  <a:lnTo>
                    <a:pt x="5991758" y="2787858"/>
                  </a:lnTo>
                  <a:lnTo>
                    <a:pt x="5995181" y="2796783"/>
                  </a:lnTo>
                  <a:lnTo>
                    <a:pt x="5998603" y="2760129"/>
                  </a:lnTo>
                  <a:lnTo>
                    <a:pt x="6002026" y="2779912"/>
                  </a:lnTo>
                  <a:lnTo>
                    <a:pt x="6005449" y="2790050"/>
                  </a:lnTo>
                  <a:lnTo>
                    <a:pt x="6008267" y="281830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8223488" y="6354952"/>
              <a:ext cx="31971" cy="24497"/>
            </a:xfrm>
            <a:custGeom>
              <a:avLst/>
              <a:pathLst>
                <a:path w="31971" h="24497">
                  <a:moveTo>
                    <a:pt x="0" y="24497"/>
                  </a:moveTo>
                  <a:lnTo>
                    <a:pt x="1455" y="20012"/>
                  </a:lnTo>
                  <a:lnTo>
                    <a:pt x="4878" y="4060"/>
                  </a:lnTo>
                  <a:lnTo>
                    <a:pt x="8301" y="6192"/>
                  </a:lnTo>
                  <a:lnTo>
                    <a:pt x="11724" y="437"/>
                  </a:lnTo>
                  <a:lnTo>
                    <a:pt x="15146" y="0"/>
                  </a:lnTo>
                  <a:lnTo>
                    <a:pt x="18569" y="1692"/>
                  </a:lnTo>
                  <a:lnTo>
                    <a:pt x="21992" y="17625"/>
                  </a:lnTo>
                  <a:lnTo>
                    <a:pt x="25415" y="12456"/>
                  </a:lnTo>
                  <a:lnTo>
                    <a:pt x="28838" y="708"/>
                  </a:lnTo>
                  <a:lnTo>
                    <a:pt x="31971" y="2449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8256074" y="6012006"/>
              <a:ext cx="742420" cy="367443"/>
            </a:xfrm>
            <a:custGeom>
              <a:avLst/>
              <a:pathLst>
                <a:path w="742420" h="367443">
                  <a:moveTo>
                    <a:pt x="0" y="367443"/>
                  </a:moveTo>
                  <a:lnTo>
                    <a:pt x="3097" y="346500"/>
                  </a:lnTo>
                  <a:lnTo>
                    <a:pt x="6520" y="342381"/>
                  </a:lnTo>
                  <a:lnTo>
                    <a:pt x="9942" y="317426"/>
                  </a:lnTo>
                  <a:lnTo>
                    <a:pt x="13365" y="277362"/>
                  </a:lnTo>
                  <a:lnTo>
                    <a:pt x="16788" y="267649"/>
                  </a:lnTo>
                  <a:lnTo>
                    <a:pt x="20211" y="262861"/>
                  </a:lnTo>
                  <a:lnTo>
                    <a:pt x="23634" y="278319"/>
                  </a:lnTo>
                  <a:lnTo>
                    <a:pt x="27056" y="252376"/>
                  </a:lnTo>
                  <a:lnTo>
                    <a:pt x="30479" y="221462"/>
                  </a:lnTo>
                  <a:lnTo>
                    <a:pt x="33902" y="234804"/>
                  </a:lnTo>
                  <a:lnTo>
                    <a:pt x="37325" y="222308"/>
                  </a:lnTo>
                  <a:lnTo>
                    <a:pt x="40748" y="249367"/>
                  </a:lnTo>
                  <a:lnTo>
                    <a:pt x="44170" y="262217"/>
                  </a:lnTo>
                  <a:lnTo>
                    <a:pt x="47593" y="250624"/>
                  </a:lnTo>
                  <a:lnTo>
                    <a:pt x="51016" y="268670"/>
                  </a:lnTo>
                  <a:lnTo>
                    <a:pt x="54439" y="273284"/>
                  </a:lnTo>
                  <a:lnTo>
                    <a:pt x="57862" y="264209"/>
                  </a:lnTo>
                  <a:lnTo>
                    <a:pt x="61284" y="226647"/>
                  </a:lnTo>
                  <a:lnTo>
                    <a:pt x="64707" y="143681"/>
                  </a:lnTo>
                  <a:lnTo>
                    <a:pt x="68130" y="142294"/>
                  </a:lnTo>
                  <a:lnTo>
                    <a:pt x="71553" y="161445"/>
                  </a:lnTo>
                  <a:lnTo>
                    <a:pt x="74976" y="205168"/>
                  </a:lnTo>
                  <a:lnTo>
                    <a:pt x="78398" y="258296"/>
                  </a:lnTo>
                  <a:lnTo>
                    <a:pt x="81821" y="241756"/>
                  </a:lnTo>
                  <a:lnTo>
                    <a:pt x="85244" y="244377"/>
                  </a:lnTo>
                  <a:lnTo>
                    <a:pt x="88667" y="271565"/>
                  </a:lnTo>
                  <a:lnTo>
                    <a:pt x="92090" y="258048"/>
                  </a:lnTo>
                  <a:lnTo>
                    <a:pt x="95512" y="273345"/>
                  </a:lnTo>
                  <a:lnTo>
                    <a:pt x="98935" y="241438"/>
                  </a:lnTo>
                  <a:lnTo>
                    <a:pt x="102358" y="192555"/>
                  </a:lnTo>
                  <a:lnTo>
                    <a:pt x="105781" y="225654"/>
                  </a:lnTo>
                  <a:lnTo>
                    <a:pt x="109204" y="199271"/>
                  </a:lnTo>
                  <a:lnTo>
                    <a:pt x="112626" y="190979"/>
                  </a:lnTo>
                  <a:lnTo>
                    <a:pt x="116049" y="194918"/>
                  </a:lnTo>
                  <a:lnTo>
                    <a:pt x="119472" y="210420"/>
                  </a:lnTo>
                  <a:lnTo>
                    <a:pt x="122895" y="273654"/>
                  </a:lnTo>
                  <a:lnTo>
                    <a:pt x="126317" y="231744"/>
                  </a:lnTo>
                  <a:lnTo>
                    <a:pt x="129740" y="273197"/>
                  </a:lnTo>
                  <a:lnTo>
                    <a:pt x="133163" y="292535"/>
                  </a:lnTo>
                  <a:lnTo>
                    <a:pt x="136586" y="255570"/>
                  </a:lnTo>
                  <a:lnTo>
                    <a:pt x="140009" y="276683"/>
                  </a:lnTo>
                  <a:lnTo>
                    <a:pt x="143431" y="243634"/>
                  </a:lnTo>
                  <a:lnTo>
                    <a:pt x="146854" y="296735"/>
                  </a:lnTo>
                  <a:lnTo>
                    <a:pt x="150277" y="283203"/>
                  </a:lnTo>
                  <a:lnTo>
                    <a:pt x="153700" y="297048"/>
                  </a:lnTo>
                  <a:lnTo>
                    <a:pt x="157123" y="288432"/>
                  </a:lnTo>
                  <a:lnTo>
                    <a:pt x="160545" y="260298"/>
                  </a:lnTo>
                  <a:lnTo>
                    <a:pt x="163968" y="288251"/>
                  </a:lnTo>
                  <a:lnTo>
                    <a:pt x="167391" y="217618"/>
                  </a:lnTo>
                  <a:lnTo>
                    <a:pt x="170814" y="160187"/>
                  </a:lnTo>
                  <a:lnTo>
                    <a:pt x="174237" y="202647"/>
                  </a:lnTo>
                  <a:lnTo>
                    <a:pt x="177659" y="184100"/>
                  </a:lnTo>
                  <a:lnTo>
                    <a:pt x="181082" y="232322"/>
                  </a:lnTo>
                  <a:lnTo>
                    <a:pt x="184505" y="178386"/>
                  </a:lnTo>
                  <a:lnTo>
                    <a:pt x="187928" y="167124"/>
                  </a:lnTo>
                  <a:lnTo>
                    <a:pt x="191351" y="147741"/>
                  </a:lnTo>
                  <a:lnTo>
                    <a:pt x="194773" y="133300"/>
                  </a:lnTo>
                  <a:lnTo>
                    <a:pt x="198196" y="159433"/>
                  </a:lnTo>
                  <a:lnTo>
                    <a:pt x="201619" y="113431"/>
                  </a:lnTo>
                  <a:lnTo>
                    <a:pt x="205042" y="94581"/>
                  </a:lnTo>
                  <a:lnTo>
                    <a:pt x="208465" y="97110"/>
                  </a:lnTo>
                  <a:lnTo>
                    <a:pt x="211887" y="30830"/>
                  </a:lnTo>
                  <a:lnTo>
                    <a:pt x="215310" y="40676"/>
                  </a:lnTo>
                  <a:lnTo>
                    <a:pt x="218733" y="0"/>
                  </a:lnTo>
                  <a:lnTo>
                    <a:pt x="222156" y="39776"/>
                  </a:lnTo>
                  <a:lnTo>
                    <a:pt x="225578" y="94610"/>
                  </a:lnTo>
                  <a:lnTo>
                    <a:pt x="229001" y="146058"/>
                  </a:lnTo>
                  <a:lnTo>
                    <a:pt x="232424" y="206807"/>
                  </a:lnTo>
                  <a:lnTo>
                    <a:pt x="235847" y="214166"/>
                  </a:lnTo>
                  <a:lnTo>
                    <a:pt x="239270" y="237512"/>
                  </a:lnTo>
                  <a:lnTo>
                    <a:pt x="242692" y="221834"/>
                  </a:lnTo>
                  <a:lnTo>
                    <a:pt x="246115" y="208234"/>
                  </a:lnTo>
                  <a:lnTo>
                    <a:pt x="249538" y="175758"/>
                  </a:lnTo>
                  <a:lnTo>
                    <a:pt x="252961" y="110705"/>
                  </a:lnTo>
                  <a:lnTo>
                    <a:pt x="256384" y="152395"/>
                  </a:lnTo>
                  <a:lnTo>
                    <a:pt x="259806" y="132284"/>
                  </a:lnTo>
                  <a:lnTo>
                    <a:pt x="263229" y="118882"/>
                  </a:lnTo>
                  <a:lnTo>
                    <a:pt x="266652" y="144929"/>
                  </a:lnTo>
                  <a:lnTo>
                    <a:pt x="270075" y="231537"/>
                  </a:lnTo>
                  <a:lnTo>
                    <a:pt x="273498" y="231548"/>
                  </a:lnTo>
                  <a:lnTo>
                    <a:pt x="276920" y="259105"/>
                  </a:lnTo>
                  <a:lnTo>
                    <a:pt x="280343" y="235934"/>
                  </a:lnTo>
                  <a:lnTo>
                    <a:pt x="283766" y="192681"/>
                  </a:lnTo>
                  <a:lnTo>
                    <a:pt x="287189" y="199376"/>
                  </a:lnTo>
                  <a:lnTo>
                    <a:pt x="290612" y="182414"/>
                  </a:lnTo>
                  <a:lnTo>
                    <a:pt x="294034" y="160503"/>
                  </a:lnTo>
                  <a:lnTo>
                    <a:pt x="297457" y="98810"/>
                  </a:lnTo>
                  <a:lnTo>
                    <a:pt x="300880" y="188996"/>
                  </a:lnTo>
                  <a:lnTo>
                    <a:pt x="304303" y="187326"/>
                  </a:lnTo>
                  <a:lnTo>
                    <a:pt x="307726" y="223354"/>
                  </a:lnTo>
                  <a:lnTo>
                    <a:pt x="311148" y="186419"/>
                  </a:lnTo>
                  <a:lnTo>
                    <a:pt x="314571" y="156251"/>
                  </a:lnTo>
                  <a:lnTo>
                    <a:pt x="317994" y="71409"/>
                  </a:lnTo>
                  <a:lnTo>
                    <a:pt x="321417" y="49242"/>
                  </a:lnTo>
                  <a:lnTo>
                    <a:pt x="324839" y="49102"/>
                  </a:lnTo>
                  <a:lnTo>
                    <a:pt x="328262" y="112900"/>
                  </a:lnTo>
                  <a:lnTo>
                    <a:pt x="331685" y="145060"/>
                  </a:lnTo>
                  <a:lnTo>
                    <a:pt x="335108" y="176176"/>
                  </a:lnTo>
                  <a:lnTo>
                    <a:pt x="338531" y="184601"/>
                  </a:lnTo>
                  <a:lnTo>
                    <a:pt x="341953" y="173679"/>
                  </a:lnTo>
                  <a:lnTo>
                    <a:pt x="345376" y="124339"/>
                  </a:lnTo>
                  <a:lnTo>
                    <a:pt x="348799" y="86411"/>
                  </a:lnTo>
                  <a:lnTo>
                    <a:pt x="352222" y="80203"/>
                  </a:lnTo>
                  <a:lnTo>
                    <a:pt x="355645" y="46995"/>
                  </a:lnTo>
                  <a:lnTo>
                    <a:pt x="359067" y="88047"/>
                  </a:lnTo>
                  <a:lnTo>
                    <a:pt x="362490" y="105342"/>
                  </a:lnTo>
                  <a:lnTo>
                    <a:pt x="365913" y="42345"/>
                  </a:lnTo>
                  <a:lnTo>
                    <a:pt x="369336" y="59503"/>
                  </a:lnTo>
                  <a:lnTo>
                    <a:pt x="372759" y="100677"/>
                  </a:lnTo>
                  <a:lnTo>
                    <a:pt x="376181" y="166118"/>
                  </a:lnTo>
                  <a:lnTo>
                    <a:pt x="379604" y="186176"/>
                  </a:lnTo>
                  <a:lnTo>
                    <a:pt x="383027" y="187721"/>
                  </a:lnTo>
                  <a:lnTo>
                    <a:pt x="386450" y="207421"/>
                  </a:lnTo>
                  <a:lnTo>
                    <a:pt x="389873" y="211461"/>
                  </a:lnTo>
                  <a:lnTo>
                    <a:pt x="393295" y="205206"/>
                  </a:lnTo>
                  <a:lnTo>
                    <a:pt x="396718" y="226060"/>
                  </a:lnTo>
                  <a:lnTo>
                    <a:pt x="400141" y="240646"/>
                  </a:lnTo>
                  <a:lnTo>
                    <a:pt x="403564" y="252940"/>
                  </a:lnTo>
                  <a:lnTo>
                    <a:pt x="406987" y="249027"/>
                  </a:lnTo>
                  <a:lnTo>
                    <a:pt x="410409" y="257188"/>
                  </a:lnTo>
                  <a:lnTo>
                    <a:pt x="413832" y="267457"/>
                  </a:lnTo>
                  <a:lnTo>
                    <a:pt x="417255" y="250421"/>
                  </a:lnTo>
                  <a:lnTo>
                    <a:pt x="420678" y="240175"/>
                  </a:lnTo>
                  <a:lnTo>
                    <a:pt x="424101" y="232626"/>
                  </a:lnTo>
                  <a:lnTo>
                    <a:pt x="427523" y="243065"/>
                  </a:lnTo>
                  <a:lnTo>
                    <a:pt x="430946" y="276519"/>
                  </a:lnTo>
                  <a:lnTo>
                    <a:pt x="434369" y="248282"/>
                  </a:lnTo>
                  <a:lnTo>
                    <a:pt x="437792" y="229881"/>
                  </a:lnTo>
                  <a:lnTo>
                    <a:pt x="441214" y="186470"/>
                  </a:lnTo>
                  <a:lnTo>
                    <a:pt x="444637" y="122282"/>
                  </a:lnTo>
                  <a:lnTo>
                    <a:pt x="448060" y="194961"/>
                  </a:lnTo>
                  <a:lnTo>
                    <a:pt x="451483" y="221356"/>
                  </a:lnTo>
                  <a:lnTo>
                    <a:pt x="454906" y="253720"/>
                  </a:lnTo>
                  <a:lnTo>
                    <a:pt x="458328" y="267473"/>
                  </a:lnTo>
                  <a:lnTo>
                    <a:pt x="461751" y="250531"/>
                  </a:lnTo>
                  <a:lnTo>
                    <a:pt x="465174" y="256914"/>
                  </a:lnTo>
                  <a:lnTo>
                    <a:pt x="468597" y="267369"/>
                  </a:lnTo>
                  <a:lnTo>
                    <a:pt x="472020" y="273772"/>
                  </a:lnTo>
                  <a:lnTo>
                    <a:pt x="475442" y="251985"/>
                  </a:lnTo>
                  <a:lnTo>
                    <a:pt x="478865" y="236081"/>
                  </a:lnTo>
                  <a:lnTo>
                    <a:pt x="482288" y="246485"/>
                  </a:lnTo>
                  <a:lnTo>
                    <a:pt x="485711" y="270576"/>
                  </a:lnTo>
                  <a:lnTo>
                    <a:pt x="489134" y="243081"/>
                  </a:lnTo>
                  <a:lnTo>
                    <a:pt x="492556" y="252972"/>
                  </a:lnTo>
                  <a:lnTo>
                    <a:pt x="495979" y="244132"/>
                  </a:lnTo>
                  <a:lnTo>
                    <a:pt x="499402" y="259792"/>
                  </a:lnTo>
                  <a:lnTo>
                    <a:pt x="502825" y="291778"/>
                  </a:lnTo>
                  <a:lnTo>
                    <a:pt x="506248" y="290619"/>
                  </a:lnTo>
                  <a:lnTo>
                    <a:pt x="509670" y="306772"/>
                  </a:lnTo>
                  <a:lnTo>
                    <a:pt x="513093" y="314488"/>
                  </a:lnTo>
                  <a:lnTo>
                    <a:pt x="516516" y="308344"/>
                  </a:lnTo>
                  <a:lnTo>
                    <a:pt x="519939" y="332999"/>
                  </a:lnTo>
                  <a:lnTo>
                    <a:pt x="523362" y="343885"/>
                  </a:lnTo>
                  <a:lnTo>
                    <a:pt x="526784" y="338870"/>
                  </a:lnTo>
                  <a:lnTo>
                    <a:pt x="530207" y="342729"/>
                  </a:lnTo>
                  <a:lnTo>
                    <a:pt x="533630" y="343408"/>
                  </a:lnTo>
                  <a:lnTo>
                    <a:pt x="537053" y="342495"/>
                  </a:lnTo>
                  <a:lnTo>
                    <a:pt x="540475" y="344585"/>
                  </a:lnTo>
                  <a:lnTo>
                    <a:pt x="543898" y="315712"/>
                  </a:lnTo>
                  <a:lnTo>
                    <a:pt x="547321" y="293369"/>
                  </a:lnTo>
                  <a:lnTo>
                    <a:pt x="550744" y="274998"/>
                  </a:lnTo>
                  <a:lnTo>
                    <a:pt x="554167" y="243604"/>
                  </a:lnTo>
                  <a:lnTo>
                    <a:pt x="557589" y="261114"/>
                  </a:lnTo>
                  <a:lnTo>
                    <a:pt x="561012" y="217236"/>
                  </a:lnTo>
                  <a:lnTo>
                    <a:pt x="564435" y="208035"/>
                  </a:lnTo>
                  <a:lnTo>
                    <a:pt x="567858" y="161366"/>
                  </a:lnTo>
                  <a:lnTo>
                    <a:pt x="571281" y="138433"/>
                  </a:lnTo>
                  <a:lnTo>
                    <a:pt x="574703" y="121591"/>
                  </a:lnTo>
                  <a:lnTo>
                    <a:pt x="578126" y="100802"/>
                  </a:lnTo>
                  <a:lnTo>
                    <a:pt x="581549" y="92910"/>
                  </a:lnTo>
                  <a:lnTo>
                    <a:pt x="584972" y="113435"/>
                  </a:lnTo>
                  <a:lnTo>
                    <a:pt x="588395" y="87391"/>
                  </a:lnTo>
                  <a:lnTo>
                    <a:pt x="591817" y="79421"/>
                  </a:lnTo>
                  <a:lnTo>
                    <a:pt x="595240" y="129022"/>
                  </a:lnTo>
                  <a:lnTo>
                    <a:pt x="598663" y="177746"/>
                  </a:lnTo>
                  <a:lnTo>
                    <a:pt x="602086" y="190117"/>
                  </a:lnTo>
                  <a:lnTo>
                    <a:pt x="605509" y="218198"/>
                  </a:lnTo>
                  <a:lnTo>
                    <a:pt x="608931" y="146423"/>
                  </a:lnTo>
                  <a:lnTo>
                    <a:pt x="612354" y="133296"/>
                  </a:lnTo>
                  <a:lnTo>
                    <a:pt x="615777" y="137657"/>
                  </a:lnTo>
                  <a:lnTo>
                    <a:pt x="619200" y="104657"/>
                  </a:lnTo>
                  <a:lnTo>
                    <a:pt x="622623" y="131421"/>
                  </a:lnTo>
                  <a:lnTo>
                    <a:pt x="626045" y="161391"/>
                  </a:lnTo>
                  <a:lnTo>
                    <a:pt x="629468" y="245866"/>
                  </a:lnTo>
                  <a:lnTo>
                    <a:pt x="632891" y="256280"/>
                  </a:lnTo>
                  <a:lnTo>
                    <a:pt x="636314" y="195175"/>
                  </a:lnTo>
                  <a:lnTo>
                    <a:pt x="639736" y="147279"/>
                  </a:lnTo>
                  <a:lnTo>
                    <a:pt x="643159" y="139435"/>
                  </a:lnTo>
                  <a:lnTo>
                    <a:pt x="646582" y="209350"/>
                  </a:lnTo>
                  <a:lnTo>
                    <a:pt x="650005" y="195224"/>
                  </a:lnTo>
                  <a:lnTo>
                    <a:pt x="653428" y="187299"/>
                  </a:lnTo>
                  <a:lnTo>
                    <a:pt x="656850" y="166047"/>
                  </a:lnTo>
                  <a:lnTo>
                    <a:pt x="660273" y="261520"/>
                  </a:lnTo>
                  <a:lnTo>
                    <a:pt x="663696" y="286842"/>
                  </a:lnTo>
                  <a:lnTo>
                    <a:pt x="667119" y="253097"/>
                  </a:lnTo>
                  <a:lnTo>
                    <a:pt x="670542" y="203213"/>
                  </a:lnTo>
                  <a:lnTo>
                    <a:pt x="673964" y="236316"/>
                  </a:lnTo>
                  <a:lnTo>
                    <a:pt x="677387" y="315609"/>
                  </a:lnTo>
                  <a:lnTo>
                    <a:pt x="680810" y="315900"/>
                  </a:lnTo>
                  <a:lnTo>
                    <a:pt x="684233" y="303422"/>
                  </a:lnTo>
                  <a:lnTo>
                    <a:pt x="687656" y="298907"/>
                  </a:lnTo>
                  <a:lnTo>
                    <a:pt x="691078" y="289111"/>
                  </a:lnTo>
                  <a:lnTo>
                    <a:pt x="694501" y="319645"/>
                  </a:lnTo>
                  <a:lnTo>
                    <a:pt x="697924" y="286179"/>
                  </a:lnTo>
                  <a:lnTo>
                    <a:pt x="701347" y="310236"/>
                  </a:lnTo>
                  <a:lnTo>
                    <a:pt x="704770" y="310862"/>
                  </a:lnTo>
                  <a:lnTo>
                    <a:pt x="708192" y="324515"/>
                  </a:lnTo>
                  <a:lnTo>
                    <a:pt x="711615" y="328958"/>
                  </a:lnTo>
                  <a:lnTo>
                    <a:pt x="715038" y="300255"/>
                  </a:lnTo>
                  <a:lnTo>
                    <a:pt x="718461" y="333016"/>
                  </a:lnTo>
                  <a:lnTo>
                    <a:pt x="721884" y="310476"/>
                  </a:lnTo>
                  <a:lnTo>
                    <a:pt x="725306" y="288360"/>
                  </a:lnTo>
                  <a:lnTo>
                    <a:pt x="728729" y="293794"/>
                  </a:lnTo>
                  <a:lnTo>
                    <a:pt x="732152" y="286268"/>
                  </a:lnTo>
                  <a:lnTo>
                    <a:pt x="735575" y="319386"/>
                  </a:lnTo>
                  <a:lnTo>
                    <a:pt x="738998" y="317964"/>
                  </a:lnTo>
                  <a:lnTo>
                    <a:pt x="742420" y="299516"/>
                  </a:lnTo>
                  <a:lnTo>
                    <a:pt x="742420" y="29951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444934" y="3561144"/>
              <a:ext cx="8553560" cy="2818305"/>
            </a:xfrm>
            <a:custGeom>
              <a:avLst/>
              <a:pathLst>
                <a:path w="8553560" h="2818305">
                  <a:moveTo>
                    <a:pt x="0" y="2818305"/>
                  </a:moveTo>
                  <a:lnTo>
                    <a:pt x="3422" y="2818305"/>
                  </a:lnTo>
                  <a:lnTo>
                    <a:pt x="6845" y="2818305"/>
                  </a:lnTo>
                  <a:lnTo>
                    <a:pt x="10268" y="2818305"/>
                  </a:lnTo>
                  <a:lnTo>
                    <a:pt x="13691" y="2818305"/>
                  </a:lnTo>
                  <a:lnTo>
                    <a:pt x="17113" y="2818305"/>
                  </a:lnTo>
                  <a:lnTo>
                    <a:pt x="20536" y="2818305"/>
                  </a:lnTo>
                  <a:lnTo>
                    <a:pt x="23959" y="2798311"/>
                  </a:lnTo>
                  <a:lnTo>
                    <a:pt x="27382" y="2799618"/>
                  </a:lnTo>
                  <a:lnTo>
                    <a:pt x="30805" y="2810488"/>
                  </a:lnTo>
                  <a:lnTo>
                    <a:pt x="34227" y="2818304"/>
                  </a:lnTo>
                  <a:lnTo>
                    <a:pt x="37650" y="2760990"/>
                  </a:lnTo>
                  <a:lnTo>
                    <a:pt x="41073" y="2790618"/>
                  </a:lnTo>
                  <a:lnTo>
                    <a:pt x="44496" y="2768895"/>
                  </a:lnTo>
                  <a:lnTo>
                    <a:pt x="47919" y="2755869"/>
                  </a:lnTo>
                  <a:lnTo>
                    <a:pt x="51341" y="2724060"/>
                  </a:lnTo>
                  <a:lnTo>
                    <a:pt x="54764" y="2715391"/>
                  </a:lnTo>
                  <a:lnTo>
                    <a:pt x="58187" y="2707418"/>
                  </a:lnTo>
                  <a:lnTo>
                    <a:pt x="61610" y="2714026"/>
                  </a:lnTo>
                  <a:lnTo>
                    <a:pt x="65033" y="2722157"/>
                  </a:lnTo>
                  <a:lnTo>
                    <a:pt x="68455" y="2731706"/>
                  </a:lnTo>
                  <a:lnTo>
                    <a:pt x="71878" y="2713587"/>
                  </a:lnTo>
                  <a:lnTo>
                    <a:pt x="75301" y="2686996"/>
                  </a:lnTo>
                  <a:lnTo>
                    <a:pt x="78724" y="2674267"/>
                  </a:lnTo>
                  <a:lnTo>
                    <a:pt x="82147" y="2679212"/>
                  </a:lnTo>
                  <a:lnTo>
                    <a:pt x="85569" y="2707629"/>
                  </a:lnTo>
                  <a:lnTo>
                    <a:pt x="88992" y="2732024"/>
                  </a:lnTo>
                  <a:lnTo>
                    <a:pt x="92415" y="2735435"/>
                  </a:lnTo>
                  <a:lnTo>
                    <a:pt x="95838" y="2737728"/>
                  </a:lnTo>
                  <a:lnTo>
                    <a:pt x="99261" y="2710907"/>
                  </a:lnTo>
                  <a:lnTo>
                    <a:pt x="102683" y="2729616"/>
                  </a:lnTo>
                  <a:lnTo>
                    <a:pt x="106106" y="2706016"/>
                  </a:lnTo>
                  <a:lnTo>
                    <a:pt x="109529" y="2705842"/>
                  </a:lnTo>
                  <a:lnTo>
                    <a:pt x="112952" y="2717036"/>
                  </a:lnTo>
                  <a:lnTo>
                    <a:pt x="116374" y="2701066"/>
                  </a:lnTo>
                  <a:lnTo>
                    <a:pt x="119797" y="2687963"/>
                  </a:lnTo>
                  <a:lnTo>
                    <a:pt x="123220" y="2648112"/>
                  </a:lnTo>
                  <a:lnTo>
                    <a:pt x="126643" y="2681243"/>
                  </a:lnTo>
                  <a:lnTo>
                    <a:pt x="130066" y="2670613"/>
                  </a:lnTo>
                  <a:lnTo>
                    <a:pt x="133488" y="2686462"/>
                  </a:lnTo>
                  <a:lnTo>
                    <a:pt x="136911" y="2676847"/>
                  </a:lnTo>
                  <a:lnTo>
                    <a:pt x="140334" y="2675252"/>
                  </a:lnTo>
                  <a:lnTo>
                    <a:pt x="143757" y="2668734"/>
                  </a:lnTo>
                  <a:lnTo>
                    <a:pt x="147180" y="2660876"/>
                  </a:lnTo>
                  <a:lnTo>
                    <a:pt x="150602" y="2651666"/>
                  </a:lnTo>
                  <a:lnTo>
                    <a:pt x="154025" y="2658040"/>
                  </a:lnTo>
                  <a:lnTo>
                    <a:pt x="157448" y="2669785"/>
                  </a:lnTo>
                  <a:lnTo>
                    <a:pt x="160871" y="2702375"/>
                  </a:lnTo>
                  <a:lnTo>
                    <a:pt x="164294" y="2714849"/>
                  </a:lnTo>
                  <a:lnTo>
                    <a:pt x="167716" y="2739400"/>
                  </a:lnTo>
                  <a:lnTo>
                    <a:pt x="171139" y="2742666"/>
                  </a:lnTo>
                  <a:lnTo>
                    <a:pt x="174562" y="2716349"/>
                  </a:lnTo>
                  <a:lnTo>
                    <a:pt x="177985" y="2705685"/>
                  </a:lnTo>
                  <a:lnTo>
                    <a:pt x="181408" y="2712574"/>
                  </a:lnTo>
                  <a:lnTo>
                    <a:pt x="184830" y="2768320"/>
                  </a:lnTo>
                  <a:lnTo>
                    <a:pt x="188253" y="2766740"/>
                  </a:lnTo>
                  <a:lnTo>
                    <a:pt x="191676" y="2742615"/>
                  </a:lnTo>
                  <a:lnTo>
                    <a:pt x="195099" y="2696808"/>
                  </a:lnTo>
                  <a:lnTo>
                    <a:pt x="198522" y="2692307"/>
                  </a:lnTo>
                  <a:lnTo>
                    <a:pt x="201944" y="2703660"/>
                  </a:lnTo>
                  <a:lnTo>
                    <a:pt x="205367" y="2696843"/>
                  </a:lnTo>
                  <a:lnTo>
                    <a:pt x="208790" y="2715687"/>
                  </a:lnTo>
                  <a:lnTo>
                    <a:pt x="212213" y="2713067"/>
                  </a:lnTo>
                  <a:lnTo>
                    <a:pt x="215635" y="2692886"/>
                  </a:lnTo>
                  <a:lnTo>
                    <a:pt x="219058" y="2707456"/>
                  </a:lnTo>
                  <a:lnTo>
                    <a:pt x="222481" y="2692974"/>
                  </a:lnTo>
                  <a:lnTo>
                    <a:pt x="225904" y="2640076"/>
                  </a:lnTo>
                  <a:lnTo>
                    <a:pt x="229327" y="2639001"/>
                  </a:lnTo>
                  <a:lnTo>
                    <a:pt x="232749" y="2606980"/>
                  </a:lnTo>
                  <a:lnTo>
                    <a:pt x="236172" y="2599892"/>
                  </a:lnTo>
                  <a:lnTo>
                    <a:pt x="239595" y="2595122"/>
                  </a:lnTo>
                  <a:lnTo>
                    <a:pt x="243018" y="2613182"/>
                  </a:lnTo>
                  <a:lnTo>
                    <a:pt x="246441" y="2606093"/>
                  </a:lnTo>
                  <a:lnTo>
                    <a:pt x="249863" y="2604209"/>
                  </a:lnTo>
                  <a:lnTo>
                    <a:pt x="253286" y="2614523"/>
                  </a:lnTo>
                  <a:lnTo>
                    <a:pt x="256709" y="2609634"/>
                  </a:lnTo>
                  <a:lnTo>
                    <a:pt x="260132" y="2634103"/>
                  </a:lnTo>
                  <a:lnTo>
                    <a:pt x="263555" y="2592772"/>
                  </a:lnTo>
                  <a:lnTo>
                    <a:pt x="266977" y="2663007"/>
                  </a:lnTo>
                  <a:lnTo>
                    <a:pt x="270400" y="2723149"/>
                  </a:lnTo>
                  <a:lnTo>
                    <a:pt x="273823" y="2721160"/>
                  </a:lnTo>
                  <a:lnTo>
                    <a:pt x="277246" y="2734692"/>
                  </a:lnTo>
                  <a:lnTo>
                    <a:pt x="280669" y="2720640"/>
                  </a:lnTo>
                  <a:lnTo>
                    <a:pt x="284091" y="2726555"/>
                  </a:lnTo>
                  <a:lnTo>
                    <a:pt x="287514" y="2740713"/>
                  </a:lnTo>
                  <a:lnTo>
                    <a:pt x="290937" y="2749365"/>
                  </a:lnTo>
                  <a:lnTo>
                    <a:pt x="294360" y="2744519"/>
                  </a:lnTo>
                  <a:lnTo>
                    <a:pt x="297783" y="2761279"/>
                  </a:lnTo>
                  <a:lnTo>
                    <a:pt x="301205" y="2807756"/>
                  </a:lnTo>
                  <a:lnTo>
                    <a:pt x="304628" y="2818305"/>
                  </a:lnTo>
                  <a:lnTo>
                    <a:pt x="308051" y="2818305"/>
                  </a:lnTo>
                  <a:lnTo>
                    <a:pt x="311474" y="2802202"/>
                  </a:lnTo>
                  <a:lnTo>
                    <a:pt x="314897" y="2797083"/>
                  </a:lnTo>
                  <a:lnTo>
                    <a:pt x="318319" y="2769629"/>
                  </a:lnTo>
                  <a:lnTo>
                    <a:pt x="321742" y="2769720"/>
                  </a:lnTo>
                  <a:lnTo>
                    <a:pt x="325165" y="2784481"/>
                  </a:lnTo>
                  <a:lnTo>
                    <a:pt x="328588" y="2798968"/>
                  </a:lnTo>
                  <a:lnTo>
                    <a:pt x="332010" y="2774006"/>
                  </a:lnTo>
                  <a:lnTo>
                    <a:pt x="335433" y="2788608"/>
                  </a:lnTo>
                  <a:lnTo>
                    <a:pt x="338856" y="2816218"/>
                  </a:lnTo>
                  <a:lnTo>
                    <a:pt x="342279" y="2818305"/>
                  </a:lnTo>
                  <a:lnTo>
                    <a:pt x="345702" y="2793707"/>
                  </a:lnTo>
                  <a:lnTo>
                    <a:pt x="349124" y="2770781"/>
                  </a:lnTo>
                  <a:lnTo>
                    <a:pt x="352547" y="2753330"/>
                  </a:lnTo>
                  <a:lnTo>
                    <a:pt x="355970" y="2754230"/>
                  </a:lnTo>
                  <a:lnTo>
                    <a:pt x="359393" y="2794871"/>
                  </a:lnTo>
                  <a:lnTo>
                    <a:pt x="362816" y="2770556"/>
                  </a:lnTo>
                  <a:lnTo>
                    <a:pt x="366238" y="2797512"/>
                  </a:lnTo>
                  <a:lnTo>
                    <a:pt x="369661" y="2804994"/>
                  </a:lnTo>
                  <a:lnTo>
                    <a:pt x="373084" y="2811672"/>
                  </a:lnTo>
                  <a:lnTo>
                    <a:pt x="376507" y="2818305"/>
                  </a:lnTo>
                  <a:lnTo>
                    <a:pt x="379930" y="2792431"/>
                  </a:lnTo>
                  <a:lnTo>
                    <a:pt x="383352" y="2818305"/>
                  </a:lnTo>
                  <a:lnTo>
                    <a:pt x="386775" y="2818305"/>
                  </a:lnTo>
                  <a:lnTo>
                    <a:pt x="390198" y="2818305"/>
                  </a:lnTo>
                  <a:lnTo>
                    <a:pt x="393621" y="2818305"/>
                  </a:lnTo>
                  <a:lnTo>
                    <a:pt x="397044" y="2818305"/>
                  </a:lnTo>
                  <a:lnTo>
                    <a:pt x="400466" y="2818305"/>
                  </a:lnTo>
                  <a:lnTo>
                    <a:pt x="403889" y="2818305"/>
                  </a:lnTo>
                  <a:lnTo>
                    <a:pt x="407312" y="2818305"/>
                  </a:lnTo>
                  <a:lnTo>
                    <a:pt x="410735" y="2807323"/>
                  </a:lnTo>
                  <a:lnTo>
                    <a:pt x="414158" y="2811043"/>
                  </a:lnTo>
                  <a:lnTo>
                    <a:pt x="417580" y="2818305"/>
                  </a:lnTo>
                  <a:lnTo>
                    <a:pt x="421003" y="2807874"/>
                  </a:lnTo>
                  <a:lnTo>
                    <a:pt x="424426" y="2808685"/>
                  </a:lnTo>
                  <a:lnTo>
                    <a:pt x="427849" y="2810854"/>
                  </a:lnTo>
                  <a:lnTo>
                    <a:pt x="431271" y="2818305"/>
                  </a:lnTo>
                  <a:lnTo>
                    <a:pt x="434694" y="2818305"/>
                  </a:lnTo>
                  <a:lnTo>
                    <a:pt x="438117" y="2818305"/>
                  </a:lnTo>
                  <a:lnTo>
                    <a:pt x="441540" y="2818305"/>
                  </a:lnTo>
                  <a:lnTo>
                    <a:pt x="444963" y="2806410"/>
                  </a:lnTo>
                  <a:lnTo>
                    <a:pt x="448385" y="2817467"/>
                  </a:lnTo>
                  <a:lnTo>
                    <a:pt x="451808" y="2818305"/>
                  </a:lnTo>
                  <a:lnTo>
                    <a:pt x="455231" y="2818305"/>
                  </a:lnTo>
                  <a:lnTo>
                    <a:pt x="458654" y="2818305"/>
                  </a:lnTo>
                  <a:lnTo>
                    <a:pt x="462077" y="2818305"/>
                  </a:lnTo>
                  <a:lnTo>
                    <a:pt x="465499" y="2812267"/>
                  </a:lnTo>
                  <a:lnTo>
                    <a:pt x="468922" y="2818305"/>
                  </a:lnTo>
                  <a:lnTo>
                    <a:pt x="472345" y="2818305"/>
                  </a:lnTo>
                  <a:lnTo>
                    <a:pt x="475768" y="2818305"/>
                  </a:lnTo>
                  <a:lnTo>
                    <a:pt x="479191" y="2818305"/>
                  </a:lnTo>
                  <a:lnTo>
                    <a:pt x="482613" y="2795712"/>
                  </a:lnTo>
                  <a:lnTo>
                    <a:pt x="486036" y="2765668"/>
                  </a:lnTo>
                  <a:lnTo>
                    <a:pt x="489459" y="2736876"/>
                  </a:lnTo>
                  <a:lnTo>
                    <a:pt x="492882" y="2762324"/>
                  </a:lnTo>
                  <a:lnTo>
                    <a:pt x="496305" y="2749378"/>
                  </a:lnTo>
                  <a:lnTo>
                    <a:pt x="499727" y="2750841"/>
                  </a:lnTo>
                  <a:lnTo>
                    <a:pt x="503150" y="2778077"/>
                  </a:lnTo>
                  <a:lnTo>
                    <a:pt x="506573" y="2754623"/>
                  </a:lnTo>
                  <a:lnTo>
                    <a:pt x="509996" y="2791921"/>
                  </a:lnTo>
                  <a:lnTo>
                    <a:pt x="513419" y="2790185"/>
                  </a:lnTo>
                  <a:lnTo>
                    <a:pt x="516841" y="2818305"/>
                  </a:lnTo>
                  <a:lnTo>
                    <a:pt x="520264" y="2818305"/>
                  </a:lnTo>
                  <a:lnTo>
                    <a:pt x="523687" y="2818305"/>
                  </a:lnTo>
                  <a:lnTo>
                    <a:pt x="527110" y="2818305"/>
                  </a:lnTo>
                  <a:lnTo>
                    <a:pt x="530532" y="2818305"/>
                  </a:lnTo>
                  <a:lnTo>
                    <a:pt x="533955" y="2818305"/>
                  </a:lnTo>
                  <a:lnTo>
                    <a:pt x="537378" y="2818305"/>
                  </a:lnTo>
                  <a:lnTo>
                    <a:pt x="540801" y="2818305"/>
                  </a:lnTo>
                  <a:lnTo>
                    <a:pt x="544224" y="2782398"/>
                  </a:lnTo>
                  <a:lnTo>
                    <a:pt x="547646" y="2755661"/>
                  </a:lnTo>
                  <a:lnTo>
                    <a:pt x="551069" y="2718758"/>
                  </a:lnTo>
                  <a:lnTo>
                    <a:pt x="554492" y="2737939"/>
                  </a:lnTo>
                  <a:lnTo>
                    <a:pt x="557915" y="2747279"/>
                  </a:lnTo>
                  <a:lnTo>
                    <a:pt x="561338" y="2749463"/>
                  </a:lnTo>
                  <a:lnTo>
                    <a:pt x="564760" y="2739817"/>
                  </a:lnTo>
                  <a:lnTo>
                    <a:pt x="568183" y="2751660"/>
                  </a:lnTo>
                  <a:lnTo>
                    <a:pt x="571606" y="2723873"/>
                  </a:lnTo>
                  <a:lnTo>
                    <a:pt x="575029" y="2761342"/>
                  </a:lnTo>
                  <a:lnTo>
                    <a:pt x="578452" y="2734041"/>
                  </a:lnTo>
                  <a:lnTo>
                    <a:pt x="581874" y="2728823"/>
                  </a:lnTo>
                  <a:lnTo>
                    <a:pt x="585297" y="2732819"/>
                  </a:lnTo>
                  <a:lnTo>
                    <a:pt x="588720" y="2714481"/>
                  </a:lnTo>
                  <a:lnTo>
                    <a:pt x="592143" y="2725209"/>
                  </a:lnTo>
                  <a:lnTo>
                    <a:pt x="595566" y="2695842"/>
                  </a:lnTo>
                  <a:lnTo>
                    <a:pt x="598988" y="2676071"/>
                  </a:lnTo>
                  <a:lnTo>
                    <a:pt x="602411" y="2699568"/>
                  </a:lnTo>
                  <a:lnTo>
                    <a:pt x="605834" y="2713106"/>
                  </a:lnTo>
                  <a:lnTo>
                    <a:pt x="609257" y="2705270"/>
                  </a:lnTo>
                  <a:lnTo>
                    <a:pt x="612680" y="2688702"/>
                  </a:lnTo>
                  <a:lnTo>
                    <a:pt x="616102" y="2705711"/>
                  </a:lnTo>
                  <a:lnTo>
                    <a:pt x="619525" y="2717419"/>
                  </a:lnTo>
                  <a:lnTo>
                    <a:pt x="622948" y="2674794"/>
                  </a:lnTo>
                  <a:lnTo>
                    <a:pt x="626371" y="2667659"/>
                  </a:lnTo>
                  <a:lnTo>
                    <a:pt x="629794" y="2676068"/>
                  </a:lnTo>
                  <a:lnTo>
                    <a:pt x="633216" y="2687647"/>
                  </a:lnTo>
                  <a:lnTo>
                    <a:pt x="636639" y="2676974"/>
                  </a:lnTo>
                  <a:lnTo>
                    <a:pt x="640062" y="2684115"/>
                  </a:lnTo>
                  <a:lnTo>
                    <a:pt x="643485" y="2680441"/>
                  </a:lnTo>
                  <a:lnTo>
                    <a:pt x="646907" y="2693182"/>
                  </a:lnTo>
                  <a:lnTo>
                    <a:pt x="650330" y="2716199"/>
                  </a:lnTo>
                  <a:lnTo>
                    <a:pt x="653753" y="2732487"/>
                  </a:lnTo>
                  <a:lnTo>
                    <a:pt x="657176" y="2715121"/>
                  </a:lnTo>
                  <a:lnTo>
                    <a:pt x="660599" y="2697681"/>
                  </a:lnTo>
                  <a:lnTo>
                    <a:pt x="664021" y="2623782"/>
                  </a:lnTo>
                  <a:lnTo>
                    <a:pt x="667444" y="2700888"/>
                  </a:lnTo>
                  <a:lnTo>
                    <a:pt x="670867" y="2600205"/>
                  </a:lnTo>
                  <a:lnTo>
                    <a:pt x="674290" y="2618621"/>
                  </a:lnTo>
                  <a:lnTo>
                    <a:pt x="677713" y="2678257"/>
                  </a:lnTo>
                  <a:lnTo>
                    <a:pt x="681135" y="2612558"/>
                  </a:lnTo>
                  <a:lnTo>
                    <a:pt x="684558" y="2672952"/>
                  </a:lnTo>
                  <a:lnTo>
                    <a:pt x="687981" y="2694861"/>
                  </a:lnTo>
                  <a:lnTo>
                    <a:pt x="691404" y="2693617"/>
                  </a:lnTo>
                  <a:lnTo>
                    <a:pt x="694827" y="2711737"/>
                  </a:lnTo>
                  <a:lnTo>
                    <a:pt x="698249" y="2751097"/>
                  </a:lnTo>
                  <a:lnTo>
                    <a:pt x="701672" y="2745277"/>
                  </a:lnTo>
                  <a:lnTo>
                    <a:pt x="705095" y="2788268"/>
                  </a:lnTo>
                  <a:lnTo>
                    <a:pt x="708518" y="2770557"/>
                  </a:lnTo>
                  <a:lnTo>
                    <a:pt x="711941" y="2795545"/>
                  </a:lnTo>
                  <a:lnTo>
                    <a:pt x="715363" y="2818305"/>
                  </a:lnTo>
                  <a:lnTo>
                    <a:pt x="718786" y="2799227"/>
                  </a:lnTo>
                  <a:lnTo>
                    <a:pt x="722209" y="2766018"/>
                  </a:lnTo>
                  <a:lnTo>
                    <a:pt x="725632" y="2725885"/>
                  </a:lnTo>
                  <a:lnTo>
                    <a:pt x="729055" y="2727327"/>
                  </a:lnTo>
                  <a:lnTo>
                    <a:pt x="732477" y="2737817"/>
                  </a:lnTo>
                  <a:lnTo>
                    <a:pt x="735900" y="2733563"/>
                  </a:lnTo>
                  <a:lnTo>
                    <a:pt x="739323" y="2766093"/>
                  </a:lnTo>
                  <a:lnTo>
                    <a:pt x="742746" y="2780663"/>
                  </a:lnTo>
                  <a:lnTo>
                    <a:pt x="746168" y="2780320"/>
                  </a:lnTo>
                  <a:lnTo>
                    <a:pt x="749591" y="2742772"/>
                  </a:lnTo>
                  <a:lnTo>
                    <a:pt x="753014" y="2740861"/>
                  </a:lnTo>
                  <a:lnTo>
                    <a:pt x="756437" y="2796768"/>
                  </a:lnTo>
                  <a:lnTo>
                    <a:pt x="759860" y="2775643"/>
                  </a:lnTo>
                  <a:lnTo>
                    <a:pt x="763282" y="2799397"/>
                  </a:lnTo>
                  <a:lnTo>
                    <a:pt x="766705" y="2771836"/>
                  </a:lnTo>
                  <a:lnTo>
                    <a:pt x="770128" y="2764081"/>
                  </a:lnTo>
                  <a:lnTo>
                    <a:pt x="773551" y="2768998"/>
                  </a:lnTo>
                  <a:lnTo>
                    <a:pt x="776974" y="2756134"/>
                  </a:lnTo>
                  <a:lnTo>
                    <a:pt x="780396" y="2751477"/>
                  </a:lnTo>
                  <a:lnTo>
                    <a:pt x="783819" y="2751371"/>
                  </a:lnTo>
                  <a:lnTo>
                    <a:pt x="787242" y="2753322"/>
                  </a:lnTo>
                  <a:lnTo>
                    <a:pt x="790665" y="2739920"/>
                  </a:lnTo>
                  <a:lnTo>
                    <a:pt x="794088" y="2752337"/>
                  </a:lnTo>
                  <a:lnTo>
                    <a:pt x="797510" y="2729024"/>
                  </a:lnTo>
                  <a:lnTo>
                    <a:pt x="800933" y="2796642"/>
                  </a:lnTo>
                  <a:lnTo>
                    <a:pt x="804356" y="2797284"/>
                  </a:lnTo>
                  <a:lnTo>
                    <a:pt x="807779" y="2761163"/>
                  </a:lnTo>
                  <a:lnTo>
                    <a:pt x="811202" y="2756800"/>
                  </a:lnTo>
                  <a:lnTo>
                    <a:pt x="814624" y="2721999"/>
                  </a:lnTo>
                  <a:lnTo>
                    <a:pt x="818047" y="2731808"/>
                  </a:lnTo>
                  <a:lnTo>
                    <a:pt x="821470" y="2692701"/>
                  </a:lnTo>
                  <a:lnTo>
                    <a:pt x="824893" y="2718436"/>
                  </a:lnTo>
                  <a:lnTo>
                    <a:pt x="828316" y="2712008"/>
                  </a:lnTo>
                  <a:lnTo>
                    <a:pt x="831738" y="2675401"/>
                  </a:lnTo>
                  <a:lnTo>
                    <a:pt x="835161" y="2700446"/>
                  </a:lnTo>
                  <a:lnTo>
                    <a:pt x="838584" y="2676725"/>
                  </a:lnTo>
                  <a:lnTo>
                    <a:pt x="842007" y="2744541"/>
                  </a:lnTo>
                  <a:lnTo>
                    <a:pt x="845429" y="2742471"/>
                  </a:lnTo>
                  <a:lnTo>
                    <a:pt x="848852" y="2720723"/>
                  </a:lnTo>
                  <a:lnTo>
                    <a:pt x="852275" y="2686545"/>
                  </a:lnTo>
                  <a:lnTo>
                    <a:pt x="855698" y="2680940"/>
                  </a:lnTo>
                  <a:lnTo>
                    <a:pt x="859121" y="2688625"/>
                  </a:lnTo>
                  <a:lnTo>
                    <a:pt x="862543" y="2698917"/>
                  </a:lnTo>
                  <a:lnTo>
                    <a:pt x="865966" y="2737512"/>
                  </a:lnTo>
                  <a:lnTo>
                    <a:pt x="869389" y="2701516"/>
                  </a:lnTo>
                  <a:lnTo>
                    <a:pt x="872812" y="2714145"/>
                  </a:lnTo>
                  <a:lnTo>
                    <a:pt x="876235" y="2697158"/>
                  </a:lnTo>
                  <a:lnTo>
                    <a:pt x="879657" y="2671261"/>
                  </a:lnTo>
                  <a:lnTo>
                    <a:pt x="883080" y="2664858"/>
                  </a:lnTo>
                  <a:lnTo>
                    <a:pt x="886503" y="2674671"/>
                  </a:lnTo>
                  <a:lnTo>
                    <a:pt x="889926" y="2708931"/>
                  </a:lnTo>
                  <a:lnTo>
                    <a:pt x="893349" y="2753772"/>
                  </a:lnTo>
                  <a:lnTo>
                    <a:pt x="896771" y="2754594"/>
                  </a:lnTo>
                  <a:lnTo>
                    <a:pt x="900194" y="2741664"/>
                  </a:lnTo>
                  <a:lnTo>
                    <a:pt x="903617" y="2697356"/>
                  </a:lnTo>
                  <a:lnTo>
                    <a:pt x="907040" y="2687191"/>
                  </a:lnTo>
                  <a:lnTo>
                    <a:pt x="910463" y="2689389"/>
                  </a:lnTo>
                  <a:lnTo>
                    <a:pt x="913885" y="2702273"/>
                  </a:lnTo>
                  <a:lnTo>
                    <a:pt x="917308" y="2710812"/>
                  </a:lnTo>
                  <a:lnTo>
                    <a:pt x="920731" y="2755973"/>
                  </a:lnTo>
                  <a:lnTo>
                    <a:pt x="924154" y="2739107"/>
                  </a:lnTo>
                  <a:lnTo>
                    <a:pt x="927577" y="2730359"/>
                  </a:lnTo>
                  <a:lnTo>
                    <a:pt x="930999" y="2740193"/>
                  </a:lnTo>
                  <a:lnTo>
                    <a:pt x="934422" y="2734885"/>
                  </a:lnTo>
                  <a:lnTo>
                    <a:pt x="937845" y="2716236"/>
                  </a:lnTo>
                  <a:lnTo>
                    <a:pt x="941268" y="2728822"/>
                  </a:lnTo>
                  <a:lnTo>
                    <a:pt x="944691" y="2730498"/>
                  </a:lnTo>
                  <a:lnTo>
                    <a:pt x="948113" y="2742868"/>
                  </a:lnTo>
                  <a:lnTo>
                    <a:pt x="951536" y="2739900"/>
                  </a:lnTo>
                  <a:lnTo>
                    <a:pt x="954959" y="2708902"/>
                  </a:lnTo>
                  <a:lnTo>
                    <a:pt x="958382" y="2703836"/>
                  </a:lnTo>
                  <a:lnTo>
                    <a:pt x="961804" y="2677133"/>
                  </a:lnTo>
                  <a:lnTo>
                    <a:pt x="965227" y="2655223"/>
                  </a:lnTo>
                  <a:lnTo>
                    <a:pt x="968650" y="2673809"/>
                  </a:lnTo>
                  <a:lnTo>
                    <a:pt x="972073" y="2710008"/>
                  </a:lnTo>
                  <a:lnTo>
                    <a:pt x="975496" y="2700719"/>
                  </a:lnTo>
                  <a:lnTo>
                    <a:pt x="978918" y="2677226"/>
                  </a:lnTo>
                  <a:lnTo>
                    <a:pt x="982341" y="2649196"/>
                  </a:lnTo>
                  <a:lnTo>
                    <a:pt x="985764" y="2631762"/>
                  </a:lnTo>
                  <a:lnTo>
                    <a:pt x="989187" y="2658988"/>
                  </a:lnTo>
                  <a:lnTo>
                    <a:pt x="992610" y="2656915"/>
                  </a:lnTo>
                  <a:lnTo>
                    <a:pt x="996032" y="2651395"/>
                  </a:lnTo>
                  <a:lnTo>
                    <a:pt x="999455" y="2639992"/>
                  </a:lnTo>
                  <a:lnTo>
                    <a:pt x="1002878" y="2657665"/>
                  </a:lnTo>
                  <a:lnTo>
                    <a:pt x="1006301" y="2635144"/>
                  </a:lnTo>
                  <a:lnTo>
                    <a:pt x="1009724" y="2664694"/>
                  </a:lnTo>
                  <a:lnTo>
                    <a:pt x="1013146" y="2643487"/>
                  </a:lnTo>
                  <a:lnTo>
                    <a:pt x="1016569" y="2654750"/>
                  </a:lnTo>
                  <a:lnTo>
                    <a:pt x="1019992" y="2679345"/>
                  </a:lnTo>
                  <a:lnTo>
                    <a:pt x="1023415" y="2669265"/>
                  </a:lnTo>
                  <a:lnTo>
                    <a:pt x="1026838" y="2682885"/>
                  </a:lnTo>
                  <a:lnTo>
                    <a:pt x="1030260" y="2669862"/>
                  </a:lnTo>
                  <a:lnTo>
                    <a:pt x="1033683" y="2678073"/>
                  </a:lnTo>
                  <a:lnTo>
                    <a:pt x="1037106" y="2660158"/>
                  </a:lnTo>
                  <a:lnTo>
                    <a:pt x="1040529" y="2646523"/>
                  </a:lnTo>
                  <a:lnTo>
                    <a:pt x="1043952" y="2663885"/>
                  </a:lnTo>
                  <a:lnTo>
                    <a:pt x="1047374" y="2666437"/>
                  </a:lnTo>
                  <a:lnTo>
                    <a:pt x="1050797" y="2638068"/>
                  </a:lnTo>
                  <a:lnTo>
                    <a:pt x="1054220" y="2667711"/>
                  </a:lnTo>
                  <a:lnTo>
                    <a:pt x="1057643" y="2647846"/>
                  </a:lnTo>
                  <a:lnTo>
                    <a:pt x="1061065" y="2660171"/>
                  </a:lnTo>
                  <a:lnTo>
                    <a:pt x="1064488" y="2652472"/>
                  </a:lnTo>
                  <a:lnTo>
                    <a:pt x="1067911" y="2641697"/>
                  </a:lnTo>
                  <a:lnTo>
                    <a:pt x="1071334" y="2638605"/>
                  </a:lnTo>
                  <a:lnTo>
                    <a:pt x="1074757" y="2617729"/>
                  </a:lnTo>
                  <a:lnTo>
                    <a:pt x="1078179" y="2625115"/>
                  </a:lnTo>
                  <a:lnTo>
                    <a:pt x="1081602" y="2612283"/>
                  </a:lnTo>
                  <a:lnTo>
                    <a:pt x="1085025" y="2602679"/>
                  </a:lnTo>
                  <a:lnTo>
                    <a:pt x="1088448" y="2598692"/>
                  </a:lnTo>
                  <a:lnTo>
                    <a:pt x="1091871" y="2581954"/>
                  </a:lnTo>
                  <a:lnTo>
                    <a:pt x="1095293" y="2602361"/>
                  </a:lnTo>
                  <a:lnTo>
                    <a:pt x="1098716" y="2593934"/>
                  </a:lnTo>
                  <a:lnTo>
                    <a:pt x="1102139" y="2586908"/>
                  </a:lnTo>
                  <a:lnTo>
                    <a:pt x="1105562" y="2588005"/>
                  </a:lnTo>
                  <a:lnTo>
                    <a:pt x="1108985" y="2589749"/>
                  </a:lnTo>
                  <a:lnTo>
                    <a:pt x="1112407" y="2630841"/>
                  </a:lnTo>
                  <a:lnTo>
                    <a:pt x="1115830" y="2599769"/>
                  </a:lnTo>
                  <a:lnTo>
                    <a:pt x="1119253" y="2606334"/>
                  </a:lnTo>
                  <a:lnTo>
                    <a:pt x="1122676" y="2598854"/>
                  </a:lnTo>
                  <a:lnTo>
                    <a:pt x="1126099" y="2565415"/>
                  </a:lnTo>
                  <a:lnTo>
                    <a:pt x="1129521" y="2713746"/>
                  </a:lnTo>
                  <a:lnTo>
                    <a:pt x="1132944" y="2706575"/>
                  </a:lnTo>
                  <a:lnTo>
                    <a:pt x="1136367" y="2695283"/>
                  </a:lnTo>
                  <a:lnTo>
                    <a:pt x="1139790" y="2672839"/>
                  </a:lnTo>
                  <a:lnTo>
                    <a:pt x="1143213" y="2682428"/>
                  </a:lnTo>
                  <a:lnTo>
                    <a:pt x="1146635" y="2718358"/>
                  </a:lnTo>
                  <a:lnTo>
                    <a:pt x="1150058" y="2708211"/>
                  </a:lnTo>
                  <a:lnTo>
                    <a:pt x="1153481" y="2715995"/>
                  </a:lnTo>
                  <a:lnTo>
                    <a:pt x="1156904" y="2731474"/>
                  </a:lnTo>
                  <a:lnTo>
                    <a:pt x="1160326" y="2711913"/>
                  </a:lnTo>
                  <a:lnTo>
                    <a:pt x="1163749" y="2734854"/>
                  </a:lnTo>
                  <a:lnTo>
                    <a:pt x="1167172" y="2742694"/>
                  </a:lnTo>
                  <a:lnTo>
                    <a:pt x="1170595" y="2770513"/>
                  </a:lnTo>
                  <a:lnTo>
                    <a:pt x="1174018" y="2793374"/>
                  </a:lnTo>
                  <a:lnTo>
                    <a:pt x="1177440" y="2747749"/>
                  </a:lnTo>
                  <a:lnTo>
                    <a:pt x="1180863" y="2750126"/>
                  </a:lnTo>
                  <a:lnTo>
                    <a:pt x="1184286" y="2764320"/>
                  </a:lnTo>
                  <a:lnTo>
                    <a:pt x="1187709" y="2771392"/>
                  </a:lnTo>
                  <a:lnTo>
                    <a:pt x="1191132" y="2792778"/>
                  </a:lnTo>
                  <a:lnTo>
                    <a:pt x="1194554" y="2760671"/>
                  </a:lnTo>
                  <a:lnTo>
                    <a:pt x="1197977" y="2759325"/>
                  </a:lnTo>
                  <a:lnTo>
                    <a:pt x="1201400" y="2794919"/>
                  </a:lnTo>
                  <a:lnTo>
                    <a:pt x="1204823" y="2815604"/>
                  </a:lnTo>
                  <a:lnTo>
                    <a:pt x="1208246" y="2818305"/>
                  </a:lnTo>
                  <a:lnTo>
                    <a:pt x="1211668" y="2797113"/>
                  </a:lnTo>
                  <a:lnTo>
                    <a:pt x="1215091" y="2788008"/>
                  </a:lnTo>
                  <a:lnTo>
                    <a:pt x="1218514" y="2740214"/>
                  </a:lnTo>
                  <a:lnTo>
                    <a:pt x="1221937" y="2754573"/>
                  </a:lnTo>
                  <a:lnTo>
                    <a:pt x="1225360" y="2736443"/>
                  </a:lnTo>
                  <a:lnTo>
                    <a:pt x="1228782" y="2766534"/>
                  </a:lnTo>
                  <a:lnTo>
                    <a:pt x="1232205" y="2764491"/>
                  </a:lnTo>
                  <a:lnTo>
                    <a:pt x="1235628" y="2752149"/>
                  </a:lnTo>
                  <a:lnTo>
                    <a:pt x="1239051" y="2762300"/>
                  </a:lnTo>
                  <a:lnTo>
                    <a:pt x="1242474" y="2773894"/>
                  </a:lnTo>
                  <a:lnTo>
                    <a:pt x="1245896" y="2786666"/>
                  </a:lnTo>
                  <a:lnTo>
                    <a:pt x="1249319" y="2801078"/>
                  </a:lnTo>
                  <a:lnTo>
                    <a:pt x="1252742" y="2808750"/>
                  </a:lnTo>
                  <a:lnTo>
                    <a:pt x="1256165" y="2818305"/>
                  </a:lnTo>
                  <a:lnTo>
                    <a:pt x="1259588" y="2818305"/>
                  </a:lnTo>
                  <a:lnTo>
                    <a:pt x="1263010" y="2818188"/>
                  </a:lnTo>
                  <a:lnTo>
                    <a:pt x="1266433" y="2804162"/>
                  </a:lnTo>
                  <a:lnTo>
                    <a:pt x="1269856" y="2771670"/>
                  </a:lnTo>
                  <a:lnTo>
                    <a:pt x="1273279" y="2793786"/>
                  </a:lnTo>
                  <a:lnTo>
                    <a:pt x="1276701" y="2792828"/>
                  </a:lnTo>
                  <a:lnTo>
                    <a:pt x="1280124" y="2818305"/>
                  </a:lnTo>
                  <a:lnTo>
                    <a:pt x="1283547" y="2818305"/>
                  </a:lnTo>
                  <a:lnTo>
                    <a:pt x="1286970" y="2787570"/>
                  </a:lnTo>
                  <a:lnTo>
                    <a:pt x="1290393" y="2809302"/>
                  </a:lnTo>
                  <a:lnTo>
                    <a:pt x="1293815" y="2764338"/>
                  </a:lnTo>
                  <a:lnTo>
                    <a:pt x="1297238" y="2729803"/>
                  </a:lnTo>
                  <a:lnTo>
                    <a:pt x="1300661" y="2683494"/>
                  </a:lnTo>
                  <a:lnTo>
                    <a:pt x="1304084" y="2735289"/>
                  </a:lnTo>
                  <a:lnTo>
                    <a:pt x="1307507" y="2737708"/>
                  </a:lnTo>
                  <a:lnTo>
                    <a:pt x="1310929" y="2725801"/>
                  </a:lnTo>
                  <a:lnTo>
                    <a:pt x="1314352" y="2772738"/>
                  </a:lnTo>
                  <a:lnTo>
                    <a:pt x="1317775" y="2761160"/>
                  </a:lnTo>
                  <a:lnTo>
                    <a:pt x="1321198" y="2778366"/>
                  </a:lnTo>
                  <a:lnTo>
                    <a:pt x="1324621" y="2744123"/>
                  </a:lnTo>
                  <a:lnTo>
                    <a:pt x="1328043" y="2760379"/>
                  </a:lnTo>
                  <a:lnTo>
                    <a:pt x="1331466" y="2755615"/>
                  </a:lnTo>
                  <a:lnTo>
                    <a:pt x="1334889" y="2787055"/>
                  </a:lnTo>
                  <a:lnTo>
                    <a:pt x="1338312" y="2779919"/>
                  </a:lnTo>
                  <a:lnTo>
                    <a:pt x="1341735" y="2751191"/>
                  </a:lnTo>
                  <a:lnTo>
                    <a:pt x="1345157" y="2746952"/>
                  </a:lnTo>
                  <a:lnTo>
                    <a:pt x="1348580" y="2777267"/>
                  </a:lnTo>
                  <a:lnTo>
                    <a:pt x="1352003" y="2762705"/>
                  </a:lnTo>
                  <a:lnTo>
                    <a:pt x="1355426" y="2762534"/>
                  </a:lnTo>
                  <a:lnTo>
                    <a:pt x="1358849" y="2732773"/>
                  </a:lnTo>
                  <a:lnTo>
                    <a:pt x="1362271" y="2725851"/>
                  </a:lnTo>
                  <a:lnTo>
                    <a:pt x="1365694" y="2729790"/>
                  </a:lnTo>
                  <a:lnTo>
                    <a:pt x="1369117" y="2739655"/>
                  </a:lnTo>
                  <a:lnTo>
                    <a:pt x="1372540" y="2721784"/>
                  </a:lnTo>
                  <a:lnTo>
                    <a:pt x="1375962" y="2687311"/>
                  </a:lnTo>
                  <a:lnTo>
                    <a:pt x="1379385" y="2651197"/>
                  </a:lnTo>
                  <a:lnTo>
                    <a:pt x="1382808" y="2717917"/>
                  </a:lnTo>
                  <a:lnTo>
                    <a:pt x="1386231" y="2723933"/>
                  </a:lnTo>
                  <a:lnTo>
                    <a:pt x="1389654" y="2729799"/>
                  </a:lnTo>
                  <a:lnTo>
                    <a:pt x="1393076" y="2732786"/>
                  </a:lnTo>
                  <a:lnTo>
                    <a:pt x="1396499" y="2754448"/>
                  </a:lnTo>
                  <a:lnTo>
                    <a:pt x="1399922" y="2793352"/>
                  </a:lnTo>
                  <a:lnTo>
                    <a:pt x="1403345" y="2794446"/>
                  </a:lnTo>
                  <a:lnTo>
                    <a:pt x="1406768" y="2789379"/>
                  </a:lnTo>
                  <a:lnTo>
                    <a:pt x="1410190" y="2750521"/>
                  </a:lnTo>
                  <a:lnTo>
                    <a:pt x="1413613" y="2741630"/>
                  </a:lnTo>
                  <a:lnTo>
                    <a:pt x="1417036" y="2725241"/>
                  </a:lnTo>
                  <a:lnTo>
                    <a:pt x="1420459" y="2736795"/>
                  </a:lnTo>
                  <a:lnTo>
                    <a:pt x="1423882" y="2698186"/>
                  </a:lnTo>
                  <a:lnTo>
                    <a:pt x="1427304" y="2731081"/>
                  </a:lnTo>
                  <a:lnTo>
                    <a:pt x="1430727" y="2714932"/>
                  </a:lnTo>
                  <a:lnTo>
                    <a:pt x="1434150" y="2690571"/>
                  </a:lnTo>
                  <a:lnTo>
                    <a:pt x="1437573" y="2681492"/>
                  </a:lnTo>
                  <a:lnTo>
                    <a:pt x="1440996" y="2648231"/>
                  </a:lnTo>
                  <a:lnTo>
                    <a:pt x="1444418" y="2641158"/>
                  </a:lnTo>
                  <a:lnTo>
                    <a:pt x="1447841" y="2624886"/>
                  </a:lnTo>
                  <a:lnTo>
                    <a:pt x="1451264" y="2576139"/>
                  </a:lnTo>
                  <a:lnTo>
                    <a:pt x="1454687" y="2569616"/>
                  </a:lnTo>
                  <a:lnTo>
                    <a:pt x="1458110" y="2553801"/>
                  </a:lnTo>
                  <a:lnTo>
                    <a:pt x="1461532" y="2569447"/>
                  </a:lnTo>
                  <a:lnTo>
                    <a:pt x="1464955" y="2540712"/>
                  </a:lnTo>
                  <a:lnTo>
                    <a:pt x="1468378" y="2545953"/>
                  </a:lnTo>
                  <a:lnTo>
                    <a:pt x="1471801" y="2530953"/>
                  </a:lnTo>
                  <a:lnTo>
                    <a:pt x="1475224" y="2546948"/>
                  </a:lnTo>
                  <a:lnTo>
                    <a:pt x="1478646" y="2576235"/>
                  </a:lnTo>
                  <a:lnTo>
                    <a:pt x="1482069" y="2591983"/>
                  </a:lnTo>
                  <a:lnTo>
                    <a:pt x="1485492" y="2644115"/>
                  </a:lnTo>
                  <a:lnTo>
                    <a:pt x="1488915" y="2590622"/>
                  </a:lnTo>
                  <a:lnTo>
                    <a:pt x="1492337" y="2567797"/>
                  </a:lnTo>
                  <a:lnTo>
                    <a:pt x="1495760" y="2570636"/>
                  </a:lnTo>
                  <a:lnTo>
                    <a:pt x="1499183" y="2628543"/>
                  </a:lnTo>
                  <a:lnTo>
                    <a:pt x="1502606" y="2630080"/>
                  </a:lnTo>
                  <a:lnTo>
                    <a:pt x="1506029" y="2607579"/>
                  </a:lnTo>
                  <a:lnTo>
                    <a:pt x="1509451" y="2642745"/>
                  </a:lnTo>
                  <a:lnTo>
                    <a:pt x="1512874" y="2657860"/>
                  </a:lnTo>
                  <a:lnTo>
                    <a:pt x="1516297" y="2651630"/>
                  </a:lnTo>
                  <a:lnTo>
                    <a:pt x="1519720" y="2616706"/>
                  </a:lnTo>
                  <a:lnTo>
                    <a:pt x="1523143" y="2659437"/>
                  </a:lnTo>
                  <a:lnTo>
                    <a:pt x="1526565" y="2653505"/>
                  </a:lnTo>
                  <a:lnTo>
                    <a:pt x="1529988" y="2629145"/>
                  </a:lnTo>
                  <a:lnTo>
                    <a:pt x="1533411" y="2629466"/>
                  </a:lnTo>
                  <a:lnTo>
                    <a:pt x="1536834" y="2674753"/>
                  </a:lnTo>
                  <a:lnTo>
                    <a:pt x="1540257" y="2641507"/>
                  </a:lnTo>
                  <a:lnTo>
                    <a:pt x="1543679" y="2668270"/>
                  </a:lnTo>
                  <a:lnTo>
                    <a:pt x="1547102" y="2640936"/>
                  </a:lnTo>
                  <a:lnTo>
                    <a:pt x="1550525" y="2649991"/>
                  </a:lnTo>
                  <a:lnTo>
                    <a:pt x="1553948" y="2659928"/>
                  </a:lnTo>
                  <a:lnTo>
                    <a:pt x="1557371" y="2646066"/>
                  </a:lnTo>
                  <a:lnTo>
                    <a:pt x="1560793" y="2653821"/>
                  </a:lnTo>
                  <a:lnTo>
                    <a:pt x="1564216" y="2590714"/>
                  </a:lnTo>
                  <a:lnTo>
                    <a:pt x="1567639" y="2630333"/>
                  </a:lnTo>
                  <a:lnTo>
                    <a:pt x="1571062" y="2655389"/>
                  </a:lnTo>
                  <a:lnTo>
                    <a:pt x="1574485" y="2631463"/>
                  </a:lnTo>
                  <a:lnTo>
                    <a:pt x="1577907" y="2679926"/>
                  </a:lnTo>
                  <a:lnTo>
                    <a:pt x="1581330" y="2659445"/>
                  </a:lnTo>
                  <a:lnTo>
                    <a:pt x="1584753" y="2653964"/>
                  </a:lnTo>
                  <a:lnTo>
                    <a:pt x="1588176" y="2767337"/>
                  </a:lnTo>
                  <a:lnTo>
                    <a:pt x="1591598" y="2765268"/>
                  </a:lnTo>
                  <a:lnTo>
                    <a:pt x="1595021" y="2743651"/>
                  </a:lnTo>
                  <a:lnTo>
                    <a:pt x="1598444" y="2670847"/>
                  </a:lnTo>
                  <a:lnTo>
                    <a:pt x="1601867" y="2709146"/>
                  </a:lnTo>
                  <a:lnTo>
                    <a:pt x="1605290" y="2737773"/>
                  </a:lnTo>
                  <a:lnTo>
                    <a:pt x="1608712" y="2737330"/>
                  </a:lnTo>
                  <a:lnTo>
                    <a:pt x="1612135" y="2697228"/>
                  </a:lnTo>
                  <a:lnTo>
                    <a:pt x="1615558" y="2671881"/>
                  </a:lnTo>
                  <a:lnTo>
                    <a:pt x="1618981" y="2718924"/>
                  </a:lnTo>
                  <a:lnTo>
                    <a:pt x="1622404" y="2751445"/>
                  </a:lnTo>
                  <a:lnTo>
                    <a:pt x="1625826" y="2749458"/>
                  </a:lnTo>
                  <a:lnTo>
                    <a:pt x="1629249" y="2744058"/>
                  </a:lnTo>
                  <a:lnTo>
                    <a:pt x="1632672" y="2754629"/>
                  </a:lnTo>
                  <a:lnTo>
                    <a:pt x="1636095" y="2759834"/>
                  </a:lnTo>
                  <a:lnTo>
                    <a:pt x="1639518" y="2731494"/>
                  </a:lnTo>
                  <a:lnTo>
                    <a:pt x="1642940" y="2701130"/>
                  </a:lnTo>
                  <a:lnTo>
                    <a:pt x="1646363" y="2711335"/>
                  </a:lnTo>
                  <a:lnTo>
                    <a:pt x="1649786" y="2703156"/>
                  </a:lnTo>
                  <a:lnTo>
                    <a:pt x="1653209" y="2697759"/>
                  </a:lnTo>
                  <a:lnTo>
                    <a:pt x="1656632" y="2702878"/>
                  </a:lnTo>
                  <a:lnTo>
                    <a:pt x="1660054" y="2715158"/>
                  </a:lnTo>
                  <a:lnTo>
                    <a:pt x="1663477" y="2759534"/>
                  </a:lnTo>
                  <a:lnTo>
                    <a:pt x="1666900" y="2742524"/>
                  </a:lnTo>
                  <a:lnTo>
                    <a:pt x="1670323" y="2682149"/>
                  </a:lnTo>
                  <a:lnTo>
                    <a:pt x="1673746" y="2696823"/>
                  </a:lnTo>
                  <a:lnTo>
                    <a:pt x="1677168" y="2679238"/>
                  </a:lnTo>
                  <a:lnTo>
                    <a:pt x="1680591" y="2632963"/>
                  </a:lnTo>
                  <a:lnTo>
                    <a:pt x="1684014" y="2552701"/>
                  </a:lnTo>
                  <a:lnTo>
                    <a:pt x="1687437" y="2541044"/>
                  </a:lnTo>
                  <a:lnTo>
                    <a:pt x="1690859" y="2581285"/>
                  </a:lnTo>
                  <a:lnTo>
                    <a:pt x="1694282" y="2628837"/>
                  </a:lnTo>
                  <a:lnTo>
                    <a:pt x="1697705" y="2622708"/>
                  </a:lnTo>
                  <a:lnTo>
                    <a:pt x="1701128" y="2637261"/>
                  </a:lnTo>
                  <a:lnTo>
                    <a:pt x="1704551" y="2654258"/>
                  </a:lnTo>
                  <a:lnTo>
                    <a:pt x="1707973" y="2669813"/>
                  </a:lnTo>
                  <a:lnTo>
                    <a:pt x="1711396" y="2695173"/>
                  </a:lnTo>
                  <a:lnTo>
                    <a:pt x="1714819" y="2722637"/>
                  </a:lnTo>
                  <a:lnTo>
                    <a:pt x="1718242" y="2680311"/>
                  </a:lnTo>
                  <a:lnTo>
                    <a:pt x="1721665" y="2687840"/>
                  </a:lnTo>
                  <a:lnTo>
                    <a:pt x="1725087" y="2666705"/>
                  </a:lnTo>
                  <a:lnTo>
                    <a:pt x="1728510" y="2671721"/>
                  </a:lnTo>
                  <a:lnTo>
                    <a:pt x="1731933" y="2711240"/>
                  </a:lnTo>
                  <a:lnTo>
                    <a:pt x="1735356" y="2685776"/>
                  </a:lnTo>
                  <a:lnTo>
                    <a:pt x="1738779" y="2708940"/>
                  </a:lnTo>
                  <a:lnTo>
                    <a:pt x="1742201" y="2689447"/>
                  </a:lnTo>
                  <a:lnTo>
                    <a:pt x="1745624" y="2741016"/>
                  </a:lnTo>
                  <a:lnTo>
                    <a:pt x="1749047" y="2779395"/>
                  </a:lnTo>
                  <a:lnTo>
                    <a:pt x="1752470" y="2758654"/>
                  </a:lnTo>
                  <a:lnTo>
                    <a:pt x="1755893" y="2782089"/>
                  </a:lnTo>
                  <a:lnTo>
                    <a:pt x="1759315" y="2758857"/>
                  </a:lnTo>
                  <a:lnTo>
                    <a:pt x="1762738" y="2793343"/>
                  </a:lnTo>
                  <a:lnTo>
                    <a:pt x="1766161" y="2818305"/>
                  </a:lnTo>
                  <a:lnTo>
                    <a:pt x="1769584" y="2777200"/>
                  </a:lnTo>
                  <a:lnTo>
                    <a:pt x="1773007" y="2756168"/>
                  </a:lnTo>
                  <a:lnTo>
                    <a:pt x="1776429" y="2674446"/>
                  </a:lnTo>
                  <a:lnTo>
                    <a:pt x="1779852" y="2705921"/>
                  </a:lnTo>
                  <a:lnTo>
                    <a:pt x="1783275" y="2731327"/>
                  </a:lnTo>
                  <a:lnTo>
                    <a:pt x="1786698" y="2671582"/>
                  </a:lnTo>
                  <a:lnTo>
                    <a:pt x="1790121" y="2656409"/>
                  </a:lnTo>
                  <a:lnTo>
                    <a:pt x="1793543" y="2639461"/>
                  </a:lnTo>
                  <a:lnTo>
                    <a:pt x="1796966" y="2623665"/>
                  </a:lnTo>
                  <a:lnTo>
                    <a:pt x="1800389" y="2588757"/>
                  </a:lnTo>
                  <a:lnTo>
                    <a:pt x="1803812" y="2574823"/>
                  </a:lnTo>
                  <a:lnTo>
                    <a:pt x="1807234" y="2580567"/>
                  </a:lnTo>
                  <a:lnTo>
                    <a:pt x="1810657" y="2608395"/>
                  </a:lnTo>
                  <a:lnTo>
                    <a:pt x="1814080" y="2588270"/>
                  </a:lnTo>
                  <a:lnTo>
                    <a:pt x="1817503" y="2533636"/>
                  </a:lnTo>
                  <a:lnTo>
                    <a:pt x="1820926" y="2518176"/>
                  </a:lnTo>
                  <a:lnTo>
                    <a:pt x="1824348" y="2542111"/>
                  </a:lnTo>
                  <a:lnTo>
                    <a:pt x="1827771" y="2534448"/>
                  </a:lnTo>
                  <a:lnTo>
                    <a:pt x="1831194" y="2551287"/>
                  </a:lnTo>
                  <a:lnTo>
                    <a:pt x="1834617" y="2533125"/>
                  </a:lnTo>
                  <a:lnTo>
                    <a:pt x="1838040" y="2542109"/>
                  </a:lnTo>
                  <a:lnTo>
                    <a:pt x="1841462" y="2570652"/>
                  </a:lnTo>
                  <a:lnTo>
                    <a:pt x="1844885" y="2577340"/>
                  </a:lnTo>
                  <a:lnTo>
                    <a:pt x="1848308" y="2557801"/>
                  </a:lnTo>
                  <a:lnTo>
                    <a:pt x="1851731" y="2495541"/>
                  </a:lnTo>
                  <a:lnTo>
                    <a:pt x="1855154" y="2512249"/>
                  </a:lnTo>
                  <a:lnTo>
                    <a:pt x="1858576" y="2526176"/>
                  </a:lnTo>
                  <a:lnTo>
                    <a:pt x="1861999" y="2493770"/>
                  </a:lnTo>
                  <a:lnTo>
                    <a:pt x="1865422" y="2461915"/>
                  </a:lnTo>
                  <a:lnTo>
                    <a:pt x="1868845" y="2416285"/>
                  </a:lnTo>
                  <a:lnTo>
                    <a:pt x="1872268" y="2460043"/>
                  </a:lnTo>
                  <a:lnTo>
                    <a:pt x="1875690" y="2457444"/>
                  </a:lnTo>
                  <a:lnTo>
                    <a:pt x="1879113" y="2443785"/>
                  </a:lnTo>
                  <a:lnTo>
                    <a:pt x="1882536" y="2466535"/>
                  </a:lnTo>
                  <a:lnTo>
                    <a:pt x="1885959" y="2436344"/>
                  </a:lnTo>
                  <a:lnTo>
                    <a:pt x="1889382" y="2441702"/>
                  </a:lnTo>
                  <a:lnTo>
                    <a:pt x="1892804" y="2419971"/>
                  </a:lnTo>
                  <a:lnTo>
                    <a:pt x="1896227" y="2419151"/>
                  </a:lnTo>
                  <a:lnTo>
                    <a:pt x="1899650" y="2468876"/>
                  </a:lnTo>
                  <a:lnTo>
                    <a:pt x="1903073" y="2461462"/>
                  </a:lnTo>
                  <a:lnTo>
                    <a:pt x="1906495" y="2466006"/>
                  </a:lnTo>
                  <a:lnTo>
                    <a:pt x="1909918" y="2488620"/>
                  </a:lnTo>
                  <a:lnTo>
                    <a:pt x="1913341" y="2497396"/>
                  </a:lnTo>
                  <a:lnTo>
                    <a:pt x="1916764" y="2534406"/>
                  </a:lnTo>
                  <a:lnTo>
                    <a:pt x="1920187" y="2540993"/>
                  </a:lnTo>
                  <a:lnTo>
                    <a:pt x="1923609" y="2574068"/>
                  </a:lnTo>
                  <a:lnTo>
                    <a:pt x="1927032" y="2557903"/>
                  </a:lnTo>
                  <a:lnTo>
                    <a:pt x="1930455" y="2532430"/>
                  </a:lnTo>
                  <a:lnTo>
                    <a:pt x="1933878" y="2495287"/>
                  </a:lnTo>
                  <a:lnTo>
                    <a:pt x="1937301" y="2488046"/>
                  </a:lnTo>
                  <a:lnTo>
                    <a:pt x="1940723" y="2491614"/>
                  </a:lnTo>
                  <a:lnTo>
                    <a:pt x="1944146" y="2501112"/>
                  </a:lnTo>
                  <a:lnTo>
                    <a:pt x="1947569" y="2512559"/>
                  </a:lnTo>
                  <a:lnTo>
                    <a:pt x="1950992" y="2542893"/>
                  </a:lnTo>
                  <a:lnTo>
                    <a:pt x="1954415" y="2548020"/>
                  </a:lnTo>
                  <a:lnTo>
                    <a:pt x="1957837" y="2538154"/>
                  </a:lnTo>
                  <a:lnTo>
                    <a:pt x="1961260" y="2528651"/>
                  </a:lnTo>
                  <a:lnTo>
                    <a:pt x="1964683" y="2336415"/>
                  </a:lnTo>
                  <a:lnTo>
                    <a:pt x="1968106" y="2299273"/>
                  </a:lnTo>
                  <a:lnTo>
                    <a:pt x="1971529" y="2317758"/>
                  </a:lnTo>
                  <a:lnTo>
                    <a:pt x="1974951" y="2224854"/>
                  </a:lnTo>
                  <a:lnTo>
                    <a:pt x="1978374" y="2334378"/>
                  </a:lnTo>
                  <a:lnTo>
                    <a:pt x="1981797" y="2363722"/>
                  </a:lnTo>
                  <a:lnTo>
                    <a:pt x="1985220" y="2410482"/>
                  </a:lnTo>
                  <a:lnTo>
                    <a:pt x="1988643" y="2478126"/>
                  </a:lnTo>
                  <a:lnTo>
                    <a:pt x="1992065" y="2363548"/>
                  </a:lnTo>
                  <a:lnTo>
                    <a:pt x="1995488" y="2347592"/>
                  </a:lnTo>
                  <a:lnTo>
                    <a:pt x="1998911" y="2274161"/>
                  </a:lnTo>
                  <a:lnTo>
                    <a:pt x="2002334" y="2260223"/>
                  </a:lnTo>
                  <a:lnTo>
                    <a:pt x="2005756" y="2285669"/>
                  </a:lnTo>
                  <a:lnTo>
                    <a:pt x="2009179" y="2153303"/>
                  </a:lnTo>
                  <a:lnTo>
                    <a:pt x="2012602" y="2207708"/>
                  </a:lnTo>
                  <a:lnTo>
                    <a:pt x="2016025" y="2183303"/>
                  </a:lnTo>
                  <a:lnTo>
                    <a:pt x="2019448" y="2200382"/>
                  </a:lnTo>
                  <a:lnTo>
                    <a:pt x="2022870" y="2243221"/>
                  </a:lnTo>
                  <a:lnTo>
                    <a:pt x="2026293" y="2198284"/>
                  </a:lnTo>
                  <a:lnTo>
                    <a:pt x="2029716" y="2259541"/>
                  </a:lnTo>
                  <a:lnTo>
                    <a:pt x="2033139" y="2248305"/>
                  </a:lnTo>
                  <a:lnTo>
                    <a:pt x="2036562" y="2282560"/>
                  </a:lnTo>
                  <a:lnTo>
                    <a:pt x="2039984" y="2334306"/>
                  </a:lnTo>
                  <a:lnTo>
                    <a:pt x="2043407" y="2346248"/>
                  </a:lnTo>
                  <a:lnTo>
                    <a:pt x="2046830" y="2393315"/>
                  </a:lnTo>
                  <a:lnTo>
                    <a:pt x="2050253" y="2400857"/>
                  </a:lnTo>
                  <a:lnTo>
                    <a:pt x="2053676" y="2369833"/>
                  </a:lnTo>
                  <a:lnTo>
                    <a:pt x="2057098" y="2389747"/>
                  </a:lnTo>
                  <a:lnTo>
                    <a:pt x="2060521" y="2367887"/>
                  </a:lnTo>
                  <a:lnTo>
                    <a:pt x="2063944" y="2413371"/>
                  </a:lnTo>
                  <a:lnTo>
                    <a:pt x="2067367" y="2447458"/>
                  </a:lnTo>
                  <a:lnTo>
                    <a:pt x="2070790" y="2539756"/>
                  </a:lnTo>
                  <a:lnTo>
                    <a:pt x="2074212" y="2553597"/>
                  </a:lnTo>
                  <a:lnTo>
                    <a:pt x="2077635" y="2494013"/>
                  </a:lnTo>
                  <a:lnTo>
                    <a:pt x="2081058" y="2563499"/>
                  </a:lnTo>
                  <a:lnTo>
                    <a:pt x="2084481" y="2562074"/>
                  </a:lnTo>
                  <a:lnTo>
                    <a:pt x="2087904" y="2476778"/>
                  </a:lnTo>
                  <a:lnTo>
                    <a:pt x="2091326" y="2414076"/>
                  </a:lnTo>
                  <a:lnTo>
                    <a:pt x="2094749" y="2400805"/>
                  </a:lnTo>
                  <a:lnTo>
                    <a:pt x="2098172" y="2448814"/>
                  </a:lnTo>
                  <a:lnTo>
                    <a:pt x="2101595" y="2519744"/>
                  </a:lnTo>
                  <a:lnTo>
                    <a:pt x="2105018" y="2576296"/>
                  </a:lnTo>
                  <a:lnTo>
                    <a:pt x="2108440" y="2575413"/>
                  </a:lnTo>
                  <a:lnTo>
                    <a:pt x="2111863" y="2587427"/>
                  </a:lnTo>
                  <a:lnTo>
                    <a:pt x="2115286" y="2604436"/>
                  </a:lnTo>
                  <a:lnTo>
                    <a:pt x="2118709" y="2601972"/>
                  </a:lnTo>
                  <a:lnTo>
                    <a:pt x="2122131" y="2503464"/>
                  </a:lnTo>
                  <a:lnTo>
                    <a:pt x="2125554" y="2419931"/>
                  </a:lnTo>
                  <a:lnTo>
                    <a:pt x="2128977" y="2395822"/>
                  </a:lnTo>
                  <a:lnTo>
                    <a:pt x="2132400" y="2330586"/>
                  </a:lnTo>
                  <a:lnTo>
                    <a:pt x="2135823" y="2266600"/>
                  </a:lnTo>
                  <a:lnTo>
                    <a:pt x="2139245" y="2188695"/>
                  </a:lnTo>
                  <a:lnTo>
                    <a:pt x="2142668" y="2261929"/>
                  </a:lnTo>
                  <a:lnTo>
                    <a:pt x="2146091" y="2316226"/>
                  </a:lnTo>
                  <a:lnTo>
                    <a:pt x="2149514" y="2333333"/>
                  </a:lnTo>
                  <a:lnTo>
                    <a:pt x="2152937" y="2392137"/>
                  </a:lnTo>
                  <a:lnTo>
                    <a:pt x="2156359" y="2450744"/>
                  </a:lnTo>
                  <a:lnTo>
                    <a:pt x="2159782" y="2512750"/>
                  </a:lnTo>
                  <a:lnTo>
                    <a:pt x="2163205" y="2585499"/>
                  </a:lnTo>
                  <a:lnTo>
                    <a:pt x="2166628" y="2568342"/>
                  </a:lnTo>
                  <a:lnTo>
                    <a:pt x="2170051" y="2538747"/>
                  </a:lnTo>
                  <a:lnTo>
                    <a:pt x="2173473" y="2514542"/>
                  </a:lnTo>
                  <a:lnTo>
                    <a:pt x="2176896" y="2492403"/>
                  </a:lnTo>
                  <a:lnTo>
                    <a:pt x="2180319" y="2421245"/>
                  </a:lnTo>
                  <a:lnTo>
                    <a:pt x="2183742" y="2224064"/>
                  </a:lnTo>
                  <a:lnTo>
                    <a:pt x="2187165" y="2215999"/>
                  </a:lnTo>
                  <a:lnTo>
                    <a:pt x="2190587" y="2253054"/>
                  </a:lnTo>
                  <a:lnTo>
                    <a:pt x="2194010" y="2315804"/>
                  </a:lnTo>
                  <a:lnTo>
                    <a:pt x="2197433" y="2326121"/>
                  </a:lnTo>
                  <a:lnTo>
                    <a:pt x="2200856" y="2366953"/>
                  </a:lnTo>
                  <a:lnTo>
                    <a:pt x="2204279" y="2388485"/>
                  </a:lnTo>
                  <a:lnTo>
                    <a:pt x="2207701" y="2371571"/>
                  </a:lnTo>
                  <a:lnTo>
                    <a:pt x="2211124" y="2398596"/>
                  </a:lnTo>
                  <a:lnTo>
                    <a:pt x="2214547" y="2431536"/>
                  </a:lnTo>
                  <a:lnTo>
                    <a:pt x="2217970" y="2534580"/>
                  </a:lnTo>
                  <a:lnTo>
                    <a:pt x="2221392" y="2552574"/>
                  </a:lnTo>
                  <a:lnTo>
                    <a:pt x="2224815" y="2619468"/>
                  </a:lnTo>
                  <a:lnTo>
                    <a:pt x="2228238" y="2591882"/>
                  </a:lnTo>
                  <a:lnTo>
                    <a:pt x="2231661" y="2506808"/>
                  </a:lnTo>
                  <a:lnTo>
                    <a:pt x="2235084" y="2428335"/>
                  </a:lnTo>
                  <a:lnTo>
                    <a:pt x="2238506" y="2344304"/>
                  </a:lnTo>
                  <a:lnTo>
                    <a:pt x="2241929" y="2371497"/>
                  </a:lnTo>
                  <a:lnTo>
                    <a:pt x="2245352" y="2312122"/>
                  </a:lnTo>
                  <a:lnTo>
                    <a:pt x="2248775" y="2290276"/>
                  </a:lnTo>
                  <a:lnTo>
                    <a:pt x="2252198" y="2317156"/>
                  </a:lnTo>
                  <a:lnTo>
                    <a:pt x="2255620" y="2343932"/>
                  </a:lnTo>
                  <a:lnTo>
                    <a:pt x="2259043" y="2307851"/>
                  </a:lnTo>
                  <a:lnTo>
                    <a:pt x="2262466" y="2255394"/>
                  </a:lnTo>
                  <a:lnTo>
                    <a:pt x="2265889" y="2226783"/>
                  </a:lnTo>
                  <a:lnTo>
                    <a:pt x="2269312" y="2270036"/>
                  </a:lnTo>
                  <a:lnTo>
                    <a:pt x="2272734" y="2191149"/>
                  </a:lnTo>
                  <a:lnTo>
                    <a:pt x="2276157" y="2185775"/>
                  </a:lnTo>
                  <a:lnTo>
                    <a:pt x="2279580" y="2200838"/>
                  </a:lnTo>
                  <a:lnTo>
                    <a:pt x="2283003" y="2234740"/>
                  </a:lnTo>
                  <a:lnTo>
                    <a:pt x="2286426" y="2250138"/>
                  </a:lnTo>
                  <a:lnTo>
                    <a:pt x="2289848" y="2230056"/>
                  </a:lnTo>
                  <a:lnTo>
                    <a:pt x="2293271" y="2298303"/>
                  </a:lnTo>
                  <a:lnTo>
                    <a:pt x="2296694" y="2192922"/>
                  </a:lnTo>
                  <a:lnTo>
                    <a:pt x="2300117" y="2250884"/>
                  </a:lnTo>
                  <a:lnTo>
                    <a:pt x="2303540" y="2068160"/>
                  </a:lnTo>
                  <a:lnTo>
                    <a:pt x="2306962" y="2020840"/>
                  </a:lnTo>
                  <a:lnTo>
                    <a:pt x="2310385" y="1978098"/>
                  </a:lnTo>
                  <a:lnTo>
                    <a:pt x="2313808" y="1944335"/>
                  </a:lnTo>
                  <a:lnTo>
                    <a:pt x="2317231" y="2027209"/>
                  </a:lnTo>
                  <a:lnTo>
                    <a:pt x="2320653" y="2111961"/>
                  </a:lnTo>
                  <a:lnTo>
                    <a:pt x="2324076" y="2096483"/>
                  </a:lnTo>
                  <a:lnTo>
                    <a:pt x="2327499" y="2140360"/>
                  </a:lnTo>
                  <a:lnTo>
                    <a:pt x="2330922" y="2080719"/>
                  </a:lnTo>
                  <a:lnTo>
                    <a:pt x="2334345" y="2069804"/>
                  </a:lnTo>
                  <a:lnTo>
                    <a:pt x="2337767" y="1994372"/>
                  </a:lnTo>
                  <a:lnTo>
                    <a:pt x="2341190" y="1922095"/>
                  </a:lnTo>
                  <a:lnTo>
                    <a:pt x="2344613" y="1905051"/>
                  </a:lnTo>
                  <a:lnTo>
                    <a:pt x="2348036" y="1752282"/>
                  </a:lnTo>
                  <a:lnTo>
                    <a:pt x="2351459" y="1786178"/>
                  </a:lnTo>
                  <a:lnTo>
                    <a:pt x="2354881" y="1833471"/>
                  </a:lnTo>
                  <a:lnTo>
                    <a:pt x="2358304" y="1743321"/>
                  </a:lnTo>
                  <a:lnTo>
                    <a:pt x="2361727" y="1788472"/>
                  </a:lnTo>
                  <a:lnTo>
                    <a:pt x="2365150" y="1793122"/>
                  </a:lnTo>
                  <a:lnTo>
                    <a:pt x="2368573" y="1726366"/>
                  </a:lnTo>
                  <a:lnTo>
                    <a:pt x="2371995" y="1784678"/>
                  </a:lnTo>
                  <a:lnTo>
                    <a:pt x="2375418" y="1782116"/>
                  </a:lnTo>
                  <a:lnTo>
                    <a:pt x="2378841" y="1787584"/>
                  </a:lnTo>
                  <a:lnTo>
                    <a:pt x="2382264" y="1796754"/>
                  </a:lnTo>
                  <a:lnTo>
                    <a:pt x="2385687" y="1837810"/>
                  </a:lnTo>
                  <a:lnTo>
                    <a:pt x="2389109" y="1780934"/>
                  </a:lnTo>
                  <a:lnTo>
                    <a:pt x="2392532" y="1827392"/>
                  </a:lnTo>
                  <a:lnTo>
                    <a:pt x="2395955" y="1986082"/>
                  </a:lnTo>
                  <a:lnTo>
                    <a:pt x="2399378" y="1878847"/>
                  </a:lnTo>
                  <a:lnTo>
                    <a:pt x="2402801" y="1862584"/>
                  </a:lnTo>
                  <a:lnTo>
                    <a:pt x="2406223" y="1877380"/>
                  </a:lnTo>
                  <a:lnTo>
                    <a:pt x="2409646" y="1988045"/>
                  </a:lnTo>
                  <a:lnTo>
                    <a:pt x="2413069" y="1938178"/>
                  </a:lnTo>
                  <a:lnTo>
                    <a:pt x="2416492" y="1903450"/>
                  </a:lnTo>
                  <a:lnTo>
                    <a:pt x="2419915" y="2124762"/>
                  </a:lnTo>
                  <a:lnTo>
                    <a:pt x="2423337" y="2106093"/>
                  </a:lnTo>
                  <a:lnTo>
                    <a:pt x="2426760" y="2111587"/>
                  </a:lnTo>
                  <a:lnTo>
                    <a:pt x="2430183" y="2071187"/>
                  </a:lnTo>
                  <a:lnTo>
                    <a:pt x="2433606" y="2091701"/>
                  </a:lnTo>
                  <a:lnTo>
                    <a:pt x="2437028" y="2211687"/>
                  </a:lnTo>
                  <a:lnTo>
                    <a:pt x="2440451" y="2124056"/>
                  </a:lnTo>
                  <a:lnTo>
                    <a:pt x="2443874" y="2103063"/>
                  </a:lnTo>
                  <a:lnTo>
                    <a:pt x="2447297" y="2056527"/>
                  </a:lnTo>
                  <a:lnTo>
                    <a:pt x="2450720" y="2042344"/>
                  </a:lnTo>
                  <a:lnTo>
                    <a:pt x="2454142" y="2002554"/>
                  </a:lnTo>
                  <a:lnTo>
                    <a:pt x="2457565" y="1992127"/>
                  </a:lnTo>
                  <a:lnTo>
                    <a:pt x="2460988" y="1984090"/>
                  </a:lnTo>
                  <a:lnTo>
                    <a:pt x="2464411" y="1947109"/>
                  </a:lnTo>
                  <a:lnTo>
                    <a:pt x="2467834" y="1944437"/>
                  </a:lnTo>
                  <a:lnTo>
                    <a:pt x="2471256" y="1972466"/>
                  </a:lnTo>
                  <a:lnTo>
                    <a:pt x="2474679" y="2072408"/>
                  </a:lnTo>
                  <a:lnTo>
                    <a:pt x="2478102" y="2034419"/>
                  </a:lnTo>
                  <a:lnTo>
                    <a:pt x="2481525" y="2036416"/>
                  </a:lnTo>
                  <a:lnTo>
                    <a:pt x="2484948" y="2078852"/>
                  </a:lnTo>
                  <a:lnTo>
                    <a:pt x="2488370" y="2133467"/>
                  </a:lnTo>
                  <a:lnTo>
                    <a:pt x="2491793" y="2234807"/>
                  </a:lnTo>
                  <a:lnTo>
                    <a:pt x="2495216" y="2287358"/>
                  </a:lnTo>
                  <a:lnTo>
                    <a:pt x="2498639" y="2244280"/>
                  </a:lnTo>
                  <a:lnTo>
                    <a:pt x="2502062" y="2237103"/>
                  </a:lnTo>
                  <a:lnTo>
                    <a:pt x="2505484" y="2230143"/>
                  </a:lnTo>
                  <a:lnTo>
                    <a:pt x="2508907" y="2235913"/>
                  </a:lnTo>
                  <a:lnTo>
                    <a:pt x="2512330" y="2272450"/>
                  </a:lnTo>
                  <a:lnTo>
                    <a:pt x="2515753" y="2302754"/>
                  </a:lnTo>
                  <a:lnTo>
                    <a:pt x="2519176" y="2269678"/>
                  </a:lnTo>
                  <a:lnTo>
                    <a:pt x="2522598" y="2285361"/>
                  </a:lnTo>
                  <a:lnTo>
                    <a:pt x="2526021" y="2200393"/>
                  </a:lnTo>
                  <a:lnTo>
                    <a:pt x="2529444" y="2136609"/>
                  </a:lnTo>
                  <a:lnTo>
                    <a:pt x="2532867" y="2184381"/>
                  </a:lnTo>
                  <a:lnTo>
                    <a:pt x="2536289" y="2177821"/>
                  </a:lnTo>
                  <a:lnTo>
                    <a:pt x="2539712" y="2196790"/>
                  </a:lnTo>
                  <a:lnTo>
                    <a:pt x="2543135" y="2256238"/>
                  </a:lnTo>
                  <a:lnTo>
                    <a:pt x="2546558" y="2284836"/>
                  </a:lnTo>
                  <a:lnTo>
                    <a:pt x="2549981" y="2369690"/>
                  </a:lnTo>
                  <a:lnTo>
                    <a:pt x="2553403" y="2398513"/>
                  </a:lnTo>
                  <a:lnTo>
                    <a:pt x="2556826" y="2328349"/>
                  </a:lnTo>
                  <a:lnTo>
                    <a:pt x="2560249" y="2322938"/>
                  </a:lnTo>
                  <a:lnTo>
                    <a:pt x="2563672" y="2353537"/>
                  </a:lnTo>
                  <a:lnTo>
                    <a:pt x="2567095" y="2384245"/>
                  </a:lnTo>
                  <a:lnTo>
                    <a:pt x="2570517" y="2366900"/>
                  </a:lnTo>
                  <a:lnTo>
                    <a:pt x="2573940" y="2313291"/>
                  </a:lnTo>
                  <a:lnTo>
                    <a:pt x="2577363" y="2274338"/>
                  </a:lnTo>
                  <a:lnTo>
                    <a:pt x="2580786" y="2155047"/>
                  </a:lnTo>
                  <a:lnTo>
                    <a:pt x="2584209" y="2032902"/>
                  </a:lnTo>
                  <a:lnTo>
                    <a:pt x="2587631" y="1980345"/>
                  </a:lnTo>
                  <a:lnTo>
                    <a:pt x="2591054" y="1953243"/>
                  </a:lnTo>
                  <a:lnTo>
                    <a:pt x="2594477" y="1911207"/>
                  </a:lnTo>
                  <a:lnTo>
                    <a:pt x="2597900" y="1866531"/>
                  </a:lnTo>
                  <a:lnTo>
                    <a:pt x="2601323" y="1896911"/>
                  </a:lnTo>
                  <a:lnTo>
                    <a:pt x="2604745" y="1904785"/>
                  </a:lnTo>
                  <a:lnTo>
                    <a:pt x="2608168" y="1945945"/>
                  </a:lnTo>
                  <a:lnTo>
                    <a:pt x="2611591" y="2008842"/>
                  </a:lnTo>
                  <a:lnTo>
                    <a:pt x="2615014" y="2044920"/>
                  </a:lnTo>
                  <a:lnTo>
                    <a:pt x="2618437" y="2055833"/>
                  </a:lnTo>
                  <a:lnTo>
                    <a:pt x="2621859" y="1974195"/>
                  </a:lnTo>
                  <a:lnTo>
                    <a:pt x="2625282" y="2013925"/>
                  </a:lnTo>
                  <a:lnTo>
                    <a:pt x="2628705" y="2016307"/>
                  </a:lnTo>
                  <a:lnTo>
                    <a:pt x="2632128" y="1920684"/>
                  </a:lnTo>
                  <a:lnTo>
                    <a:pt x="2635550" y="1847203"/>
                  </a:lnTo>
                  <a:lnTo>
                    <a:pt x="2638973" y="1780037"/>
                  </a:lnTo>
                  <a:lnTo>
                    <a:pt x="2642396" y="1782067"/>
                  </a:lnTo>
                  <a:lnTo>
                    <a:pt x="2645819" y="1797632"/>
                  </a:lnTo>
                  <a:lnTo>
                    <a:pt x="2649242" y="1740312"/>
                  </a:lnTo>
                  <a:lnTo>
                    <a:pt x="2652664" y="1866731"/>
                  </a:lnTo>
                  <a:lnTo>
                    <a:pt x="2656087" y="1968535"/>
                  </a:lnTo>
                  <a:lnTo>
                    <a:pt x="2659510" y="1979314"/>
                  </a:lnTo>
                  <a:lnTo>
                    <a:pt x="2662933" y="1914423"/>
                  </a:lnTo>
                  <a:lnTo>
                    <a:pt x="2666356" y="1825564"/>
                  </a:lnTo>
                  <a:lnTo>
                    <a:pt x="2669778" y="1762544"/>
                  </a:lnTo>
                  <a:lnTo>
                    <a:pt x="2673201" y="1807526"/>
                  </a:lnTo>
                  <a:lnTo>
                    <a:pt x="2676624" y="1937312"/>
                  </a:lnTo>
                  <a:lnTo>
                    <a:pt x="2680047" y="1924234"/>
                  </a:lnTo>
                  <a:lnTo>
                    <a:pt x="2683470" y="1886917"/>
                  </a:lnTo>
                  <a:lnTo>
                    <a:pt x="2686892" y="1839881"/>
                  </a:lnTo>
                  <a:lnTo>
                    <a:pt x="2690315" y="1893557"/>
                  </a:lnTo>
                  <a:lnTo>
                    <a:pt x="2693738" y="1874916"/>
                  </a:lnTo>
                  <a:lnTo>
                    <a:pt x="2697161" y="1811486"/>
                  </a:lnTo>
                  <a:lnTo>
                    <a:pt x="2700584" y="1833823"/>
                  </a:lnTo>
                  <a:lnTo>
                    <a:pt x="2704006" y="1725279"/>
                  </a:lnTo>
                  <a:lnTo>
                    <a:pt x="2707429" y="1691271"/>
                  </a:lnTo>
                  <a:lnTo>
                    <a:pt x="2710852" y="1530548"/>
                  </a:lnTo>
                  <a:lnTo>
                    <a:pt x="2714275" y="1302163"/>
                  </a:lnTo>
                  <a:lnTo>
                    <a:pt x="2717698" y="1321470"/>
                  </a:lnTo>
                  <a:lnTo>
                    <a:pt x="2721120" y="1247786"/>
                  </a:lnTo>
                  <a:lnTo>
                    <a:pt x="2724543" y="1126775"/>
                  </a:lnTo>
                  <a:lnTo>
                    <a:pt x="2727966" y="1130160"/>
                  </a:lnTo>
                  <a:lnTo>
                    <a:pt x="2731389" y="1072086"/>
                  </a:lnTo>
                  <a:lnTo>
                    <a:pt x="2734812" y="1054058"/>
                  </a:lnTo>
                  <a:lnTo>
                    <a:pt x="2738234" y="1080178"/>
                  </a:lnTo>
                  <a:lnTo>
                    <a:pt x="2741657" y="1045540"/>
                  </a:lnTo>
                  <a:lnTo>
                    <a:pt x="2745080" y="1086763"/>
                  </a:lnTo>
                  <a:lnTo>
                    <a:pt x="2748503" y="1103327"/>
                  </a:lnTo>
                  <a:lnTo>
                    <a:pt x="2751925" y="1038641"/>
                  </a:lnTo>
                  <a:lnTo>
                    <a:pt x="2755348" y="1091604"/>
                  </a:lnTo>
                  <a:lnTo>
                    <a:pt x="2758771" y="1197314"/>
                  </a:lnTo>
                  <a:lnTo>
                    <a:pt x="2762194" y="1190064"/>
                  </a:lnTo>
                  <a:lnTo>
                    <a:pt x="2765617" y="1186731"/>
                  </a:lnTo>
                  <a:lnTo>
                    <a:pt x="2769039" y="1246358"/>
                  </a:lnTo>
                  <a:lnTo>
                    <a:pt x="2772462" y="1363227"/>
                  </a:lnTo>
                  <a:lnTo>
                    <a:pt x="2775885" y="1331670"/>
                  </a:lnTo>
                  <a:lnTo>
                    <a:pt x="2779308" y="1378754"/>
                  </a:lnTo>
                  <a:lnTo>
                    <a:pt x="2782731" y="1447335"/>
                  </a:lnTo>
                  <a:lnTo>
                    <a:pt x="2786153" y="1487250"/>
                  </a:lnTo>
                  <a:lnTo>
                    <a:pt x="2789576" y="1467852"/>
                  </a:lnTo>
                  <a:lnTo>
                    <a:pt x="2792999" y="1398770"/>
                  </a:lnTo>
                  <a:lnTo>
                    <a:pt x="2796422" y="1302988"/>
                  </a:lnTo>
                  <a:lnTo>
                    <a:pt x="2799845" y="1461195"/>
                  </a:lnTo>
                  <a:lnTo>
                    <a:pt x="2803267" y="1454211"/>
                  </a:lnTo>
                  <a:lnTo>
                    <a:pt x="2806690" y="1472001"/>
                  </a:lnTo>
                  <a:lnTo>
                    <a:pt x="2810113" y="1542269"/>
                  </a:lnTo>
                  <a:lnTo>
                    <a:pt x="2813536" y="1652188"/>
                  </a:lnTo>
                  <a:lnTo>
                    <a:pt x="2816959" y="1690970"/>
                  </a:lnTo>
                  <a:lnTo>
                    <a:pt x="2820381" y="1597585"/>
                  </a:lnTo>
                  <a:lnTo>
                    <a:pt x="2823804" y="1694850"/>
                  </a:lnTo>
                  <a:lnTo>
                    <a:pt x="2827227" y="1744673"/>
                  </a:lnTo>
                  <a:lnTo>
                    <a:pt x="2830650" y="1726394"/>
                  </a:lnTo>
                  <a:lnTo>
                    <a:pt x="2834073" y="1681646"/>
                  </a:lnTo>
                  <a:lnTo>
                    <a:pt x="2837495" y="1571281"/>
                  </a:lnTo>
                  <a:lnTo>
                    <a:pt x="2840918" y="1663275"/>
                  </a:lnTo>
                  <a:lnTo>
                    <a:pt x="2844341" y="1596790"/>
                  </a:lnTo>
                  <a:lnTo>
                    <a:pt x="2847764" y="1499378"/>
                  </a:lnTo>
                  <a:lnTo>
                    <a:pt x="2851186" y="1574490"/>
                  </a:lnTo>
                  <a:lnTo>
                    <a:pt x="2854609" y="1501310"/>
                  </a:lnTo>
                  <a:lnTo>
                    <a:pt x="2858032" y="1555375"/>
                  </a:lnTo>
                  <a:lnTo>
                    <a:pt x="2861455" y="1491431"/>
                  </a:lnTo>
                  <a:lnTo>
                    <a:pt x="2864878" y="1490377"/>
                  </a:lnTo>
                  <a:lnTo>
                    <a:pt x="2868300" y="1425358"/>
                  </a:lnTo>
                  <a:lnTo>
                    <a:pt x="2871723" y="1376468"/>
                  </a:lnTo>
                  <a:lnTo>
                    <a:pt x="2875146" y="1423091"/>
                  </a:lnTo>
                  <a:lnTo>
                    <a:pt x="2878569" y="1439565"/>
                  </a:lnTo>
                  <a:lnTo>
                    <a:pt x="2881992" y="1411786"/>
                  </a:lnTo>
                  <a:lnTo>
                    <a:pt x="2885414" y="1452424"/>
                  </a:lnTo>
                  <a:lnTo>
                    <a:pt x="2888837" y="1503445"/>
                  </a:lnTo>
                  <a:lnTo>
                    <a:pt x="2892260" y="1467350"/>
                  </a:lnTo>
                  <a:lnTo>
                    <a:pt x="2895683" y="1496614"/>
                  </a:lnTo>
                  <a:lnTo>
                    <a:pt x="2899106" y="1471101"/>
                  </a:lnTo>
                  <a:lnTo>
                    <a:pt x="2902528" y="1482004"/>
                  </a:lnTo>
                  <a:lnTo>
                    <a:pt x="2905951" y="1456835"/>
                  </a:lnTo>
                  <a:lnTo>
                    <a:pt x="2909374" y="1525053"/>
                  </a:lnTo>
                  <a:lnTo>
                    <a:pt x="2912797" y="1518797"/>
                  </a:lnTo>
                  <a:lnTo>
                    <a:pt x="2916220" y="1552766"/>
                  </a:lnTo>
                  <a:lnTo>
                    <a:pt x="2919642" y="1588944"/>
                  </a:lnTo>
                  <a:lnTo>
                    <a:pt x="2923065" y="1691574"/>
                  </a:lnTo>
                  <a:lnTo>
                    <a:pt x="2926488" y="1757471"/>
                  </a:lnTo>
                  <a:lnTo>
                    <a:pt x="2929911" y="1827376"/>
                  </a:lnTo>
                  <a:lnTo>
                    <a:pt x="2933334" y="1823392"/>
                  </a:lnTo>
                  <a:lnTo>
                    <a:pt x="2936756" y="1820252"/>
                  </a:lnTo>
                  <a:lnTo>
                    <a:pt x="2940179" y="1816740"/>
                  </a:lnTo>
                  <a:lnTo>
                    <a:pt x="2943602" y="1793930"/>
                  </a:lnTo>
                  <a:lnTo>
                    <a:pt x="2947025" y="1684549"/>
                  </a:lnTo>
                  <a:lnTo>
                    <a:pt x="2950448" y="1696664"/>
                  </a:lnTo>
                  <a:lnTo>
                    <a:pt x="2953870" y="1891402"/>
                  </a:lnTo>
                  <a:lnTo>
                    <a:pt x="2957293" y="1834403"/>
                  </a:lnTo>
                  <a:lnTo>
                    <a:pt x="2960716" y="1949587"/>
                  </a:lnTo>
                  <a:lnTo>
                    <a:pt x="2964139" y="2001639"/>
                  </a:lnTo>
                  <a:lnTo>
                    <a:pt x="2967561" y="1975053"/>
                  </a:lnTo>
                  <a:lnTo>
                    <a:pt x="2970984" y="1929668"/>
                  </a:lnTo>
                  <a:lnTo>
                    <a:pt x="2974407" y="1940783"/>
                  </a:lnTo>
                  <a:lnTo>
                    <a:pt x="2977830" y="1967319"/>
                  </a:lnTo>
                  <a:lnTo>
                    <a:pt x="2981253" y="1941333"/>
                  </a:lnTo>
                  <a:lnTo>
                    <a:pt x="2984675" y="1872929"/>
                  </a:lnTo>
                  <a:lnTo>
                    <a:pt x="2988098" y="1952842"/>
                  </a:lnTo>
                  <a:lnTo>
                    <a:pt x="2991521" y="1827380"/>
                  </a:lnTo>
                  <a:lnTo>
                    <a:pt x="2994944" y="1746999"/>
                  </a:lnTo>
                  <a:lnTo>
                    <a:pt x="2998367" y="1883336"/>
                  </a:lnTo>
                  <a:lnTo>
                    <a:pt x="3001789" y="1983467"/>
                  </a:lnTo>
                  <a:lnTo>
                    <a:pt x="3005212" y="1892871"/>
                  </a:lnTo>
                  <a:lnTo>
                    <a:pt x="3008635" y="1902012"/>
                  </a:lnTo>
                  <a:lnTo>
                    <a:pt x="3012058" y="2118463"/>
                  </a:lnTo>
                  <a:lnTo>
                    <a:pt x="3015481" y="2218575"/>
                  </a:lnTo>
                  <a:lnTo>
                    <a:pt x="3018903" y="2257577"/>
                  </a:lnTo>
                  <a:lnTo>
                    <a:pt x="3022326" y="2303676"/>
                  </a:lnTo>
                  <a:lnTo>
                    <a:pt x="3025749" y="2258520"/>
                  </a:lnTo>
                  <a:lnTo>
                    <a:pt x="3029172" y="2267062"/>
                  </a:lnTo>
                  <a:lnTo>
                    <a:pt x="3032595" y="2301643"/>
                  </a:lnTo>
                  <a:lnTo>
                    <a:pt x="3036017" y="2209488"/>
                  </a:lnTo>
                  <a:lnTo>
                    <a:pt x="3039440" y="2240714"/>
                  </a:lnTo>
                  <a:lnTo>
                    <a:pt x="3042863" y="2261517"/>
                  </a:lnTo>
                  <a:lnTo>
                    <a:pt x="3046286" y="2285579"/>
                  </a:lnTo>
                  <a:lnTo>
                    <a:pt x="3049709" y="2132863"/>
                  </a:lnTo>
                  <a:lnTo>
                    <a:pt x="3053131" y="2116986"/>
                  </a:lnTo>
                  <a:lnTo>
                    <a:pt x="3056554" y="2121589"/>
                  </a:lnTo>
                  <a:lnTo>
                    <a:pt x="3059977" y="2164917"/>
                  </a:lnTo>
                  <a:lnTo>
                    <a:pt x="3063400" y="2229931"/>
                  </a:lnTo>
                  <a:lnTo>
                    <a:pt x="3066822" y="2300963"/>
                  </a:lnTo>
                  <a:lnTo>
                    <a:pt x="3070245" y="2271021"/>
                  </a:lnTo>
                  <a:lnTo>
                    <a:pt x="3073668" y="2302473"/>
                  </a:lnTo>
                  <a:lnTo>
                    <a:pt x="3077091" y="2310227"/>
                  </a:lnTo>
                  <a:lnTo>
                    <a:pt x="3080514" y="2283854"/>
                  </a:lnTo>
                  <a:lnTo>
                    <a:pt x="3083936" y="2193206"/>
                  </a:lnTo>
                  <a:lnTo>
                    <a:pt x="3087359" y="2061122"/>
                  </a:lnTo>
                  <a:lnTo>
                    <a:pt x="3090782" y="2057492"/>
                  </a:lnTo>
                  <a:lnTo>
                    <a:pt x="3094205" y="1951703"/>
                  </a:lnTo>
                  <a:lnTo>
                    <a:pt x="3097628" y="1903907"/>
                  </a:lnTo>
                  <a:lnTo>
                    <a:pt x="3101050" y="1936199"/>
                  </a:lnTo>
                  <a:lnTo>
                    <a:pt x="3104473" y="1906203"/>
                  </a:lnTo>
                  <a:lnTo>
                    <a:pt x="3107896" y="1913298"/>
                  </a:lnTo>
                  <a:lnTo>
                    <a:pt x="3111319" y="1904426"/>
                  </a:lnTo>
                  <a:lnTo>
                    <a:pt x="3114742" y="1880499"/>
                  </a:lnTo>
                  <a:lnTo>
                    <a:pt x="3118164" y="1877179"/>
                  </a:lnTo>
                  <a:lnTo>
                    <a:pt x="3121587" y="1940947"/>
                  </a:lnTo>
                  <a:lnTo>
                    <a:pt x="3125010" y="1955130"/>
                  </a:lnTo>
                  <a:lnTo>
                    <a:pt x="3128433" y="1921607"/>
                  </a:lnTo>
                  <a:lnTo>
                    <a:pt x="3131856" y="2053959"/>
                  </a:lnTo>
                  <a:lnTo>
                    <a:pt x="3135278" y="2111734"/>
                  </a:lnTo>
                  <a:lnTo>
                    <a:pt x="3138701" y="2095623"/>
                  </a:lnTo>
                  <a:lnTo>
                    <a:pt x="3142124" y="1912840"/>
                  </a:lnTo>
                  <a:lnTo>
                    <a:pt x="3145547" y="1970065"/>
                  </a:lnTo>
                  <a:lnTo>
                    <a:pt x="3148970" y="1990068"/>
                  </a:lnTo>
                  <a:lnTo>
                    <a:pt x="3152392" y="2166310"/>
                  </a:lnTo>
                  <a:lnTo>
                    <a:pt x="3155815" y="2225075"/>
                  </a:lnTo>
                  <a:lnTo>
                    <a:pt x="3159238" y="2192095"/>
                  </a:lnTo>
                  <a:lnTo>
                    <a:pt x="3162661" y="2218901"/>
                  </a:lnTo>
                  <a:lnTo>
                    <a:pt x="3166083" y="2237555"/>
                  </a:lnTo>
                  <a:lnTo>
                    <a:pt x="3169506" y="2232493"/>
                  </a:lnTo>
                  <a:lnTo>
                    <a:pt x="3172929" y="2207639"/>
                  </a:lnTo>
                  <a:lnTo>
                    <a:pt x="3176352" y="2174457"/>
                  </a:lnTo>
                  <a:lnTo>
                    <a:pt x="3179775" y="2042322"/>
                  </a:lnTo>
                  <a:lnTo>
                    <a:pt x="3183197" y="1957865"/>
                  </a:lnTo>
                  <a:lnTo>
                    <a:pt x="3186620" y="2038703"/>
                  </a:lnTo>
                  <a:lnTo>
                    <a:pt x="3190043" y="2201858"/>
                  </a:lnTo>
                  <a:lnTo>
                    <a:pt x="3193466" y="2207248"/>
                  </a:lnTo>
                  <a:lnTo>
                    <a:pt x="3196889" y="2158960"/>
                  </a:lnTo>
                  <a:lnTo>
                    <a:pt x="3200311" y="2163190"/>
                  </a:lnTo>
                  <a:lnTo>
                    <a:pt x="3203734" y="2242821"/>
                  </a:lnTo>
                  <a:lnTo>
                    <a:pt x="3207157" y="2198866"/>
                  </a:lnTo>
                  <a:lnTo>
                    <a:pt x="3210580" y="2131030"/>
                  </a:lnTo>
                  <a:lnTo>
                    <a:pt x="3214003" y="2076010"/>
                  </a:lnTo>
                  <a:lnTo>
                    <a:pt x="3217425" y="2169662"/>
                  </a:lnTo>
                  <a:lnTo>
                    <a:pt x="3220848" y="2242352"/>
                  </a:lnTo>
                  <a:lnTo>
                    <a:pt x="3224271" y="2293653"/>
                  </a:lnTo>
                  <a:lnTo>
                    <a:pt x="3227694" y="2190763"/>
                  </a:lnTo>
                  <a:lnTo>
                    <a:pt x="3231117" y="2341249"/>
                  </a:lnTo>
                  <a:lnTo>
                    <a:pt x="3234539" y="2391864"/>
                  </a:lnTo>
                  <a:lnTo>
                    <a:pt x="3237962" y="2423076"/>
                  </a:lnTo>
                  <a:lnTo>
                    <a:pt x="3241385" y="2390507"/>
                  </a:lnTo>
                  <a:lnTo>
                    <a:pt x="3244808" y="2380478"/>
                  </a:lnTo>
                  <a:lnTo>
                    <a:pt x="3248231" y="2396783"/>
                  </a:lnTo>
                  <a:lnTo>
                    <a:pt x="3251653" y="2291944"/>
                  </a:lnTo>
                  <a:lnTo>
                    <a:pt x="3255076" y="2266581"/>
                  </a:lnTo>
                  <a:lnTo>
                    <a:pt x="3258499" y="2283702"/>
                  </a:lnTo>
                  <a:lnTo>
                    <a:pt x="3261922" y="2261861"/>
                  </a:lnTo>
                  <a:lnTo>
                    <a:pt x="3265345" y="2250774"/>
                  </a:lnTo>
                  <a:lnTo>
                    <a:pt x="3268767" y="2246790"/>
                  </a:lnTo>
                  <a:lnTo>
                    <a:pt x="3272190" y="2286630"/>
                  </a:lnTo>
                  <a:lnTo>
                    <a:pt x="3275613" y="2304121"/>
                  </a:lnTo>
                  <a:lnTo>
                    <a:pt x="3279036" y="2197967"/>
                  </a:lnTo>
                  <a:lnTo>
                    <a:pt x="3282458" y="2155761"/>
                  </a:lnTo>
                  <a:lnTo>
                    <a:pt x="3285881" y="2109269"/>
                  </a:lnTo>
                  <a:lnTo>
                    <a:pt x="3289304" y="2108916"/>
                  </a:lnTo>
                  <a:lnTo>
                    <a:pt x="3292727" y="2055250"/>
                  </a:lnTo>
                  <a:lnTo>
                    <a:pt x="3296150" y="2005054"/>
                  </a:lnTo>
                  <a:lnTo>
                    <a:pt x="3299572" y="1922905"/>
                  </a:lnTo>
                  <a:lnTo>
                    <a:pt x="3302995" y="1921295"/>
                  </a:lnTo>
                  <a:lnTo>
                    <a:pt x="3306418" y="1924395"/>
                  </a:lnTo>
                  <a:lnTo>
                    <a:pt x="3309841" y="1910197"/>
                  </a:lnTo>
                  <a:lnTo>
                    <a:pt x="3313264" y="1958370"/>
                  </a:lnTo>
                  <a:lnTo>
                    <a:pt x="3316686" y="1970695"/>
                  </a:lnTo>
                  <a:lnTo>
                    <a:pt x="3320109" y="1992982"/>
                  </a:lnTo>
                  <a:lnTo>
                    <a:pt x="3323532" y="2026662"/>
                  </a:lnTo>
                  <a:lnTo>
                    <a:pt x="3326955" y="1976514"/>
                  </a:lnTo>
                  <a:lnTo>
                    <a:pt x="3330378" y="2085878"/>
                  </a:lnTo>
                  <a:lnTo>
                    <a:pt x="3333800" y="2136856"/>
                  </a:lnTo>
                  <a:lnTo>
                    <a:pt x="3337223" y="2155522"/>
                  </a:lnTo>
                  <a:lnTo>
                    <a:pt x="3340646" y="2147110"/>
                  </a:lnTo>
                  <a:lnTo>
                    <a:pt x="3344069" y="2182200"/>
                  </a:lnTo>
                  <a:lnTo>
                    <a:pt x="3347492" y="2211696"/>
                  </a:lnTo>
                  <a:lnTo>
                    <a:pt x="3350914" y="2192945"/>
                  </a:lnTo>
                  <a:lnTo>
                    <a:pt x="3354337" y="2156149"/>
                  </a:lnTo>
                  <a:lnTo>
                    <a:pt x="3357760" y="2170147"/>
                  </a:lnTo>
                  <a:lnTo>
                    <a:pt x="3361183" y="2040486"/>
                  </a:lnTo>
                  <a:lnTo>
                    <a:pt x="3364606" y="1903947"/>
                  </a:lnTo>
                  <a:lnTo>
                    <a:pt x="3368028" y="1892874"/>
                  </a:lnTo>
                  <a:lnTo>
                    <a:pt x="3371451" y="1923573"/>
                  </a:lnTo>
                  <a:lnTo>
                    <a:pt x="3374874" y="2056879"/>
                  </a:lnTo>
                  <a:lnTo>
                    <a:pt x="3378297" y="2127346"/>
                  </a:lnTo>
                  <a:lnTo>
                    <a:pt x="3381719" y="2095876"/>
                  </a:lnTo>
                  <a:lnTo>
                    <a:pt x="3385142" y="2143621"/>
                  </a:lnTo>
                  <a:lnTo>
                    <a:pt x="3388565" y="2117496"/>
                  </a:lnTo>
                  <a:lnTo>
                    <a:pt x="3391988" y="2137749"/>
                  </a:lnTo>
                  <a:lnTo>
                    <a:pt x="3395411" y="2230856"/>
                  </a:lnTo>
                  <a:lnTo>
                    <a:pt x="3398833" y="2177720"/>
                  </a:lnTo>
                  <a:lnTo>
                    <a:pt x="3402256" y="2235374"/>
                  </a:lnTo>
                  <a:lnTo>
                    <a:pt x="3405679" y="2090940"/>
                  </a:lnTo>
                  <a:lnTo>
                    <a:pt x="3409102" y="2039457"/>
                  </a:lnTo>
                  <a:lnTo>
                    <a:pt x="3412525" y="2074445"/>
                  </a:lnTo>
                  <a:lnTo>
                    <a:pt x="3415947" y="2163328"/>
                  </a:lnTo>
                  <a:lnTo>
                    <a:pt x="3419370" y="2215045"/>
                  </a:lnTo>
                  <a:lnTo>
                    <a:pt x="3422793" y="2109814"/>
                  </a:lnTo>
                  <a:lnTo>
                    <a:pt x="3426216" y="2142605"/>
                  </a:lnTo>
                  <a:lnTo>
                    <a:pt x="3429639" y="2045405"/>
                  </a:lnTo>
                  <a:lnTo>
                    <a:pt x="3433061" y="2010936"/>
                  </a:lnTo>
                  <a:lnTo>
                    <a:pt x="3436484" y="1961089"/>
                  </a:lnTo>
                  <a:lnTo>
                    <a:pt x="3439907" y="1848737"/>
                  </a:lnTo>
                  <a:lnTo>
                    <a:pt x="3443330" y="1955808"/>
                  </a:lnTo>
                  <a:lnTo>
                    <a:pt x="3446753" y="2006171"/>
                  </a:lnTo>
                  <a:lnTo>
                    <a:pt x="3450175" y="2023857"/>
                  </a:lnTo>
                  <a:lnTo>
                    <a:pt x="3453598" y="1955022"/>
                  </a:lnTo>
                  <a:lnTo>
                    <a:pt x="3457021" y="1915979"/>
                  </a:lnTo>
                  <a:lnTo>
                    <a:pt x="3460444" y="2119958"/>
                  </a:lnTo>
                  <a:lnTo>
                    <a:pt x="3463867" y="2112174"/>
                  </a:lnTo>
                  <a:lnTo>
                    <a:pt x="3467289" y="2107259"/>
                  </a:lnTo>
                  <a:lnTo>
                    <a:pt x="3470712" y="2122548"/>
                  </a:lnTo>
                  <a:lnTo>
                    <a:pt x="3474135" y="2171386"/>
                  </a:lnTo>
                  <a:lnTo>
                    <a:pt x="3477558" y="2125332"/>
                  </a:lnTo>
                  <a:lnTo>
                    <a:pt x="3480980" y="2123937"/>
                  </a:lnTo>
                  <a:lnTo>
                    <a:pt x="3484403" y="2142101"/>
                  </a:lnTo>
                  <a:lnTo>
                    <a:pt x="3487826" y="2175806"/>
                  </a:lnTo>
                  <a:lnTo>
                    <a:pt x="3491249" y="2031283"/>
                  </a:lnTo>
                  <a:lnTo>
                    <a:pt x="3494672" y="1994270"/>
                  </a:lnTo>
                  <a:lnTo>
                    <a:pt x="3498094" y="1972463"/>
                  </a:lnTo>
                  <a:lnTo>
                    <a:pt x="3501517" y="1898747"/>
                  </a:lnTo>
                  <a:lnTo>
                    <a:pt x="3504940" y="1949058"/>
                  </a:lnTo>
                  <a:lnTo>
                    <a:pt x="3508363" y="1914452"/>
                  </a:lnTo>
                  <a:lnTo>
                    <a:pt x="3511786" y="2096527"/>
                  </a:lnTo>
                  <a:lnTo>
                    <a:pt x="3515208" y="2133643"/>
                  </a:lnTo>
                  <a:lnTo>
                    <a:pt x="3518631" y="2132718"/>
                  </a:lnTo>
                  <a:lnTo>
                    <a:pt x="3522054" y="2107853"/>
                  </a:lnTo>
                  <a:lnTo>
                    <a:pt x="3525477" y="2070207"/>
                  </a:lnTo>
                  <a:lnTo>
                    <a:pt x="3528900" y="2092729"/>
                  </a:lnTo>
                  <a:lnTo>
                    <a:pt x="3532322" y="2027773"/>
                  </a:lnTo>
                  <a:lnTo>
                    <a:pt x="3535745" y="2059699"/>
                  </a:lnTo>
                  <a:lnTo>
                    <a:pt x="3539168" y="2028092"/>
                  </a:lnTo>
                  <a:lnTo>
                    <a:pt x="3542591" y="2018654"/>
                  </a:lnTo>
                  <a:lnTo>
                    <a:pt x="3546014" y="2127127"/>
                  </a:lnTo>
                  <a:lnTo>
                    <a:pt x="3549436" y="2048717"/>
                  </a:lnTo>
                  <a:lnTo>
                    <a:pt x="3552859" y="2082358"/>
                  </a:lnTo>
                  <a:lnTo>
                    <a:pt x="3556282" y="1910201"/>
                  </a:lnTo>
                  <a:lnTo>
                    <a:pt x="3559705" y="1976333"/>
                  </a:lnTo>
                  <a:lnTo>
                    <a:pt x="3563128" y="1894572"/>
                  </a:lnTo>
                  <a:lnTo>
                    <a:pt x="3566550" y="1659922"/>
                  </a:lnTo>
                  <a:lnTo>
                    <a:pt x="3569973" y="1568500"/>
                  </a:lnTo>
                  <a:lnTo>
                    <a:pt x="3573396" y="1633190"/>
                  </a:lnTo>
                  <a:lnTo>
                    <a:pt x="3576819" y="1551504"/>
                  </a:lnTo>
                  <a:lnTo>
                    <a:pt x="3580242" y="1519235"/>
                  </a:lnTo>
                  <a:lnTo>
                    <a:pt x="3583664" y="1609057"/>
                  </a:lnTo>
                  <a:lnTo>
                    <a:pt x="3587087" y="1725570"/>
                  </a:lnTo>
                  <a:lnTo>
                    <a:pt x="3590510" y="1612058"/>
                  </a:lnTo>
                  <a:lnTo>
                    <a:pt x="3593933" y="1577639"/>
                  </a:lnTo>
                  <a:lnTo>
                    <a:pt x="3597355" y="1573951"/>
                  </a:lnTo>
                  <a:lnTo>
                    <a:pt x="3600778" y="1613456"/>
                  </a:lnTo>
                  <a:lnTo>
                    <a:pt x="3604201" y="1599706"/>
                  </a:lnTo>
                  <a:lnTo>
                    <a:pt x="3607624" y="1649642"/>
                  </a:lnTo>
                  <a:lnTo>
                    <a:pt x="3611047" y="1419728"/>
                  </a:lnTo>
                  <a:lnTo>
                    <a:pt x="3614469" y="1574875"/>
                  </a:lnTo>
                  <a:lnTo>
                    <a:pt x="3617892" y="1471192"/>
                  </a:lnTo>
                  <a:lnTo>
                    <a:pt x="3621315" y="1301481"/>
                  </a:lnTo>
                  <a:lnTo>
                    <a:pt x="3624738" y="1483667"/>
                  </a:lnTo>
                  <a:lnTo>
                    <a:pt x="3628161" y="1628123"/>
                  </a:lnTo>
                  <a:lnTo>
                    <a:pt x="3631583" y="1684419"/>
                  </a:lnTo>
                  <a:lnTo>
                    <a:pt x="3635006" y="1821240"/>
                  </a:lnTo>
                  <a:lnTo>
                    <a:pt x="3638429" y="1676701"/>
                  </a:lnTo>
                  <a:lnTo>
                    <a:pt x="3641852" y="1748415"/>
                  </a:lnTo>
                  <a:lnTo>
                    <a:pt x="3645275" y="1654022"/>
                  </a:lnTo>
                  <a:lnTo>
                    <a:pt x="3648697" y="1639437"/>
                  </a:lnTo>
                  <a:lnTo>
                    <a:pt x="3652120" y="1587031"/>
                  </a:lnTo>
                  <a:lnTo>
                    <a:pt x="3655543" y="1527826"/>
                  </a:lnTo>
                  <a:lnTo>
                    <a:pt x="3658966" y="1560866"/>
                  </a:lnTo>
                  <a:lnTo>
                    <a:pt x="3662389" y="1194091"/>
                  </a:lnTo>
                  <a:lnTo>
                    <a:pt x="3665811" y="1124361"/>
                  </a:lnTo>
                  <a:lnTo>
                    <a:pt x="3669234" y="986157"/>
                  </a:lnTo>
                  <a:lnTo>
                    <a:pt x="3672657" y="940934"/>
                  </a:lnTo>
                  <a:lnTo>
                    <a:pt x="3676080" y="995552"/>
                  </a:lnTo>
                  <a:lnTo>
                    <a:pt x="3679503" y="1029299"/>
                  </a:lnTo>
                  <a:lnTo>
                    <a:pt x="3682925" y="993657"/>
                  </a:lnTo>
                  <a:lnTo>
                    <a:pt x="3686348" y="971303"/>
                  </a:lnTo>
                  <a:lnTo>
                    <a:pt x="3689771" y="902065"/>
                  </a:lnTo>
                  <a:lnTo>
                    <a:pt x="3693194" y="710953"/>
                  </a:lnTo>
                  <a:lnTo>
                    <a:pt x="3696616" y="666597"/>
                  </a:lnTo>
                  <a:lnTo>
                    <a:pt x="3700039" y="593787"/>
                  </a:lnTo>
                  <a:lnTo>
                    <a:pt x="3703462" y="536916"/>
                  </a:lnTo>
                  <a:lnTo>
                    <a:pt x="3706885" y="636727"/>
                  </a:lnTo>
                  <a:lnTo>
                    <a:pt x="3710308" y="642530"/>
                  </a:lnTo>
                  <a:lnTo>
                    <a:pt x="3713730" y="582736"/>
                  </a:lnTo>
                  <a:lnTo>
                    <a:pt x="3717153" y="715872"/>
                  </a:lnTo>
                  <a:lnTo>
                    <a:pt x="3720576" y="662152"/>
                  </a:lnTo>
                  <a:lnTo>
                    <a:pt x="3723999" y="645244"/>
                  </a:lnTo>
                  <a:lnTo>
                    <a:pt x="3727422" y="653183"/>
                  </a:lnTo>
                  <a:lnTo>
                    <a:pt x="3730844" y="612091"/>
                  </a:lnTo>
                  <a:lnTo>
                    <a:pt x="3734267" y="721272"/>
                  </a:lnTo>
                  <a:lnTo>
                    <a:pt x="3737690" y="670228"/>
                  </a:lnTo>
                  <a:lnTo>
                    <a:pt x="3741113" y="647709"/>
                  </a:lnTo>
                  <a:lnTo>
                    <a:pt x="3744536" y="659799"/>
                  </a:lnTo>
                  <a:lnTo>
                    <a:pt x="3747958" y="662787"/>
                  </a:lnTo>
                  <a:lnTo>
                    <a:pt x="3751381" y="616878"/>
                  </a:lnTo>
                  <a:lnTo>
                    <a:pt x="3754804" y="562562"/>
                  </a:lnTo>
                  <a:lnTo>
                    <a:pt x="3758227" y="590308"/>
                  </a:lnTo>
                  <a:lnTo>
                    <a:pt x="3761650" y="610614"/>
                  </a:lnTo>
                  <a:lnTo>
                    <a:pt x="3765072" y="636613"/>
                  </a:lnTo>
                  <a:lnTo>
                    <a:pt x="3768495" y="617710"/>
                  </a:lnTo>
                  <a:lnTo>
                    <a:pt x="3771918" y="675044"/>
                  </a:lnTo>
                  <a:lnTo>
                    <a:pt x="3775341" y="737212"/>
                  </a:lnTo>
                  <a:lnTo>
                    <a:pt x="3778764" y="730629"/>
                  </a:lnTo>
                  <a:lnTo>
                    <a:pt x="3782186" y="732783"/>
                  </a:lnTo>
                  <a:lnTo>
                    <a:pt x="3785609" y="688827"/>
                  </a:lnTo>
                  <a:lnTo>
                    <a:pt x="3789032" y="663870"/>
                  </a:lnTo>
                  <a:lnTo>
                    <a:pt x="3792455" y="717769"/>
                  </a:lnTo>
                  <a:lnTo>
                    <a:pt x="3795877" y="684409"/>
                  </a:lnTo>
                  <a:lnTo>
                    <a:pt x="3799300" y="715623"/>
                  </a:lnTo>
                  <a:lnTo>
                    <a:pt x="3802723" y="623045"/>
                  </a:lnTo>
                  <a:lnTo>
                    <a:pt x="3806146" y="566153"/>
                  </a:lnTo>
                  <a:lnTo>
                    <a:pt x="3809569" y="654831"/>
                  </a:lnTo>
                  <a:lnTo>
                    <a:pt x="3812991" y="587732"/>
                  </a:lnTo>
                  <a:lnTo>
                    <a:pt x="3816414" y="540456"/>
                  </a:lnTo>
                  <a:lnTo>
                    <a:pt x="3819837" y="599749"/>
                  </a:lnTo>
                  <a:lnTo>
                    <a:pt x="3823260" y="496120"/>
                  </a:lnTo>
                  <a:lnTo>
                    <a:pt x="3826683" y="613359"/>
                  </a:lnTo>
                  <a:lnTo>
                    <a:pt x="3830105" y="595069"/>
                  </a:lnTo>
                  <a:lnTo>
                    <a:pt x="3833528" y="653336"/>
                  </a:lnTo>
                  <a:lnTo>
                    <a:pt x="3836951" y="820197"/>
                  </a:lnTo>
                  <a:lnTo>
                    <a:pt x="3840374" y="692519"/>
                  </a:lnTo>
                  <a:lnTo>
                    <a:pt x="3843797" y="769325"/>
                  </a:lnTo>
                  <a:lnTo>
                    <a:pt x="3847219" y="656498"/>
                  </a:lnTo>
                  <a:lnTo>
                    <a:pt x="3850642" y="619613"/>
                  </a:lnTo>
                  <a:lnTo>
                    <a:pt x="3854065" y="633437"/>
                  </a:lnTo>
                  <a:lnTo>
                    <a:pt x="3857488" y="650258"/>
                  </a:lnTo>
                  <a:lnTo>
                    <a:pt x="3860911" y="687861"/>
                  </a:lnTo>
                  <a:lnTo>
                    <a:pt x="3864333" y="801352"/>
                  </a:lnTo>
                  <a:lnTo>
                    <a:pt x="3867756" y="749353"/>
                  </a:lnTo>
                  <a:lnTo>
                    <a:pt x="3871179" y="710735"/>
                  </a:lnTo>
                  <a:lnTo>
                    <a:pt x="3874602" y="714827"/>
                  </a:lnTo>
                  <a:lnTo>
                    <a:pt x="3878025" y="660285"/>
                  </a:lnTo>
                  <a:lnTo>
                    <a:pt x="3881447" y="672047"/>
                  </a:lnTo>
                  <a:lnTo>
                    <a:pt x="3884870" y="718341"/>
                  </a:lnTo>
                  <a:lnTo>
                    <a:pt x="3888293" y="826777"/>
                  </a:lnTo>
                  <a:lnTo>
                    <a:pt x="3891716" y="720327"/>
                  </a:lnTo>
                  <a:lnTo>
                    <a:pt x="3895139" y="818884"/>
                  </a:lnTo>
                  <a:lnTo>
                    <a:pt x="3898561" y="690695"/>
                  </a:lnTo>
                  <a:lnTo>
                    <a:pt x="3901984" y="763245"/>
                  </a:lnTo>
                  <a:lnTo>
                    <a:pt x="3905407" y="696840"/>
                  </a:lnTo>
                  <a:lnTo>
                    <a:pt x="3908830" y="729492"/>
                  </a:lnTo>
                  <a:lnTo>
                    <a:pt x="3912252" y="778310"/>
                  </a:lnTo>
                  <a:lnTo>
                    <a:pt x="3915675" y="756902"/>
                  </a:lnTo>
                  <a:lnTo>
                    <a:pt x="3919098" y="762666"/>
                  </a:lnTo>
                  <a:lnTo>
                    <a:pt x="3922521" y="770803"/>
                  </a:lnTo>
                  <a:lnTo>
                    <a:pt x="3925944" y="685022"/>
                  </a:lnTo>
                  <a:lnTo>
                    <a:pt x="3929366" y="628385"/>
                  </a:lnTo>
                  <a:lnTo>
                    <a:pt x="3932789" y="596000"/>
                  </a:lnTo>
                  <a:lnTo>
                    <a:pt x="3936212" y="613707"/>
                  </a:lnTo>
                  <a:lnTo>
                    <a:pt x="3939635" y="780170"/>
                  </a:lnTo>
                  <a:lnTo>
                    <a:pt x="3943058" y="741137"/>
                  </a:lnTo>
                  <a:lnTo>
                    <a:pt x="3946480" y="788430"/>
                  </a:lnTo>
                  <a:lnTo>
                    <a:pt x="3949903" y="800898"/>
                  </a:lnTo>
                  <a:lnTo>
                    <a:pt x="3953326" y="759733"/>
                  </a:lnTo>
                  <a:lnTo>
                    <a:pt x="3956749" y="792122"/>
                  </a:lnTo>
                  <a:lnTo>
                    <a:pt x="3960172" y="783818"/>
                  </a:lnTo>
                  <a:lnTo>
                    <a:pt x="3963594" y="814440"/>
                  </a:lnTo>
                  <a:lnTo>
                    <a:pt x="3967017" y="716066"/>
                  </a:lnTo>
                  <a:lnTo>
                    <a:pt x="3970440" y="728349"/>
                  </a:lnTo>
                  <a:lnTo>
                    <a:pt x="3973863" y="732427"/>
                  </a:lnTo>
                  <a:lnTo>
                    <a:pt x="3977286" y="762922"/>
                  </a:lnTo>
                  <a:lnTo>
                    <a:pt x="3980708" y="795433"/>
                  </a:lnTo>
                  <a:lnTo>
                    <a:pt x="3984131" y="740823"/>
                  </a:lnTo>
                  <a:lnTo>
                    <a:pt x="3987554" y="717372"/>
                  </a:lnTo>
                  <a:lnTo>
                    <a:pt x="3990977" y="727482"/>
                  </a:lnTo>
                  <a:lnTo>
                    <a:pt x="3994400" y="953133"/>
                  </a:lnTo>
                  <a:lnTo>
                    <a:pt x="3997822" y="851459"/>
                  </a:lnTo>
                  <a:lnTo>
                    <a:pt x="4001245" y="684067"/>
                  </a:lnTo>
                  <a:lnTo>
                    <a:pt x="4004668" y="568229"/>
                  </a:lnTo>
                  <a:lnTo>
                    <a:pt x="4008091" y="397242"/>
                  </a:lnTo>
                  <a:lnTo>
                    <a:pt x="4011513" y="441448"/>
                  </a:lnTo>
                  <a:lnTo>
                    <a:pt x="4014936" y="401174"/>
                  </a:lnTo>
                  <a:lnTo>
                    <a:pt x="4018359" y="406841"/>
                  </a:lnTo>
                  <a:lnTo>
                    <a:pt x="4021782" y="474930"/>
                  </a:lnTo>
                  <a:lnTo>
                    <a:pt x="4025205" y="429785"/>
                  </a:lnTo>
                  <a:lnTo>
                    <a:pt x="4028627" y="472200"/>
                  </a:lnTo>
                  <a:lnTo>
                    <a:pt x="4032050" y="418766"/>
                  </a:lnTo>
                  <a:lnTo>
                    <a:pt x="4035473" y="434746"/>
                  </a:lnTo>
                  <a:lnTo>
                    <a:pt x="4038896" y="453665"/>
                  </a:lnTo>
                  <a:lnTo>
                    <a:pt x="4042319" y="460370"/>
                  </a:lnTo>
                  <a:lnTo>
                    <a:pt x="4045741" y="362455"/>
                  </a:lnTo>
                  <a:lnTo>
                    <a:pt x="4049164" y="471612"/>
                  </a:lnTo>
                  <a:lnTo>
                    <a:pt x="4052587" y="531940"/>
                  </a:lnTo>
                  <a:lnTo>
                    <a:pt x="4056010" y="544994"/>
                  </a:lnTo>
                  <a:lnTo>
                    <a:pt x="4059433" y="486231"/>
                  </a:lnTo>
                  <a:lnTo>
                    <a:pt x="4062855" y="612190"/>
                  </a:lnTo>
                  <a:lnTo>
                    <a:pt x="4066278" y="635164"/>
                  </a:lnTo>
                  <a:lnTo>
                    <a:pt x="4069701" y="614584"/>
                  </a:lnTo>
                  <a:lnTo>
                    <a:pt x="4073124" y="549383"/>
                  </a:lnTo>
                  <a:lnTo>
                    <a:pt x="4076547" y="417371"/>
                  </a:lnTo>
                  <a:lnTo>
                    <a:pt x="4079969" y="388327"/>
                  </a:lnTo>
                  <a:lnTo>
                    <a:pt x="4083392" y="348205"/>
                  </a:lnTo>
                  <a:lnTo>
                    <a:pt x="4086815" y="129973"/>
                  </a:lnTo>
                  <a:lnTo>
                    <a:pt x="4090238" y="206007"/>
                  </a:lnTo>
                  <a:lnTo>
                    <a:pt x="4093661" y="154613"/>
                  </a:lnTo>
                  <a:lnTo>
                    <a:pt x="4097083" y="43671"/>
                  </a:lnTo>
                  <a:lnTo>
                    <a:pt x="4100506" y="148140"/>
                  </a:lnTo>
                  <a:lnTo>
                    <a:pt x="4103929" y="72714"/>
                  </a:lnTo>
                  <a:lnTo>
                    <a:pt x="4107352" y="4079"/>
                  </a:lnTo>
                  <a:lnTo>
                    <a:pt x="4110775" y="68072"/>
                  </a:lnTo>
                  <a:lnTo>
                    <a:pt x="4114197" y="122049"/>
                  </a:lnTo>
                  <a:lnTo>
                    <a:pt x="4117620" y="210584"/>
                  </a:lnTo>
                  <a:lnTo>
                    <a:pt x="4121043" y="225001"/>
                  </a:lnTo>
                  <a:lnTo>
                    <a:pt x="4124466" y="343435"/>
                  </a:lnTo>
                  <a:lnTo>
                    <a:pt x="4127888" y="445269"/>
                  </a:lnTo>
                  <a:lnTo>
                    <a:pt x="4131311" y="417198"/>
                  </a:lnTo>
                  <a:lnTo>
                    <a:pt x="4134734" y="401616"/>
                  </a:lnTo>
                  <a:lnTo>
                    <a:pt x="4138157" y="390271"/>
                  </a:lnTo>
                  <a:lnTo>
                    <a:pt x="4141580" y="655558"/>
                  </a:lnTo>
                  <a:lnTo>
                    <a:pt x="4145002" y="642020"/>
                  </a:lnTo>
                  <a:lnTo>
                    <a:pt x="4148425" y="578328"/>
                  </a:lnTo>
                  <a:lnTo>
                    <a:pt x="4151848" y="602077"/>
                  </a:lnTo>
                  <a:lnTo>
                    <a:pt x="4155271" y="532214"/>
                  </a:lnTo>
                  <a:lnTo>
                    <a:pt x="4158694" y="543404"/>
                  </a:lnTo>
                  <a:lnTo>
                    <a:pt x="4162116" y="545486"/>
                  </a:lnTo>
                  <a:lnTo>
                    <a:pt x="4165539" y="503585"/>
                  </a:lnTo>
                  <a:lnTo>
                    <a:pt x="4168962" y="575120"/>
                  </a:lnTo>
                  <a:lnTo>
                    <a:pt x="4172385" y="617302"/>
                  </a:lnTo>
                  <a:lnTo>
                    <a:pt x="4175808" y="617632"/>
                  </a:lnTo>
                  <a:lnTo>
                    <a:pt x="4179230" y="553222"/>
                  </a:lnTo>
                  <a:lnTo>
                    <a:pt x="4182653" y="628828"/>
                  </a:lnTo>
                  <a:lnTo>
                    <a:pt x="4186076" y="558919"/>
                  </a:lnTo>
                  <a:lnTo>
                    <a:pt x="4189499" y="543186"/>
                  </a:lnTo>
                  <a:lnTo>
                    <a:pt x="4192922" y="573901"/>
                  </a:lnTo>
                  <a:lnTo>
                    <a:pt x="4196344" y="573264"/>
                  </a:lnTo>
                  <a:lnTo>
                    <a:pt x="4199767" y="552997"/>
                  </a:lnTo>
                  <a:lnTo>
                    <a:pt x="4203190" y="516834"/>
                  </a:lnTo>
                  <a:lnTo>
                    <a:pt x="4206613" y="517041"/>
                  </a:lnTo>
                  <a:lnTo>
                    <a:pt x="4210036" y="511380"/>
                  </a:lnTo>
                  <a:lnTo>
                    <a:pt x="4213458" y="488432"/>
                  </a:lnTo>
                  <a:lnTo>
                    <a:pt x="4216881" y="504852"/>
                  </a:lnTo>
                  <a:lnTo>
                    <a:pt x="4220304" y="462968"/>
                  </a:lnTo>
                  <a:lnTo>
                    <a:pt x="4223727" y="381442"/>
                  </a:lnTo>
                  <a:lnTo>
                    <a:pt x="4227149" y="9002"/>
                  </a:lnTo>
                  <a:lnTo>
                    <a:pt x="4230572" y="128776"/>
                  </a:lnTo>
                  <a:lnTo>
                    <a:pt x="4233995" y="233295"/>
                  </a:lnTo>
                  <a:lnTo>
                    <a:pt x="4237418" y="248157"/>
                  </a:lnTo>
                  <a:lnTo>
                    <a:pt x="4240841" y="272456"/>
                  </a:lnTo>
                  <a:lnTo>
                    <a:pt x="4244263" y="261427"/>
                  </a:lnTo>
                  <a:lnTo>
                    <a:pt x="4247686" y="205115"/>
                  </a:lnTo>
                  <a:lnTo>
                    <a:pt x="4251109" y="148068"/>
                  </a:lnTo>
                  <a:lnTo>
                    <a:pt x="4254532" y="144402"/>
                  </a:lnTo>
                  <a:lnTo>
                    <a:pt x="4257955" y="281881"/>
                  </a:lnTo>
                  <a:lnTo>
                    <a:pt x="4261377" y="336016"/>
                  </a:lnTo>
                  <a:lnTo>
                    <a:pt x="4264800" y="259907"/>
                  </a:lnTo>
                  <a:lnTo>
                    <a:pt x="4268223" y="233268"/>
                  </a:lnTo>
                  <a:lnTo>
                    <a:pt x="4271646" y="269678"/>
                  </a:lnTo>
                  <a:lnTo>
                    <a:pt x="4275069" y="311950"/>
                  </a:lnTo>
                  <a:lnTo>
                    <a:pt x="4278491" y="313629"/>
                  </a:lnTo>
                  <a:lnTo>
                    <a:pt x="4281914" y="313984"/>
                  </a:lnTo>
                  <a:lnTo>
                    <a:pt x="4285337" y="357543"/>
                  </a:lnTo>
                  <a:lnTo>
                    <a:pt x="4288760" y="371025"/>
                  </a:lnTo>
                  <a:lnTo>
                    <a:pt x="4292183" y="356470"/>
                  </a:lnTo>
                  <a:lnTo>
                    <a:pt x="4295605" y="405612"/>
                  </a:lnTo>
                  <a:lnTo>
                    <a:pt x="4299028" y="382571"/>
                  </a:lnTo>
                  <a:lnTo>
                    <a:pt x="4302451" y="283241"/>
                  </a:lnTo>
                  <a:lnTo>
                    <a:pt x="4305874" y="288089"/>
                  </a:lnTo>
                  <a:lnTo>
                    <a:pt x="4309297" y="342238"/>
                  </a:lnTo>
                  <a:lnTo>
                    <a:pt x="4312719" y="248857"/>
                  </a:lnTo>
                  <a:lnTo>
                    <a:pt x="4316142" y="337566"/>
                  </a:lnTo>
                  <a:lnTo>
                    <a:pt x="4319565" y="307460"/>
                  </a:lnTo>
                  <a:lnTo>
                    <a:pt x="4322988" y="275224"/>
                  </a:lnTo>
                  <a:lnTo>
                    <a:pt x="4326410" y="251116"/>
                  </a:lnTo>
                  <a:lnTo>
                    <a:pt x="4329833" y="256456"/>
                  </a:lnTo>
                  <a:lnTo>
                    <a:pt x="4333256" y="271815"/>
                  </a:lnTo>
                  <a:lnTo>
                    <a:pt x="4336679" y="172863"/>
                  </a:lnTo>
                  <a:lnTo>
                    <a:pt x="4340102" y="199928"/>
                  </a:lnTo>
                  <a:lnTo>
                    <a:pt x="4343524" y="51290"/>
                  </a:lnTo>
                  <a:lnTo>
                    <a:pt x="4346947" y="86911"/>
                  </a:lnTo>
                  <a:lnTo>
                    <a:pt x="4350370" y="121747"/>
                  </a:lnTo>
                  <a:lnTo>
                    <a:pt x="4353793" y="118181"/>
                  </a:lnTo>
                  <a:lnTo>
                    <a:pt x="4357216" y="119922"/>
                  </a:lnTo>
                  <a:lnTo>
                    <a:pt x="4360638" y="237687"/>
                  </a:lnTo>
                  <a:lnTo>
                    <a:pt x="4364061" y="173516"/>
                  </a:lnTo>
                  <a:lnTo>
                    <a:pt x="4367484" y="288901"/>
                  </a:lnTo>
                  <a:lnTo>
                    <a:pt x="4370907" y="297875"/>
                  </a:lnTo>
                  <a:lnTo>
                    <a:pt x="4374330" y="486331"/>
                  </a:lnTo>
                  <a:lnTo>
                    <a:pt x="4377752" y="583073"/>
                  </a:lnTo>
                  <a:lnTo>
                    <a:pt x="4381175" y="477046"/>
                  </a:lnTo>
                  <a:lnTo>
                    <a:pt x="4384598" y="608844"/>
                  </a:lnTo>
                  <a:lnTo>
                    <a:pt x="4388021" y="542475"/>
                  </a:lnTo>
                  <a:lnTo>
                    <a:pt x="4391444" y="656929"/>
                  </a:lnTo>
                  <a:lnTo>
                    <a:pt x="4394866" y="749181"/>
                  </a:lnTo>
                  <a:lnTo>
                    <a:pt x="4398289" y="713280"/>
                  </a:lnTo>
                  <a:lnTo>
                    <a:pt x="4401712" y="796349"/>
                  </a:lnTo>
                  <a:lnTo>
                    <a:pt x="4405135" y="727003"/>
                  </a:lnTo>
                  <a:lnTo>
                    <a:pt x="4408558" y="503879"/>
                  </a:lnTo>
                  <a:lnTo>
                    <a:pt x="4411980" y="514130"/>
                  </a:lnTo>
                  <a:lnTo>
                    <a:pt x="4415403" y="425328"/>
                  </a:lnTo>
                  <a:lnTo>
                    <a:pt x="4418826" y="350247"/>
                  </a:lnTo>
                  <a:lnTo>
                    <a:pt x="4422249" y="408497"/>
                  </a:lnTo>
                  <a:lnTo>
                    <a:pt x="4425672" y="327487"/>
                  </a:lnTo>
                  <a:lnTo>
                    <a:pt x="4429094" y="362252"/>
                  </a:lnTo>
                  <a:lnTo>
                    <a:pt x="4432517" y="425708"/>
                  </a:lnTo>
                  <a:lnTo>
                    <a:pt x="4435940" y="343481"/>
                  </a:lnTo>
                  <a:lnTo>
                    <a:pt x="4439363" y="363210"/>
                  </a:lnTo>
                  <a:lnTo>
                    <a:pt x="4442785" y="447741"/>
                  </a:lnTo>
                  <a:lnTo>
                    <a:pt x="4446208" y="413305"/>
                  </a:lnTo>
                  <a:lnTo>
                    <a:pt x="4449631" y="426966"/>
                  </a:lnTo>
                  <a:lnTo>
                    <a:pt x="4453054" y="445841"/>
                  </a:lnTo>
                  <a:lnTo>
                    <a:pt x="4456477" y="464219"/>
                  </a:lnTo>
                  <a:lnTo>
                    <a:pt x="4459899" y="439348"/>
                  </a:lnTo>
                  <a:lnTo>
                    <a:pt x="4463322" y="483773"/>
                  </a:lnTo>
                  <a:lnTo>
                    <a:pt x="4466745" y="371010"/>
                  </a:lnTo>
                  <a:lnTo>
                    <a:pt x="4470168" y="365736"/>
                  </a:lnTo>
                  <a:lnTo>
                    <a:pt x="4473591" y="388000"/>
                  </a:lnTo>
                  <a:lnTo>
                    <a:pt x="4477013" y="371034"/>
                  </a:lnTo>
                  <a:lnTo>
                    <a:pt x="4480436" y="309047"/>
                  </a:lnTo>
                  <a:lnTo>
                    <a:pt x="4483859" y="249486"/>
                  </a:lnTo>
                  <a:lnTo>
                    <a:pt x="4487282" y="303508"/>
                  </a:lnTo>
                  <a:lnTo>
                    <a:pt x="4490705" y="229230"/>
                  </a:lnTo>
                  <a:lnTo>
                    <a:pt x="4494127" y="216870"/>
                  </a:lnTo>
                  <a:lnTo>
                    <a:pt x="4497550" y="262053"/>
                  </a:lnTo>
                  <a:lnTo>
                    <a:pt x="4500973" y="280159"/>
                  </a:lnTo>
                  <a:lnTo>
                    <a:pt x="4504396" y="228500"/>
                  </a:lnTo>
                  <a:lnTo>
                    <a:pt x="4507819" y="210964"/>
                  </a:lnTo>
                  <a:lnTo>
                    <a:pt x="4511241" y="178094"/>
                  </a:lnTo>
                  <a:lnTo>
                    <a:pt x="4514664" y="261511"/>
                  </a:lnTo>
                  <a:lnTo>
                    <a:pt x="4518087" y="199280"/>
                  </a:lnTo>
                  <a:lnTo>
                    <a:pt x="4521510" y="259919"/>
                  </a:lnTo>
                  <a:lnTo>
                    <a:pt x="4524933" y="339556"/>
                  </a:lnTo>
                  <a:lnTo>
                    <a:pt x="4528355" y="314040"/>
                  </a:lnTo>
                  <a:lnTo>
                    <a:pt x="4531778" y="341518"/>
                  </a:lnTo>
                  <a:lnTo>
                    <a:pt x="4535201" y="349760"/>
                  </a:lnTo>
                  <a:lnTo>
                    <a:pt x="4538624" y="402552"/>
                  </a:lnTo>
                  <a:lnTo>
                    <a:pt x="4542046" y="413010"/>
                  </a:lnTo>
                  <a:lnTo>
                    <a:pt x="4545469" y="454653"/>
                  </a:lnTo>
                  <a:lnTo>
                    <a:pt x="4548892" y="425409"/>
                  </a:lnTo>
                  <a:lnTo>
                    <a:pt x="4552315" y="426260"/>
                  </a:lnTo>
                  <a:lnTo>
                    <a:pt x="4555738" y="408668"/>
                  </a:lnTo>
                  <a:lnTo>
                    <a:pt x="4559160" y="419093"/>
                  </a:lnTo>
                  <a:lnTo>
                    <a:pt x="4562583" y="308581"/>
                  </a:lnTo>
                  <a:lnTo>
                    <a:pt x="4566006" y="392627"/>
                  </a:lnTo>
                  <a:lnTo>
                    <a:pt x="4569429" y="316788"/>
                  </a:lnTo>
                  <a:lnTo>
                    <a:pt x="4572852" y="365756"/>
                  </a:lnTo>
                  <a:lnTo>
                    <a:pt x="4576274" y="318425"/>
                  </a:lnTo>
                  <a:lnTo>
                    <a:pt x="4579697" y="327065"/>
                  </a:lnTo>
                  <a:lnTo>
                    <a:pt x="4583120" y="349206"/>
                  </a:lnTo>
                  <a:lnTo>
                    <a:pt x="4586543" y="426175"/>
                  </a:lnTo>
                  <a:lnTo>
                    <a:pt x="4589966" y="438745"/>
                  </a:lnTo>
                  <a:lnTo>
                    <a:pt x="4593388" y="477713"/>
                  </a:lnTo>
                  <a:lnTo>
                    <a:pt x="4596811" y="457450"/>
                  </a:lnTo>
                  <a:lnTo>
                    <a:pt x="4600234" y="529292"/>
                  </a:lnTo>
                  <a:lnTo>
                    <a:pt x="4603657" y="470251"/>
                  </a:lnTo>
                  <a:lnTo>
                    <a:pt x="4607080" y="460103"/>
                  </a:lnTo>
                  <a:lnTo>
                    <a:pt x="4610502" y="444489"/>
                  </a:lnTo>
                  <a:lnTo>
                    <a:pt x="4613925" y="510449"/>
                  </a:lnTo>
                  <a:lnTo>
                    <a:pt x="4617348" y="437708"/>
                  </a:lnTo>
                  <a:lnTo>
                    <a:pt x="4620771" y="414642"/>
                  </a:lnTo>
                  <a:lnTo>
                    <a:pt x="4624194" y="467329"/>
                  </a:lnTo>
                  <a:lnTo>
                    <a:pt x="4627616" y="424720"/>
                  </a:lnTo>
                  <a:lnTo>
                    <a:pt x="4631039" y="422463"/>
                  </a:lnTo>
                  <a:lnTo>
                    <a:pt x="4634462" y="314370"/>
                  </a:lnTo>
                  <a:lnTo>
                    <a:pt x="4637885" y="418301"/>
                  </a:lnTo>
                  <a:lnTo>
                    <a:pt x="4641307" y="362871"/>
                  </a:lnTo>
                  <a:lnTo>
                    <a:pt x="4644730" y="429113"/>
                  </a:lnTo>
                  <a:lnTo>
                    <a:pt x="4648153" y="381561"/>
                  </a:lnTo>
                  <a:lnTo>
                    <a:pt x="4651576" y="251312"/>
                  </a:lnTo>
                  <a:lnTo>
                    <a:pt x="4654999" y="252928"/>
                  </a:lnTo>
                  <a:lnTo>
                    <a:pt x="4658421" y="185890"/>
                  </a:lnTo>
                  <a:lnTo>
                    <a:pt x="4661844" y="245916"/>
                  </a:lnTo>
                  <a:lnTo>
                    <a:pt x="4665267" y="314288"/>
                  </a:lnTo>
                  <a:lnTo>
                    <a:pt x="4668690" y="295969"/>
                  </a:lnTo>
                  <a:lnTo>
                    <a:pt x="4672113" y="294323"/>
                  </a:lnTo>
                  <a:lnTo>
                    <a:pt x="4675535" y="352349"/>
                  </a:lnTo>
                  <a:lnTo>
                    <a:pt x="4678958" y="416999"/>
                  </a:lnTo>
                  <a:lnTo>
                    <a:pt x="4682381" y="482423"/>
                  </a:lnTo>
                  <a:lnTo>
                    <a:pt x="4685804" y="440828"/>
                  </a:lnTo>
                  <a:lnTo>
                    <a:pt x="4689227" y="454470"/>
                  </a:lnTo>
                  <a:lnTo>
                    <a:pt x="4692649" y="572741"/>
                  </a:lnTo>
                  <a:lnTo>
                    <a:pt x="4696072" y="563006"/>
                  </a:lnTo>
                  <a:lnTo>
                    <a:pt x="4699495" y="593085"/>
                  </a:lnTo>
                  <a:lnTo>
                    <a:pt x="4702918" y="659466"/>
                  </a:lnTo>
                  <a:lnTo>
                    <a:pt x="4706341" y="618022"/>
                  </a:lnTo>
                  <a:lnTo>
                    <a:pt x="4709763" y="673101"/>
                  </a:lnTo>
                  <a:lnTo>
                    <a:pt x="4713186" y="811247"/>
                  </a:lnTo>
                  <a:lnTo>
                    <a:pt x="4716609" y="768301"/>
                  </a:lnTo>
                  <a:lnTo>
                    <a:pt x="4720032" y="789923"/>
                  </a:lnTo>
                  <a:lnTo>
                    <a:pt x="4723455" y="786662"/>
                  </a:lnTo>
                  <a:lnTo>
                    <a:pt x="4726877" y="833536"/>
                  </a:lnTo>
                  <a:lnTo>
                    <a:pt x="4730300" y="843586"/>
                  </a:lnTo>
                  <a:lnTo>
                    <a:pt x="4733723" y="705560"/>
                  </a:lnTo>
                  <a:lnTo>
                    <a:pt x="4737146" y="741037"/>
                  </a:lnTo>
                  <a:lnTo>
                    <a:pt x="4740569" y="699832"/>
                  </a:lnTo>
                  <a:lnTo>
                    <a:pt x="4743991" y="681240"/>
                  </a:lnTo>
                  <a:lnTo>
                    <a:pt x="4747414" y="678976"/>
                  </a:lnTo>
                  <a:lnTo>
                    <a:pt x="4750837" y="579647"/>
                  </a:lnTo>
                  <a:lnTo>
                    <a:pt x="4754260" y="520064"/>
                  </a:lnTo>
                  <a:lnTo>
                    <a:pt x="4757682" y="566670"/>
                  </a:lnTo>
                  <a:lnTo>
                    <a:pt x="4761105" y="503682"/>
                  </a:lnTo>
                  <a:lnTo>
                    <a:pt x="4764528" y="454785"/>
                  </a:lnTo>
                  <a:lnTo>
                    <a:pt x="4767951" y="428631"/>
                  </a:lnTo>
                  <a:lnTo>
                    <a:pt x="4771374" y="430639"/>
                  </a:lnTo>
                  <a:lnTo>
                    <a:pt x="4774796" y="511788"/>
                  </a:lnTo>
                  <a:lnTo>
                    <a:pt x="4778219" y="494983"/>
                  </a:lnTo>
                  <a:lnTo>
                    <a:pt x="4781642" y="417570"/>
                  </a:lnTo>
                  <a:lnTo>
                    <a:pt x="4785065" y="429564"/>
                  </a:lnTo>
                  <a:lnTo>
                    <a:pt x="4788488" y="433162"/>
                  </a:lnTo>
                  <a:lnTo>
                    <a:pt x="4791910" y="442539"/>
                  </a:lnTo>
                  <a:lnTo>
                    <a:pt x="4795333" y="483375"/>
                  </a:lnTo>
                  <a:lnTo>
                    <a:pt x="4798756" y="531650"/>
                  </a:lnTo>
                  <a:lnTo>
                    <a:pt x="4802179" y="478799"/>
                  </a:lnTo>
                  <a:lnTo>
                    <a:pt x="4805602" y="401353"/>
                  </a:lnTo>
                  <a:lnTo>
                    <a:pt x="4809024" y="548071"/>
                  </a:lnTo>
                  <a:lnTo>
                    <a:pt x="4812447" y="440497"/>
                  </a:lnTo>
                  <a:lnTo>
                    <a:pt x="4815870" y="384018"/>
                  </a:lnTo>
                  <a:lnTo>
                    <a:pt x="4819293" y="367332"/>
                  </a:lnTo>
                  <a:lnTo>
                    <a:pt x="4822716" y="327498"/>
                  </a:lnTo>
                  <a:lnTo>
                    <a:pt x="4826138" y="337077"/>
                  </a:lnTo>
                  <a:lnTo>
                    <a:pt x="4829561" y="283013"/>
                  </a:lnTo>
                  <a:lnTo>
                    <a:pt x="4832984" y="276231"/>
                  </a:lnTo>
                  <a:lnTo>
                    <a:pt x="4836407" y="363454"/>
                  </a:lnTo>
                  <a:lnTo>
                    <a:pt x="4839830" y="377403"/>
                  </a:lnTo>
                  <a:lnTo>
                    <a:pt x="4843252" y="404770"/>
                  </a:lnTo>
                  <a:lnTo>
                    <a:pt x="4846675" y="414289"/>
                  </a:lnTo>
                  <a:lnTo>
                    <a:pt x="4850098" y="347279"/>
                  </a:lnTo>
                  <a:lnTo>
                    <a:pt x="4853521" y="368375"/>
                  </a:lnTo>
                  <a:lnTo>
                    <a:pt x="4856943" y="429294"/>
                  </a:lnTo>
                  <a:lnTo>
                    <a:pt x="4860366" y="508350"/>
                  </a:lnTo>
                  <a:lnTo>
                    <a:pt x="4863789" y="467667"/>
                  </a:lnTo>
                  <a:lnTo>
                    <a:pt x="4867212" y="537470"/>
                  </a:lnTo>
                  <a:lnTo>
                    <a:pt x="4870635" y="563229"/>
                  </a:lnTo>
                  <a:lnTo>
                    <a:pt x="4874057" y="559394"/>
                  </a:lnTo>
                  <a:lnTo>
                    <a:pt x="4877480" y="489120"/>
                  </a:lnTo>
                  <a:lnTo>
                    <a:pt x="4880903" y="496967"/>
                  </a:lnTo>
                  <a:lnTo>
                    <a:pt x="4884326" y="407859"/>
                  </a:lnTo>
                  <a:lnTo>
                    <a:pt x="4887749" y="354808"/>
                  </a:lnTo>
                  <a:lnTo>
                    <a:pt x="4891171" y="401864"/>
                  </a:lnTo>
                  <a:lnTo>
                    <a:pt x="4894594" y="353055"/>
                  </a:lnTo>
                  <a:lnTo>
                    <a:pt x="4898017" y="328029"/>
                  </a:lnTo>
                  <a:lnTo>
                    <a:pt x="4901440" y="209369"/>
                  </a:lnTo>
                  <a:lnTo>
                    <a:pt x="4904863" y="245938"/>
                  </a:lnTo>
                  <a:lnTo>
                    <a:pt x="4908285" y="278073"/>
                  </a:lnTo>
                  <a:lnTo>
                    <a:pt x="4911708" y="405747"/>
                  </a:lnTo>
                  <a:lnTo>
                    <a:pt x="4915131" y="339975"/>
                  </a:lnTo>
                  <a:lnTo>
                    <a:pt x="4918554" y="449489"/>
                  </a:lnTo>
                  <a:lnTo>
                    <a:pt x="4921977" y="464342"/>
                  </a:lnTo>
                  <a:lnTo>
                    <a:pt x="4925399" y="519603"/>
                  </a:lnTo>
                  <a:lnTo>
                    <a:pt x="4928822" y="573227"/>
                  </a:lnTo>
                  <a:lnTo>
                    <a:pt x="4932245" y="611190"/>
                  </a:lnTo>
                  <a:lnTo>
                    <a:pt x="4935668" y="628260"/>
                  </a:lnTo>
                  <a:lnTo>
                    <a:pt x="4939091" y="664463"/>
                  </a:lnTo>
                  <a:lnTo>
                    <a:pt x="4942513" y="816719"/>
                  </a:lnTo>
                  <a:lnTo>
                    <a:pt x="4945936" y="791712"/>
                  </a:lnTo>
                  <a:lnTo>
                    <a:pt x="4949359" y="866776"/>
                  </a:lnTo>
                  <a:lnTo>
                    <a:pt x="4952782" y="833843"/>
                  </a:lnTo>
                  <a:lnTo>
                    <a:pt x="4956204" y="781112"/>
                  </a:lnTo>
                  <a:lnTo>
                    <a:pt x="4959627" y="815173"/>
                  </a:lnTo>
                  <a:lnTo>
                    <a:pt x="4963050" y="729956"/>
                  </a:lnTo>
                  <a:lnTo>
                    <a:pt x="4966473" y="808329"/>
                  </a:lnTo>
                  <a:lnTo>
                    <a:pt x="4969896" y="777394"/>
                  </a:lnTo>
                  <a:lnTo>
                    <a:pt x="4973318" y="784911"/>
                  </a:lnTo>
                  <a:lnTo>
                    <a:pt x="4976741" y="905028"/>
                  </a:lnTo>
                  <a:lnTo>
                    <a:pt x="4980164" y="892741"/>
                  </a:lnTo>
                  <a:lnTo>
                    <a:pt x="4983587" y="866263"/>
                  </a:lnTo>
                  <a:lnTo>
                    <a:pt x="4987010" y="900265"/>
                  </a:lnTo>
                  <a:lnTo>
                    <a:pt x="4990432" y="896394"/>
                  </a:lnTo>
                  <a:lnTo>
                    <a:pt x="4993855" y="902603"/>
                  </a:lnTo>
                  <a:lnTo>
                    <a:pt x="4997278" y="960681"/>
                  </a:lnTo>
                  <a:lnTo>
                    <a:pt x="5000701" y="1033119"/>
                  </a:lnTo>
                  <a:lnTo>
                    <a:pt x="5004124" y="1071070"/>
                  </a:lnTo>
                  <a:lnTo>
                    <a:pt x="5007546" y="1004440"/>
                  </a:lnTo>
                  <a:lnTo>
                    <a:pt x="5010969" y="988384"/>
                  </a:lnTo>
                  <a:lnTo>
                    <a:pt x="5014392" y="1007633"/>
                  </a:lnTo>
                  <a:lnTo>
                    <a:pt x="5017815" y="968460"/>
                  </a:lnTo>
                  <a:lnTo>
                    <a:pt x="5021238" y="1046789"/>
                  </a:lnTo>
                  <a:lnTo>
                    <a:pt x="5024660" y="907195"/>
                  </a:lnTo>
                  <a:lnTo>
                    <a:pt x="5028083" y="981378"/>
                  </a:lnTo>
                  <a:lnTo>
                    <a:pt x="5031506" y="933880"/>
                  </a:lnTo>
                  <a:lnTo>
                    <a:pt x="5034929" y="933848"/>
                  </a:lnTo>
                  <a:lnTo>
                    <a:pt x="5038352" y="924160"/>
                  </a:lnTo>
                  <a:lnTo>
                    <a:pt x="5041774" y="914006"/>
                  </a:lnTo>
                  <a:lnTo>
                    <a:pt x="5045197" y="907520"/>
                  </a:lnTo>
                  <a:lnTo>
                    <a:pt x="5048620" y="764379"/>
                  </a:lnTo>
                  <a:lnTo>
                    <a:pt x="5052043" y="746720"/>
                  </a:lnTo>
                  <a:lnTo>
                    <a:pt x="5055466" y="641562"/>
                  </a:lnTo>
                  <a:lnTo>
                    <a:pt x="5058888" y="636330"/>
                  </a:lnTo>
                  <a:lnTo>
                    <a:pt x="5062311" y="564840"/>
                  </a:lnTo>
                  <a:lnTo>
                    <a:pt x="5065734" y="475176"/>
                  </a:lnTo>
                  <a:lnTo>
                    <a:pt x="5069157" y="387825"/>
                  </a:lnTo>
                  <a:lnTo>
                    <a:pt x="5072579" y="293316"/>
                  </a:lnTo>
                  <a:lnTo>
                    <a:pt x="5076002" y="413607"/>
                  </a:lnTo>
                  <a:lnTo>
                    <a:pt x="5079425" y="343054"/>
                  </a:lnTo>
                  <a:lnTo>
                    <a:pt x="5082848" y="278832"/>
                  </a:lnTo>
                  <a:lnTo>
                    <a:pt x="5086271" y="305945"/>
                  </a:lnTo>
                  <a:lnTo>
                    <a:pt x="5089693" y="273517"/>
                  </a:lnTo>
                  <a:lnTo>
                    <a:pt x="5093116" y="145764"/>
                  </a:lnTo>
                  <a:lnTo>
                    <a:pt x="5096539" y="400139"/>
                  </a:lnTo>
                  <a:lnTo>
                    <a:pt x="5099962" y="470709"/>
                  </a:lnTo>
                  <a:lnTo>
                    <a:pt x="5103385" y="517224"/>
                  </a:lnTo>
                  <a:lnTo>
                    <a:pt x="5106807" y="618288"/>
                  </a:lnTo>
                  <a:lnTo>
                    <a:pt x="5110230" y="588568"/>
                  </a:lnTo>
                  <a:lnTo>
                    <a:pt x="5113653" y="503500"/>
                  </a:lnTo>
                  <a:lnTo>
                    <a:pt x="5117076" y="520880"/>
                  </a:lnTo>
                  <a:lnTo>
                    <a:pt x="5120499" y="539022"/>
                  </a:lnTo>
                  <a:lnTo>
                    <a:pt x="5123921" y="498627"/>
                  </a:lnTo>
                  <a:lnTo>
                    <a:pt x="5127344" y="459285"/>
                  </a:lnTo>
                  <a:lnTo>
                    <a:pt x="5130767" y="466792"/>
                  </a:lnTo>
                  <a:lnTo>
                    <a:pt x="5134190" y="383304"/>
                  </a:lnTo>
                  <a:lnTo>
                    <a:pt x="5137613" y="432585"/>
                  </a:lnTo>
                  <a:lnTo>
                    <a:pt x="5141035" y="329664"/>
                  </a:lnTo>
                  <a:lnTo>
                    <a:pt x="5144458" y="324840"/>
                  </a:lnTo>
                  <a:lnTo>
                    <a:pt x="5147881" y="477769"/>
                  </a:lnTo>
                  <a:lnTo>
                    <a:pt x="5151304" y="398585"/>
                  </a:lnTo>
                  <a:lnTo>
                    <a:pt x="5154727" y="540800"/>
                  </a:lnTo>
                  <a:lnTo>
                    <a:pt x="5158149" y="543356"/>
                  </a:lnTo>
                  <a:lnTo>
                    <a:pt x="5161572" y="589789"/>
                  </a:lnTo>
                  <a:lnTo>
                    <a:pt x="5164995" y="663143"/>
                  </a:lnTo>
                  <a:lnTo>
                    <a:pt x="5168418" y="599203"/>
                  </a:lnTo>
                  <a:lnTo>
                    <a:pt x="5171840" y="640170"/>
                  </a:lnTo>
                  <a:lnTo>
                    <a:pt x="5175263" y="641368"/>
                  </a:lnTo>
                  <a:lnTo>
                    <a:pt x="5178686" y="619283"/>
                  </a:lnTo>
                  <a:lnTo>
                    <a:pt x="5182109" y="591127"/>
                  </a:lnTo>
                  <a:lnTo>
                    <a:pt x="5185532" y="565214"/>
                  </a:lnTo>
                  <a:lnTo>
                    <a:pt x="5188954" y="575699"/>
                  </a:lnTo>
                  <a:lnTo>
                    <a:pt x="5192377" y="482291"/>
                  </a:lnTo>
                  <a:lnTo>
                    <a:pt x="5195800" y="447663"/>
                  </a:lnTo>
                  <a:lnTo>
                    <a:pt x="5199223" y="451872"/>
                  </a:lnTo>
                  <a:lnTo>
                    <a:pt x="5202646" y="370570"/>
                  </a:lnTo>
                  <a:lnTo>
                    <a:pt x="5206068" y="280540"/>
                  </a:lnTo>
                  <a:lnTo>
                    <a:pt x="5209491" y="165723"/>
                  </a:lnTo>
                  <a:lnTo>
                    <a:pt x="5212914" y="154346"/>
                  </a:lnTo>
                  <a:lnTo>
                    <a:pt x="5216337" y="75534"/>
                  </a:lnTo>
                  <a:lnTo>
                    <a:pt x="5219760" y="0"/>
                  </a:lnTo>
                  <a:lnTo>
                    <a:pt x="5223182" y="15595"/>
                  </a:lnTo>
                  <a:lnTo>
                    <a:pt x="5226605" y="9467"/>
                  </a:lnTo>
                  <a:lnTo>
                    <a:pt x="5230028" y="35557"/>
                  </a:lnTo>
                  <a:lnTo>
                    <a:pt x="5233451" y="52063"/>
                  </a:lnTo>
                  <a:lnTo>
                    <a:pt x="5236874" y="86168"/>
                  </a:lnTo>
                  <a:lnTo>
                    <a:pt x="5240296" y="101125"/>
                  </a:lnTo>
                  <a:lnTo>
                    <a:pt x="5243719" y="150053"/>
                  </a:lnTo>
                  <a:lnTo>
                    <a:pt x="5247142" y="145883"/>
                  </a:lnTo>
                  <a:lnTo>
                    <a:pt x="5250565" y="125920"/>
                  </a:lnTo>
                  <a:lnTo>
                    <a:pt x="5253988" y="115615"/>
                  </a:lnTo>
                  <a:lnTo>
                    <a:pt x="5257410" y="178875"/>
                  </a:lnTo>
                  <a:lnTo>
                    <a:pt x="5260833" y="310068"/>
                  </a:lnTo>
                  <a:lnTo>
                    <a:pt x="5264256" y="250468"/>
                  </a:lnTo>
                  <a:lnTo>
                    <a:pt x="5267679" y="268648"/>
                  </a:lnTo>
                  <a:lnTo>
                    <a:pt x="5271101" y="216295"/>
                  </a:lnTo>
                  <a:lnTo>
                    <a:pt x="5274524" y="152815"/>
                  </a:lnTo>
                  <a:lnTo>
                    <a:pt x="5277947" y="224646"/>
                  </a:lnTo>
                  <a:lnTo>
                    <a:pt x="5281370" y="253575"/>
                  </a:lnTo>
                  <a:lnTo>
                    <a:pt x="5284793" y="134452"/>
                  </a:lnTo>
                  <a:lnTo>
                    <a:pt x="5288215" y="176854"/>
                  </a:lnTo>
                  <a:lnTo>
                    <a:pt x="5291638" y="104548"/>
                  </a:lnTo>
                  <a:lnTo>
                    <a:pt x="5295061" y="48328"/>
                  </a:lnTo>
                  <a:lnTo>
                    <a:pt x="5298484" y="83191"/>
                  </a:lnTo>
                  <a:lnTo>
                    <a:pt x="5301907" y="121822"/>
                  </a:lnTo>
                  <a:lnTo>
                    <a:pt x="5305329" y="201411"/>
                  </a:lnTo>
                  <a:lnTo>
                    <a:pt x="5308752" y="180600"/>
                  </a:lnTo>
                  <a:lnTo>
                    <a:pt x="5312175" y="188593"/>
                  </a:lnTo>
                  <a:lnTo>
                    <a:pt x="5315598" y="193298"/>
                  </a:lnTo>
                  <a:lnTo>
                    <a:pt x="5319021" y="359922"/>
                  </a:lnTo>
                  <a:lnTo>
                    <a:pt x="5322443" y="339074"/>
                  </a:lnTo>
                  <a:lnTo>
                    <a:pt x="5325866" y="386453"/>
                  </a:lnTo>
                  <a:lnTo>
                    <a:pt x="5329289" y="412172"/>
                  </a:lnTo>
                  <a:lnTo>
                    <a:pt x="5332712" y="403321"/>
                  </a:lnTo>
                  <a:lnTo>
                    <a:pt x="5336135" y="424541"/>
                  </a:lnTo>
                  <a:lnTo>
                    <a:pt x="5339557" y="484000"/>
                  </a:lnTo>
                  <a:lnTo>
                    <a:pt x="5342980" y="473286"/>
                  </a:lnTo>
                  <a:lnTo>
                    <a:pt x="5346403" y="541474"/>
                  </a:lnTo>
                  <a:lnTo>
                    <a:pt x="5349826" y="509875"/>
                  </a:lnTo>
                  <a:lnTo>
                    <a:pt x="5353249" y="493570"/>
                  </a:lnTo>
                  <a:lnTo>
                    <a:pt x="5356671" y="576094"/>
                  </a:lnTo>
                  <a:lnTo>
                    <a:pt x="5360094" y="609678"/>
                  </a:lnTo>
                  <a:lnTo>
                    <a:pt x="5363517" y="676969"/>
                  </a:lnTo>
                  <a:lnTo>
                    <a:pt x="5366940" y="552626"/>
                  </a:lnTo>
                  <a:lnTo>
                    <a:pt x="5370363" y="525850"/>
                  </a:lnTo>
                  <a:lnTo>
                    <a:pt x="5373785" y="488850"/>
                  </a:lnTo>
                  <a:lnTo>
                    <a:pt x="5377208" y="464919"/>
                  </a:lnTo>
                  <a:lnTo>
                    <a:pt x="5380631" y="605718"/>
                  </a:lnTo>
                  <a:lnTo>
                    <a:pt x="5384054" y="648224"/>
                  </a:lnTo>
                  <a:lnTo>
                    <a:pt x="5387476" y="833474"/>
                  </a:lnTo>
                  <a:lnTo>
                    <a:pt x="5390899" y="683580"/>
                  </a:lnTo>
                  <a:lnTo>
                    <a:pt x="5394322" y="589747"/>
                  </a:lnTo>
                  <a:lnTo>
                    <a:pt x="5397745" y="542329"/>
                  </a:lnTo>
                  <a:lnTo>
                    <a:pt x="5401168" y="283145"/>
                  </a:lnTo>
                  <a:lnTo>
                    <a:pt x="5404590" y="227517"/>
                  </a:lnTo>
                  <a:lnTo>
                    <a:pt x="5408013" y="385673"/>
                  </a:lnTo>
                  <a:lnTo>
                    <a:pt x="5411436" y="411470"/>
                  </a:lnTo>
                  <a:lnTo>
                    <a:pt x="5414859" y="440219"/>
                  </a:lnTo>
                  <a:lnTo>
                    <a:pt x="5418282" y="386104"/>
                  </a:lnTo>
                  <a:lnTo>
                    <a:pt x="5421704" y="319550"/>
                  </a:lnTo>
                  <a:lnTo>
                    <a:pt x="5425127" y="207843"/>
                  </a:lnTo>
                  <a:lnTo>
                    <a:pt x="5428550" y="334277"/>
                  </a:lnTo>
                  <a:lnTo>
                    <a:pt x="5431973" y="408273"/>
                  </a:lnTo>
                  <a:lnTo>
                    <a:pt x="5435396" y="444861"/>
                  </a:lnTo>
                  <a:lnTo>
                    <a:pt x="5438818" y="468636"/>
                  </a:lnTo>
                  <a:lnTo>
                    <a:pt x="5442241" y="437019"/>
                  </a:lnTo>
                  <a:lnTo>
                    <a:pt x="5445664" y="450759"/>
                  </a:lnTo>
                  <a:lnTo>
                    <a:pt x="5449087" y="531026"/>
                  </a:lnTo>
                  <a:lnTo>
                    <a:pt x="5452510" y="437317"/>
                  </a:lnTo>
                  <a:lnTo>
                    <a:pt x="5455932" y="489507"/>
                  </a:lnTo>
                  <a:lnTo>
                    <a:pt x="5459355" y="386337"/>
                  </a:lnTo>
                  <a:lnTo>
                    <a:pt x="5462778" y="477901"/>
                  </a:lnTo>
                  <a:lnTo>
                    <a:pt x="5466201" y="446425"/>
                  </a:lnTo>
                  <a:lnTo>
                    <a:pt x="5469624" y="432373"/>
                  </a:lnTo>
                  <a:lnTo>
                    <a:pt x="5473046" y="714535"/>
                  </a:lnTo>
                  <a:lnTo>
                    <a:pt x="5476469" y="684189"/>
                  </a:lnTo>
                  <a:lnTo>
                    <a:pt x="5479892" y="755388"/>
                  </a:lnTo>
                  <a:lnTo>
                    <a:pt x="5483315" y="779606"/>
                  </a:lnTo>
                  <a:lnTo>
                    <a:pt x="5486737" y="814708"/>
                  </a:lnTo>
                  <a:lnTo>
                    <a:pt x="5490160" y="1007799"/>
                  </a:lnTo>
                  <a:lnTo>
                    <a:pt x="5493583" y="1169079"/>
                  </a:lnTo>
                  <a:lnTo>
                    <a:pt x="5497006" y="1123341"/>
                  </a:lnTo>
                  <a:lnTo>
                    <a:pt x="5500429" y="1176130"/>
                  </a:lnTo>
                  <a:lnTo>
                    <a:pt x="5503851" y="1083949"/>
                  </a:lnTo>
                  <a:lnTo>
                    <a:pt x="5507274" y="1034522"/>
                  </a:lnTo>
                  <a:lnTo>
                    <a:pt x="5510697" y="1027065"/>
                  </a:lnTo>
                  <a:lnTo>
                    <a:pt x="5514120" y="1123519"/>
                  </a:lnTo>
                  <a:lnTo>
                    <a:pt x="5517543" y="1126574"/>
                  </a:lnTo>
                  <a:lnTo>
                    <a:pt x="5520965" y="1128628"/>
                  </a:lnTo>
                  <a:lnTo>
                    <a:pt x="5524388" y="1044950"/>
                  </a:lnTo>
                  <a:lnTo>
                    <a:pt x="5527811" y="1109333"/>
                  </a:lnTo>
                  <a:lnTo>
                    <a:pt x="5531234" y="1163254"/>
                  </a:lnTo>
                  <a:lnTo>
                    <a:pt x="5534657" y="1244079"/>
                  </a:lnTo>
                  <a:lnTo>
                    <a:pt x="5538079" y="1341490"/>
                  </a:lnTo>
                  <a:lnTo>
                    <a:pt x="5541502" y="1355076"/>
                  </a:lnTo>
                  <a:lnTo>
                    <a:pt x="5544925" y="1305470"/>
                  </a:lnTo>
                  <a:lnTo>
                    <a:pt x="5548348" y="1453568"/>
                  </a:lnTo>
                  <a:lnTo>
                    <a:pt x="5551771" y="1375494"/>
                  </a:lnTo>
                  <a:lnTo>
                    <a:pt x="5555193" y="1535047"/>
                  </a:lnTo>
                  <a:lnTo>
                    <a:pt x="5558616" y="1511711"/>
                  </a:lnTo>
                  <a:lnTo>
                    <a:pt x="5562039" y="1521023"/>
                  </a:lnTo>
                  <a:lnTo>
                    <a:pt x="5565462" y="1614610"/>
                  </a:lnTo>
                  <a:lnTo>
                    <a:pt x="5568885" y="1623022"/>
                  </a:lnTo>
                  <a:lnTo>
                    <a:pt x="5572307" y="1624779"/>
                  </a:lnTo>
                  <a:lnTo>
                    <a:pt x="5575730" y="1650980"/>
                  </a:lnTo>
                  <a:lnTo>
                    <a:pt x="5579153" y="1560163"/>
                  </a:lnTo>
                  <a:lnTo>
                    <a:pt x="5582576" y="1533863"/>
                  </a:lnTo>
                  <a:lnTo>
                    <a:pt x="5585999" y="1534536"/>
                  </a:lnTo>
                  <a:lnTo>
                    <a:pt x="5589421" y="1546981"/>
                  </a:lnTo>
                  <a:lnTo>
                    <a:pt x="5592844" y="1574435"/>
                  </a:lnTo>
                  <a:lnTo>
                    <a:pt x="5596267" y="1537401"/>
                  </a:lnTo>
                  <a:lnTo>
                    <a:pt x="5599690" y="1504924"/>
                  </a:lnTo>
                  <a:lnTo>
                    <a:pt x="5603112" y="1494654"/>
                  </a:lnTo>
                  <a:lnTo>
                    <a:pt x="5606535" y="1371802"/>
                  </a:lnTo>
                  <a:lnTo>
                    <a:pt x="5609958" y="1327284"/>
                  </a:lnTo>
                  <a:lnTo>
                    <a:pt x="5613381" y="1373258"/>
                  </a:lnTo>
                  <a:lnTo>
                    <a:pt x="5616804" y="1325642"/>
                  </a:lnTo>
                  <a:lnTo>
                    <a:pt x="5620226" y="1340321"/>
                  </a:lnTo>
                  <a:lnTo>
                    <a:pt x="5623649" y="1316171"/>
                  </a:lnTo>
                  <a:lnTo>
                    <a:pt x="5627072" y="1319875"/>
                  </a:lnTo>
                  <a:lnTo>
                    <a:pt x="5630495" y="1034828"/>
                  </a:lnTo>
                  <a:lnTo>
                    <a:pt x="5633918" y="978407"/>
                  </a:lnTo>
                  <a:lnTo>
                    <a:pt x="5637340" y="812453"/>
                  </a:lnTo>
                  <a:lnTo>
                    <a:pt x="5640763" y="778755"/>
                  </a:lnTo>
                  <a:lnTo>
                    <a:pt x="5644186" y="729889"/>
                  </a:lnTo>
                  <a:lnTo>
                    <a:pt x="5647609" y="767953"/>
                  </a:lnTo>
                  <a:lnTo>
                    <a:pt x="5651032" y="810211"/>
                  </a:lnTo>
                  <a:lnTo>
                    <a:pt x="5654454" y="844694"/>
                  </a:lnTo>
                  <a:lnTo>
                    <a:pt x="5657877" y="813633"/>
                  </a:lnTo>
                  <a:lnTo>
                    <a:pt x="5661300" y="673406"/>
                  </a:lnTo>
                  <a:lnTo>
                    <a:pt x="5664723" y="735177"/>
                  </a:lnTo>
                  <a:lnTo>
                    <a:pt x="5668146" y="784063"/>
                  </a:lnTo>
                  <a:lnTo>
                    <a:pt x="5671568" y="759941"/>
                  </a:lnTo>
                  <a:lnTo>
                    <a:pt x="5674991" y="821993"/>
                  </a:lnTo>
                  <a:lnTo>
                    <a:pt x="5678414" y="833374"/>
                  </a:lnTo>
                  <a:lnTo>
                    <a:pt x="5681837" y="880743"/>
                  </a:lnTo>
                  <a:lnTo>
                    <a:pt x="5685260" y="890907"/>
                  </a:lnTo>
                  <a:lnTo>
                    <a:pt x="5688682" y="797768"/>
                  </a:lnTo>
                  <a:lnTo>
                    <a:pt x="5692105" y="776784"/>
                  </a:lnTo>
                  <a:lnTo>
                    <a:pt x="5695528" y="763933"/>
                  </a:lnTo>
                  <a:lnTo>
                    <a:pt x="5698951" y="844963"/>
                  </a:lnTo>
                  <a:lnTo>
                    <a:pt x="5702373" y="843245"/>
                  </a:lnTo>
                  <a:lnTo>
                    <a:pt x="5705796" y="812580"/>
                  </a:lnTo>
                  <a:lnTo>
                    <a:pt x="5709219" y="697358"/>
                  </a:lnTo>
                  <a:lnTo>
                    <a:pt x="5712642" y="805901"/>
                  </a:lnTo>
                  <a:lnTo>
                    <a:pt x="5716065" y="792734"/>
                  </a:lnTo>
                  <a:lnTo>
                    <a:pt x="5719487" y="837785"/>
                  </a:lnTo>
                  <a:lnTo>
                    <a:pt x="5722910" y="788141"/>
                  </a:lnTo>
                  <a:lnTo>
                    <a:pt x="5726333" y="779584"/>
                  </a:lnTo>
                  <a:lnTo>
                    <a:pt x="5729756" y="865755"/>
                  </a:lnTo>
                  <a:lnTo>
                    <a:pt x="5733179" y="894127"/>
                  </a:lnTo>
                  <a:lnTo>
                    <a:pt x="5736601" y="1001235"/>
                  </a:lnTo>
                  <a:lnTo>
                    <a:pt x="5740024" y="1067171"/>
                  </a:lnTo>
                  <a:lnTo>
                    <a:pt x="5743447" y="1134192"/>
                  </a:lnTo>
                  <a:lnTo>
                    <a:pt x="5746870" y="1076551"/>
                  </a:lnTo>
                  <a:lnTo>
                    <a:pt x="5750293" y="1154217"/>
                  </a:lnTo>
                  <a:lnTo>
                    <a:pt x="5753715" y="1303454"/>
                  </a:lnTo>
                  <a:lnTo>
                    <a:pt x="5757138" y="1347234"/>
                  </a:lnTo>
                  <a:lnTo>
                    <a:pt x="5760561" y="1408925"/>
                  </a:lnTo>
                  <a:lnTo>
                    <a:pt x="5763984" y="1409126"/>
                  </a:lnTo>
                  <a:lnTo>
                    <a:pt x="5767407" y="1499288"/>
                  </a:lnTo>
                  <a:lnTo>
                    <a:pt x="5770829" y="1503882"/>
                  </a:lnTo>
                  <a:lnTo>
                    <a:pt x="5774252" y="1594823"/>
                  </a:lnTo>
                  <a:lnTo>
                    <a:pt x="5777675" y="1664253"/>
                  </a:lnTo>
                  <a:lnTo>
                    <a:pt x="5781098" y="1720438"/>
                  </a:lnTo>
                  <a:lnTo>
                    <a:pt x="5784521" y="1687349"/>
                  </a:lnTo>
                  <a:lnTo>
                    <a:pt x="5787943" y="1672683"/>
                  </a:lnTo>
                  <a:lnTo>
                    <a:pt x="5791366" y="1610287"/>
                  </a:lnTo>
                  <a:lnTo>
                    <a:pt x="5794789" y="1679249"/>
                  </a:lnTo>
                  <a:lnTo>
                    <a:pt x="5798212" y="1747965"/>
                  </a:lnTo>
                  <a:lnTo>
                    <a:pt x="5801634" y="1721420"/>
                  </a:lnTo>
                  <a:lnTo>
                    <a:pt x="5805057" y="1880565"/>
                  </a:lnTo>
                  <a:lnTo>
                    <a:pt x="5808480" y="1863936"/>
                  </a:lnTo>
                  <a:lnTo>
                    <a:pt x="5811903" y="1928225"/>
                  </a:lnTo>
                  <a:lnTo>
                    <a:pt x="5815326" y="1979548"/>
                  </a:lnTo>
                  <a:lnTo>
                    <a:pt x="5818748" y="1858827"/>
                  </a:lnTo>
                  <a:lnTo>
                    <a:pt x="5822171" y="1786812"/>
                  </a:lnTo>
                  <a:lnTo>
                    <a:pt x="5825594" y="1786125"/>
                  </a:lnTo>
                  <a:lnTo>
                    <a:pt x="5829017" y="1821275"/>
                  </a:lnTo>
                  <a:lnTo>
                    <a:pt x="5832440" y="1858120"/>
                  </a:lnTo>
                  <a:lnTo>
                    <a:pt x="5835862" y="1922718"/>
                  </a:lnTo>
                  <a:lnTo>
                    <a:pt x="5839285" y="1979522"/>
                  </a:lnTo>
                  <a:lnTo>
                    <a:pt x="5842708" y="2024820"/>
                  </a:lnTo>
                  <a:lnTo>
                    <a:pt x="5846131" y="2029558"/>
                  </a:lnTo>
                  <a:lnTo>
                    <a:pt x="5849554" y="1968868"/>
                  </a:lnTo>
                  <a:lnTo>
                    <a:pt x="5852976" y="2009242"/>
                  </a:lnTo>
                  <a:lnTo>
                    <a:pt x="5856399" y="2023799"/>
                  </a:lnTo>
                  <a:lnTo>
                    <a:pt x="5859822" y="1983678"/>
                  </a:lnTo>
                  <a:lnTo>
                    <a:pt x="5863245" y="2023935"/>
                  </a:lnTo>
                  <a:lnTo>
                    <a:pt x="5866668" y="2032379"/>
                  </a:lnTo>
                  <a:lnTo>
                    <a:pt x="5870090" y="2078924"/>
                  </a:lnTo>
                  <a:lnTo>
                    <a:pt x="5873513" y="2110443"/>
                  </a:lnTo>
                  <a:lnTo>
                    <a:pt x="5876936" y="2120906"/>
                  </a:lnTo>
                  <a:lnTo>
                    <a:pt x="5880359" y="2182939"/>
                  </a:lnTo>
                  <a:lnTo>
                    <a:pt x="5883782" y="2163422"/>
                  </a:lnTo>
                  <a:lnTo>
                    <a:pt x="5887204" y="2179557"/>
                  </a:lnTo>
                  <a:lnTo>
                    <a:pt x="5890627" y="2168019"/>
                  </a:lnTo>
                  <a:lnTo>
                    <a:pt x="5894050" y="2116479"/>
                  </a:lnTo>
                  <a:lnTo>
                    <a:pt x="5897473" y="2128936"/>
                  </a:lnTo>
                  <a:lnTo>
                    <a:pt x="5900896" y="2182534"/>
                  </a:lnTo>
                  <a:lnTo>
                    <a:pt x="5904318" y="2177124"/>
                  </a:lnTo>
                  <a:lnTo>
                    <a:pt x="5907741" y="2209601"/>
                  </a:lnTo>
                  <a:lnTo>
                    <a:pt x="5911164" y="2269220"/>
                  </a:lnTo>
                  <a:lnTo>
                    <a:pt x="5914587" y="2213501"/>
                  </a:lnTo>
                  <a:lnTo>
                    <a:pt x="5918009" y="2269715"/>
                  </a:lnTo>
                  <a:lnTo>
                    <a:pt x="5921432" y="2115338"/>
                  </a:lnTo>
                  <a:lnTo>
                    <a:pt x="5924855" y="2027685"/>
                  </a:lnTo>
                  <a:lnTo>
                    <a:pt x="5928278" y="2002275"/>
                  </a:lnTo>
                  <a:lnTo>
                    <a:pt x="5931701" y="2098395"/>
                  </a:lnTo>
                  <a:lnTo>
                    <a:pt x="5935123" y="2187255"/>
                  </a:lnTo>
                  <a:lnTo>
                    <a:pt x="5938546" y="2136001"/>
                  </a:lnTo>
                  <a:lnTo>
                    <a:pt x="5941969" y="2163558"/>
                  </a:lnTo>
                  <a:lnTo>
                    <a:pt x="5945392" y="2046685"/>
                  </a:lnTo>
                  <a:lnTo>
                    <a:pt x="5948815" y="2024867"/>
                  </a:lnTo>
                  <a:lnTo>
                    <a:pt x="5952237" y="1931107"/>
                  </a:lnTo>
                  <a:lnTo>
                    <a:pt x="5955660" y="1939164"/>
                  </a:lnTo>
                  <a:lnTo>
                    <a:pt x="5959083" y="2002806"/>
                  </a:lnTo>
                  <a:lnTo>
                    <a:pt x="5962506" y="2005329"/>
                  </a:lnTo>
                  <a:lnTo>
                    <a:pt x="5965929" y="2056500"/>
                  </a:lnTo>
                  <a:lnTo>
                    <a:pt x="5969351" y="2019079"/>
                  </a:lnTo>
                  <a:lnTo>
                    <a:pt x="5972774" y="2006301"/>
                  </a:lnTo>
                  <a:lnTo>
                    <a:pt x="5976197" y="1899077"/>
                  </a:lnTo>
                  <a:lnTo>
                    <a:pt x="5979620" y="1905251"/>
                  </a:lnTo>
                  <a:lnTo>
                    <a:pt x="5983043" y="1953381"/>
                  </a:lnTo>
                  <a:lnTo>
                    <a:pt x="5986465" y="2100706"/>
                  </a:lnTo>
                  <a:lnTo>
                    <a:pt x="5989888" y="2168061"/>
                  </a:lnTo>
                  <a:lnTo>
                    <a:pt x="5993311" y="2176452"/>
                  </a:lnTo>
                  <a:lnTo>
                    <a:pt x="5996734" y="2196506"/>
                  </a:lnTo>
                  <a:lnTo>
                    <a:pt x="6000157" y="2221726"/>
                  </a:lnTo>
                  <a:lnTo>
                    <a:pt x="6003579" y="2184676"/>
                  </a:lnTo>
                  <a:lnTo>
                    <a:pt x="6007002" y="2240264"/>
                  </a:lnTo>
                  <a:lnTo>
                    <a:pt x="6010425" y="2236864"/>
                  </a:lnTo>
                  <a:lnTo>
                    <a:pt x="6013848" y="2326430"/>
                  </a:lnTo>
                  <a:lnTo>
                    <a:pt x="6017270" y="2354334"/>
                  </a:lnTo>
                  <a:lnTo>
                    <a:pt x="6020693" y="2367023"/>
                  </a:lnTo>
                  <a:lnTo>
                    <a:pt x="6024116" y="2364992"/>
                  </a:lnTo>
                  <a:lnTo>
                    <a:pt x="6027539" y="2326180"/>
                  </a:lnTo>
                  <a:lnTo>
                    <a:pt x="6030962" y="2385829"/>
                  </a:lnTo>
                  <a:lnTo>
                    <a:pt x="6034384" y="2416702"/>
                  </a:lnTo>
                  <a:lnTo>
                    <a:pt x="6037807" y="2436411"/>
                  </a:lnTo>
                  <a:lnTo>
                    <a:pt x="6041230" y="2469295"/>
                  </a:lnTo>
                  <a:lnTo>
                    <a:pt x="6044653" y="2466294"/>
                  </a:lnTo>
                  <a:lnTo>
                    <a:pt x="6048076" y="2468955"/>
                  </a:lnTo>
                  <a:lnTo>
                    <a:pt x="6051498" y="2463890"/>
                  </a:lnTo>
                  <a:lnTo>
                    <a:pt x="6054921" y="2448751"/>
                  </a:lnTo>
                  <a:lnTo>
                    <a:pt x="6058344" y="2427194"/>
                  </a:lnTo>
                  <a:lnTo>
                    <a:pt x="6061767" y="2413140"/>
                  </a:lnTo>
                  <a:lnTo>
                    <a:pt x="6065190" y="2361472"/>
                  </a:lnTo>
                  <a:lnTo>
                    <a:pt x="6068612" y="2309385"/>
                  </a:lnTo>
                  <a:lnTo>
                    <a:pt x="6072035" y="2335556"/>
                  </a:lnTo>
                  <a:lnTo>
                    <a:pt x="6075458" y="2352949"/>
                  </a:lnTo>
                  <a:lnTo>
                    <a:pt x="6078881" y="2353931"/>
                  </a:lnTo>
                  <a:lnTo>
                    <a:pt x="6082304" y="2281832"/>
                  </a:lnTo>
                  <a:lnTo>
                    <a:pt x="6085726" y="2247099"/>
                  </a:lnTo>
                  <a:lnTo>
                    <a:pt x="6089149" y="2127937"/>
                  </a:lnTo>
                  <a:lnTo>
                    <a:pt x="6092572" y="2083086"/>
                  </a:lnTo>
                  <a:lnTo>
                    <a:pt x="6095995" y="2087598"/>
                  </a:lnTo>
                  <a:lnTo>
                    <a:pt x="6099418" y="1996642"/>
                  </a:lnTo>
                  <a:lnTo>
                    <a:pt x="6102840" y="2042871"/>
                  </a:lnTo>
                  <a:lnTo>
                    <a:pt x="6106263" y="2119853"/>
                  </a:lnTo>
                  <a:lnTo>
                    <a:pt x="6109686" y="2223550"/>
                  </a:lnTo>
                  <a:lnTo>
                    <a:pt x="6113109" y="2270941"/>
                  </a:lnTo>
                  <a:lnTo>
                    <a:pt x="6116531" y="2245960"/>
                  </a:lnTo>
                  <a:lnTo>
                    <a:pt x="6119954" y="2322000"/>
                  </a:lnTo>
                  <a:lnTo>
                    <a:pt x="6123377" y="2325118"/>
                  </a:lnTo>
                  <a:lnTo>
                    <a:pt x="6126800" y="2308217"/>
                  </a:lnTo>
                  <a:lnTo>
                    <a:pt x="6130223" y="2347049"/>
                  </a:lnTo>
                  <a:lnTo>
                    <a:pt x="6133645" y="2400550"/>
                  </a:lnTo>
                  <a:lnTo>
                    <a:pt x="6137068" y="2463613"/>
                  </a:lnTo>
                  <a:lnTo>
                    <a:pt x="6140491" y="2393625"/>
                  </a:lnTo>
                  <a:lnTo>
                    <a:pt x="6143914" y="2314177"/>
                  </a:lnTo>
                  <a:lnTo>
                    <a:pt x="6147337" y="2215491"/>
                  </a:lnTo>
                  <a:lnTo>
                    <a:pt x="6150759" y="2320461"/>
                  </a:lnTo>
                  <a:lnTo>
                    <a:pt x="6154182" y="2357873"/>
                  </a:lnTo>
                  <a:lnTo>
                    <a:pt x="6157605" y="2264008"/>
                  </a:lnTo>
                  <a:lnTo>
                    <a:pt x="6161028" y="2160441"/>
                  </a:lnTo>
                  <a:lnTo>
                    <a:pt x="6164451" y="2229610"/>
                  </a:lnTo>
                  <a:lnTo>
                    <a:pt x="6167873" y="2266363"/>
                  </a:lnTo>
                  <a:lnTo>
                    <a:pt x="6171296" y="2246144"/>
                  </a:lnTo>
                  <a:lnTo>
                    <a:pt x="6174719" y="2177719"/>
                  </a:lnTo>
                  <a:lnTo>
                    <a:pt x="6178142" y="2207357"/>
                  </a:lnTo>
                  <a:lnTo>
                    <a:pt x="6181565" y="2267200"/>
                  </a:lnTo>
                  <a:lnTo>
                    <a:pt x="6184987" y="2366561"/>
                  </a:lnTo>
                  <a:lnTo>
                    <a:pt x="6188410" y="2354829"/>
                  </a:lnTo>
                  <a:lnTo>
                    <a:pt x="6191833" y="2370630"/>
                  </a:lnTo>
                  <a:lnTo>
                    <a:pt x="6195256" y="2331849"/>
                  </a:lnTo>
                  <a:lnTo>
                    <a:pt x="6198679" y="2303202"/>
                  </a:lnTo>
                  <a:lnTo>
                    <a:pt x="6202101" y="2237247"/>
                  </a:lnTo>
                  <a:lnTo>
                    <a:pt x="6205524" y="2111263"/>
                  </a:lnTo>
                  <a:lnTo>
                    <a:pt x="6208947" y="2061880"/>
                  </a:lnTo>
                  <a:lnTo>
                    <a:pt x="6212370" y="1999298"/>
                  </a:lnTo>
                  <a:lnTo>
                    <a:pt x="6215793" y="1947431"/>
                  </a:lnTo>
                  <a:lnTo>
                    <a:pt x="6219215" y="2028248"/>
                  </a:lnTo>
                  <a:lnTo>
                    <a:pt x="6222638" y="2096821"/>
                  </a:lnTo>
                  <a:lnTo>
                    <a:pt x="6226061" y="2143680"/>
                  </a:lnTo>
                  <a:lnTo>
                    <a:pt x="6229484" y="2143240"/>
                  </a:lnTo>
                  <a:lnTo>
                    <a:pt x="6232906" y="2137706"/>
                  </a:lnTo>
                  <a:lnTo>
                    <a:pt x="6236329" y="2154331"/>
                  </a:lnTo>
                  <a:lnTo>
                    <a:pt x="6239752" y="2123283"/>
                  </a:lnTo>
                  <a:lnTo>
                    <a:pt x="6243175" y="2147132"/>
                  </a:lnTo>
                  <a:lnTo>
                    <a:pt x="6246598" y="2203566"/>
                  </a:lnTo>
                  <a:lnTo>
                    <a:pt x="6250020" y="2124310"/>
                  </a:lnTo>
                  <a:lnTo>
                    <a:pt x="6253443" y="2044735"/>
                  </a:lnTo>
                  <a:lnTo>
                    <a:pt x="6256866" y="1959569"/>
                  </a:lnTo>
                  <a:lnTo>
                    <a:pt x="6260289" y="2031251"/>
                  </a:lnTo>
                  <a:lnTo>
                    <a:pt x="6263712" y="2132204"/>
                  </a:lnTo>
                  <a:lnTo>
                    <a:pt x="6267134" y="2184093"/>
                  </a:lnTo>
                  <a:lnTo>
                    <a:pt x="6270557" y="2207066"/>
                  </a:lnTo>
                  <a:lnTo>
                    <a:pt x="6273980" y="2200263"/>
                  </a:lnTo>
                  <a:lnTo>
                    <a:pt x="6277403" y="2267636"/>
                  </a:lnTo>
                  <a:lnTo>
                    <a:pt x="6280826" y="2184149"/>
                  </a:lnTo>
                  <a:lnTo>
                    <a:pt x="6284248" y="2017589"/>
                  </a:lnTo>
                  <a:lnTo>
                    <a:pt x="6287671" y="2024744"/>
                  </a:lnTo>
                  <a:lnTo>
                    <a:pt x="6291094" y="1969831"/>
                  </a:lnTo>
                  <a:lnTo>
                    <a:pt x="6294517" y="2015187"/>
                  </a:lnTo>
                  <a:lnTo>
                    <a:pt x="6297940" y="2024896"/>
                  </a:lnTo>
                  <a:lnTo>
                    <a:pt x="6301362" y="2049636"/>
                  </a:lnTo>
                  <a:lnTo>
                    <a:pt x="6304785" y="2140531"/>
                  </a:lnTo>
                  <a:lnTo>
                    <a:pt x="6308208" y="2167713"/>
                  </a:lnTo>
                  <a:lnTo>
                    <a:pt x="6311631" y="2120277"/>
                  </a:lnTo>
                  <a:lnTo>
                    <a:pt x="6315054" y="2102611"/>
                  </a:lnTo>
                  <a:lnTo>
                    <a:pt x="6318476" y="2093076"/>
                  </a:lnTo>
                  <a:lnTo>
                    <a:pt x="6321899" y="2009681"/>
                  </a:lnTo>
                  <a:lnTo>
                    <a:pt x="6325322" y="1983444"/>
                  </a:lnTo>
                  <a:lnTo>
                    <a:pt x="6328745" y="1870423"/>
                  </a:lnTo>
                  <a:lnTo>
                    <a:pt x="6332167" y="1926791"/>
                  </a:lnTo>
                  <a:lnTo>
                    <a:pt x="6335590" y="1989949"/>
                  </a:lnTo>
                  <a:lnTo>
                    <a:pt x="6339013" y="1895746"/>
                  </a:lnTo>
                  <a:lnTo>
                    <a:pt x="6342436" y="1871993"/>
                  </a:lnTo>
                  <a:lnTo>
                    <a:pt x="6345859" y="1816025"/>
                  </a:lnTo>
                  <a:lnTo>
                    <a:pt x="6349281" y="1800860"/>
                  </a:lnTo>
                  <a:lnTo>
                    <a:pt x="6352704" y="1843642"/>
                  </a:lnTo>
                  <a:lnTo>
                    <a:pt x="6356127" y="1817298"/>
                  </a:lnTo>
                  <a:lnTo>
                    <a:pt x="6359550" y="1804742"/>
                  </a:lnTo>
                  <a:lnTo>
                    <a:pt x="6362973" y="1569480"/>
                  </a:lnTo>
                  <a:lnTo>
                    <a:pt x="6366395" y="1545312"/>
                  </a:lnTo>
                  <a:lnTo>
                    <a:pt x="6369818" y="1446795"/>
                  </a:lnTo>
                  <a:lnTo>
                    <a:pt x="6373241" y="1451965"/>
                  </a:lnTo>
                  <a:lnTo>
                    <a:pt x="6376664" y="1325806"/>
                  </a:lnTo>
                  <a:lnTo>
                    <a:pt x="6380087" y="1288442"/>
                  </a:lnTo>
                  <a:lnTo>
                    <a:pt x="6383509" y="1268433"/>
                  </a:lnTo>
                  <a:lnTo>
                    <a:pt x="6386932" y="1316138"/>
                  </a:lnTo>
                  <a:lnTo>
                    <a:pt x="6390355" y="1260680"/>
                  </a:lnTo>
                  <a:lnTo>
                    <a:pt x="6393778" y="1285965"/>
                  </a:lnTo>
                  <a:lnTo>
                    <a:pt x="6397201" y="1226176"/>
                  </a:lnTo>
                  <a:lnTo>
                    <a:pt x="6400623" y="1215636"/>
                  </a:lnTo>
                  <a:lnTo>
                    <a:pt x="6404046" y="1288958"/>
                  </a:lnTo>
                  <a:lnTo>
                    <a:pt x="6407469" y="1221807"/>
                  </a:lnTo>
                  <a:lnTo>
                    <a:pt x="6410892" y="1343392"/>
                  </a:lnTo>
                  <a:lnTo>
                    <a:pt x="6414315" y="1516322"/>
                  </a:lnTo>
                  <a:lnTo>
                    <a:pt x="6417737" y="1576158"/>
                  </a:lnTo>
                  <a:lnTo>
                    <a:pt x="6421160" y="1683379"/>
                  </a:lnTo>
                  <a:lnTo>
                    <a:pt x="6424583" y="1827180"/>
                  </a:lnTo>
                  <a:lnTo>
                    <a:pt x="6428006" y="1820757"/>
                  </a:lnTo>
                  <a:lnTo>
                    <a:pt x="6431428" y="1890755"/>
                  </a:lnTo>
                  <a:lnTo>
                    <a:pt x="6434851" y="1810389"/>
                  </a:lnTo>
                  <a:lnTo>
                    <a:pt x="6438274" y="1790928"/>
                  </a:lnTo>
                  <a:lnTo>
                    <a:pt x="6441697" y="1808102"/>
                  </a:lnTo>
                  <a:lnTo>
                    <a:pt x="6445120" y="1839801"/>
                  </a:lnTo>
                  <a:lnTo>
                    <a:pt x="6448542" y="1980331"/>
                  </a:lnTo>
                  <a:lnTo>
                    <a:pt x="6451965" y="2053885"/>
                  </a:lnTo>
                  <a:lnTo>
                    <a:pt x="6455388" y="2012608"/>
                  </a:lnTo>
                  <a:lnTo>
                    <a:pt x="6458811" y="2160125"/>
                  </a:lnTo>
                  <a:lnTo>
                    <a:pt x="6462234" y="2164546"/>
                  </a:lnTo>
                  <a:lnTo>
                    <a:pt x="6465656" y="2239544"/>
                  </a:lnTo>
                  <a:lnTo>
                    <a:pt x="6469079" y="2268902"/>
                  </a:lnTo>
                  <a:lnTo>
                    <a:pt x="6472502" y="2231080"/>
                  </a:lnTo>
                  <a:lnTo>
                    <a:pt x="6475925" y="2179701"/>
                  </a:lnTo>
                  <a:lnTo>
                    <a:pt x="6479348" y="2093411"/>
                  </a:lnTo>
                  <a:lnTo>
                    <a:pt x="6482770" y="2097946"/>
                  </a:lnTo>
                  <a:lnTo>
                    <a:pt x="6486193" y="2041138"/>
                  </a:lnTo>
                  <a:lnTo>
                    <a:pt x="6489616" y="2019513"/>
                  </a:lnTo>
                  <a:lnTo>
                    <a:pt x="6493039" y="2008135"/>
                  </a:lnTo>
                  <a:lnTo>
                    <a:pt x="6496462" y="1971239"/>
                  </a:lnTo>
                  <a:lnTo>
                    <a:pt x="6499884" y="1963540"/>
                  </a:lnTo>
                  <a:lnTo>
                    <a:pt x="6503307" y="2022286"/>
                  </a:lnTo>
                  <a:lnTo>
                    <a:pt x="6506730" y="2178616"/>
                  </a:lnTo>
                  <a:lnTo>
                    <a:pt x="6510153" y="2295434"/>
                  </a:lnTo>
                  <a:lnTo>
                    <a:pt x="6513576" y="2244365"/>
                  </a:lnTo>
                  <a:lnTo>
                    <a:pt x="6516998" y="2122707"/>
                  </a:lnTo>
                  <a:lnTo>
                    <a:pt x="6520421" y="2225958"/>
                  </a:lnTo>
                  <a:lnTo>
                    <a:pt x="6523844" y="2200060"/>
                  </a:lnTo>
                  <a:lnTo>
                    <a:pt x="6527267" y="2230656"/>
                  </a:lnTo>
                  <a:lnTo>
                    <a:pt x="6530690" y="2173657"/>
                  </a:lnTo>
                  <a:lnTo>
                    <a:pt x="6534112" y="2215974"/>
                  </a:lnTo>
                  <a:lnTo>
                    <a:pt x="6537535" y="2284939"/>
                  </a:lnTo>
                  <a:lnTo>
                    <a:pt x="6540958" y="2281092"/>
                  </a:lnTo>
                  <a:lnTo>
                    <a:pt x="6544381" y="2341080"/>
                  </a:lnTo>
                  <a:lnTo>
                    <a:pt x="6547803" y="2268673"/>
                  </a:lnTo>
                  <a:lnTo>
                    <a:pt x="6551226" y="2252896"/>
                  </a:lnTo>
                  <a:lnTo>
                    <a:pt x="6554649" y="2181216"/>
                  </a:lnTo>
                  <a:lnTo>
                    <a:pt x="6558072" y="2134191"/>
                  </a:lnTo>
                  <a:lnTo>
                    <a:pt x="6561495" y="2142992"/>
                  </a:lnTo>
                  <a:lnTo>
                    <a:pt x="6564917" y="2272439"/>
                  </a:lnTo>
                  <a:lnTo>
                    <a:pt x="6568340" y="2319567"/>
                  </a:lnTo>
                  <a:lnTo>
                    <a:pt x="6571763" y="2357042"/>
                  </a:lnTo>
                  <a:lnTo>
                    <a:pt x="6575186" y="2383938"/>
                  </a:lnTo>
                  <a:lnTo>
                    <a:pt x="6578609" y="2433249"/>
                  </a:lnTo>
                  <a:lnTo>
                    <a:pt x="6582031" y="2472146"/>
                  </a:lnTo>
                  <a:lnTo>
                    <a:pt x="6585454" y="2498592"/>
                  </a:lnTo>
                  <a:lnTo>
                    <a:pt x="6588877" y="2497615"/>
                  </a:lnTo>
                  <a:lnTo>
                    <a:pt x="6592300" y="2515082"/>
                  </a:lnTo>
                  <a:lnTo>
                    <a:pt x="6595723" y="2530676"/>
                  </a:lnTo>
                  <a:lnTo>
                    <a:pt x="6599145" y="2531662"/>
                  </a:lnTo>
                  <a:lnTo>
                    <a:pt x="6602568" y="2516346"/>
                  </a:lnTo>
                  <a:lnTo>
                    <a:pt x="6605991" y="2476616"/>
                  </a:lnTo>
                  <a:lnTo>
                    <a:pt x="6609414" y="2448175"/>
                  </a:lnTo>
                  <a:lnTo>
                    <a:pt x="6612837" y="2387487"/>
                  </a:lnTo>
                  <a:lnTo>
                    <a:pt x="6616259" y="2324610"/>
                  </a:lnTo>
                  <a:lnTo>
                    <a:pt x="6619682" y="2239182"/>
                  </a:lnTo>
                  <a:lnTo>
                    <a:pt x="6623105" y="2135698"/>
                  </a:lnTo>
                  <a:lnTo>
                    <a:pt x="6626528" y="2107601"/>
                  </a:lnTo>
                  <a:lnTo>
                    <a:pt x="6629951" y="2109749"/>
                  </a:lnTo>
                  <a:lnTo>
                    <a:pt x="6633373" y="2099866"/>
                  </a:lnTo>
                  <a:lnTo>
                    <a:pt x="6636796" y="2115178"/>
                  </a:lnTo>
                  <a:lnTo>
                    <a:pt x="6640219" y="2217500"/>
                  </a:lnTo>
                  <a:lnTo>
                    <a:pt x="6643642" y="2283654"/>
                  </a:lnTo>
                  <a:lnTo>
                    <a:pt x="6647064" y="2355790"/>
                  </a:lnTo>
                  <a:lnTo>
                    <a:pt x="6650487" y="2366219"/>
                  </a:lnTo>
                  <a:lnTo>
                    <a:pt x="6653910" y="2441218"/>
                  </a:lnTo>
                  <a:lnTo>
                    <a:pt x="6657333" y="2522666"/>
                  </a:lnTo>
                  <a:lnTo>
                    <a:pt x="6660756" y="2507673"/>
                  </a:lnTo>
                  <a:lnTo>
                    <a:pt x="6664178" y="2492214"/>
                  </a:lnTo>
                  <a:lnTo>
                    <a:pt x="6667601" y="2508568"/>
                  </a:lnTo>
                  <a:lnTo>
                    <a:pt x="6671024" y="2499577"/>
                  </a:lnTo>
                  <a:lnTo>
                    <a:pt x="6674447" y="2543024"/>
                  </a:lnTo>
                  <a:lnTo>
                    <a:pt x="6677870" y="2503454"/>
                  </a:lnTo>
                  <a:lnTo>
                    <a:pt x="6681292" y="2486260"/>
                  </a:lnTo>
                  <a:lnTo>
                    <a:pt x="6684715" y="2500617"/>
                  </a:lnTo>
                  <a:lnTo>
                    <a:pt x="6688138" y="2479039"/>
                  </a:lnTo>
                  <a:lnTo>
                    <a:pt x="6691561" y="2386389"/>
                  </a:lnTo>
                  <a:lnTo>
                    <a:pt x="6694984" y="2293496"/>
                  </a:lnTo>
                  <a:lnTo>
                    <a:pt x="6698406" y="2331740"/>
                  </a:lnTo>
                  <a:lnTo>
                    <a:pt x="6701829" y="2328688"/>
                  </a:lnTo>
                  <a:lnTo>
                    <a:pt x="6705252" y="2341075"/>
                  </a:lnTo>
                  <a:lnTo>
                    <a:pt x="6708675" y="2434803"/>
                  </a:lnTo>
                  <a:lnTo>
                    <a:pt x="6712098" y="2422893"/>
                  </a:lnTo>
                  <a:lnTo>
                    <a:pt x="6715520" y="2387397"/>
                  </a:lnTo>
                  <a:lnTo>
                    <a:pt x="6718943" y="2288086"/>
                  </a:lnTo>
                  <a:lnTo>
                    <a:pt x="6722366" y="2305040"/>
                  </a:lnTo>
                  <a:lnTo>
                    <a:pt x="6725789" y="2394731"/>
                  </a:lnTo>
                  <a:lnTo>
                    <a:pt x="6729212" y="2435480"/>
                  </a:lnTo>
                  <a:lnTo>
                    <a:pt x="6732634" y="2477662"/>
                  </a:lnTo>
                  <a:lnTo>
                    <a:pt x="6736057" y="2465371"/>
                  </a:lnTo>
                  <a:lnTo>
                    <a:pt x="6739480" y="2455393"/>
                  </a:lnTo>
                  <a:lnTo>
                    <a:pt x="6742903" y="2424977"/>
                  </a:lnTo>
                  <a:lnTo>
                    <a:pt x="6746325" y="2428581"/>
                  </a:lnTo>
                  <a:lnTo>
                    <a:pt x="6749748" y="2435504"/>
                  </a:lnTo>
                  <a:lnTo>
                    <a:pt x="6753171" y="2473416"/>
                  </a:lnTo>
                  <a:lnTo>
                    <a:pt x="6756594" y="2523433"/>
                  </a:lnTo>
                  <a:lnTo>
                    <a:pt x="6760017" y="2508394"/>
                  </a:lnTo>
                  <a:lnTo>
                    <a:pt x="6763439" y="2458032"/>
                  </a:lnTo>
                  <a:lnTo>
                    <a:pt x="6766862" y="2443527"/>
                  </a:lnTo>
                  <a:lnTo>
                    <a:pt x="6770285" y="2435162"/>
                  </a:lnTo>
                  <a:lnTo>
                    <a:pt x="6773708" y="2424015"/>
                  </a:lnTo>
                  <a:lnTo>
                    <a:pt x="6777131" y="2441906"/>
                  </a:lnTo>
                  <a:lnTo>
                    <a:pt x="6780553" y="2428198"/>
                  </a:lnTo>
                  <a:lnTo>
                    <a:pt x="6783976" y="2517145"/>
                  </a:lnTo>
                  <a:lnTo>
                    <a:pt x="6787399" y="2549966"/>
                  </a:lnTo>
                  <a:lnTo>
                    <a:pt x="6790822" y="2598298"/>
                  </a:lnTo>
                  <a:lnTo>
                    <a:pt x="6794245" y="2592105"/>
                  </a:lnTo>
                  <a:lnTo>
                    <a:pt x="6797667" y="2555325"/>
                  </a:lnTo>
                  <a:lnTo>
                    <a:pt x="6801090" y="2529116"/>
                  </a:lnTo>
                  <a:lnTo>
                    <a:pt x="6804513" y="2539533"/>
                  </a:lnTo>
                  <a:lnTo>
                    <a:pt x="6807936" y="2525931"/>
                  </a:lnTo>
                  <a:lnTo>
                    <a:pt x="6811359" y="2509635"/>
                  </a:lnTo>
                  <a:lnTo>
                    <a:pt x="6814781" y="2489474"/>
                  </a:lnTo>
                  <a:lnTo>
                    <a:pt x="6818204" y="2504496"/>
                  </a:lnTo>
                  <a:lnTo>
                    <a:pt x="6821627" y="2553757"/>
                  </a:lnTo>
                  <a:lnTo>
                    <a:pt x="6825050" y="2540176"/>
                  </a:lnTo>
                  <a:lnTo>
                    <a:pt x="6828473" y="2537780"/>
                  </a:lnTo>
                  <a:lnTo>
                    <a:pt x="6831895" y="2528724"/>
                  </a:lnTo>
                  <a:lnTo>
                    <a:pt x="6835318" y="2560235"/>
                  </a:lnTo>
                  <a:lnTo>
                    <a:pt x="6838741" y="2584100"/>
                  </a:lnTo>
                  <a:lnTo>
                    <a:pt x="6842164" y="2565660"/>
                  </a:lnTo>
                  <a:lnTo>
                    <a:pt x="6845587" y="2559084"/>
                  </a:lnTo>
                  <a:lnTo>
                    <a:pt x="6849009" y="2560426"/>
                  </a:lnTo>
                  <a:lnTo>
                    <a:pt x="6852432" y="2562176"/>
                  </a:lnTo>
                  <a:lnTo>
                    <a:pt x="6855855" y="2521569"/>
                  </a:lnTo>
                  <a:lnTo>
                    <a:pt x="6859278" y="2524908"/>
                  </a:lnTo>
                  <a:lnTo>
                    <a:pt x="6862700" y="2542435"/>
                  </a:lnTo>
                  <a:lnTo>
                    <a:pt x="6866123" y="2524280"/>
                  </a:lnTo>
                  <a:lnTo>
                    <a:pt x="6869546" y="2562057"/>
                  </a:lnTo>
                  <a:lnTo>
                    <a:pt x="6872969" y="2597206"/>
                  </a:lnTo>
                  <a:lnTo>
                    <a:pt x="6876392" y="2590049"/>
                  </a:lnTo>
                  <a:lnTo>
                    <a:pt x="6879814" y="2632964"/>
                  </a:lnTo>
                  <a:lnTo>
                    <a:pt x="6883237" y="2634282"/>
                  </a:lnTo>
                  <a:lnTo>
                    <a:pt x="6886660" y="2671782"/>
                  </a:lnTo>
                  <a:lnTo>
                    <a:pt x="6890083" y="2666428"/>
                  </a:lnTo>
                  <a:lnTo>
                    <a:pt x="6893506" y="2647579"/>
                  </a:lnTo>
                  <a:lnTo>
                    <a:pt x="6896928" y="2664678"/>
                  </a:lnTo>
                  <a:lnTo>
                    <a:pt x="6900351" y="2647461"/>
                  </a:lnTo>
                  <a:lnTo>
                    <a:pt x="6903774" y="2648034"/>
                  </a:lnTo>
                  <a:lnTo>
                    <a:pt x="6907197" y="2650961"/>
                  </a:lnTo>
                  <a:lnTo>
                    <a:pt x="6910620" y="2641544"/>
                  </a:lnTo>
                  <a:lnTo>
                    <a:pt x="6914042" y="2648213"/>
                  </a:lnTo>
                  <a:lnTo>
                    <a:pt x="6917465" y="2625704"/>
                  </a:lnTo>
                  <a:lnTo>
                    <a:pt x="6920888" y="2599479"/>
                  </a:lnTo>
                  <a:lnTo>
                    <a:pt x="6924311" y="2575442"/>
                  </a:lnTo>
                  <a:lnTo>
                    <a:pt x="6927734" y="2558147"/>
                  </a:lnTo>
                  <a:lnTo>
                    <a:pt x="6931156" y="2528642"/>
                  </a:lnTo>
                  <a:lnTo>
                    <a:pt x="6934579" y="2570174"/>
                  </a:lnTo>
                  <a:lnTo>
                    <a:pt x="6938002" y="2568182"/>
                  </a:lnTo>
                  <a:lnTo>
                    <a:pt x="6941425" y="2568573"/>
                  </a:lnTo>
                  <a:lnTo>
                    <a:pt x="6944848" y="2604224"/>
                  </a:lnTo>
                  <a:lnTo>
                    <a:pt x="6948270" y="2667403"/>
                  </a:lnTo>
                  <a:lnTo>
                    <a:pt x="6951693" y="2660811"/>
                  </a:lnTo>
                  <a:lnTo>
                    <a:pt x="6955116" y="2669980"/>
                  </a:lnTo>
                  <a:lnTo>
                    <a:pt x="6958539" y="2677964"/>
                  </a:lnTo>
                  <a:lnTo>
                    <a:pt x="6961961" y="2649932"/>
                  </a:lnTo>
                  <a:lnTo>
                    <a:pt x="6965384" y="2651498"/>
                  </a:lnTo>
                  <a:lnTo>
                    <a:pt x="6968807" y="2665239"/>
                  </a:lnTo>
                  <a:lnTo>
                    <a:pt x="6972230" y="2589650"/>
                  </a:lnTo>
                  <a:lnTo>
                    <a:pt x="6975653" y="2625814"/>
                  </a:lnTo>
                  <a:lnTo>
                    <a:pt x="6979075" y="2625400"/>
                  </a:lnTo>
                  <a:lnTo>
                    <a:pt x="6982498" y="2658946"/>
                  </a:lnTo>
                  <a:lnTo>
                    <a:pt x="6985921" y="2659959"/>
                  </a:lnTo>
                  <a:lnTo>
                    <a:pt x="6989344" y="2617997"/>
                  </a:lnTo>
                  <a:lnTo>
                    <a:pt x="6992767" y="2643128"/>
                  </a:lnTo>
                  <a:lnTo>
                    <a:pt x="6996189" y="2544990"/>
                  </a:lnTo>
                  <a:lnTo>
                    <a:pt x="6999612" y="2633716"/>
                  </a:lnTo>
                  <a:lnTo>
                    <a:pt x="7003035" y="2613645"/>
                  </a:lnTo>
                  <a:lnTo>
                    <a:pt x="7006458" y="2618568"/>
                  </a:lnTo>
                  <a:lnTo>
                    <a:pt x="7009881" y="2665130"/>
                  </a:lnTo>
                  <a:lnTo>
                    <a:pt x="7013303" y="2595323"/>
                  </a:lnTo>
                  <a:lnTo>
                    <a:pt x="7016726" y="2658358"/>
                  </a:lnTo>
                  <a:lnTo>
                    <a:pt x="7020149" y="2651014"/>
                  </a:lnTo>
                  <a:lnTo>
                    <a:pt x="7023572" y="2652466"/>
                  </a:lnTo>
                  <a:lnTo>
                    <a:pt x="7026995" y="2669528"/>
                  </a:lnTo>
                  <a:lnTo>
                    <a:pt x="7030417" y="2636237"/>
                  </a:lnTo>
                  <a:lnTo>
                    <a:pt x="7033840" y="2621784"/>
                  </a:lnTo>
                  <a:lnTo>
                    <a:pt x="7037263" y="2644060"/>
                  </a:lnTo>
                  <a:lnTo>
                    <a:pt x="7040686" y="2632020"/>
                  </a:lnTo>
                  <a:lnTo>
                    <a:pt x="7044109" y="2594552"/>
                  </a:lnTo>
                  <a:lnTo>
                    <a:pt x="7047531" y="2612984"/>
                  </a:lnTo>
                  <a:lnTo>
                    <a:pt x="7050954" y="2562371"/>
                  </a:lnTo>
                  <a:lnTo>
                    <a:pt x="7054377" y="2550361"/>
                  </a:lnTo>
                  <a:lnTo>
                    <a:pt x="7057800" y="2559221"/>
                  </a:lnTo>
                  <a:lnTo>
                    <a:pt x="7061223" y="2541813"/>
                  </a:lnTo>
                  <a:lnTo>
                    <a:pt x="7064645" y="2566309"/>
                  </a:lnTo>
                  <a:lnTo>
                    <a:pt x="7068068" y="2547767"/>
                  </a:lnTo>
                  <a:lnTo>
                    <a:pt x="7071491" y="2528960"/>
                  </a:lnTo>
                  <a:lnTo>
                    <a:pt x="7074914" y="2535043"/>
                  </a:lnTo>
                  <a:lnTo>
                    <a:pt x="7078336" y="2523949"/>
                  </a:lnTo>
                  <a:lnTo>
                    <a:pt x="7081759" y="2552685"/>
                  </a:lnTo>
                  <a:lnTo>
                    <a:pt x="7085182" y="2528438"/>
                  </a:lnTo>
                  <a:lnTo>
                    <a:pt x="7088605" y="2538543"/>
                  </a:lnTo>
                  <a:lnTo>
                    <a:pt x="7092028" y="2525194"/>
                  </a:lnTo>
                  <a:lnTo>
                    <a:pt x="7095450" y="2542713"/>
                  </a:lnTo>
                  <a:lnTo>
                    <a:pt x="7098873" y="2524976"/>
                  </a:lnTo>
                  <a:lnTo>
                    <a:pt x="7102296" y="2564703"/>
                  </a:lnTo>
                  <a:lnTo>
                    <a:pt x="7105719" y="2584210"/>
                  </a:lnTo>
                  <a:lnTo>
                    <a:pt x="7109142" y="2561109"/>
                  </a:lnTo>
                  <a:lnTo>
                    <a:pt x="7112564" y="2551994"/>
                  </a:lnTo>
                  <a:lnTo>
                    <a:pt x="7115987" y="2547052"/>
                  </a:lnTo>
                  <a:lnTo>
                    <a:pt x="7119410" y="2554024"/>
                  </a:lnTo>
                  <a:lnTo>
                    <a:pt x="7122833" y="2562420"/>
                  </a:lnTo>
                  <a:lnTo>
                    <a:pt x="7126256" y="2609698"/>
                  </a:lnTo>
                  <a:lnTo>
                    <a:pt x="7129678" y="2615275"/>
                  </a:lnTo>
                  <a:lnTo>
                    <a:pt x="7133101" y="2599204"/>
                  </a:lnTo>
                  <a:lnTo>
                    <a:pt x="7136524" y="2620684"/>
                  </a:lnTo>
                  <a:lnTo>
                    <a:pt x="7139947" y="2621268"/>
                  </a:lnTo>
                  <a:lnTo>
                    <a:pt x="7143370" y="2623409"/>
                  </a:lnTo>
                  <a:lnTo>
                    <a:pt x="7146792" y="2592459"/>
                  </a:lnTo>
                  <a:lnTo>
                    <a:pt x="7150215" y="2615770"/>
                  </a:lnTo>
                  <a:lnTo>
                    <a:pt x="7153638" y="2666452"/>
                  </a:lnTo>
                  <a:lnTo>
                    <a:pt x="7157061" y="2656833"/>
                  </a:lnTo>
                  <a:lnTo>
                    <a:pt x="7160484" y="2647420"/>
                  </a:lnTo>
                  <a:lnTo>
                    <a:pt x="7163906" y="2651017"/>
                  </a:lnTo>
                  <a:lnTo>
                    <a:pt x="7167329" y="2653314"/>
                  </a:lnTo>
                  <a:lnTo>
                    <a:pt x="7170752" y="2658197"/>
                  </a:lnTo>
                  <a:lnTo>
                    <a:pt x="7174175" y="2653349"/>
                  </a:lnTo>
                  <a:lnTo>
                    <a:pt x="7177597" y="2686302"/>
                  </a:lnTo>
                  <a:lnTo>
                    <a:pt x="7181020" y="2666751"/>
                  </a:lnTo>
                  <a:lnTo>
                    <a:pt x="7184443" y="2692029"/>
                  </a:lnTo>
                  <a:lnTo>
                    <a:pt x="7187866" y="2663822"/>
                  </a:lnTo>
                  <a:lnTo>
                    <a:pt x="7191289" y="2666220"/>
                  </a:lnTo>
                  <a:lnTo>
                    <a:pt x="7194711" y="2668205"/>
                  </a:lnTo>
                  <a:lnTo>
                    <a:pt x="7198134" y="2631998"/>
                  </a:lnTo>
                  <a:lnTo>
                    <a:pt x="7201557" y="2641968"/>
                  </a:lnTo>
                  <a:lnTo>
                    <a:pt x="7204980" y="2625975"/>
                  </a:lnTo>
                  <a:lnTo>
                    <a:pt x="7208403" y="2621723"/>
                  </a:lnTo>
                  <a:lnTo>
                    <a:pt x="7211825" y="2608516"/>
                  </a:lnTo>
                  <a:lnTo>
                    <a:pt x="7215248" y="2569047"/>
                  </a:lnTo>
                  <a:lnTo>
                    <a:pt x="7218671" y="2565480"/>
                  </a:lnTo>
                  <a:lnTo>
                    <a:pt x="7222094" y="2541121"/>
                  </a:lnTo>
                  <a:lnTo>
                    <a:pt x="7225517" y="2370744"/>
                  </a:lnTo>
                  <a:lnTo>
                    <a:pt x="7228939" y="2398473"/>
                  </a:lnTo>
                  <a:lnTo>
                    <a:pt x="7232362" y="2415903"/>
                  </a:lnTo>
                  <a:lnTo>
                    <a:pt x="7235785" y="2434614"/>
                  </a:lnTo>
                  <a:lnTo>
                    <a:pt x="7239208" y="2508033"/>
                  </a:lnTo>
                  <a:lnTo>
                    <a:pt x="7242631" y="2503784"/>
                  </a:lnTo>
                  <a:lnTo>
                    <a:pt x="7246053" y="2507782"/>
                  </a:lnTo>
                  <a:lnTo>
                    <a:pt x="7249476" y="2488309"/>
                  </a:lnTo>
                  <a:lnTo>
                    <a:pt x="7252899" y="2499832"/>
                  </a:lnTo>
                  <a:lnTo>
                    <a:pt x="7256322" y="2401293"/>
                  </a:lnTo>
                  <a:lnTo>
                    <a:pt x="7259745" y="2378931"/>
                  </a:lnTo>
                  <a:lnTo>
                    <a:pt x="7263167" y="2385575"/>
                  </a:lnTo>
                  <a:lnTo>
                    <a:pt x="7266590" y="2299387"/>
                  </a:lnTo>
                  <a:lnTo>
                    <a:pt x="7270013" y="2371864"/>
                  </a:lnTo>
                  <a:lnTo>
                    <a:pt x="7273436" y="2344779"/>
                  </a:lnTo>
                  <a:lnTo>
                    <a:pt x="7276858" y="2329548"/>
                  </a:lnTo>
                  <a:lnTo>
                    <a:pt x="7280281" y="2265069"/>
                  </a:lnTo>
                  <a:lnTo>
                    <a:pt x="7283704" y="2246674"/>
                  </a:lnTo>
                  <a:lnTo>
                    <a:pt x="7287127" y="2189742"/>
                  </a:lnTo>
                  <a:lnTo>
                    <a:pt x="7290550" y="2262150"/>
                  </a:lnTo>
                  <a:lnTo>
                    <a:pt x="7293972" y="2241657"/>
                  </a:lnTo>
                  <a:lnTo>
                    <a:pt x="7297395" y="2257166"/>
                  </a:lnTo>
                  <a:lnTo>
                    <a:pt x="7300818" y="2273482"/>
                  </a:lnTo>
                  <a:lnTo>
                    <a:pt x="7304241" y="2254248"/>
                  </a:lnTo>
                  <a:lnTo>
                    <a:pt x="7307664" y="2226791"/>
                  </a:lnTo>
                  <a:lnTo>
                    <a:pt x="7311086" y="2048280"/>
                  </a:lnTo>
                  <a:lnTo>
                    <a:pt x="7314509" y="2027787"/>
                  </a:lnTo>
                  <a:lnTo>
                    <a:pt x="7317932" y="2018026"/>
                  </a:lnTo>
                  <a:lnTo>
                    <a:pt x="7321355" y="2012708"/>
                  </a:lnTo>
                  <a:lnTo>
                    <a:pt x="7324778" y="1987545"/>
                  </a:lnTo>
                  <a:lnTo>
                    <a:pt x="7328200" y="1987247"/>
                  </a:lnTo>
                  <a:lnTo>
                    <a:pt x="7331623" y="1922833"/>
                  </a:lnTo>
                  <a:lnTo>
                    <a:pt x="7335046" y="1881361"/>
                  </a:lnTo>
                  <a:lnTo>
                    <a:pt x="7338469" y="1850998"/>
                  </a:lnTo>
                  <a:lnTo>
                    <a:pt x="7341892" y="1850482"/>
                  </a:lnTo>
                  <a:lnTo>
                    <a:pt x="7345314" y="1898645"/>
                  </a:lnTo>
                  <a:lnTo>
                    <a:pt x="7348737" y="1936920"/>
                  </a:lnTo>
                  <a:lnTo>
                    <a:pt x="7352160" y="1904736"/>
                  </a:lnTo>
                  <a:lnTo>
                    <a:pt x="7355583" y="1943472"/>
                  </a:lnTo>
                  <a:lnTo>
                    <a:pt x="7359006" y="1937251"/>
                  </a:lnTo>
                  <a:lnTo>
                    <a:pt x="7362428" y="1939393"/>
                  </a:lnTo>
                  <a:lnTo>
                    <a:pt x="7365851" y="1925826"/>
                  </a:lnTo>
                  <a:lnTo>
                    <a:pt x="7369274" y="1931471"/>
                  </a:lnTo>
                  <a:lnTo>
                    <a:pt x="7372697" y="1854999"/>
                  </a:lnTo>
                  <a:lnTo>
                    <a:pt x="7376120" y="1881944"/>
                  </a:lnTo>
                  <a:lnTo>
                    <a:pt x="7379542" y="1931951"/>
                  </a:lnTo>
                  <a:lnTo>
                    <a:pt x="7382965" y="1961223"/>
                  </a:lnTo>
                  <a:lnTo>
                    <a:pt x="7386388" y="1986250"/>
                  </a:lnTo>
                  <a:lnTo>
                    <a:pt x="7389811" y="2072131"/>
                  </a:lnTo>
                  <a:lnTo>
                    <a:pt x="7393233" y="2102440"/>
                  </a:lnTo>
                  <a:lnTo>
                    <a:pt x="7396656" y="2213273"/>
                  </a:lnTo>
                  <a:lnTo>
                    <a:pt x="7400079" y="2231932"/>
                  </a:lnTo>
                  <a:lnTo>
                    <a:pt x="7403502" y="2263832"/>
                  </a:lnTo>
                  <a:lnTo>
                    <a:pt x="7406925" y="2312602"/>
                  </a:lnTo>
                  <a:lnTo>
                    <a:pt x="7410347" y="2290139"/>
                  </a:lnTo>
                  <a:lnTo>
                    <a:pt x="7413770" y="2307673"/>
                  </a:lnTo>
                  <a:lnTo>
                    <a:pt x="7417193" y="2392538"/>
                  </a:lnTo>
                  <a:lnTo>
                    <a:pt x="7420616" y="2428804"/>
                  </a:lnTo>
                  <a:lnTo>
                    <a:pt x="7424039" y="2418266"/>
                  </a:lnTo>
                  <a:lnTo>
                    <a:pt x="7427461" y="2386660"/>
                  </a:lnTo>
                  <a:lnTo>
                    <a:pt x="7430884" y="2320864"/>
                  </a:lnTo>
                  <a:lnTo>
                    <a:pt x="7434307" y="2390021"/>
                  </a:lnTo>
                  <a:lnTo>
                    <a:pt x="7437730" y="2378451"/>
                  </a:lnTo>
                  <a:lnTo>
                    <a:pt x="7441153" y="2420894"/>
                  </a:lnTo>
                  <a:lnTo>
                    <a:pt x="7444575" y="2429936"/>
                  </a:lnTo>
                  <a:lnTo>
                    <a:pt x="7447998" y="2375509"/>
                  </a:lnTo>
                  <a:lnTo>
                    <a:pt x="7451421" y="2378944"/>
                  </a:lnTo>
                  <a:lnTo>
                    <a:pt x="7454844" y="2434277"/>
                  </a:lnTo>
                  <a:lnTo>
                    <a:pt x="7458267" y="2458615"/>
                  </a:lnTo>
                  <a:lnTo>
                    <a:pt x="7461689" y="2475621"/>
                  </a:lnTo>
                  <a:lnTo>
                    <a:pt x="7465112" y="2434834"/>
                  </a:lnTo>
                  <a:lnTo>
                    <a:pt x="7468535" y="2432891"/>
                  </a:lnTo>
                  <a:lnTo>
                    <a:pt x="7471958" y="2526913"/>
                  </a:lnTo>
                  <a:lnTo>
                    <a:pt x="7475381" y="2522372"/>
                  </a:lnTo>
                  <a:lnTo>
                    <a:pt x="7478803" y="2556836"/>
                  </a:lnTo>
                  <a:lnTo>
                    <a:pt x="7482226" y="2548483"/>
                  </a:lnTo>
                  <a:lnTo>
                    <a:pt x="7485649" y="2548071"/>
                  </a:lnTo>
                  <a:lnTo>
                    <a:pt x="7489072" y="2564735"/>
                  </a:lnTo>
                  <a:lnTo>
                    <a:pt x="7492494" y="2576225"/>
                  </a:lnTo>
                  <a:lnTo>
                    <a:pt x="7495917" y="2574210"/>
                  </a:lnTo>
                  <a:lnTo>
                    <a:pt x="7499340" y="2560674"/>
                  </a:lnTo>
                  <a:lnTo>
                    <a:pt x="7502763" y="2554347"/>
                  </a:lnTo>
                  <a:lnTo>
                    <a:pt x="7506186" y="2553157"/>
                  </a:lnTo>
                  <a:lnTo>
                    <a:pt x="7509608" y="2580830"/>
                  </a:lnTo>
                  <a:lnTo>
                    <a:pt x="7513031" y="2588744"/>
                  </a:lnTo>
                  <a:lnTo>
                    <a:pt x="7516454" y="2582494"/>
                  </a:lnTo>
                  <a:lnTo>
                    <a:pt x="7519877" y="2564687"/>
                  </a:lnTo>
                  <a:lnTo>
                    <a:pt x="7523300" y="2606976"/>
                  </a:lnTo>
                  <a:lnTo>
                    <a:pt x="7526722" y="2601207"/>
                  </a:lnTo>
                  <a:lnTo>
                    <a:pt x="7530145" y="2606118"/>
                  </a:lnTo>
                  <a:lnTo>
                    <a:pt x="7533568" y="2658144"/>
                  </a:lnTo>
                  <a:lnTo>
                    <a:pt x="7536991" y="2673909"/>
                  </a:lnTo>
                  <a:lnTo>
                    <a:pt x="7540414" y="2717284"/>
                  </a:lnTo>
                  <a:lnTo>
                    <a:pt x="7543836" y="2716022"/>
                  </a:lnTo>
                  <a:lnTo>
                    <a:pt x="7547259" y="2721183"/>
                  </a:lnTo>
                  <a:lnTo>
                    <a:pt x="7550682" y="2713374"/>
                  </a:lnTo>
                  <a:lnTo>
                    <a:pt x="7554105" y="2682908"/>
                  </a:lnTo>
                  <a:lnTo>
                    <a:pt x="7557528" y="2643022"/>
                  </a:lnTo>
                  <a:lnTo>
                    <a:pt x="7560950" y="2607280"/>
                  </a:lnTo>
                  <a:lnTo>
                    <a:pt x="7564373" y="2657911"/>
                  </a:lnTo>
                  <a:lnTo>
                    <a:pt x="7567796" y="2711764"/>
                  </a:lnTo>
                  <a:lnTo>
                    <a:pt x="7571219" y="2699075"/>
                  </a:lnTo>
                  <a:lnTo>
                    <a:pt x="7574642" y="2712468"/>
                  </a:lnTo>
                  <a:lnTo>
                    <a:pt x="7578064" y="2677768"/>
                  </a:lnTo>
                  <a:lnTo>
                    <a:pt x="7581487" y="2640103"/>
                  </a:lnTo>
                  <a:lnTo>
                    <a:pt x="7584910" y="2603389"/>
                  </a:lnTo>
                  <a:lnTo>
                    <a:pt x="7588333" y="2644872"/>
                  </a:lnTo>
                  <a:lnTo>
                    <a:pt x="7591755" y="2722400"/>
                  </a:lnTo>
                  <a:lnTo>
                    <a:pt x="7595178" y="2685741"/>
                  </a:lnTo>
                  <a:lnTo>
                    <a:pt x="7598601" y="2723758"/>
                  </a:lnTo>
                  <a:lnTo>
                    <a:pt x="7602024" y="2694037"/>
                  </a:lnTo>
                  <a:lnTo>
                    <a:pt x="7605447" y="2690832"/>
                  </a:lnTo>
                  <a:lnTo>
                    <a:pt x="7608869" y="2702875"/>
                  </a:lnTo>
                  <a:lnTo>
                    <a:pt x="7612292" y="2691662"/>
                  </a:lnTo>
                  <a:lnTo>
                    <a:pt x="7615715" y="2723932"/>
                  </a:lnTo>
                  <a:lnTo>
                    <a:pt x="7619138" y="2745044"/>
                  </a:lnTo>
                  <a:lnTo>
                    <a:pt x="7622561" y="2757916"/>
                  </a:lnTo>
                  <a:lnTo>
                    <a:pt x="7625983" y="2746661"/>
                  </a:lnTo>
                  <a:lnTo>
                    <a:pt x="7629406" y="2745986"/>
                  </a:lnTo>
                  <a:lnTo>
                    <a:pt x="7632829" y="2763872"/>
                  </a:lnTo>
                  <a:lnTo>
                    <a:pt x="7636252" y="2725399"/>
                  </a:lnTo>
                  <a:lnTo>
                    <a:pt x="7639675" y="2709533"/>
                  </a:lnTo>
                  <a:lnTo>
                    <a:pt x="7643097" y="2678088"/>
                  </a:lnTo>
                  <a:lnTo>
                    <a:pt x="7646520" y="2692394"/>
                  </a:lnTo>
                  <a:lnTo>
                    <a:pt x="7649943" y="2743347"/>
                  </a:lnTo>
                  <a:lnTo>
                    <a:pt x="7653366" y="2731677"/>
                  </a:lnTo>
                  <a:lnTo>
                    <a:pt x="7656789" y="2712593"/>
                  </a:lnTo>
                  <a:lnTo>
                    <a:pt x="7660211" y="2682467"/>
                  </a:lnTo>
                  <a:lnTo>
                    <a:pt x="7663634" y="2646058"/>
                  </a:lnTo>
                  <a:lnTo>
                    <a:pt x="7667057" y="2635725"/>
                  </a:lnTo>
                  <a:lnTo>
                    <a:pt x="7670480" y="2604727"/>
                  </a:lnTo>
                  <a:lnTo>
                    <a:pt x="7673903" y="2601933"/>
                  </a:lnTo>
                  <a:lnTo>
                    <a:pt x="7677325" y="2636080"/>
                  </a:lnTo>
                  <a:lnTo>
                    <a:pt x="7680748" y="2631227"/>
                  </a:lnTo>
                  <a:lnTo>
                    <a:pt x="7684171" y="2657388"/>
                  </a:lnTo>
                  <a:lnTo>
                    <a:pt x="7687594" y="2620706"/>
                  </a:lnTo>
                  <a:lnTo>
                    <a:pt x="7691017" y="2524155"/>
                  </a:lnTo>
                  <a:lnTo>
                    <a:pt x="7694439" y="2508317"/>
                  </a:lnTo>
                  <a:lnTo>
                    <a:pt x="7697862" y="2582752"/>
                  </a:lnTo>
                  <a:lnTo>
                    <a:pt x="7701285" y="2602143"/>
                  </a:lnTo>
                  <a:lnTo>
                    <a:pt x="7704708" y="2631237"/>
                  </a:lnTo>
                  <a:lnTo>
                    <a:pt x="7708130" y="2575796"/>
                  </a:lnTo>
                  <a:lnTo>
                    <a:pt x="7711553" y="2553022"/>
                  </a:lnTo>
                  <a:lnTo>
                    <a:pt x="7714976" y="2570775"/>
                  </a:lnTo>
                  <a:lnTo>
                    <a:pt x="7718399" y="2562497"/>
                  </a:lnTo>
                  <a:lnTo>
                    <a:pt x="7721822" y="2552613"/>
                  </a:lnTo>
                  <a:lnTo>
                    <a:pt x="7725244" y="2595524"/>
                  </a:lnTo>
                  <a:lnTo>
                    <a:pt x="7728667" y="2657345"/>
                  </a:lnTo>
                  <a:lnTo>
                    <a:pt x="7732090" y="2685232"/>
                  </a:lnTo>
                  <a:lnTo>
                    <a:pt x="7735513" y="2667920"/>
                  </a:lnTo>
                  <a:lnTo>
                    <a:pt x="7738936" y="2674741"/>
                  </a:lnTo>
                  <a:lnTo>
                    <a:pt x="7742358" y="2682555"/>
                  </a:lnTo>
                  <a:lnTo>
                    <a:pt x="7745781" y="2710633"/>
                  </a:lnTo>
                  <a:lnTo>
                    <a:pt x="7749204" y="2725007"/>
                  </a:lnTo>
                  <a:lnTo>
                    <a:pt x="7752627" y="2706040"/>
                  </a:lnTo>
                  <a:lnTo>
                    <a:pt x="7756050" y="2754196"/>
                  </a:lnTo>
                  <a:lnTo>
                    <a:pt x="7759472" y="2787858"/>
                  </a:lnTo>
                  <a:lnTo>
                    <a:pt x="7762895" y="2796783"/>
                  </a:lnTo>
                  <a:lnTo>
                    <a:pt x="7766318" y="2760129"/>
                  </a:lnTo>
                  <a:lnTo>
                    <a:pt x="7769741" y="2779912"/>
                  </a:lnTo>
                  <a:lnTo>
                    <a:pt x="7773164" y="2790050"/>
                  </a:lnTo>
                  <a:lnTo>
                    <a:pt x="7776586" y="2818305"/>
                  </a:lnTo>
                  <a:lnTo>
                    <a:pt x="7780009" y="2813821"/>
                  </a:lnTo>
                  <a:lnTo>
                    <a:pt x="7783432" y="2797869"/>
                  </a:lnTo>
                  <a:lnTo>
                    <a:pt x="7786855" y="2800001"/>
                  </a:lnTo>
                  <a:lnTo>
                    <a:pt x="7790278" y="2794245"/>
                  </a:lnTo>
                  <a:lnTo>
                    <a:pt x="7793700" y="2793808"/>
                  </a:lnTo>
                  <a:lnTo>
                    <a:pt x="7797123" y="2795501"/>
                  </a:lnTo>
                  <a:lnTo>
                    <a:pt x="7800546" y="2811434"/>
                  </a:lnTo>
                  <a:lnTo>
                    <a:pt x="7803969" y="2806265"/>
                  </a:lnTo>
                  <a:lnTo>
                    <a:pt x="7807391" y="2794517"/>
                  </a:lnTo>
                  <a:lnTo>
                    <a:pt x="7810814" y="2818305"/>
                  </a:lnTo>
                  <a:lnTo>
                    <a:pt x="7814237" y="2797362"/>
                  </a:lnTo>
                  <a:lnTo>
                    <a:pt x="7817660" y="2793244"/>
                  </a:lnTo>
                  <a:lnTo>
                    <a:pt x="7821083" y="2768288"/>
                  </a:lnTo>
                  <a:lnTo>
                    <a:pt x="7824505" y="2728224"/>
                  </a:lnTo>
                  <a:lnTo>
                    <a:pt x="7827928" y="2718511"/>
                  </a:lnTo>
                  <a:lnTo>
                    <a:pt x="7831351" y="2713723"/>
                  </a:lnTo>
                  <a:lnTo>
                    <a:pt x="7834774" y="2729182"/>
                  </a:lnTo>
                  <a:lnTo>
                    <a:pt x="7838197" y="2703238"/>
                  </a:lnTo>
                  <a:lnTo>
                    <a:pt x="7841619" y="2672324"/>
                  </a:lnTo>
                  <a:lnTo>
                    <a:pt x="7845042" y="2685666"/>
                  </a:lnTo>
                  <a:lnTo>
                    <a:pt x="7848465" y="2673170"/>
                  </a:lnTo>
                  <a:lnTo>
                    <a:pt x="7851888" y="2700230"/>
                  </a:lnTo>
                  <a:lnTo>
                    <a:pt x="7855311" y="2713079"/>
                  </a:lnTo>
                  <a:lnTo>
                    <a:pt x="7858733" y="2701487"/>
                  </a:lnTo>
                  <a:lnTo>
                    <a:pt x="7862156" y="2719532"/>
                  </a:lnTo>
                  <a:lnTo>
                    <a:pt x="7865579" y="2724147"/>
                  </a:lnTo>
                  <a:lnTo>
                    <a:pt x="7869002" y="2715071"/>
                  </a:lnTo>
                  <a:lnTo>
                    <a:pt x="7872425" y="2677509"/>
                  </a:lnTo>
                  <a:lnTo>
                    <a:pt x="7875847" y="2594543"/>
                  </a:lnTo>
                  <a:lnTo>
                    <a:pt x="7879270" y="2593156"/>
                  </a:lnTo>
                  <a:lnTo>
                    <a:pt x="7882693" y="2612308"/>
                  </a:lnTo>
                  <a:lnTo>
                    <a:pt x="7886116" y="2656030"/>
                  </a:lnTo>
                  <a:lnTo>
                    <a:pt x="7889539" y="2709158"/>
                  </a:lnTo>
                  <a:lnTo>
                    <a:pt x="7892961" y="2692618"/>
                  </a:lnTo>
                  <a:lnTo>
                    <a:pt x="7896384" y="2695239"/>
                  </a:lnTo>
                  <a:lnTo>
                    <a:pt x="7899807" y="2722427"/>
                  </a:lnTo>
                  <a:lnTo>
                    <a:pt x="7903230" y="2708910"/>
                  </a:lnTo>
                  <a:lnTo>
                    <a:pt x="7906652" y="2724207"/>
                  </a:lnTo>
                  <a:lnTo>
                    <a:pt x="7910075" y="2692300"/>
                  </a:lnTo>
                  <a:lnTo>
                    <a:pt x="7913498" y="2643417"/>
                  </a:lnTo>
                  <a:lnTo>
                    <a:pt x="7916921" y="2676516"/>
                  </a:lnTo>
                  <a:lnTo>
                    <a:pt x="7920344" y="2650133"/>
                  </a:lnTo>
                  <a:lnTo>
                    <a:pt x="7923766" y="2641842"/>
                  </a:lnTo>
                  <a:lnTo>
                    <a:pt x="7927189" y="2645780"/>
                  </a:lnTo>
                  <a:lnTo>
                    <a:pt x="7930612" y="2661282"/>
                  </a:lnTo>
                  <a:lnTo>
                    <a:pt x="7934035" y="2724516"/>
                  </a:lnTo>
                  <a:lnTo>
                    <a:pt x="7937458" y="2682606"/>
                  </a:lnTo>
                  <a:lnTo>
                    <a:pt x="7940880" y="2724060"/>
                  </a:lnTo>
                  <a:lnTo>
                    <a:pt x="7944303" y="2743397"/>
                  </a:lnTo>
                  <a:lnTo>
                    <a:pt x="7947726" y="2706432"/>
                  </a:lnTo>
                  <a:lnTo>
                    <a:pt x="7951149" y="2727545"/>
                  </a:lnTo>
                  <a:lnTo>
                    <a:pt x="7954572" y="2694497"/>
                  </a:lnTo>
                  <a:lnTo>
                    <a:pt x="7957994" y="2747597"/>
                  </a:lnTo>
                  <a:lnTo>
                    <a:pt x="7961417" y="2734065"/>
                  </a:lnTo>
                  <a:lnTo>
                    <a:pt x="7964840" y="2747910"/>
                  </a:lnTo>
                  <a:lnTo>
                    <a:pt x="7968263" y="2739294"/>
                  </a:lnTo>
                  <a:lnTo>
                    <a:pt x="7971686" y="2711160"/>
                  </a:lnTo>
                  <a:lnTo>
                    <a:pt x="7975108" y="2739113"/>
                  </a:lnTo>
                  <a:lnTo>
                    <a:pt x="7978531" y="2668481"/>
                  </a:lnTo>
                  <a:lnTo>
                    <a:pt x="7981954" y="2611049"/>
                  </a:lnTo>
                  <a:lnTo>
                    <a:pt x="7985377" y="2653510"/>
                  </a:lnTo>
                  <a:lnTo>
                    <a:pt x="7988800" y="2634962"/>
                  </a:lnTo>
                  <a:lnTo>
                    <a:pt x="7992222" y="2683184"/>
                  </a:lnTo>
                  <a:lnTo>
                    <a:pt x="7995645" y="2629248"/>
                  </a:lnTo>
                  <a:lnTo>
                    <a:pt x="7999068" y="2617986"/>
                  </a:lnTo>
                  <a:lnTo>
                    <a:pt x="8002491" y="2598603"/>
                  </a:lnTo>
                  <a:lnTo>
                    <a:pt x="8005914" y="2584162"/>
                  </a:lnTo>
                  <a:lnTo>
                    <a:pt x="8009336" y="2610295"/>
                  </a:lnTo>
                  <a:lnTo>
                    <a:pt x="8012759" y="2564293"/>
                  </a:lnTo>
                  <a:lnTo>
                    <a:pt x="8016182" y="2545443"/>
                  </a:lnTo>
                  <a:lnTo>
                    <a:pt x="8019605" y="2547972"/>
                  </a:lnTo>
                  <a:lnTo>
                    <a:pt x="8023027" y="2481693"/>
                  </a:lnTo>
                  <a:lnTo>
                    <a:pt x="8026450" y="2491538"/>
                  </a:lnTo>
                  <a:lnTo>
                    <a:pt x="8029873" y="2450862"/>
                  </a:lnTo>
                  <a:lnTo>
                    <a:pt x="8033296" y="2490638"/>
                  </a:lnTo>
                  <a:lnTo>
                    <a:pt x="8036719" y="2545472"/>
                  </a:lnTo>
                  <a:lnTo>
                    <a:pt x="8040141" y="2596920"/>
                  </a:lnTo>
                  <a:lnTo>
                    <a:pt x="8043564" y="2657669"/>
                  </a:lnTo>
                  <a:lnTo>
                    <a:pt x="8046987" y="2665029"/>
                  </a:lnTo>
                  <a:lnTo>
                    <a:pt x="8050410" y="2688374"/>
                  </a:lnTo>
                  <a:lnTo>
                    <a:pt x="8053833" y="2672696"/>
                  </a:lnTo>
                  <a:lnTo>
                    <a:pt x="8057255" y="2659096"/>
                  </a:lnTo>
                  <a:lnTo>
                    <a:pt x="8060678" y="2626621"/>
                  </a:lnTo>
                  <a:lnTo>
                    <a:pt x="8064101" y="2561567"/>
                  </a:lnTo>
                  <a:lnTo>
                    <a:pt x="8067524" y="2603257"/>
                  </a:lnTo>
                  <a:lnTo>
                    <a:pt x="8070947" y="2583146"/>
                  </a:lnTo>
                  <a:lnTo>
                    <a:pt x="8074369" y="2569744"/>
                  </a:lnTo>
                  <a:lnTo>
                    <a:pt x="8077792" y="2595791"/>
                  </a:lnTo>
                  <a:lnTo>
                    <a:pt x="8081215" y="2682400"/>
                  </a:lnTo>
                  <a:lnTo>
                    <a:pt x="8084638" y="2682410"/>
                  </a:lnTo>
                  <a:lnTo>
                    <a:pt x="8088061" y="2709967"/>
                  </a:lnTo>
                  <a:lnTo>
                    <a:pt x="8091483" y="2686796"/>
                  </a:lnTo>
                  <a:lnTo>
                    <a:pt x="8094906" y="2643543"/>
                  </a:lnTo>
                  <a:lnTo>
                    <a:pt x="8098329" y="2650238"/>
                  </a:lnTo>
                  <a:lnTo>
                    <a:pt x="8101752" y="2633276"/>
                  </a:lnTo>
                  <a:lnTo>
                    <a:pt x="8105175" y="2611365"/>
                  </a:lnTo>
                  <a:lnTo>
                    <a:pt x="8108597" y="2549672"/>
                  </a:lnTo>
                  <a:lnTo>
                    <a:pt x="8112020" y="2639858"/>
                  </a:lnTo>
                  <a:lnTo>
                    <a:pt x="8115443" y="2638188"/>
                  </a:lnTo>
                  <a:lnTo>
                    <a:pt x="8118866" y="2674217"/>
                  </a:lnTo>
                  <a:lnTo>
                    <a:pt x="8122288" y="2637281"/>
                  </a:lnTo>
                  <a:lnTo>
                    <a:pt x="8125711" y="2607113"/>
                  </a:lnTo>
                  <a:lnTo>
                    <a:pt x="8129134" y="2522271"/>
                  </a:lnTo>
                  <a:lnTo>
                    <a:pt x="8132557" y="2500105"/>
                  </a:lnTo>
                  <a:lnTo>
                    <a:pt x="8135980" y="2499965"/>
                  </a:lnTo>
                  <a:lnTo>
                    <a:pt x="8139402" y="2563762"/>
                  </a:lnTo>
                  <a:lnTo>
                    <a:pt x="8142825" y="2595922"/>
                  </a:lnTo>
                  <a:lnTo>
                    <a:pt x="8146248" y="2627038"/>
                  </a:lnTo>
                  <a:lnTo>
                    <a:pt x="8149671" y="2635463"/>
                  </a:lnTo>
                  <a:lnTo>
                    <a:pt x="8153094" y="2624541"/>
                  </a:lnTo>
                  <a:lnTo>
                    <a:pt x="8156516" y="2575201"/>
                  </a:lnTo>
                  <a:lnTo>
                    <a:pt x="8159939" y="2537273"/>
                  </a:lnTo>
                  <a:lnTo>
                    <a:pt x="8163362" y="2531065"/>
                  </a:lnTo>
                  <a:lnTo>
                    <a:pt x="8166785" y="2497857"/>
                  </a:lnTo>
                  <a:lnTo>
                    <a:pt x="8170208" y="2538909"/>
                  </a:lnTo>
                  <a:lnTo>
                    <a:pt x="8173630" y="2556204"/>
                  </a:lnTo>
                  <a:lnTo>
                    <a:pt x="8177053" y="2493207"/>
                  </a:lnTo>
                  <a:lnTo>
                    <a:pt x="8180476" y="2510366"/>
                  </a:lnTo>
                  <a:lnTo>
                    <a:pt x="8183899" y="2551539"/>
                  </a:lnTo>
                  <a:lnTo>
                    <a:pt x="8187322" y="2616981"/>
                  </a:lnTo>
                  <a:lnTo>
                    <a:pt x="8190744" y="2637038"/>
                  </a:lnTo>
                  <a:lnTo>
                    <a:pt x="8194167" y="2638583"/>
                  </a:lnTo>
                  <a:lnTo>
                    <a:pt x="8197590" y="2658283"/>
                  </a:lnTo>
                  <a:lnTo>
                    <a:pt x="8201013" y="2662323"/>
                  </a:lnTo>
                  <a:lnTo>
                    <a:pt x="8204436" y="2656068"/>
                  </a:lnTo>
                  <a:lnTo>
                    <a:pt x="8207858" y="2676922"/>
                  </a:lnTo>
                  <a:lnTo>
                    <a:pt x="8211281" y="2691509"/>
                  </a:lnTo>
                  <a:lnTo>
                    <a:pt x="8214704" y="2703802"/>
                  </a:lnTo>
                  <a:lnTo>
                    <a:pt x="8218127" y="2699889"/>
                  </a:lnTo>
                  <a:lnTo>
                    <a:pt x="8221550" y="2708051"/>
                  </a:lnTo>
                  <a:lnTo>
                    <a:pt x="8224972" y="2718319"/>
                  </a:lnTo>
                  <a:lnTo>
                    <a:pt x="8228395" y="2701284"/>
                  </a:lnTo>
                  <a:lnTo>
                    <a:pt x="8231818" y="2691038"/>
                  </a:lnTo>
                  <a:lnTo>
                    <a:pt x="8235241" y="2683488"/>
                  </a:lnTo>
                  <a:lnTo>
                    <a:pt x="8238663" y="2693927"/>
                  </a:lnTo>
                  <a:lnTo>
                    <a:pt x="8242086" y="2727382"/>
                  </a:lnTo>
                  <a:lnTo>
                    <a:pt x="8245509" y="2699144"/>
                  </a:lnTo>
                  <a:lnTo>
                    <a:pt x="8248932" y="2680744"/>
                  </a:lnTo>
                  <a:lnTo>
                    <a:pt x="8252355" y="2637332"/>
                  </a:lnTo>
                  <a:lnTo>
                    <a:pt x="8255777" y="2573144"/>
                  </a:lnTo>
                  <a:lnTo>
                    <a:pt x="8259200" y="2645823"/>
                  </a:lnTo>
                  <a:lnTo>
                    <a:pt x="8262623" y="2672218"/>
                  </a:lnTo>
                  <a:lnTo>
                    <a:pt x="8266046" y="2704582"/>
                  </a:lnTo>
                  <a:lnTo>
                    <a:pt x="8269469" y="2718335"/>
                  </a:lnTo>
                  <a:lnTo>
                    <a:pt x="8272891" y="2701393"/>
                  </a:lnTo>
                  <a:lnTo>
                    <a:pt x="8276314" y="2707776"/>
                  </a:lnTo>
                  <a:lnTo>
                    <a:pt x="8279737" y="2718231"/>
                  </a:lnTo>
                  <a:lnTo>
                    <a:pt x="8283160" y="2724634"/>
                  </a:lnTo>
                  <a:lnTo>
                    <a:pt x="8286583" y="2702848"/>
                  </a:lnTo>
                  <a:lnTo>
                    <a:pt x="8290005" y="2686943"/>
                  </a:lnTo>
                  <a:lnTo>
                    <a:pt x="8293428" y="2697347"/>
                  </a:lnTo>
                  <a:lnTo>
                    <a:pt x="8296851" y="2721438"/>
                  </a:lnTo>
                  <a:lnTo>
                    <a:pt x="8300274" y="2693944"/>
                  </a:lnTo>
                  <a:lnTo>
                    <a:pt x="8303697" y="2703834"/>
                  </a:lnTo>
                  <a:lnTo>
                    <a:pt x="8307119" y="2694994"/>
                  </a:lnTo>
                  <a:lnTo>
                    <a:pt x="8310542" y="2710655"/>
                  </a:lnTo>
                  <a:lnTo>
                    <a:pt x="8313965" y="2742640"/>
                  </a:lnTo>
                  <a:lnTo>
                    <a:pt x="8317388" y="2741481"/>
                  </a:lnTo>
                  <a:lnTo>
                    <a:pt x="8320811" y="2757634"/>
                  </a:lnTo>
                  <a:lnTo>
                    <a:pt x="8324233" y="2765350"/>
                  </a:lnTo>
                  <a:lnTo>
                    <a:pt x="8327656" y="2759206"/>
                  </a:lnTo>
                  <a:lnTo>
                    <a:pt x="8331079" y="2783861"/>
                  </a:lnTo>
                  <a:lnTo>
                    <a:pt x="8334502" y="2794747"/>
                  </a:lnTo>
                  <a:lnTo>
                    <a:pt x="8337924" y="2789732"/>
                  </a:lnTo>
                  <a:lnTo>
                    <a:pt x="8341347" y="2793591"/>
                  </a:lnTo>
                  <a:lnTo>
                    <a:pt x="8344770" y="2794270"/>
                  </a:lnTo>
                  <a:lnTo>
                    <a:pt x="8348193" y="2793357"/>
                  </a:lnTo>
                  <a:lnTo>
                    <a:pt x="8351616" y="2795447"/>
                  </a:lnTo>
                  <a:lnTo>
                    <a:pt x="8355038" y="2766575"/>
                  </a:lnTo>
                  <a:lnTo>
                    <a:pt x="8358461" y="2744231"/>
                  </a:lnTo>
                  <a:lnTo>
                    <a:pt x="8361884" y="2725861"/>
                  </a:lnTo>
                  <a:lnTo>
                    <a:pt x="8365307" y="2694466"/>
                  </a:lnTo>
                  <a:lnTo>
                    <a:pt x="8368730" y="2711976"/>
                  </a:lnTo>
                  <a:lnTo>
                    <a:pt x="8372152" y="2668098"/>
                  </a:lnTo>
                  <a:lnTo>
                    <a:pt x="8375575" y="2658897"/>
                  </a:lnTo>
                  <a:lnTo>
                    <a:pt x="8378998" y="2612228"/>
                  </a:lnTo>
                  <a:lnTo>
                    <a:pt x="8382421" y="2589295"/>
                  </a:lnTo>
                  <a:lnTo>
                    <a:pt x="8385844" y="2572453"/>
                  </a:lnTo>
                  <a:lnTo>
                    <a:pt x="8389266" y="2551664"/>
                  </a:lnTo>
                  <a:lnTo>
                    <a:pt x="8392689" y="2543772"/>
                  </a:lnTo>
                  <a:lnTo>
                    <a:pt x="8396112" y="2564297"/>
                  </a:lnTo>
                  <a:lnTo>
                    <a:pt x="8399535" y="2538253"/>
                  </a:lnTo>
                  <a:lnTo>
                    <a:pt x="8402958" y="2530283"/>
                  </a:lnTo>
                  <a:lnTo>
                    <a:pt x="8406380" y="2579884"/>
                  </a:lnTo>
                  <a:lnTo>
                    <a:pt x="8409803" y="2628608"/>
                  </a:lnTo>
                  <a:lnTo>
                    <a:pt x="8413226" y="2640979"/>
                  </a:lnTo>
                  <a:lnTo>
                    <a:pt x="8416649" y="2669060"/>
                  </a:lnTo>
                  <a:lnTo>
                    <a:pt x="8420072" y="2597285"/>
                  </a:lnTo>
                  <a:lnTo>
                    <a:pt x="8423494" y="2584158"/>
                  </a:lnTo>
                  <a:lnTo>
                    <a:pt x="8426917" y="2588519"/>
                  </a:lnTo>
                  <a:lnTo>
                    <a:pt x="8430340" y="2555519"/>
                  </a:lnTo>
                  <a:lnTo>
                    <a:pt x="8433763" y="2582283"/>
                  </a:lnTo>
                  <a:lnTo>
                    <a:pt x="8437185" y="2612254"/>
                  </a:lnTo>
                  <a:lnTo>
                    <a:pt x="8440608" y="2696728"/>
                  </a:lnTo>
                  <a:lnTo>
                    <a:pt x="8444031" y="2707142"/>
                  </a:lnTo>
                  <a:lnTo>
                    <a:pt x="8447454" y="2646037"/>
                  </a:lnTo>
                  <a:lnTo>
                    <a:pt x="8450877" y="2598141"/>
                  </a:lnTo>
                  <a:lnTo>
                    <a:pt x="8454299" y="2590297"/>
                  </a:lnTo>
                  <a:lnTo>
                    <a:pt x="8457722" y="2660212"/>
                  </a:lnTo>
                  <a:lnTo>
                    <a:pt x="8461145" y="2646086"/>
                  </a:lnTo>
                  <a:lnTo>
                    <a:pt x="8464568" y="2638161"/>
                  </a:lnTo>
                  <a:lnTo>
                    <a:pt x="8467991" y="2616909"/>
                  </a:lnTo>
                  <a:lnTo>
                    <a:pt x="8471413" y="2712382"/>
                  </a:lnTo>
                  <a:lnTo>
                    <a:pt x="8474836" y="2737704"/>
                  </a:lnTo>
                  <a:lnTo>
                    <a:pt x="8478259" y="2703959"/>
                  </a:lnTo>
                  <a:lnTo>
                    <a:pt x="8481682" y="2654075"/>
                  </a:lnTo>
                  <a:lnTo>
                    <a:pt x="8485105" y="2687178"/>
                  </a:lnTo>
                  <a:lnTo>
                    <a:pt x="8488527" y="2766471"/>
                  </a:lnTo>
                  <a:lnTo>
                    <a:pt x="8491950" y="2766763"/>
                  </a:lnTo>
                  <a:lnTo>
                    <a:pt x="8495373" y="2754285"/>
                  </a:lnTo>
                  <a:lnTo>
                    <a:pt x="8498796" y="2749769"/>
                  </a:lnTo>
                  <a:lnTo>
                    <a:pt x="8502219" y="2739973"/>
                  </a:lnTo>
                  <a:lnTo>
                    <a:pt x="8505641" y="2770507"/>
                  </a:lnTo>
                  <a:lnTo>
                    <a:pt x="8509064" y="2737041"/>
                  </a:lnTo>
                  <a:lnTo>
                    <a:pt x="8512487" y="2761098"/>
                  </a:lnTo>
                  <a:lnTo>
                    <a:pt x="8515910" y="2761724"/>
                  </a:lnTo>
                  <a:lnTo>
                    <a:pt x="8519333" y="2775377"/>
                  </a:lnTo>
                  <a:lnTo>
                    <a:pt x="8522755" y="2779820"/>
                  </a:lnTo>
                  <a:lnTo>
                    <a:pt x="8526178" y="2751117"/>
                  </a:lnTo>
                  <a:lnTo>
                    <a:pt x="8529601" y="2783878"/>
                  </a:lnTo>
                  <a:lnTo>
                    <a:pt x="8533024" y="2761338"/>
                  </a:lnTo>
                  <a:lnTo>
                    <a:pt x="8536447" y="2739222"/>
                  </a:lnTo>
                  <a:lnTo>
                    <a:pt x="8539869" y="2744656"/>
                  </a:lnTo>
                  <a:lnTo>
                    <a:pt x="8543292" y="2737130"/>
                  </a:lnTo>
                  <a:lnTo>
                    <a:pt x="8546715" y="2770248"/>
                  </a:lnTo>
                  <a:lnTo>
                    <a:pt x="8550138" y="2768827"/>
                  </a:lnTo>
                  <a:lnTo>
                    <a:pt x="8553560" y="2750378"/>
                  </a:lnTo>
                  <a:lnTo>
                    <a:pt x="8553560" y="2818305"/>
                  </a:lnTo>
                  <a:lnTo>
                    <a:pt x="8550138" y="2818305"/>
                  </a:lnTo>
                  <a:lnTo>
                    <a:pt x="8546715" y="2818305"/>
                  </a:lnTo>
                  <a:lnTo>
                    <a:pt x="8543292" y="2818305"/>
                  </a:lnTo>
                  <a:lnTo>
                    <a:pt x="8539869" y="2818305"/>
                  </a:lnTo>
                  <a:lnTo>
                    <a:pt x="8536447" y="2818305"/>
                  </a:lnTo>
                  <a:lnTo>
                    <a:pt x="8533024" y="2818305"/>
                  </a:lnTo>
                  <a:lnTo>
                    <a:pt x="8529601" y="2818305"/>
                  </a:lnTo>
                  <a:lnTo>
                    <a:pt x="8526178" y="2818305"/>
                  </a:lnTo>
                  <a:lnTo>
                    <a:pt x="8522755" y="2818305"/>
                  </a:lnTo>
                  <a:lnTo>
                    <a:pt x="8519333" y="2818305"/>
                  </a:lnTo>
                  <a:lnTo>
                    <a:pt x="8515910" y="2818305"/>
                  </a:lnTo>
                  <a:lnTo>
                    <a:pt x="8512487" y="2818305"/>
                  </a:lnTo>
                  <a:lnTo>
                    <a:pt x="8509064" y="2818305"/>
                  </a:lnTo>
                  <a:lnTo>
                    <a:pt x="8505641" y="2818305"/>
                  </a:lnTo>
                  <a:lnTo>
                    <a:pt x="8502219" y="2818305"/>
                  </a:lnTo>
                  <a:lnTo>
                    <a:pt x="8498796" y="2818305"/>
                  </a:lnTo>
                  <a:lnTo>
                    <a:pt x="8495373" y="2818305"/>
                  </a:lnTo>
                  <a:lnTo>
                    <a:pt x="8491950" y="2818305"/>
                  </a:lnTo>
                  <a:lnTo>
                    <a:pt x="8488527" y="2818305"/>
                  </a:lnTo>
                  <a:lnTo>
                    <a:pt x="8485105" y="2818305"/>
                  </a:lnTo>
                  <a:lnTo>
                    <a:pt x="8481682" y="2818305"/>
                  </a:lnTo>
                  <a:lnTo>
                    <a:pt x="8478259" y="2818305"/>
                  </a:lnTo>
                  <a:lnTo>
                    <a:pt x="8474836" y="2818305"/>
                  </a:lnTo>
                  <a:lnTo>
                    <a:pt x="8471413" y="2818305"/>
                  </a:lnTo>
                  <a:lnTo>
                    <a:pt x="8467991" y="2818305"/>
                  </a:lnTo>
                  <a:lnTo>
                    <a:pt x="8464568" y="2818305"/>
                  </a:lnTo>
                  <a:lnTo>
                    <a:pt x="8461145" y="2818305"/>
                  </a:lnTo>
                  <a:lnTo>
                    <a:pt x="8457722" y="2818305"/>
                  </a:lnTo>
                  <a:lnTo>
                    <a:pt x="8454299" y="2818305"/>
                  </a:lnTo>
                  <a:lnTo>
                    <a:pt x="8450877" y="2818305"/>
                  </a:lnTo>
                  <a:lnTo>
                    <a:pt x="8447454" y="2818305"/>
                  </a:lnTo>
                  <a:lnTo>
                    <a:pt x="8444031" y="2818305"/>
                  </a:lnTo>
                  <a:lnTo>
                    <a:pt x="8440608" y="2818305"/>
                  </a:lnTo>
                  <a:lnTo>
                    <a:pt x="8437185" y="2818305"/>
                  </a:lnTo>
                  <a:lnTo>
                    <a:pt x="8433763" y="2818305"/>
                  </a:lnTo>
                  <a:lnTo>
                    <a:pt x="8430340" y="2818305"/>
                  </a:lnTo>
                  <a:lnTo>
                    <a:pt x="8426917" y="2818305"/>
                  </a:lnTo>
                  <a:lnTo>
                    <a:pt x="8423494" y="2818305"/>
                  </a:lnTo>
                  <a:lnTo>
                    <a:pt x="8420072" y="2818305"/>
                  </a:lnTo>
                  <a:lnTo>
                    <a:pt x="8416649" y="2818305"/>
                  </a:lnTo>
                  <a:lnTo>
                    <a:pt x="8413226" y="2818305"/>
                  </a:lnTo>
                  <a:lnTo>
                    <a:pt x="8409803" y="2818305"/>
                  </a:lnTo>
                  <a:lnTo>
                    <a:pt x="8406380" y="2818305"/>
                  </a:lnTo>
                  <a:lnTo>
                    <a:pt x="8402958" y="2818305"/>
                  </a:lnTo>
                  <a:lnTo>
                    <a:pt x="8399535" y="2818305"/>
                  </a:lnTo>
                  <a:lnTo>
                    <a:pt x="8396112" y="2818305"/>
                  </a:lnTo>
                  <a:lnTo>
                    <a:pt x="8392689" y="2818305"/>
                  </a:lnTo>
                  <a:lnTo>
                    <a:pt x="8389266" y="2818305"/>
                  </a:lnTo>
                  <a:lnTo>
                    <a:pt x="8385844" y="2818305"/>
                  </a:lnTo>
                  <a:lnTo>
                    <a:pt x="8382421" y="2818305"/>
                  </a:lnTo>
                  <a:lnTo>
                    <a:pt x="8378998" y="2818305"/>
                  </a:lnTo>
                  <a:lnTo>
                    <a:pt x="8375575" y="2818305"/>
                  </a:lnTo>
                  <a:lnTo>
                    <a:pt x="8372152" y="2818305"/>
                  </a:lnTo>
                  <a:lnTo>
                    <a:pt x="8368730" y="2818305"/>
                  </a:lnTo>
                  <a:lnTo>
                    <a:pt x="8365307" y="2818305"/>
                  </a:lnTo>
                  <a:lnTo>
                    <a:pt x="8361884" y="2818305"/>
                  </a:lnTo>
                  <a:lnTo>
                    <a:pt x="8358461" y="2818305"/>
                  </a:lnTo>
                  <a:lnTo>
                    <a:pt x="8355038" y="2818305"/>
                  </a:lnTo>
                  <a:lnTo>
                    <a:pt x="8351616" y="2818305"/>
                  </a:lnTo>
                  <a:lnTo>
                    <a:pt x="8348193" y="2818305"/>
                  </a:lnTo>
                  <a:lnTo>
                    <a:pt x="8344770" y="2818305"/>
                  </a:lnTo>
                  <a:lnTo>
                    <a:pt x="8341347" y="2818305"/>
                  </a:lnTo>
                  <a:lnTo>
                    <a:pt x="8337924" y="2818305"/>
                  </a:lnTo>
                  <a:lnTo>
                    <a:pt x="8334502" y="2818305"/>
                  </a:lnTo>
                  <a:lnTo>
                    <a:pt x="8331079" y="2818305"/>
                  </a:lnTo>
                  <a:lnTo>
                    <a:pt x="8327656" y="2818305"/>
                  </a:lnTo>
                  <a:lnTo>
                    <a:pt x="8324233" y="2818305"/>
                  </a:lnTo>
                  <a:lnTo>
                    <a:pt x="8320811" y="2818305"/>
                  </a:lnTo>
                  <a:lnTo>
                    <a:pt x="8317388" y="2818305"/>
                  </a:lnTo>
                  <a:lnTo>
                    <a:pt x="8313965" y="2818305"/>
                  </a:lnTo>
                  <a:lnTo>
                    <a:pt x="8310542" y="2818305"/>
                  </a:lnTo>
                  <a:lnTo>
                    <a:pt x="8307119" y="2818305"/>
                  </a:lnTo>
                  <a:lnTo>
                    <a:pt x="8303697" y="2818305"/>
                  </a:lnTo>
                  <a:lnTo>
                    <a:pt x="8300274" y="2818305"/>
                  </a:lnTo>
                  <a:lnTo>
                    <a:pt x="8296851" y="2818305"/>
                  </a:lnTo>
                  <a:lnTo>
                    <a:pt x="8293428" y="2818305"/>
                  </a:lnTo>
                  <a:lnTo>
                    <a:pt x="8290005" y="2818305"/>
                  </a:lnTo>
                  <a:lnTo>
                    <a:pt x="8286583" y="2818305"/>
                  </a:lnTo>
                  <a:lnTo>
                    <a:pt x="8283160" y="2818305"/>
                  </a:lnTo>
                  <a:lnTo>
                    <a:pt x="8279737" y="2818305"/>
                  </a:lnTo>
                  <a:lnTo>
                    <a:pt x="8276314" y="2818305"/>
                  </a:lnTo>
                  <a:lnTo>
                    <a:pt x="8272891" y="2818305"/>
                  </a:lnTo>
                  <a:lnTo>
                    <a:pt x="8269469" y="2818305"/>
                  </a:lnTo>
                  <a:lnTo>
                    <a:pt x="8266046" y="2818305"/>
                  </a:lnTo>
                  <a:lnTo>
                    <a:pt x="8262623" y="2818305"/>
                  </a:lnTo>
                  <a:lnTo>
                    <a:pt x="8259200" y="2818305"/>
                  </a:lnTo>
                  <a:lnTo>
                    <a:pt x="8255777" y="2818305"/>
                  </a:lnTo>
                  <a:lnTo>
                    <a:pt x="8252355" y="2818305"/>
                  </a:lnTo>
                  <a:lnTo>
                    <a:pt x="8248932" y="2818305"/>
                  </a:lnTo>
                  <a:lnTo>
                    <a:pt x="8245509" y="2818305"/>
                  </a:lnTo>
                  <a:lnTo>
                    <a:pt x="8242086" y="2818305"/>
                  </a:lnTo>
                  <a:lnTo>
                    <a:pt x="8238663" y="2818305"/>
                  </a:lnTo>
                  <a:lnTo>
                    <a:pt x="8235241" y="2818305"/>
                  </a:lnTo>
                  <a:lnTo>
                    <a:pt x="8231818" y="2818305"/>
                  </a:lnTo>
                  <a:lnTo>
                    <a:pt x="8228395" y="2818305"/>
                  </a:lnTo>
                  <a:lnTo>
                    <a:pt x="8224972" y="2818305"/>
                  </a:lnTo>
                  <a:lnTo>
                    <a:pt x="8221550" y="2818305"/>
                  </a:lnTo>
                  <a:lnTo>
                    <a:pt x="8218127" y="2818305"/>
                  </a:lnTo>
                  <a:lnTo>
                    <a:pt x="8214704" y="2818305"/>
                  </a:lnTo>
                  <a:lnTo>
                    <a:pt x="8211281" y="2818305"/>
                  </a:lnTo>
                  <a:lnTo>
                    <a:pt x="8207858" y="2818305"/>
                  </a:lnTo>
                  <a:lnTo>
                    <a:pt x="8204436" y="2818305"/>
                  </a:lnTo>
                  <a:lnTo>
                    <a:pt x="8201013" y="2818305"/>
                  </a:lnTo>
                  <a:lnTo>
                    <a:pt x="8197590" y="2818305"/>
                  </a:lnTo>
                  <a:lnTo>
                    <a:pt x="8194167" y="2818305"/>
                  </a:lnTo>
                  <a:lnTo>
                    <a:pt x="8190744" y="2818305"/>
                  </a:lnTo>
                  <a:lnTo>
                    <a:pt x="8187322" y="2818305"/>
                  </a:lnTo>
                  <a:lnTo>
                    <a:pt x="8183899" y="2818305"/>
                  </a:lnTo>
                  <a:lnTo>
                    <a:pt x="8180476" y="2818305"/>
                  </a:lnTo>
                  <a:lnTo>
                    <a:pt x="8177053" y="2818305"/>
                  </a:lnTo>
                  <a:lnTo>
                    <a:pt x="8173630" y="2818305"/>
                  </a:lnTo>
                  <a:lnTo>
                    <a:pt x="8170208" y="2818305"/>
                  </a:lnTo>
                  <a:lnTo>
                    <a:pt x="8166785" y="2818305"/>
                  </a:lnTo>
                  <a:lnTo>
                    <a:pt x="8163362" y="2818305"/>
                  </a:lnTo>
                  <a:lnTo>
                    <a:pt x="8159939" y="2818305"/>
                  </a:lnTo>
                  <a:lnTo>
                    <a:pt x="8156516" y="2818305"/>
                  </a:lnTo>
                  <a:lnTo>
                    <a:pt x="8153094" y="2818305"/>
                  </a:lnTo>
                  <a:lnTo>
                    <a:pt x="8149671" y="2818305"/>
                  </a:lnTo>
                  <a:lnTo>
                    <a:pt x="8146248" y="2818305"/>
                  </a:lnTo>
                  <a:lnTo>
                    <a:pt x="8142825" y="2818305"/>
                  </a:lnTo>
                  <a:lnTo>
                    <a:pt x="8139402" y="2818305"/>
                  </a:lnTo>
                  <a:lnTo>
                    <a:pt x="8135980" y="2818305"/>
                  </a:lnTo>
                  <a:lnTo>
                    <a:pt x="8132557" y="2818305"/>
                  </a:lnTo>
                  <a:lnTo>
                    <a:pt x="8129134" y="2818305"/>
                  </a:lnTo>
                  <a:lnTo>
                    <a:pt x="8125711" y="2818305"/>
                  </a:lnTo>
                  <a:lnTo>
                    <a:pt x="8122288" y="2818305"/>
                  </a:lnTo>
                  <a:lnTo>
                    <a:pt x="8118866" y="2818305"/>
                  </a:lnTo>
                  <a:lnTo>
                    <a:pt x="8115443" y="2818305"/>
                  </a:lnTo>
                  <a:lnTo>
                    <a:pt x="8112020" y="2818305"/>
                  </a:lnTo>
                  <a:lnTo>
                    <a:pt x="8108597" y="2818305"/>
                  </a:lnTo>
                  <a:lnTo>
                    <a:pt x="8105175" y="2818305"/>
                  </a:lnTo>
                  <a:lnTo>
                    <a:pt x="8101752" y="2818305"/>
                  </a:lnTo>
                  <a:lnTo>
                    <a:pt x="8098329" y="2818305"/>
                  </a:lnTo>
                  <a:lnTo>
                    <a:pt x="8094906" y="2818305"/>
                  </a:lnTo>
                  <a:lnTo>
                    <a:pt x="8091483" y="2818305"/>
                  </a:lnTo>
                  <a:lnTo>
                    <a:pt x="8088061" y="2818305"/>
                  </a:lnTo>
                  <a:lnTo>
                    <a:pt x="8084638" y="2818305"/>
                  </a:lnTo>
                  <a:lnTo>
                    <a:pt x="8081215" y="2818305"/>
                  </a:lnTo>
                  <a:lnTo>
                    <a:pt x="8077792" y="2818305"/>
                  </a:lnTo>
                  <a:lnTo>
                    <a:pt x="8074369" y="2818305"/>
                  </a:lnTo>
                  <a:lnTo>
                    <a:pt x="8070947" y="2818305"/>
                  </a:lnTo>
                  <a:lnTo>
                    <a:pt x="8067524" y="2818305"/>
                  </a:lnTo>
                  <a:lnTo>
                    <a:pt x="8064101" y="2818305"/>
                  </a:lnTo>
                  <a:lnTo>
                    <a:pt x="8060678" y="2818305"/>
                  </a:lnTo>
                  <a:lnTo>
                    <a:pt x="8057255" y="2818305"/>
                  </a:lnTo>
                  <a:lnTo>
                    <a:pt x="8053833" y="2818305"/>
                  </a:lnTo>
                  <a:lnTo>
                    <a:pt x="8050410" y="2818305"/>
                  </a:lnTo>
                  <a:lnTo>
                    <a:pt x="8046987" y="2818305"/>
                  </a:lnTo>
                  <a:lnTo>
                    <a:pt x="8043564" y="2818305"/>
                  </a:lnTo>
                  <a:lnTo>
                    <a:pt x="8040141" y="2818305"/>
                  </a:lnTo>
                  <a:lnTo>
                    <a:pt x="8036719" y="2818305"/>
                  </a:lnTo>
                  <a:lnTo>
                    <a:pt x="8033296" y="2818305"/>
                  </a:lnTo>
                  <a:lnTo>
                    <a:pt x="8029873" y="2818305"/>
                  </a:lnTo>
                  <a:lnTo>
                    <a:pt x="8026450" y="2818305"/>
                  </a:lnTo>
                  <a:lnTo>
                    <a:pt x="8023027" y="2818305"/>
                  </a:lnTo>
                  <a:lnTo>
                    <a:pt x="8019605" y="2818305"/>
                  </a:lnTo>
                  <a:lnTo>
                    <a:pt x="8016182" y="2818305"/>
                  </a:lnTo>
                  <a:lnTo>
                    <a:pt x="8012759" y="2818305"/>
                  </a:lnTo>
                  <a:lnTo>
                    <a:pt x="8009336" y="2818305"/>
                  </a:lnTo>
                  <a:lnTo>
                    <a:pt x="8005914" y="2818305"/>
                  </a:lnTo>
                  <a:lnTo>
                    <a:pt x="8002491" y="2818305"/>
                  </a:lnTo>
                  <a:lnTo>
                    <a:pt x="7999068" y="2818305"/>
                  </a:lnTo>
                  <a:lnTo>
                    <a:pt x="7995645" y="2818305"/>
                  </a:lnTo>
                  <a:lnTo>
                    <a:pt x="7992222" y="2818305"/>
                  </a:lnTo>
                  <a:lnTo>
                    <a:pt x="7988800" y="2818305"/>
                  </a:lnTo>
                  <a:lnTo>
                    <a:pt x="7985377" y="2818305"/>
                  </a:lnTo>
                  <a:lnTo>
                    <a:pt x="7981954" y="2818305"/>
                  </a:lnTo>
                  <a:lnTo>
                    <a:pt x="7978531" y="2818305"/>
                  </a:lnTo>
                  <a:lnTo>
                    <a:pt x="7975108" y="2818305"/>
                  </a:lnTo>
                  <a:lnTo>
                    <a:pt x="7971686" y="2818305"/>
                  </a:lnTo>
                  <a:lnTo>
                    <a:pt x="7968263" y="2818305"/>
                  </a:lnTo>
                  <a:lnTo>
                    <a:pt x="7964840" y="2818305"/>
                  </a:lnTo>
                  <a:lnTo>
                    <a:pt x="7961417" y="2818305"/>
                  </a:lnTo>
                  <a:lnTo>
                    <a:pt x="7957994" y="2818305"/>
                  </a:lnTo>
                  <a:lnTo>
                    <a:pt x="7954572" y="2818305"/>
                  </a:lnTo>
                  <a:lnTo>
                    <a:pt x="7951149" y="2818305"/>
                  </a:lnTo>
                  <a:lnTo>
                    <a:pt x="7947726" y="2818305"/>
                  </a:lnTo>
                  <a:lnTo>
                    <a:pt x="7944303" y="2818305"/>
                  </a:lnTo>
                  <a:lnTo>
                    <a:pt x="7940880" y="2818305"/>
                  </a:lnTo>
                  <a:lnTo>
                    <a:pt x="7937458" y="2818305"/>
                  </a:lnTo>
                  <a:lnTo>
                    <a:pt x="7934035" y="2818305"/>
                  </a:lnTo>
                  <a:lnTo>
                    <a:pt x="7930612" y="2818305"/>
                  </a:lnTo>
                  <a:lnTo>
                    <a:pt x="7927189" y="2818305"/>
                  </a:lnTo>
                  <a:lnTo>
                    <a:pt x="7923766" y="2818305"/>
                  </a:lnTo>
                  <a:lnTo>
                    <a:pt x="7920344" y="2818305"/>
                  </a:lnTo>
                  <a:lnTo>
                    <a:pt x="7916921" y="2818305"/>
                  </a:lnTo>
                  <a:lnTo>
                    <a:pt x="7913498" y="2818305"/>
                  </a:lnTo>
                  <a:lnTo>
                    <a:pt x="7910075" y="2818305"/>
                  </a:lnTo>
                  <a:lnTo>
                    <a:pt x="7906652" y="2818305"/>
                  </a:lnTo>
                  <a:lnTo>
                    <a:pt x="7903230" y="2818305"/>
                  </a:lnTo>
                  <a:lnTo>
                    <a:pt x="7899807" y="2818305"/>
                  </a:lnTo>
                  <a:lnTo>
                    <a:pt x="7896384" y="2818305"/>
                  </a:lnTo>
                  <a:lnTo>
                    <a:pt x="7892961" y="2818305"/>
                  </a:lnTo>
                  <a:lnTo>
                    <a:pt x="7889539" y="2818305"/>
                  </a:lnTo>
                  <a:lnTo>
                    <a:pt x="7886116" y="2818305"/>
                  </a:lnTo>
                  <a:lnTo>
                    <a:pt x="7882693" y="2818305"/>
                  </a:lnTo>
                  <a:lnTo>
                    <a:pt x="7879270" y="2818305"/>
                  </a:lnTo>
                  <a:lnTo>
                    <a:pt x="7875847" y="2818305"/>
                  </a:lnTo>
                  <a:lnTo>
                    <a:pt x="7872425" y="2818305"/>
                  </a:lnTo>
                  <a:lnTo>
                    <a:pt x="7869002" y="2818305"/>
                  </a:lnTo>
                  <a:lnTo>
                    <a:pt x="7865579" y="2818305"/>
                  </a:lnTo>
                  <a:lnTo>
                    <a:pt x="7862156" y="2818305"/>
                  </a:lnTo>
                  <a:lnTo>
                    <a:pt x="7858733" y="2818305"/>
                  </a:lnTo>
                  <a:lnTo>
                    <a:pt x="7855311" y="2818305"/>
                  </a:lnTo>
                  <a:lnTo>
                    <a:pt x="7851888" y="2818305"/>
                  </a:lnTo>
                  <a:lnTo>
                    <a:pt x="7848465" y="2818305"/>
                  </a:lnTo>
                  <a:lnTo>
                    <a:pt x="7845042" y="2818305"/>
                  </a:lnTo>
                  <a:lnTo>
                    <a:pt x="7841619" y="2818305"/>
                  </a:lnTo>
                  <a:lnTo>
                    <a:pt x="7838197" y="2818305"/>
                  </a:lnTo>
                  <a:lnTo>
                    <a:pt x="7834774" y="2818305"/>
                  </a:lnTo>
                  <a:lnTo>
                    <a:pt x="7831351" y="2818305"/>
                  </a:lnTo>
                  <a:lnTo>
                    <a:pt x="7827928" y="2818305"/>
                  </a:lnTo>
                  <a:lnTo>
                    <a:pt x="7824505" y="2818305"/>
                  </a:lnTo>
                  <a:lnTo>
                    <a:pt x="7821083" y="2818305"/>
                  </a:lnTo>
                  <a:lnTo>
                    <a:pt x="7817660" y="2818305"/>
                  </a:lnTo>
                  <a:lnTo>
                    <a:pt x="7814237" y="2818305"/>
                  </a:lnTo>
                  <a:lnTo>
                    <a:pt x="7810814" y="2818305"/>
                  </a:lnTo>
                  <a:lnTo>
                    <a:pt x="7807391" y="2818305"/>
                  </a:lnTo>
                  <a:lnTo>
                    <a:pt x="7803969" y="2818305"/>
                  </a:lnTo>
                  <a:lnTo>
                    <a:pt x="7800546" y="2818305"/>
                  </a:lnTo>
                  <a:lnTo>
                    <a:pt x="7797123" y="2818305"/>
                  </a:lnTo>
                  <a:lnTo>
                    <a:pt x="7793700" y="2818305"/>
                  </a:lnTo>
                  <a:lnTo>
                    <a:pt x="7790278" y="2818305"/>
                  </a:lnTo>
                  <a:lnTo>
                    <a:pt x="7786855" y="2818305"/>
                  </a:lnTo>
                  <a:lnTo>
                    <a:pt x="7783432" y="2818305"/>
                  </a:lnTo>
                  <a:lnTo>
                    <a:pt x="7780009" y="2818305"/>
                  </a:lnTo>
                  <a:lnTo>
                    <a:pt x="7776586" y="2818305"/>
                  </a:lnTo>
                  <a:lnTo>
                    <a:pt x="7773164" y="2818305"/>
                  </a:lnTo>
                  <a:lnTo>
                    <a:pt x="7769741" y="2818305"/>
                  </a:lnTo>
                  <a:lnTo>
                    <a:pt x="7766318" y="2818305"/>
                  </a:lnTo>
                  <a:lnTo>
                    <a:pt x="7762895" y="2818305"/>
                  </a:lnTo>
                  <a:lnTo>
                    <a:pt x="7759472" y="2818305"/>
                  </a:lnTo>
                  <a:lnTo>
                    <a:pt x="7756050" y="2818305"/>
                  </a:lnTo>
                  <a:lnTo>
                    <a:pt x="7752627" y="2818305"/>
                  </a:lnTo>
                  <a:lnTo>
                    <a:pt x="7749204" y="2818305"/>
                  </a:lnTo>
                  <a:lnTo>
                    <a:pt x="7745781" y="2818305"/>
                  </a:lnTo>
                  <a:lnTo>
                    <a:pt x="7742358" y="2818305"/>
                  </a:lnTo>
                  <a:lnTo>
                    <a:pt x="7738936" y="2818305"/>
                  </a:lnTo>
                  <a:lnTo>
                    <a:pt x="7735513" y="2818305"/>
                  </a:lnTo>
                  <a:lnTo>
                    <a:pt x="7732090" y="2818305"/>
                  </a:lnTo>
                  <a:lnTo>
                    <a:pt x="7728667" y="2818305"/>
                  </a:lnTo>
                  <a:lnTo>
                    <a:pt x="7725244" y="2818305"/>
                  </a:lnTo>
                  <a:lnTo>
                    <a:pt x="7721822" y="2818305"/>
                  </a:lnTo>
                  <a:lnTo>
                    <a:pt x="7718399" y="2818305"/>
                  </a:lnTo>
                  <a:lnTo>
                    <a:pt x="7714976" y="2818305"/>
                  </a:lnTo>
                  <a:lnTo>
                    <a:pt x="7711553" y="2818305"/>
                  </a:lnTo>
                  <a:lnTo>
                    <a:pt x="7708130" y="2818305"/>
                  </a:lnTo>
                  <a:lnTo>
                    <a:pt x="7704708" y="2818305"/>
                  </a:lnTo>
                  <a:lnTo>
                    <a:pt x="7701285" y="2818305"/>
                  </a:lnTo>
                  <a:lnTo>
                    <a:pt x="7697862" y="2818305"/>
                  </a:lnTo>
                  <a:lnTo>
                    <a:pt x="7694439" y="2818305"/>
                  </a:lnTo>
                  <a:lnTo>
                    <a:pt x="7691017" y="2818305"/>
                  </a:lnTo>
                  <a:lnTo>
                    <a:pt x="7687594" y="2818305"/>
                  </a:lnTo>
                  <a:lnTo>
                    <a:pt x="7684171" y="2818305"/>
                  </a:lnTo>
                  <a:lnTo>
                    <a:pt x="7680748" y="2818305"/>
                  </a:lnTo>
                  <a:lnTo>
                    <a:pt x="7677325" y="2818305"/>
                  </a:lnTo>
                  <a:lnTo>
                    <a:pt x="7673903" y="2818305"/>
                  </a:lnTo>
                  <a:lnTo>
                    <a:pt x="7670480" y="2818305"/>
                  </a:lnTo>
                  <a:lnTo>
                    <a:pt x="7667057" y="2818305"/>
                  </a:lnTo>
                  <a:lnTo>
                    <a:pt x="7663634" y="2818305"/>
                  </a:lnTo>
                  <a:lnTo>
                    <a:pt x="7660211" y="2818305"/>
                  </a:lnTo>
                  <a:lnTo>
                    <a:pt x="7656789" y="2818305"/>
                  </a:lnTo>
                  <a:lnTo>
                    <a:pt x="7653366" y="2818305"/>
                  </a:lnTo>
                  <a:lnTo>
                    <a:pt x="7649943" y="2818305"/>
                  </a:lnTo>
                  <a:lnTo>
                    <a:pt x="7646520" y="2818305"/>
                  </a:lnTo>
                  <a:lnTo>
                    <a:pt x="7643097" y="2818305"/>
                  </a:lnTo>
                  <a:lnTo>
                    <a:pt x="7639675" y="2818305"/>
                  </a:lnTo>
                  <a:lnTo>
                    <a:pt x="7636252" y="2818305"/>
                  </a:lnTo>
                  <a:lnTo>
                    <a:pt x="7632829" y="2818305"/>
                  </a:lnTo>
                  <a:lnTo>
                    <a:pt x="7629406" y="2818305"/>
                  </a:lnTo>
                  <a:lnTo>
                    <a:pt x="7625983" y="2818305"/>
                  </a:lnTo>
                  <a:lnTo>
                    <a:pt x="7622561" y="2818305"/>
                  </a:lnTo>
                  <a:lnTo>
                    <a:pt x="7619138" y="2818305"/>
                  </a:lnTo>
                  <a:lnTo>
                    <a:pt x="7615715" y="2818305"/>
                  </a:lnTo>
                  <a:lnTo>
                    <a:pt x="7612292" y="2818305"/>
                  </a:lnTo>
                  <a:lnTo>
                    <a:pt x="7608869" y="2818305"/>
                  </a:lnTo>
                  <a:lnTo>
                    <a:pt x="7605447" y="2818305"/>
                  </a:lnTo>
                  <a:lnTo>
                    <a:pt x="7602024" y="2818305"/>
                  </a:lnTo>
                  <a:lnTo>
                    <a:pt x="7598601" y="2818305"/>
                  </a:lnTo>
                  <a:lnTo>
                    <a:pt x="7595178" y="2818305"/>
                  </a:lnTo>
                  <a:lnTo>
                    <a:pt x="7591755" y="2818305"/>
                  </a:lnTo>
                  <a:lnTo>
                    <a:pt x="7588333" y="2818305"/>
                  </a:lnTo>
                  <a:lnTo>
                    <a:pt x="7584910" y="2818305"/>
                  </a:lnTo>
                  <a:lnTo>
                    <a:pt x="7581487" y="2818305"/>
                  </a:lnTo>
                  <a:lnTo>
                    <a:pt x="7578064" y="2818305"/>
                  </a:lnTo>
                  <a:lnTo>
                    <a:pt x="7574642" y="2818305"/>
                  </a:lnTo>
                  <a:lnTo>
                    <a:pt x="7571219" y="2818305"/>
                  </a:lnTo>
                  <a:lnTo>
                    <a:pt x="7567796" y="2818305"/>
                  </a:lnTo>
                  <a:lnTo>
                    <a:pt x="7564373" y="2818305"/>
                  </a:lnTo>
                  <a:lnTo>
                    <a:pt x="7560950" y="2818305"/>
                  </a:lnTo>
                  <a:lnTo>
                    <a:pt x="7557528" y="2818305"/>
                  </a:lnTo>
                  <a:lnTo>
                    <a:pt x="7554105" y="2818305"/>
                  </a:lnTo>
                  <a:lnTo>
                    <a:pt x="7550682" y="2818305"/>
                  </a:lnTo>
                  <a:lnTo>
                    <a:pt x="7547259" y="2818305"/>
                  </a:lnTo>
                  <a:lnTo>
                    <a:pt x="7543836" y="2818305"/>
                  </a:lnTo>
                  <a:lnTo>
                    <a:pt x="7540414" y="2818305"/>
                  </a:lnTo>
                  <a:lnTo>
                    <a:pt x="7536991" y="2818305"/>
                  </a:lnTo>
                  <a:lnTo>
                    <a:pt x="7533568" y="2818305"/>
                  </a:lnTo>
                  <a:lnTo>
                    <a:pt x="7530145" y="2818305"/>
                  </a:lnTo>
                  <a:lnTo>
                    <a:pt x="7526722" y="2818305"/>
                  </a:lnTo>
                  <a:lnTo>
                    <a:pt x="7523300" y="2818305"/>
                  </a:lnTo>
                  <a:lnTo>
                    <a:pt x="7519877" y="2818305"/>
                  </a:lnTo>
                  <a:lnTo>
                    <a:pt x="7516454" y="2818305"/>
                  </a:lnTo>
                  <a:lnTo>
                    <a:pt x="7513031" y="2818305"/>
                  </a:lnTo>
                  <a:lnTo>
                    <a:pt x="7509608" y="2818305"/>
                  </a:lnTo>
                  <a:lnTo>
                    <a:pt x="7506186" y="2818305"/>
                  </a:lnTo>
                  <a:lnTo>
                    <a:pt x="7502763" y="2818305"/>
                  </a:lnTo>
                  <a:lnTo>
                    <a:pt x="7499340" y="2818305"/>
                  </a:lnTo>
                  <a:lnTo>
                    <a:pt x="7495917" y="2818305"/>
                  </a:lnTo>
                  <a:lnTo>
                    <a:pt x="7492494" y="2818305"/>
                  </a:lnTo>
                  <a:lnTo>
                    <a:pt x="7489072" y="2818305"/>
                  </a:lnTo>
                  <a:lnTo>
                    <a:pt x="7485649" y="2818305"/>
                  </a:lnTo>
                  <a:lnTo>
                    <a:pt x="7482226" y="2818305"/>
                  </a:lnTo>
                  <a:lnTo>
                    <a:pt x="7478803" y="2818305"/>
                  </a:lnTo>
                  <a:lnTo>
                    <a:pt x="7475381" y="2818305"/>
                  </a:lnTo>
                  <a:lnTo>
                    <a:pt x="7471958" y="2818305"/>
                  </a:lnTo>
                  <a:lnTo>
                    <a:pt x="7468535" y="2818305"/>
                  </a:lnTo>
                  <a:lnTo>
                    <a:pt x="7465112" y="2818305"/>
                  </a:lnTo>
                  <a:lnTo>
                    <a:pt x="7461689" y="2818305"/>
                  </a:lnTo>
                  <a:lnTo>
                    <a:pt x="7458267" y="2818305"/>
                  </a:lnTo>
                  <a:lnTo>
                    <a:pt x="7454844" y="2818305"/>
                  </a:lnTo>
                  <a:lnTo>
                    <a:pt x="7451421" y="2818305"/>
                  </a:lnTo>
                  <a:lnTo>
                    <a:pt x="7447998" y="2818305"/>
                  </a:lnTo>
                  <a:lnTo>
                    <a:pt x="7444575" y="2818305"/>
                  </a:lnTo>
                  <a:lnTo>
                    <a:pt x="7441153" y="2818305"/>
                  </a:lnTo>
                  <a:lnTo>
                    <a:pt x="7437730" y="2818305"/>
                  </a:lnTo>
                  <a:lnTo>
                    <a:pt x="7434307" y="2818305"/>
                  </a:lnTo>
                  <a:lnTo>
                    <a:pt x="7430884" y="2818305"/>
                  </a:lnTo>
                  <a:lnTo>
                    <a:pt x="7427461" y="2818305"/>
                  </a:lnTo>
                  <a:lnTo>
                    <a:pt x="7424039" y="2818305"/>
                  </a:lnTo>
                  <a:lnTo>
                    <a:pt x="7420616" y="2818305"/>
                  </a:lnTo>
                  <a:lnTo>
                    <a:pt x="7417193" y="2818305"/>
                  </a:lnTo>
                  <a:lnTo>
                    <a:pt x="7413770" y="2818305"/>
                  </a:lnTo>
                  <a:lnTo>
                    <a:pt x="7410347" y="2818305"/>
                  </a:lnTo>
                  <a:lnTo>
                    <a:pt x="7406925" y="2818305"/>
                  </a:lnTo>
                  <a:lnTo>
                    <a:pt x="7403502" y="2818305"/>
                  </a:lnTo>
                  <a:lnTo>
                    <a:pt x="7400079" y="2818305"/>
                  </a:lnTo>
                  <a:lnTo>
                    <a:pt x="7396656" y="2818305"/>
                  </a:lnTo>
                  <a:lnTo>
                    <a:pt x="7393233" y="2818305"/>
                  </a:lnTo>
                  <a:lnTo>
                    <a:pt x="7389811" y="2818305"/>
                  </a:lnTo>
                  <a:lnTo>
                    <a:pt x="7386388" y="2818305"/>
                  </a:lnTo>
                  <a:lnTo>
                    <a:pt x="7382965" y="2818305"/>
                  </a:lnTo>
                  <a:lnTo>
                    <a:pt x="7379542" y="2818305"/>
                  </a:lnTo>
                  <a:lnTo>
                    <a:pt x="7376120" y="2818305"/>
                  </a:lnTo>
                  <a:lnTo>
                    <a:pt x="7372697" y="2818305"/>
                  </a:lnTo>
                  <a:lnTo>
                    <a:pt x="7369274" y="2818305"/>
                  </a:lnTo>
                  <a:lnTo>
                    <a:pt x="7365851" y="2818305"/>
                  </a:lnTo>
                  <a:lnTo>
                    <a:pt x="7362428" y="2818305"/>
                  </a:lnTo>
                  <a:lnTo>
                    <a:pt x="7359006" y="2818305"/>
                  </a:lnTo>
                  <a:lnTo>
                    <a:pt x="7355583" y="2818305"/>
                  </a:lnTo>
                  <a:lnTo>
                    <a:pt x="7352160" y="2818305"/>
                  </a:lnTo>
                  <a:lnTo>
                    <a:pt x="7348737" y="2818305"/>
                  </a:lnTo>
                  <a:lnTo>
                    <a:pt x="7345314" y="2818305"/>
                  </a:lnTo>
                  <a:lnTo>
                    <a:pt x="7341892" y="2818305"/>
                  </a:lnTo>
                  <a:lnTo>
                    <a:pt x="7338469" y="2818305"/>
                  </a:lnTo>
                  <a:lnTo>
                    <a:pt x="7335046" y="2818305"/>
                  </a:lnTo>
                  <a:lnTo>
                    <a:pt x="7331623" y="2818305"/>
                  </a:lnTo>
                  <a:lnTo>
                    <a:pt x="7328200" y="2818305"/>
                  </a:lnTo>
                  <a:lnTo>
                    <a:pt x="7324778" y="2818305"/>
                  </a:lnTo>
                  <a:lnTo>
                    <a:pt x="7321355" y="2818305"/>
                  </a:lnTo>
                  <a:lnTo>
                    <a:pt x="7317932" y="2818305"/>
                  </a:lnTo>
                  <a:lnTo>
                    <a:pt x="7314509" y="2818305"/>
                  </a:lnTo>
                  <a:lnTo>
                    <a:pt x="7311086" y="2818305"/>
                  </a:lnTo>
                  <a:lnTo>
                    <a:pt x="7307664" y="2818305"/>
                  </a:lnTo>
                  <a:lnTo>
                    <a:pt x="7304241" y="2818305"/>
                  </a:lnTo>
                  <a:lnTo>
                    <a:pt x="7300818" y="2818305"/>
                  </a:lnTo>
                  <a:lnTo>
                    <a:pt x="7297395" y="2818305"/>
                  </a:lnTo>
                  <a:lnTo>
                    <a:pt x="7293972" y="2818305"/>
                  </a:lnTo>
                  <a:lnTo>
                    <a:pt x="7290550" y="2818305"/>
                  </a:lnTo>
                  <a:lnTo>
                    <a:pt x="7287127" y="2818305"/>
                  </a:lnTo>
                  <a:lnTo>
                    <a:pt x="7283704" y="2818305"/>
                  </a:lnTo>
                  <a:lnTo>
                    <a:pt x="7280281" y="2818305"/>
                  </a:lnTo>
                  <a:lnTo>
                    <a:pt x="7276858" y="2818305"/>
                  </a:lnTo>
                  <a:lnTo>
                    <a:pt x="7273436" y="2818305"/>
                  </a:lnTo>
                  <a:lnTo>
                    <a:pt x="7270013" y="2818305"/>
                  </a:lnTo>
                  <a:lnTo>
                    <a:pt x="7266590" y="2818305"/>
                  </a:lnTo>
                  <a:lnTo>
                    <a:pt x="7263167" y="2818305"/>
                  </a:lnTo>
                  <a:lnTo>
                    <a:pt x="7259745" y="2818305"/>
                  </a:lnTo>
                  <a:lnTo>
                    <a:pt x="7256322" y="2818305"/>
                  </a:lnTo>
                  <a:lnTo>
                    <a:pt x="7252899" y="2818305"/>
                  </a:lnTo>
                  <a:lnTo>
                    <a:pt x="7249476" y="2818305"/>
                  </a:lnTo>
                  <a:lnTo>
                    <a:pt x="7246053" y="2818305"/>
                  </a:lnTo>
                  <a:lnTo>
                    <a:pt x="7242631" y="2818305"/>
                  </a:lnTo>
                  <a:lnTo>
                    <a:pt x="7239208" y="2818305"/>
                  </a:lnTo>
                  <a:lnTo>
                    <a:pt x="7235785" y="2818305"/>
                  </a:lnTo>
                  <a:lnTo>
                    <a:pt x="7232362" y="2818305"/>
                  </a:lnTo>
                  <a:lnTo>
                    <a:pt x="7228939" y="2818305"/>
                  </a:lnTo>
                  <a:lnTo>
                    <a:pt x="7225517" y="2818305"/>
                  </a:lnTo>
                  <a:lnTo>
                    <a:pt x="7222094" y="2818305"/>
                  </a:lnTo>
                  <a:lnTo>
                    <a:pt x="7218671" y="2818305"/>
                  </a:lnTo>
                  <a:lnTo>
                    <a:pt x="7215248" y="2818305"/>
                  </a:lnTo>
                  <a:lnTo>
                    <a:pt x="7211825" y="2818305"/>
                  </a:lnTo>
                  <a:lnTo>
                    <a:pt x="7208403" y="2818305"/>
                  </a:lnTo>
                  <a:lnTo>
                    <a:pt x="7204980" y="2818305"/>
                  </a:lnTo>
                  <a:lnTo>
                    <a:pt x="7201557" y="2818305"/>
                  </a:lnTo>
                  <a:lnTo>
                    <a:pt x="7198134" y="2818305"/>
                  </a:lnTo>
                  <a:lnTo>
                    <a:pt x="7194711" y="2818305"/>
                  </a:lnTo>
                  <a:lnTo>
                    <a:pt x="7191289" y="2818305"/>
                  </a:lnTo>
                  <a:lnTo>
                    <a:pt x="7187866" y="2818305"/>
                  </a:lnTo>
                  <a:lnTo>
                    <a:pt x="7184443" y="2818305"/>
                  </a:lnTo>
                  <a:lnTo>
                    <a:pt x="7181020" y="2818305"/>
                  </a:lnTo>
                  <a:lnTo>
                    <a:pt x="7177597" y="2818305"/>
                  </a:lnTo>
                  <a:lnTo>
                    <a:pt x="7174175" y="2818305"/>
                  </a:lnTo>
                  <a:lnTo>
                    <a:pt x="7170752" y="2818305"/>
                  </a:lnTo>
                  <a:lnTo>
                    <a:pt x="7167329" y="2818305"/>
                  </a:lnTo>
                  <a:lnTo>
                    <a:pt x="7163906" y="2818305"/>
                  </a:lnTo>
                  <a:lnTo>
                    <a:pt x="7160484" y="2818305"/>
                  </a:lnTo>
                  <a:lnTo>
                    <a:pt x="7157061" y="2818305"/>
                  </a:lnTo>
                  <a:lnTo>
                    <a:pt x="7153638" y="2818305"/>
                  </a:lnTo>
                  <a:lnTo>
                    <a:pt x="7150215" y="2818305"/>
                  </a:lnTo>
                  <a:lnTo>
                    <a:pt x="7146792" y="2818305"/>
                  </a:lnTo>
                  <a:lnTo>
                    <a:pt x="7143370" y="2818305"/>
                  </a:lnTo>
                  <a:lnTo>
                    <a:pt x="7139947" y="2818305"/>
                  </a:lnTo>
                  <a:lnTo>
                    <a:pt x="7136524" y="2818305"/>
                  </a:lnTo>
                  <a:lnTo>
                    <a:pt x="7133101" y="2818305"/>
                  </a:lnTo>
                  <a:lnTo>
                    <a:pt x="7129678" y="2818305"/>
                  </a:lnTo>
                  <a:lnTo>
                    <a:pt x="7126256" y="2818305"/>
                  </a:lnTo>
                  <a:lnTo>
                    <a:pt x="7122833" y="2818305"/>
                  </a:lnTo>
                  <a:lnTo>
                    <a:pt x="7119410" y="2818305"/>
                  </a:lnTo>
                  <a:lnTo>
                    <a:pt x="7115987" y="2818305"/>
                  </a:lnTo>
                  <a:lnTo>
                    <a:pt x="7112564" y="2818305"/>
                  </a:lnTo>
                  <a:lnTo>
                    <a:pt x="7109142" y="2818305"/>
                  </a:lnTo>
                  <a:lnTo>
                    <a:pt x="7105719" y="2818305"/>
                  </a:lnTo>
                  <a:lnTo>
                    <a:pt x="7102296" y="2818305"/>
                  </a:lnTo>
                  <a:lnTo>
                    <a:pt x="7098873" y="2818305"/>
                  </a:lnTo>
                  <a:lnTo>
                    <a:pt x="7095450" y="2818305"/>
                  </a:lnTo>
                  <a:lnTo>
                    <a:pt x="7092028" y="2818305"/>
                  </a:lnTo>
                  <a:lnTo>
                    <a:pt x="7088605" y="2818305"/>
                  </a:lnTo>
                  <a:lnTo>
                    <a:pt x="7085182" y="2818305"/>
                  </a:lnTo>
                  <a:lnTo>
                    <a:pt x="7081759" y="2818305"/>
                  </a:lnTo>
                  <a:lnTo>
                    <a:pt x="7078336" y="2818305"/>
                  </a:lnTo>
                  <a:lnTo>
                    <a:pt x="7074914" y="2818305"/>
                  </a:lnTo>
                  <a:lnTo>
                    <a:pt x="7071491" y="2818305"/>
                  </a:lnTo>
                  <a:lnTo>
                    <a:pt x="7068068" y="2818305"/>
                  </a:lnTo>
                  <a:lnTo>
                    <a:pt x="7064645" y="2818305"/>
                  </a:lnTo>
                  <a:lnTo>
                    <a:pt x="7061223" y="2818305"/>
                  </a:lnTo>
                  <a:lnTo>
                    <a:pt x="7057800" y="2818305"/>
                  </a:lnTo>
                  <a:lnTo>
                    <a:pt x="7054377" y="2818305"/>
                  </a:lnTo>
                  <a:lnTo>
                    <a:pt x="7050954" y="2818305"/>
                  </a:lnTo>
                  <a:lnTo>
                    <a:pt x="7047531" y="2818305"/>
                  </a:lnTo>
                  <a:lnTo>
                    <a:pt x="7044109" y="2818305"/>
                  </a:lnTo>
                  <a:lnTo>
                    <a:pt x="7040686" y="2818305"/>
                  </a:lnTo>
                  <a:lnTo>
                    <a:pt x="7037263" y="2818305"/>
                  </a:lnTo>
                  <a:lnTo>
                    <a:pt x="7033840" y="2818305"/>
                  </a:lnTo>
                  <a:lnTo>
                    <a:pt x="7030417" y="2818305"/>
                  </a:lnTo>
                  <a:lnTo>
                    <a:pt x="7026995" y="2818305"/>
                  </a:lnTo>
                  <a:lnTo>
                    <a:pt x="7023572" y="2818305"/>
                  </a:lnTo>
                  <a:lnTo>
                    <a:pt x="7020149" y="2818305"/>
                  </a:lnTo>
                  <a:lnTo>
                    <a:pt x="7016726" y="2818305"/>
                  </a:lnTo>
                  <a:lnTo>
                    <a:pt x="7013303" y="2818305"/>
                  </a:lnTo>
                  <a:lnTo>
                    <a:pt x="7009881" y="2818305"/>
                  </a:lnTo>
                  <a:lnTo>
                    <a:pt x="7006458" y="2818305"/>
                  </a:lnTo>
                  <a:lnTo>
                    <a:pt x="7003035" y="2818305"/>
                  </a:lnTo>
                  <a:lnTo>
                    <a:pt x="6999612" y="2818305"/>
                  </a:lnTo>
                  <a:lnTo>
                    <a:pt x="6996189" y="2818305"/>
                  </a:lnTo>
                  <a:lnTo>
                    <a:pt x="6992767" y="2818305"/>
                  </a:lnTo>
                  <a:lnTo>
                    <a:pt x="6989344" y="2818305"/>
                  </a:lnTo>
                  <a:lnTo>
                    <a:pt x="6985921" y="2818305"/>
                  </a:lnTo>
                  <a:lnTo>
                    <a:pt x="6982498" y="2818305"/>
                  </a:lnTo>
                  <a:lnTo>
                    <a:pt x="6979075" y="2818305"/>
                  </a:lnTo>
                  <a:lnTo>
                    <a:pt x="6975653" y="2818305"/>
                  </a:lnTo>
                  <a:lnTo>
                    <a:pt x="6972230" y="2818305"/>
                  </a:lnTo>
                  <a:lnTo>
                    <a:pt x="6968807" y="2818305"/>
                  </a:lnTo>
                  <a:lnTo>
                    <a:pt x="6965384" y="2818305"/>
                  </a:lnTo>
                  <a:lnTo>
                    <a:pt x="6961961" y="2818305"/>
                  </a:lnTo>
                  <a:lnTo>
                    <a:pt x="6958539" y="2818305"/>
                  </a:lnTo>
                  <a:lnTo>
                    <a:pt x="6955116" y="2818305"/>
                  </a:lnTo>
                  <a:lnTo>
                    <a:pt x="6951693" y="2818305"/>
                  </a:lnTo>
                  <a:lnTo>
                    <a:pt x="6948270" y="2818305"/>
                  </a:lnTo>
                  <a:lnTo>
                    <a:pt x="6944848" y="2818305"/>
                  </a:lnTo>
                  <a:lnTo>
                    <a:pt x="6941425" y="2818305"/>
                  </a:lnTo>
                  <a:lnTo>
                    <a:pt x="6938002" y="2818305"/>
                  </a:lnTo>
                  <a:lnTo>
                    <a:pt x="6934579" y="2818305"/>
                  </a:lnTo>
                  <a:lnTo>
                    <a:pt x="6931156" y="2818305"/>
                  </a:lnTo>
                  <a:lnTo>
                    <a:pt x="6927734" y="2818305"/>
                  </a:lnTo>
                  <a:lnTo>
                    <a:pt x="6924311" y="2818305"/>
                  </a:lnTo>
                  <a:lnTo>
                    <a:pt x="6920888" y="2818305"/>
                  </a:lnTo>
                  <a:lnTo>
                    <a:pt x="6917465" y="2818305"/>
                  </a:lnTo>
                  <a:lnTo>
                    <a:pt x="6914042" y="2818305"/>
                  </a:lnTo>
                  <a:lnTo>
                    <a:pt x="6910620" y="2818305"/>
                  </a:lnTo>
                  <a:lnTo>
                    <a:pt x="6907197" y="2818305"/>
                  </a:lnTo>
                  <a:lnTo>
                    <a:pt x="6903774" y="2818305"/>
                  </a:lnTo>
                  <a:lnTo>
                    <a:pt x="6900351" y="2818305"/>
                  </a:lnTo>
                  <a:lnTo>
                    <a:pt x="6896928" y="2818305"/>
                  </a:lnTo>
                  <a:lnTo>
                    <a:pt x="6893506" y="2818305"/>
                  </a:lnTo>
                  <a:lnTo>
                    <a:pt x="6890083" y="2818305"/>
                  </a:lnTo>
                  <a:lnTo>
                    <a:pt x="6886660" y="2818305"/>
                  </a:lnTo>
                  <a:lnTo>
                    <a:pt x="6883237" y="2818305"/>
                  </a:lnTo>
                  <a:lnTo>
                    <a:pt x="6879814" y="2818305"/>
                  </a:lnTo>
                  <a:lnTo>
                    <a:pt x="6876392" y="2818305"/>
                  </a:lnTo>
                  <a:lnTo>
                    <a:pt x="6872969" y="2818305"/>
                  </a:lnTo>
                  <a:lnTo>
                    <a:pt x="6869546" y="2818305"/>
                  </a:lnTo>
                  <a:lnTo>
                    <a:pt x="6866123" y="2818305"/>
                  </a:lnTo>
                  <a:lnTo>
                    <a:pt x="6862700" y="2818305"/>
                  </a:lnTo>
                  <a:lnTo>
                    <a:pt x="6859278" y="2818305"/>
                  </a:lnTo>
                  <a:lnTo>
                    <a:pt x="6855855" y="2818305"/>
                  </a:lnTo>
                  <a:lnTo>
                    <a:pt x="6852432" y="2818305"/>
                  </a:lnTo>
                  <a:lnTo>
                    <a:pt x="6849009" y="2818305"/>
                  </a:lnTo>
                  <a:lnTo>
                    <a:pt x="6845587" y="2818305"/>
                  </a:lnTo>
                  <a:lnTo>
                    <a:pt x="6842164" y="2818305"/>
                  </a:lnTo>
                  <a:lnTo>
                    <a:pt x="6838741" y="2818305"/>
                  </a:lnTo>
                  <a:lnTo>
                    <a:pt x="6835318" y="2818305"/>
                  </a:lnTo>
                  <a:lnTo>
                    <a:pt x="6831895" y="2818305"/>
                  </a:lnTo>
                  <a:lnTo>
                    <a:pt x="6828473" y="2818305"/>
                  </a:lnTo>
                  <a:lnTo>
                    <a:pt x="6825050" y="2818305"/>
                  </a:lnTo>
                  <a:lnTo>
                    <a:pt x="6821627" y="2818305"/>
                  </a:lnTo>
                  <a:lnTo>
                    <a:pt x="6818204" y="2818305"/>
                  </a:lnTo>
                  <a:lnTo>
                    <a:pt x="6814781" y="2818305"/>
                  </a:lnTo>
                  <a:lnTo>
                    <a:pt x="6811359" y="2818305"/>
                  </a:lnTo>
                  <a:lnTo>
                    <a:pt x="6807936" y="2818305"/>
                  </a:lnTo>
                  <a:lnTo>
                    <a:pt x="6804513" y="2818305"/>
                  </a:lnTo>
                  <a:lnTo>
                    <a:pt x="6801090" y="2818305"/>
                  </a:lnTo>
                  <a:lnTo>
                    <a:pt x="6797667" y="2818305"/>
                  </a:lnTo>
                  <a:lnTo>
                    <a:pt x="6794245" y="2818305"/>
                  </a:lnTo>
                  <a:lnTo>
                    <a:pt x="6790822" y="2818305"/>
                  </a:lnTo>
                  <a:lnTo>
                    <a:pt x="6787399" y="2818305"/>
                  </a:lnTo>
                  <a:lnTo>
                    <a:pt x="6783976" y="2818305"/>
                  </a:lnTo>
                  <a:lnTo>
                    <a:pt x="6780553" y="2818305"/>
                  </a:lnTo>
                  <a:lnTo>
                    <a:pt x="6777131" y="2818305"/>
                  </a:lnTo>
                  <a:lnTo>
                    <a:pt x="6773708" y="2818305"/>
                  </a:lnTo>
                  <a:lnTo>
                    <a:pt x="6770285" y="2818305"/>
                  </a:lnTo>
                  <a:lnTo>
                    <a:pt x="6766862" y="2818305"/>
                  </a:lnTo>
                  <a:lnTo>
                    <a:pt x="6763439" y="2818305"/>
                  </a:lnTo>
                  <a:lnTo>
                    <a:pt x="6760017" y="2818305"/>
                  </a:lnTo>
                  <a:lnTo>
                    <a:pt x="6756594" y="2818305"/>
                  </a:lnTo>
                  <a:lnTo>
                    <a:pt x="6753171" y="2818305"/>
                  </a:lnTo>
                  <a:lnTo>
                    <a:pt x="6749748" y="2818305"/>
                  </a:lnTo>
                  <a:lnTo>
                    <a:pt x="6746325" y="2818305"/>
                  </a:lnTo>
                  <a:lnTo>
                    <a:pt x="6742903" y="2818305"/>
                  </a:lnTo>
                  <a:lnTo>
                    <a:pt x="6739480" y="2818305"/>
                  </a:lnTo>
                  <a:lnTo>
                    <a:pt x="6736057" y="2818305"/>
                  </a:lnTo>
                  <a:lnTo>
                    <a:pt x="6732634" y="2818305"/>
                  </a:lnTo>
                  <a:lnTo>
                    <a:pt x="6729212" y="2818305"/>
                  </a:lnTo>
                  <a:lnTo>
                    <a:pt x="6725789" y="2818305"/>
                  </a:lnTo>
                  <a:lnTo>
                    <a:pt x="6722366" y="2818305"/>
                  </a:lnTo>
                  <a:lnTo>
                    <a:pt x="6718943" y="2818305"/>
                  </a:lnTo>
                  <a:lnTo>
                    <a:pt x="6715520" y="2818305"/>
                  </a:lnTo>
                  <a:lnTo>
                    <a:pt x="6712098" y="2818305"/>
                  </a:lnTo>
                  <a:lnTo>
                    <a:pt x="6708675" y="2818305"/>
                  </a:lnTo>
                  <a:lnTo>
                    <a:pt x="6705252" y="2818305"/>
                  </a:lnTo>
                  <a:lnTo>
                    <a:pt x="6701829" y="2818305"/>
                  </a:lnTo>
                  <a:lnTo>
                    <a:pt x="6698406" y="2818305"/>
                  </a:lnTo>
                  <a:lnTo>
                    <a:pt x="6694984" y="2818305"/>
                  </a:lnTo>
                  <a:lnTo>
                    <a:pt x="6691561" y="2818305"/>
                  </a:lnTo>
                  <a:lnTo>
                    <a:pt x="6688138" y="2818305"/>
                  </a:lnTo>
                  <a:lnTo>
                    <a:pt x="6684715" y="2818305"/>
                  </a:lnTo>
                  <a:lnTo>
                    <a:pt x="6681292" y="2818305"/>
                  </a:lnTo>
                  <a:lnTo>
                    <a:pt x="6677870" y="2818305"/>
                  </a:lnTo>
                  <a:lnTo>
                    <a:pt x="6674447" y="2818305"/>
                  </a:lnTo>
                  <a:lnTo>
                    <a:pt x="6671024" y="2818305"/>
                  </a:lnTo>
                  <a:lnTo>
                    <a:pt x="6667601" y="2818305"/>
                  </a:lnTo>
                  <a:lnTo>
                    <a:pt x="6664178" y="2818305"/>
                  </a:lnTo>
                  <a:lnTo>
                    <a:pt x="6660756" y="2818305"/>
                  </a:lnTo>
                  <a:lnTo>
                    <a:pt x="6657333" y="2818305"/>
                  </a:lnTo>
                  <a:lnTo>
                    <a:pt x="6653910" y="2818305"/>
                  </a:lnTo>
                  <a:lnTo>
                    <a:pt x="6650487" y="2818305"/>
                  </a:lnTo>
                  <a:lnTo>
                    <a:pt x="6647064" y="2818305"/>
                  </a:lnTo>
                  <a:lnTo>
                    <a:pt x="6643642" y="2818305"/>
                  </a:lnTo>
                  <a:lnTo>
                    <a:pt x="6640219" y="2818305"/>
                  </a:lnTo>
                  <a:lnTo>
                    <a:pt x="6636796" y="2818305"/>
                  </a:lnTo>
                  <a:lnTo>
                    <a:pt x="6633373" y="2818305"/>
                  </a:lnTo>
                  <a:lnTo>
                    <a:pt x="6629951" y="2818305"/>
                  </a:lnTo>
                  <a:lnTo>
                    <a:pt x="6626528" y="2818305"/>
                  </a:lnTo>
                  <a:lnTo>
                    <a:pt x="6623105" y="2818305"/>
                  </a:lnTo>
                  <a:lnTo>
                    <a:pt x="6619682" y="2818305"/>
                  </a:lnTo>
                  <a:lnTo>
                    <a:pt x="6616259" y="2818305"/>
                  </a:lnTo>
                  <a:lnTo>
                    <a:pt x="6612837" y="2818305"/>
                  </a:lnTo>
                  <a:lnTo>
                    <a:pt x="6609414" y="2818305"/>
                  </a:lnTo>
                  <a:lnTo>
                    <a:pt x="6605991" y="2818305"/>
                  </a:lnTo>
                  <a:lnTo>
                    <a:pt x="6602568" y="2818305"/>
                  </a:lnTo>
                  <a:lnTo>
                    <a:pt x="6599145" y="2818305"/>
                  </a:lnTo>
                  <a:lnTo>
                    <a:pt x="6595723" y="2818305"/>
                  </a:lnTo>
                  <a:lnTo>
                    <a:pt x="6592300" y="2818305"/>
                  </a:lnTo>
                  <a:lnTo>
                    <a:pt x="6588877" y="2818305"/>
                  </a:lnTo>
                  <a:lnTo>
                    <a:pt x="6585454" y="2818305"/>
                  </a:lnTo>
                  <a:lnTo>
                    <a:pt x="6582031" y="2818305"/>
                  </a:lnTo>
                  <a:lnTo>
                    <a:pt x="6578609" y="2818305"/>
                  </a:lnTo>
                  <a:lnTo>
                    <a:pt x="6575186" y="2818305"/>
                  </a:lnTo>
                  <a:lnTo>
                    <a:pt x="6571763" y="2818305"/>
                  </a:lnTo>
                  <a:lnTo>
                    <a:pt x="6568340" y="2818305"/>
                  </a:lnTo>
                  <a:lnTo>
                    <a:pt x="6564917" y="2818305"/>
                  </a:lnTo>
                  <a:lnTo>
                    <a:pt x="6561495" y="2818305"/>
                  </a:lnTo>
                  <a:lnTo>
                    <a:pt x="6558072" y="2818305"/>
                  </a:lnTo>
                  <a:lnTo>
                    <a:pt x="6554649" y="2818305"/>
                  </a:lnTo>
                  <a:lnTo>
                    <a:pt x="6551226" y="2818305"/>
                  </a:lnTo>
                  <a:lnTo>
                    <a:pt x="6547803" y="2818305"/>
                  </a:lnTo>
                  <a:lnTo>
                    <a:pt x="6544381" y="2818305"/>
                  </a:lnTo>
                  <a:lnTo>
                    <a:pt x="6540958" y="2818305"/>
                  </a:lnTo>
                  <a:lnTo>
                    <a:pt x="6537535" y="2818305"/>
                  </a:lnTo>
                  <a:lnTo>
                    <a:pt x="6534112" y="2818305"/>
                  </a:lnTo>
                  <a:lnTo>
                    <a:pt x="6530690" y="2818305"/>
                  </a:lnTo>
                  <a:lnTo>
                    <a:pt x="6527267" y="2818305"/>
                  </a:lnTo>
                  <a:lnTo>
                    <a:pt x="6523844" y="2818305"/>
                  </a:lnTo>
                  <a:lnTo>
                    <a:pt x="6520421" y="2818305"/>
                  </a:lnTo>
                  <a:lnTo>
                    <a:pt x="6516998" y="2818305"/>
                  </a:lnTo>
                  <a:lnTo>
                    <a:pt x="6513576" y="2818305"/>
                  </a:lnTo>
                  <a:lnTo>
                    <a:pt x="6510153" y="2818305"/>
                  </a:lnTo>
                  <a:lnTo>
                    <a:pt x="6506730" y="2818305"/>
                  </a:lnTo>
                  <a:lnTo>
                    <a:pt x="6503307" y="2818305"/>
                  </a:lnTo>
                  <a:lnTo>
                    <a:pt x="6499884" y="2818305"/>
                  </a:lnTo>
                  <a:lnTo>
                    <a:pt x="6496462" y="2818305"/>
                  </a:lnTo>
                  <a:lnTo>
                    <a:pt x="6493039" y="2818305"/>
                  </a:lnTo>
                  <a:lnTo>
                    <a:pt x="6489616" y="2818305"/>
                  </a:lnTo>
                  <a:lnTo>
                    <a:pt x="6486193" y="2818305"/>
                  </a:lnTo>
                  <a:lnTo>
                    <a:pt x="6482770" y="2818305"/>
                  </a:lnTo>
                  <a:lnTo>
                    <a:pt x="6479348" y="2818305"/>
                  </a:lnTo>
                  <a:lnTo>
                    <a:pt x="6475925" y="2818305"/>
                  </a:lnTo>
                  <a:lnTo>
                    <a:pt x="6472502" y="2818305"/>
                  </a:lnTo>
                  <a:lnTo>
                    <a:pt x="6469079" y="2818305"/>
                  </a:lnTo>
                  <a:lnTo>
                    <a:pt x="6465656" y="2818305"/>
                  </a:lnTo>
                  <a:lnTo>
                    <a:pt x="6462234" y="2818305"/>
                  </a:lnTo>
                  <a:lnTo>
                    <a:pt x="6458811" y="2818305"/>
                  </a:lnTo>
                  <a:lnTo>
                    <a:pt x="6455388" y="2818305"/>
                  </a:lnTo>
                  <a:lnTo>
                    <a:pt x="6451965" y="2818305"/>
                  </a:lnTo>
                  <a:lnTo>
                    <a:pt x="6448542" y="2818305"/>
                  </a:lnTo>
                  <a:lnTo>
                    <a:pt x="6445120" y="2818305"/>
                  </a:lnTo>
                  <a:lnTo>
                    <a:pt x="6441697" y="2818305"/>
                  </a:lnTo>
                  <a:lnTo>
                    <a:pt x="6438274" y="2818305"/>
                  </a:lnTo>
                  <a:lnTo>
                    <a:pt x="6434851" y="2818305"/>
                  </a:lnTo>
                  <a:lnTo>
                    <a:pt x="6431428" y="2818305"/>
                  </a:lnTo>
                  <a:lnTo>
                    <a:pt x="6428006" y="2818305"/>
                  </a:lnTo>
                  <a:lnTo>
                    <a:pt x="6424583" y="2818305"/>
                  </a:lnTo>
                  <a:lnTo>
                    <a:pt x="6421160" y="2818305"/>
                  </a:lnTo>
                  <a:lnTo>
                    <a:pt x="6417737" y="2818305"/>
                  </a:lnTo>
                  <a:lnTo>
                    <a:pt x="6414315" y="2818305"/>
                  </a:lnTo>
                  <a:lnTo>
                    <a:pt x="6410892" y="2818305"/>
                  </a:lnTo>
                  <a:lnTo>
                    <a:pt x="6407469" y="2818305"/>
                  </a:lnTo>
                  <a:lnTo>
                    <a:pt x="6404046" y="2818305"/>
                  </a:lnTo>
                  <a:lnTo>
                    <a:pt x="6400623" y="2818305"/>
                  </a:lnTo>
                  <a:lnTo>
                    <a:pt x="6397201" y="2818305"/>
                  </a:lnTo>
                  <a:lnTo>
                    <a:pt x="6393778" y="2818305"/>
                  </a:lnTo>
                  <a:lnTo>
                    <a:pt x="6390355" y="2818305"/>
                  </a:lnTo>
                  <a:lnTo>
                    <a:pt x="6386932" y="2818305"/>
                  </a:lnTo>
                  <a:lnTo>
                    <a:pt x="6383509" y="2818305"/>
                  </a:lnTo>
                  <a:lnTo>
                    <a:pt x="6380087" y="2818305"/>
                  </a:lnTo>
                  <a:lnTo>
                    <a:pt x="6376664" y="2818305"/>
                  </a:lnTo>
                  <a:lnTo>
                    <a:pt x="6373241" y="2818305"/>
                  </a:lnTo>
                  <a:lnTo>
                    <a:pt x="6369818" y="2818305"/>
                  </a:lnTo>
                  <a:lnTo>
                    <a:pt x="6366395" y="2818305"/>
                  </a:lnTo>
                  <a:lnTo>
                    <a:pt x="6362973" y="2818305"/>
                  </a:lnTo>
                  <a:lnTo>
                    <a:pt x="6359550" y="2818305"/>
                  </a:lnTo>
                  <a:lnTo>
                    <a:pt x="6356127" y="2818305"/>
                  </a:lnTo>
                  <a:lnTo>
                    <a:pt x="6352704" y="2818305"/>
                  </a:lnTo>
                  <a:lnTo>
                    <a:pt x="6349281" y="2818305"/>
                  </a:lnTo>
                  <a:lnTo>
                    <a:pt x="6345859" y="2818305"/>
                  </a:lnTo>
                  <a:lnTo>
                    <a:pt x="6342436" y="2818305"/>
                  </a:lnTo>
                  <a:lnTo>
                    <a:pt x="6339013" y="2818305"/>
                  </a:lnTo>
                  <a:lnTo>
                    <a:pt x="6335590" y="2818305"/>
                  </a:lnTo>
                  <a:lnTo>
                    <a:pt x="6332167" y="2818305"/>
                  </a:lnTo>
                  <a:lnTo>
                    <a:pt x="6328745" y="2818305"/>
                  </a:lnTo>
                  <a:lnTo>
                    <a:pt x="6325322" y="2818305"/>
                  </a:lnTo>
                  <a:lnTo>
                    <a:pt x="6321899" y="2818305"/>
                  </a:lnTo>
                  <a:lnTo>
                    <a:pt x="6318476" y="2818305"/>
                  </a:lnTo>
                  <a:lnTo>
                    <a:pt x="6315054" y="2818305"/>
                  </a:lnTo>
                  <a:lnTo>
                    <a:pt x="6311631" y="2818305"/>
                  </a:lnTo>
                  <a:lnTo>
                    <a:pt x="6308208" y="2818305"/>
                  </a:lnTo>
                  <a:lnTo>
                    <a:pt x="6304785" y="2818305"/>
                  </a:lnTo>
                  <a:lnTo>
                    <a:pt x="6301362" y="2818305"/>
                  </a:lnTo>
                  <a:lnTo>
                    <a:pt x="6297940" y="2818305"/>
                  </a:lnTo>
                  <a:lnTo>
                    <a:pt x="6294517" y="2818305"/>
                  </a:lnTo>
                  <a:lnTo>
                    <a:pt x="6291094" y="2818305"/>
                  </a:lnTo>
                  <a:lnTo>
                    <a:pt x="6287671" y="2818305"/>
                  </a:lnTo>
                  <a:lnTo>
                    <a:pt x="6284248" y="2818305"/>
                  </a:lnTo>
                  <a:lnTo>
                    <a:pt x="6280826" y="2818305"/>
                  </a:lnTo>
                  <a:lnTo>
                    <a:pt x="6277403" y="2818305"/>
                  </a:lnTo>
                  <a:lnTo>
                    <a:pt x="6273980" y="2818305"/>
                  </a:lnTo>
                  <a:lnTo>
                    <a:pt x="6270557" y="2818305"/>
                  </a:lnTo>
                  <a:lnTo>
                    <a:pt x="6267134" y="2818305"/>
                  </a:lnTo>
                  <a:lnTo>
                    <a:pt x="6263712" y="2818305"/>
                  </a:lnTo>
                  <a:lnTo>
                    <a:pt x="6260289" y="2818305"/>
                  </a:lnTo>
                  <a:lnTo>
                    <a:pt x="6256866" y="2818305"/>
                  </a:lnTo>
                  <a:lnTo>
                    <a:pt x="6253443" y="2818305"/>
                  </a:lnTo>
                  <a:lnTo>
                    <a:pt x="6250020" y="2818305"/>
                  </a:lnTo>
                  <a:lnTo>
                    <a:pt x="6246598" y="2818305"/>
                  </a:lnTo>
                  <a:lnTo>
                    <a:pt x="6243175" y="2818305"/>
                  </a:lnTo>
                  <a:lnTo>
                    <a:pt x="6239752" y="2818305"/>
                  </a:lnTo>
                  <a:lnTo>
                    <a:pt x="6236329" y="2818305"/>
                  </a:lnTo>
                  <a:lnTo>
                    <a:pt x="6232906" y="2818305"/>
                  </a:lnTo>
                  <a:lnTo>
                    <a:pt x="6229484" y="2818305"/>
                  </a:lnTo>
                  <a:lnTo>
                    <a:pt x="6226061" y="2818305"/>
                  </a:lnTo>
                  <a:lnTo>
                    <a:pt x="6222638" y="2818305"/>
                  </a:lnTo>
                  <a:lnTo>
                    <a:pt x="6219215" y="2818305"/>
                  </a:lnTo>
                  <a:lnTo>
                    <a:pt x="6215793" y="2818305"/>
                  </a:lnTo>
                  <a:lnTo>
                    <a:pt x="6212370" y="2818305"/>
                  </a:lnTo>
                  <a:lnTo>
                    <a:pt x="6208947" y="2818305"/>
                  </a:lnTo>
                  <a:lnTo>
                    <a:pt x="6205524" y="2818305"/>
                  </a:lnTo>
                  <a:lnTo>
                    <a:pt x="6202101" y="2818305"/>
                  </a:lnTo>
                  <a:lnTo>
                    <a:pt x="6198679" y="2818305"/>
                  </a:lnTo>
                  <a:lnTo>
                    <a:pt x="6195256" y="2818305"/>
                  </a:lnTo>
                  <a:lnTo>
                    <a:pt x="6191833" y="2818305"/>
                  </a:lnTo>
                  <a:lnTo>
                    <a:pt x="6188410" y="2818305"/>
                  </a:lnTo>
                  <a:lnTo>
                    <a:pt x="6184987" y="2818305"/>
                  </a:lnTo>
                  <a:lnTo>
                    <a:pt x="6181565" y="2818305"/>
                  </a:lnTo>
                  <a:lnTo>
                    <a:pt x="6178142" y="2818305"/>
                  </a:lnTo>
                  <a:lnTo>
                    <a:pt x="6174719" y="2818305"/>
                  </a:lnTo>
                  <a:lnTo>
                    <a:pt x="6171296" y="2818305"/>
                  </a:lnTo>
                  <a:lnTo>
                    <a:pt x="6167873" y="2818305"/>
                  </a:lnTo>
                  <a:lnTo>
                    <a:pt x="6164451" y="2818305"/>
                  </a:lnTo>
                  <a:lnTo>
                    <a:pt x="6161028" y="2818305"/>
                  </a:lnTo>
                  <a:lnTo>
                    <a:pt x="6157605" y="2818305"/>
                  </a:lnTo>
                  <a:lnTo>
                    <a:pt x="6154182" y="2818305"/>
                  </a:lnTo>
                  <a:lnTo>
                    <a:pt x="6150759" y="2818305"/>
                  </a:lnTo>
                  <a:lnTo>
                    <a:pt x="6147337" y="2818305"/>
                  </a:lnTo>
                  <a:lnTo>
                    <a:pt x="6143914" y="2818305"/>
                  </a:lnTo>
                  <a:lnTo>
                    <a:pt x="6140491" y="2818305"/>
                  </a:lnTo>
                  <a:lnTo>
                    <a:pt x="6137068" y="2818305"/>
                  </a:lnTo>
                  <a:lnTo>
                    <a:pt x="6133645" y="2818305"/>
                  </a:lnTo>
                  <a:lnTo>
                    <a:pt x="6130223" y="2818305"/>
                  </a:lnTo>
                  <a:lnTo>
                    <a:pt x="6126800" y="2818305"/>
                  </a:lnTo>
                  <a:lnTo>
                    <a:pt x="6123377" y="2818305"/>
                  </a:lnTo>
                  <a:lnTo>
                    <a:pt x="6119954" y="2818305"/>
                  </a:lnTo>
                  <a:lnTo>
                    <a:pt x="6116531" y="2818305"/>
                  </a:lnTo>
                  <a:lnTo>
                    <a:pt x="6113109" y="2818305"/>
                  </a:lnTo>
                  <a:lnTo>
                    <a:pt x="6109686" y="2818305"/>
                  </a:lnTo>
                  <a:lnTo>
                    <a:pt x="6106263" y="2818305"/>
                  </a:lnTo>
                  <a:lnTo>
                    <a:pt x="6102840" y="2818305"/>
                  </a:lnTo>
                  <a:lnTo>
                    <a:pt x="6099418" y="2818305"/>
                  </a:lnTo>
                  <a:lnTo>
                    <a:pt x="6095995" y="2818305"/>
                  </a:lnTo>
                  <a:lnTo>
                    <a:pt x="6092572" y="2818305"/>
                  </a:lnTo>
                  <a:lnTo>
                    <a:pt x="6089149" y="2818305"/>
                  </a:lnTo>
                  <a:lnTo>
                    <a:pt x="6085726" y="2818305"/>
                  </a:lnTo>
                  <a:lnTo>
                    <a:pt x="6082304" y="2818305"/>
                  </a:lnTo>
                  <a:lnTo>
                    <a:pt x="6078881" y="2818305"/>
                  </a:lnTo>
                  <a:lnTo>
                    <a:pt x="6075458" y="2818305"/>
                  </a:lnTo>
                  <a:lnTo>
                    <a:pt x="6072035" y="2818305"/>
                  </a:lnTo>
                  <a:lnTo>
                    <a:pt x="6068612" y="2818305"/>
                  </a:lnTo>
                  <a:lnTo>
                    <a:pt x="6065190" y="2818305"/>
                  </a:lnTo>
                  <a:lnTo>
                    <a:pt x="6061767" y="2818305"/>
                  </a:lnTo>
                  <a:lnTo>
                    <a:pt x="6058344" y="2818305"/>
                  </a:lnTo>
                  <a:lnTo>
                    <a:pt x="6054921" y="2818305"/>
                  </a:lnTo>
                  <a:lnTo>
                    <a:pt x="6051498" y="2818305"/>
                  </a:lnTo>
                  <a:lnTo>
                    <a:pt x="6048076" y="2818305"/>
                  </a:lnTo>
                  <a:lnTo>
                    <a:pt x="6044653" y="2818305"/>
                  </a:lnTo>
                  <a:lnTo>
                    <a:pt x="6041230" y="2818305"/>
                  </a:lnTo>
                  <a:lnTo>
                    <a:pt x="6037807" y="2818305"/>
                  </a:lnTo>
                  <a:lnTo>
                    <a:pt x="6034384" y="2818305"/>
                  </a:lnTo>
                  <a:lnTo>
                    <a:pt x="6030962" y="2818305"/>
                  </a:lnTo>
                  <a:lnTo>
                    <a:pt x="6027539" y="2818305"/>
                  </a:lnTo>
                  <a:lnTo>
                    <a:pt x="6024116" y="2818305"/>
                  </a:lnTo>
                  <a:lnTo>
                    <a:pt x="6020693" y="2818305"/>
                  </a:lnTo>
                  <a:lnTo>
                    <a:pt x="6017270" y="2818305"/>
                  </a:lnTo>
                  <a:lnTo>
                    <a:pt x="6013848" y="2818305"/>
                  </a:lnTo>
                  <a:lnTo>
                    <a:pt x="6010425" y="2818305"/>
                  </a:lnTo>
                  <a:lnTo>
                    <a:pt x="6007002" y="2818305"/>
                  </a:lnTo>
                  <a:lnTo>
                    <a:pt x="6003579" y="2818305"/>
                  </a:lnTo>
                  <a:lnTo>
                    <a:pt x="6000157" y="2818305"/>
                  </a:lnTo>
                  <a:lnTo>
                    <a:pt x="5996734" y="2818305"/>
                  </a:lnTo>
                  <a:lnTo>
                    <a:pt x="5993311" y="2818305"/>
                  </a:lnTo>
                  <a:lnTo>
                    <a:pt x="5989888" y="2818305"/>
                  </a:lnTo>
                  <a:lnTo>
                    <a:pt x="5986465" y="2818305"/>
                  </a:lnTo>
                  <a:lnTo>
                    <a:pt x="5983043" y="2818305"/>
                  </a:lnTo>
                  <a:lnTo>
                    <a:pt x="5979620" y="2818305"/>
                  </a:lnTo>
                  <a:lnTo>
                    <a:pt x="5976197" y="2818305"/>
                  </a:lnTo>
                  <a:lnTo>
                    <a:pt x="5972774" y="2818305"/>
                  </a:lnTo>
                  <a:lnTo>
                    <a:pt x="5969351" y="2818305"/>
                  </a:lnTo>
                  <a:lnTo>
                    <a:pt x="5965929" y="2818305"/>
                  </a:lnTo>
                  <a:lnTo>
                    <a:pt x="5962506" y="2818305"/>
                  </a:lnTo>
                  <a:lnTo>
                    <a:pt x="5959083" y="2818305"/>
                  </a:lnTo>
                  <a:lnTo>
                    <a:pt x="5955660" y="2818305"/>
                  </a:lnTo>
                  <a:lnTo>
                    <a:pt x="5952237" y="2818305"/>
                  </a:lnTo>
                  <a:lnTo>
                    <a:pt x="5948815" y="2818305"/>
                  </a:lnTo>
                  <a:lnTo>
                    <a:pt x="5945392" y="2818305"/>
                  </a:lnTo>
                  <a:lnTo>
                    <a:pt x="5941969" y="2818305"/>
                  </a:lnTo>
                  <a:lnTo>
                    <a:pt x="5938546" y="2818305"/>
                  </a:lnTo>
                  <a:lnTo>
                    <a:pt x="5935123" y="2818305"/>
                  </a:lnTo>
                  <a:lnTo>
                    <a:pt x="5931701" y="2818305"/>
                  </a:lnTo>
                  <a:lnTo>
                    <a:pt x="5928278" y="2818305"/>
                  </a:lnTo>
                  <a:lnTo>
                    <a:pt x="5924855" y="2818305"/>
                  </a:lnTo>
                  <a:lnTo>
                    <a:pt x="5921432" y="2818305"/>
                  </a:lnTo>
                  <a:lnTo>
                    <a:pt x="5918009" y="2818305"/>
                  </a:lnTo>
                  <a:lnTo>
                    <a:pt x="5914587" y="2818305"/>
                  </a:lnTo>
                  <a:lnTo>
                    <a:pt x="5911164" y="2818305"/>
                  </a:lnTo>
                  <a:lnTo>
                    <a:pt x="5907741" y="2818305"/>
                  </a:lnTo>
                  <a:lnTo>
                    <a:pt x="5904318" y="2818305"/>
                  </a:lnTo>
                  <a:lnTo>
                    <a:pt x="5900896" y="2818305"/>
                  </a:lnTo>
                  <a:lnTo>
                    <a:pt x="5897473" y="2818305"/>
                  </a:lnTo>
                  <a:lnTo>
                    <a:pt x="5894050" y="2818305"/>
                  </a:lnTo>
                  <a:lnTo>
                    <a:pt x="5890627" y="2818305"/>
                  </a:lnTo>
                  <a:lnTo>
                    <a:pt x="5887204" y="2818305"/>
                  </a:lnTo>
                  <a:lnTo>
                    <a:pt x="5883782" y="2818305"/>
                  </a:lnTo>
                  <a:lnTo>
                    <a:pt x="5880359" y="2818305"/>
                  </a:lnTo>
                  <a:lnTo>
                    <a:pt x="5876936" y="2818305"/>
                  </a:lnTo>
                  <a:lnTo>
                    <a:pt x="5873513" y="2818305"/>
                  </a:lnTo>
                  <a:lnTo>
                    <a:pt x="5870090" y="2818305"/>
                  </a:lnTo>
                  <a:lnTo>
                    <a:pt x="5866668" y="2818305"/>
                  </a:lnTo>
                  <a:lnTo>
                    <a:pt x="5863245" y="2818305"/>
                  </a:lnTo>
                  <a:lnTo>
                    <a:pt x="5859822" y="2818305"/>
                  </a:lnTo>
                  <a:lnTo>
                    <a:pt x="5856399" y="2818305"/>
                  </a:lnTo>
                  <a:lnTo>
                    <a:pt x="5852976" y="2818305"/>
                  </a:lnTo>
                  <a:lnTo>
                    <a:pt x="5849554" y="2818305"/>
                  </a:lnTo>
                  <a:lnTo>
                    <a:pt x="5846131" y="2818305"/>
                  </a:lnTo>
                  <a:lnTo>
                    <a:pt x="5842708" y="2818305"/>
                  </a:lnTo>
                  <a:lnTo>
                    <a:pt x="5839285" y="2818305"/>
                  </a:lnTo>
                  <a:lnTo>
                    <a:pt x="5835862" y="2818305"/>
                  </a:lnTo>
                  <a:lnTo>
                    <a:pt x="5832440" y="2818305"/>
                  </a:lnTo>
                  <a:lnTo>
                    <a:pt x="5829017" y="2818305"/>
                  </a:lnTo>
                  <a:lnTo>
                    <a:pt x="5825594" y="2818305"/>
                  </a:lnTo>
                  <a:lnTo>
                    <a:pt x="5822171" y="2818305"/>
                  </a:lnTo>
                  <a:lnTo>
                    <a:pt x="5818748" y="2818305"/>
                  </a:lnTo>
                  <a:lnTo>
                    <a:pt x="5815326" y="2818305"/>
                  </a:lnTo>
                  <a:lnTo>
                    <a:pt x="5811903" y="2818305"/>
                  </a:lnTo>
                  <a:lnTo>
                    <a:pt x="5808480" y="2818305"/>
                  </a:lnTo>
                  <a:lnTo>
                    <a:pt x="5805057" y="2818305"/>
                  </a:lnTo>
                  <a:lnTo>
                    <a:pt x="5801634" y="2818305"/>
                  </a:lnTo>
                  <a:lnTo>
                    <a:pt x="5798212" y="2818305"/>
                  </a:lnTo>
                  <a:lnTo>
                    <a:pt x="5794789" y="2818305"/>
                  </a:lnTo>
                  <a:lnTo>
                    <a:pt x="5791366" y="2818305"/>
                  </a:lnTo>
                  <a:lnTo>
                    <a:pt x="5787943" y="2818305"/>
                  </a:lnTo>
                  <a:lnTo>
                    <a:pt x="5784521" y="2818305"/>
                  </a:lnTo>
                  <a:lnTo>
                    <a:pt x="5781098" y="2818305"/>
                  </a:lnTo>
                  <a:lnTo>
                    <a:pt x="5777675" y="2818305"/>
                  </a:lnTo>
                  <a:lnTo>
                    <a:pt x="5774252" y="2818305"/>
                  </a:lnTo>
                  <a:lnTo>
                    <a:pt x="5770829" y="2818305"/>
                  </a:lnTo>
                  <a:lnTo>
                    <a:pt x="5767407" y="2818305"/>
                  </a:lnTo>
                  <a:lnTo>
                    <a:pt x="5763984" y="2818305"/>
                  </a:lnTo>
                  <a:lnTo>
                    <a:pt x="5760561" y="2818305"/>
                  </a:lnTo>
                  <a:lnTo>
                    <a:pt x="5757138" y="2818305"/>
                  </a:lnTo>
                  <a:lnTo>
                    <a:pt x="5753715" y="2818305"/>
                  </a:lnTo>
                  <a:lnTo>
                    <a:pt x="5750293" y="2818305"/>
                  </a:lnTo>
                  <a:lnTo>
                    <a:pt x="5746870" y="2818305"/>
                  </a:lnTo>
                  <a:lnTo>
                    <a:pt x="5743447" y="2818305"/>
                  </a:lnTo>
                  <a:lnTo>
                    <a:pt x="5740024" y="2818305"/>
                  </a:lnTo>
                  <a:lnTo>
                    <a:pt x="5736601" y="2818305"/>
                  </a:lnTo>
                  <a:lnTo>
                    <a:pt x="5733179" y="2818305"/>
                  </a:lnTo>
                  <a:lnTo>
                    <a:pt x="5729756" y="2818305"/>
                  </a:lnTo>
                  <a:lnTo>
                    <a:pt x="5726333" y="2818305"/>
                  </a:lnTo>
                  <a:lnTo>
                    <a:pt x="5722910" y="2818305"/>
                  </a:lnTo>
                  <a:lnTo>
                    <a:pt x="5719487" y="2818305"/>
                  </a:lnTo>
                  <a:lnTo>
                    <a:pt x="5716065" y="2818305"/>
                  </a:lnTo>
                  <a:lnTo>
                    <a:pt x="5712642" y="2818305"/>
                  </a:lnTo>
                  <a:lnTo>
                    <a:pt x="5709219" y="2818305"/>
                  </a:lnTo>
                  <a:lnTo>
                    <a:pt x="5705796" y="2818305"/>
                  </a:lnTo>
                  <a:lnTo>
                    <a:pt x="5702373" y="2818305"/>
                  </a:lnTo>
                  <a:lnTo>
                    <a:pt x="5698951" y="2818305"/>
                  </a:lnTo>
                  <a:lnTo>
                    <a:pt x="5695528" y="2818305"/>
                  </a:lnTo>
                  <a:lnTo>
                    <a:pt x="5692105" y="2818305"/>
                  </a:lnTo>
                  <a:lnTo>
                    <a:pt x="5688682" y="2818305"/>
                  </a:lnTo>
                  <a:lnTo>
                    <a:pt x="5685260" y="2818305"/>
                  </a:lnTo>
                  <a:lnTo>
                    <a:pt x="5681837" y="2818305"/>
                  </a:lnTo>
                  <a:lnTo>
                    <a:pt x="5678414" y="2818305"/>
                  </a:lnTo>
                  <a:lnTo>
                    <a:pt x="5674991" y="2818305"/>
                  </a:lnTo>
                  <a:lnTo>
                    <a:pt x="5671568" y="2818305"/>
                  </a:lnTo>
                  <a:lnTo>
                    <a:pt x="5668146" y="2818305"/>
                  </a:lnTo>
                  <a:lnTo>
                    <a:pt x="5664723" y="2818305"/>
                  </a:lnTo>
                  <a:lnTo>
                    <a:pt x="5661300" y="2818305"/>
                  </a:lnTo>
                  <a:lnTo>
                    <a:pt x="5657877" y="2818305"/>
                  </a:lnTo>
                  <a:lnTo>
                    <a:pt x="5654454" y="2818305"/>
                  </a:lnTo>
                  <a:lnTo>
                    <a:pt x="5651032" y="2818305"/>
                  </a:lnTo>
                  <a:lnTo>
                    <a:pt x="5647609" y="2818305"/>
                  </a:lnTo>
                  <a:lnTo>
                    <a:pt x="5644186" y="2818305"/>
                  </a:lnTo>
                  <a:lnTo>
                    <a:pt x="5640763" y="2818305"/>
                  </a:lnTo>
                  <a:lnTo>
                    <a:pt x="5637340" y="2818305"/>
                  </a:lnTo>
                  <a:lnTo>
                    <a:pt x="5633918" y="2818305"/>
                  </a:lnTo>
                  <a:lnTo>
                    <a:pt x="5630495" y="2818305"/>
                  </a:lnTo>
                  <a:lnTo>
                    <a:pt x="5627072" y="2818305"/>
                  </a:lnTo>
                  <a:lnTo>
                    <a:pt x="5623649" y="2818305"/>
                  </a:lnTo>
                  <a:lnTo>
                    <a:pt x="5620226" y="2818305"/>
                  </a:lnTo>
                  <a:lnTo>
                    <a:pt x="5616804" y="2818305"/>
                  </a:lnTo>
                  <a:lnTo>
                    <a:pt x="5613381" y="2818305"/>
                  </a:lnTo>
                  <a:lnTo>
                    <a:pt x="5609958" y="2818305"/>
                  </a:lnTo>
                  <a:lnTo>
                    <a:pt x="5606535" y="2818305"/>
                  </a:lnTo>
                  <a:lnTo>
                    <a:pt x="5603112" y="2818305"/>
                  </a:lnTo>
                  <a:lnTo>
                    <a:pt x="5599690" y="2818305"/>
                  </a:lnTo>
                  <a:lnTo>
                    <a:pt x="5596267" y="2818305"/>
                  </a:lnTo>
                  <a:lnTo>
                    <a:pt x="5592844" y="2818305"/>
                  </a:lnTo>
                  <a:lnTo>
                    <a:pt x="5589421" y="2818305"/>
                  </a:lnTo>
                  <a:lnTo>
                    <a:pt x="5585999" y="2818305"/>
                  </a:lnTo>
                  <a:lnTo>
                    <a:pt x="5582576" y="2818305"/>
                  </a:lnTo>
                  <a:lnTo>
                    <a:pt x="5579153" y="2818305"/>
                  </a:lnTo>
                  <a:lnTo>
                    <a:pt x="5575730" y="2818305"/>
                  </a:lnTo>
                  <a:lnTo>
                    <a:pt x="5572307" y="2818305"/>
                  </a:lnTo>
                  <a:lnTo>
                    <a:pt x="5568885" y="2818305"/>
                  </a:lnTo>
                  <a:lnTo>
                    <a:pt x="5565462" y="2818305"/>
                  </a:lnTo>
                  <a:lnTo>
                    <a:pt x="5562039" y="2818305"/>
                  </a:lnTo>
                  <a:lnTo>
                    <a:pt x="5558616" y="2818305"/>
                  </a:lnTo>
                  <a:lnTo>
                    <a:pt x="5555193" y="2818305"/>
                  </a:lnTo>
                  <a:lnTo>
                    <a:pt x="5551771" y="2818305"/>
                  </a:lnTo>
                  <a:lnTo>
                    <a:pt x="5548348" y="2818305"/>
                  </a:lnTo>
                  <a:lnTo>
                    <a:pt x="5544925" y="2818305"/>
                  </a:lnTo>
                  <a:lnTo>
                    <a:pt x="5541502" y="2818305"/>
                  </a:lnTo>
                  <a:lnTo>
                    <a:pt x="5538079" y="2818305"/>
                  </a:lnTo>
                  <a:lnTo>
                    <a:pt x="5534657" y="2818305"/>
                  </a:lnTo>
                  <a:lnTo>
                    <a:pt x="5531234" y="2818305"/>
                  </a:lnTo>
                  <a:lnTo>
                    <a:pt x="5527811" y="2818305"/>
                  </a:lnTo>
                  <a:lnTo>
                    <a:pt x="5524388" y="2818305"/>
                  </a:lnTo>
                  <a:lnTo>
                    <a:pt x="5520965" y="2818305"/>
                  </a:lnTo>
                  <a:lnTo>
                    <a:pt x="5517543" y="2818305"/>
                  </a:lnTo>
                  <a:lnTo>
                    <a:pt x="5514120" y="2818305"/>
                  </a:lnTo>
                  <a:lnTo>
                    <a:pt x="5510697" y="2818305"/>
                  </a:lnTo>
                  <a:lnTo>
                    <a:pt x="5507274" y="2818305"/>
                  </a:lnTo>
                  <a:lnTo>
                    <a:pt x="5503851" y="2818305"/>
                  </a:lnTo>
                  <a:lnTo>
                    <a:pt x="5500429" y="2818305"/>
                  </a:lnTo>
                  <a:lnTo>
                    <a:pt x="5497006" y="2818305"/>
                  </a:lnTo>
                  <a:lnTo>
                    <a:pt x="5493583" y="2818305"/>
                  </a:lnTo>
                  <a:lnTo>
                    <a:pt x="5490160" y="2818305"/>
                  </a:lnTo>
                  <a:lnTo>
                    <a:pt x="5486737" y="2818305"/>
                  </a:lnTo>
                  <a:lnTo>
                    <a:pt x="5483315" y="2818305"/>
                  </a:lnTo>
                  <a:lnTo>
                    <a:pt x="5479892" y="2818305"/>
                  </a:lnTo>
                  <a:lnTo>
                    <a:pt x="5476469" y="2818305"/>
                  </a:lnTo>
                  <a:lnTo>
                    <a:pt x="5473046" y="2818305"/>
                  </a:lnTo>
                  <a:lnTo>
                    <a:pt x="5469624" y="2818305"/>
                  </a:lnTo>
                  <a:lnTo>
                    <a:pt x="5466201" y="2818305"/>
                  </a:lnTo>
                  <a:lnTo>
                    <a:pt x="5462778" y="2818305"/>
                  </a:lnTo>
                  <a:lnTo>
                    <a:pt x="5459355" y="2818305"/>
                  </a:lnTo>
                  <a:lnTo>
                    <a:pt x="5455932" y="2818305"/>
                  </a:lnTo>
                  <a:lnTo>
                    <a:pt x="5452510" y="2818305"/>
                  </a:lnTo>
                  <a:lnTo>
                    <a:pt x="5449087" y="2818305"/>
                  </a:lnTo>
                  <a:lnTo>
                    <a:pt x="5445664" y="2818305"/>
                  </a:lnTo>
                  <a:lnTo>
                    <a:pt x="5442241" y="2818305"/>
                  </a:lnTo>
                  <a:lnTo>
                    <a:pt x="5438818" y="2818305"/>
                  </a:lnTo>
                  <a:lnTo>
                    <a:pt x="5435396" y="2818305"/>
                  </a:lnTo>
                  <a:lnTo>
                    <a:pt x="5431973" y="2818305"/>
                  </a:lnTo>
                  <a:lnTo>
                    <a:pt x="5428550" y="2818305"/>
                  </a:lnTo>
                  <a:lnTo>
                    <a:pt x="5425127" y="2818305"/>
                  </a:lnTo>
                  <a:lnTo>
                    <a:pt x="5421704" y="2818305"/>
                  </a:lnTo>
                  <a:lnTo>
                    <a:pt x="5418282" y="2818305"/>
                  </a:lnTo>
                  <a:lnTo>
                    <a:pt x="5414859" y="2818305"/>
                  </a:lnTo>
                  <a:lnTo>
                    <a:pt x="5411436" y="2818305"/>
                  </a:lnTo>
                  <a:lnTo>
                    <a:pt x="5408013" y="2818305"/>
                  </a:lnTo>
                  <a:lnTo>
                    <a:pt x="5404590" y="2818305"/>
                  </a:lnTo>
                  <a:lnTo>
                    <a:pt x="5401168" y="2818305"/>
                  </a:lnTo>
                  <a:lnTo>
                    <a:pt x="5397745" y="2818305"/>
                  </a:lnTo>
                  <a:lnTo>
                    <a:pt x="5394322" y="2818305"/>
                  </a:lnTo>
                  <a:lnTo>
                    <a:pt x="5390899" y="2818305"/>
                  </a:lnTo>
                  <a:lnTo>
                    <a:pt x="5387476" y="2818305"/>
                  </a:lnTo>
                  <a:lnTo>
                    <a:pt x="5384054" y="2818305"/>
                  </a:lnTo>
                  <a:lnTo>
                    <a:pt x="5380631" y="2818305"/>
                  </a:lnTo>
                  <a:lnTo>
                    <a:pt x="5377208" y="2818305"/>
                  </a:lnTo>
                  <a:lnTo>
                    <a:pt x="5373785" y="2818305"/>
                  </a:lnTo>
                  <a:lnTo>
                    <a:pt x="5370363" y="2818305"/>
                  </a:lnTo>
                  <a:lnTo>
                    <a:pt x="5366940" y="2818305"/>
                  </a:lnTo>
                  <a:lnTo>
                    <a:pt x="5363517" y="2818305"/>
                  </a:lnTo>
                  <a:lnTo>
                    <a:pt x="5360094" y="2818305"/>
                  </a:lnTo>
                  <a:lnTo>
                    <a:pt x="5356671" y="2818305"/>
                  </a:lnTo>
                  <a:lnTo>
                    <a:pt x="5353249" y="2818305"/>
                  </a:lnTo>
                  <a:lnTo>
                    <a:pt x="5349826" y="2818305"/>
                  </a:lnTo>
                  <a:lnTo>
                    <a:pt x="5346403" y="2818305"/>
                  </a:lnTo>
                  <a:lnTo>
                    <a:pt x="5342980" y="2818305"/>
                  </a:lnTo>
                  <a:lnTo>
                    <a:pt x="5339557" y="2818305"/>
                  </a:lnTo>
                  <a:lnTo>
                    <a:pt x="5336135" y="2818305"/>
                  </a:lnTo>
                  <a:lnTo>
                    <a:pt x="5332712" y="2818305"/>
                  </a:lnTo>
                  <a:lnTo>
                    <a:pt x="5329289" y="2818305"/>
                  </a:lnTo>
                  <a:lnTo>
                    <a:pt x="5325866" y="2818305"/>
                  </a:lnTo>
                  <a:lnTo>
                    <a:pt x="5322443" y="2818305"/>
                  </a:lnTo>
                  <a:lnTo>
                    <a:pt x="5319021" y="2818305"/>
                  </a:lnTo>
                  <a:lnTo>
                    <a:pt x="5315598" y="2818305"/>
                  </a:lnTo>
                  <a:lnTo>
                    <a:pt x="5312175" y="2818305"/>
                  </a:lnTo>
                  <a:lnTo>
                    <a:pt x="5308752" y="2818305"/>
                  </a:lnTo>
                  <a:lnTo>
                    <a:pt x="5305329" y="2818305"/>
                  </a:lnTo>
                  <a:lnTo>
                    <a:pt x="5301907" y="2818305"/>
                  </a:lnTo>
                  <a:lnTo>
                    <a:pt x="5298484" y="2818305"/>
                  </a:lnTo>
                  <a:lnTo>
                    <a:pt x="5295061" y="2818305"/>
                  </a:lnTo>
                  <a:lnTo>
                    <a:pt x="5291638" y="2818305"/>
                  </a:lnTo>
                  <a:lnTo>
                    <a:pt x="5288215" y="2818305"/>
                  </a:lnTo>
                  <a:lnTo>
                    <a:pt x="5284793" y="2818305"/>
                  </a:lnTo>
                  <a:lnTo>
                    <a:pt x="5281370" y="2818305"/>
                  </a:lnTo>
                  <a:lnTo>
                    <a:pt x="5277947" y="2818305"/>
                  </a:lnTo>
                  <a:lnTo>
                    <a:pt x="5274524" y="2818305"/>
                  </a:lnTo>
                  <a:lnTo>
                    <a:pt x="5271101" y="2818305"/>
                  </a:lnTo>
                  <a:lnTo>
                    <a:pt x="5267679" y="2818305"/>
                  </a:lnTo>
                  <a:lnTo>
                    <a:pt x="5264256" y="2818305"/>
                  </a:lnTo>
                  <a:lnTo>
                    <a:pt x="5260833" y="2818305"/>
                  </a:lnTo>
                  <a:lnTo>
                    <a:pt x="5257410" y="2818305"/>
                  </a:lnTo>
                  <a:lnTo>
                    <a:pt x="5253988" y="2818305"/>
                  </a:lnTo>
                  <a:lnTo>
                    <a:pt x="5250565" y="2818305"/>
                  </a:lnTo>
                  <a:lnTo>
                    <a:pt x="5247142" y="2818305"/>
                  </a:lnTo>
                  <a:lnTo>
                    <a:pt x="5243719" y="2818305"/>
                  </a:lnTo>
                  <a:lnTo>
                    <a:pt x="5240296" y="2818305"/>
                  </a:lnTo>
                  <a:lnTo>
                    <a:pt x="5236874" y="2818305"/>
                  </a:lnTo>
                  <a:lnTo>
                    <a:pt x="5233451" y="2818305"/>
                  </a:lnTo>
                  <a:lnTo>
                    <a:pt x="5230028" y="2818305"/>
                  </a:lnTo>
                  <a:lnTo>
                    <a:pt x="5226605" y="2818305"/>
                  </a:lnTo>
                  <a:lnTo>
                    <a:pt x="5223182" y="2818305"/>
                  </a:lnTo>
                  <a:lnTo>
                    <a:pt x="5219760" y="2818305"/>
                  </a:lnTo>
                  <a:lnTo>
                    <a:pt x="5216337" y="2818305"/>
                  </a:lnTo>
                  <a:lnTo>
                    <a:pt x="5212914" y="2818305"/>
                  </a:lnTo>
                  <a:lnTo>
                    <a:pt x="5209491" y="2818305"/>
                  </a:lnTo>
                  <a:lnTo>
                    <a:pt x="5206068" y="2818305"/>
                  </a:lnTo>
                  <a:lnTo>
                    <a:pt x="5202646" y="2818305"/>
                  </a:lnTo>
                  <a:lnTo>
                    <a:pt x="5199223" y="2818305"/>
                  </a:lnTo>
                  <a:lnTo>
                    <a:pt x="5195800" y="2818305"/>
                  </a:lnTo>
                  <a:lnTo>
                    <a:pt x="5192377" y="2818305"/>
                  </a:lnTo>
                  <a:lnTo>
                    <a:pt x="5188954" y="2818305"/>
                  </a:lnTo>
                  <a:lnTo>
                    <a:pt x="5185532" y="2818305"/>
                  </a:lnTo>
                  <a:lnTo>
                    <a:pt x="5182109" y="2818305"/>
                  </a:lnTo>
                  <a:lnTo>
                    <a:pt x="5178686" y="2818305"/>
                  </a:lnTo>
                  <a:lnTo>
                    <a:pt x="5175263" y="2818305"/>
                  </a:lnTo>
                  <a:lnTo>
                    <a:pt x="5171840" y="2818305"/>
                  </a:lnTo>
                  <a:lnTo>
                    <a:pt x="5168418" y="2818305"/>
                  </a:lnTo>
                  <a:lnTo>
                    <a:pt x="5164995" y="2818305"/>
                  </a:lnTo>
                  <a:lnTo>
                    <a:pt x="5161572" y="2818305"/>
                  </a:lnTo>
                  <a:lnTo>
                    <a:pt x="5158149" y="2818305"/>
                  </a:lnTo>
                  <a:lnTo>
                    <a:pt x="5154727" y="2818305"/>
                  </a:lnTo>
                  <a:lnTo>
                    <a:pt x="5151304" y="2818305"/>
                  </a:lnTo>
                  <a:lnTo>
                    <a:pt x="5147881" y="2818305"/>
                  </a:lnTo>
                  <a:lnTo>
                    <a:pt x="5144458" y="2818305"/>
                  </a:lnTo>
                  <a:lnTo>
                    <a:pt x="5141035" y="2818305"/>
                  </a:lnTo>
                  <a:lnTo>
                    <a:pt x="5137613" y="2818305"/>
                  </a:lnTo>
                  <a:lnTo>
                    <a:pt x="5134190" y="2818305"/>
                  </a:lnTo>
                  <a:lnTo>
                    <a:pt x="5130767" y="2818305"/>
                  </a:lnTo>
                  <a:lnTo>
                    <a:pt x="5127344" y="2818305"/>
                  </a:lnTo>
                  <a:lnTo>
                    <a:pt x="5123921" y="2818305"/>
                  </a:lnTo>
                  <a:lnTo>
                    <a:pt x="5120499" y="2818305"/>
                  </a:lnTo>
                  <a:lnTo>
                    <a:pt x="5117076" y="2818305"/>
                  </a:lnTo>
                  <a:lnTo>
                    <a:pt x="5113653" y="2818305"/>
                  </a:lnTo>
                  <a:lnTo>
                    <a:pt x="5110230" y="2818305"/>
                  </a:lnTo>
                  <a:lnTo>
                    <a:pt x="5106807" y="2818305"/>
                  </a:lnTo>
                  <a:lnTo>
                    <a:pt x="5103385" y="2818305"/>
                  </a:lnTo>
                  <a:lnTo>
                    <a:pt x="5099962" y="2818305"/>
                  </a:lnTo>
                  <a:lnTo>
                    <a:pt x="5096539" y="2818305"/>
                  </a:lnTo>
                  <a:lnTo>
                    <a:pt x="5093116" y="2818305"/>
                  </a:lnTo>
                  <a:lnTo>
                    <a:pt x="5089693" y="2818305"/>
                  </a:lnTo>
                  <a:lnTo>
                    <a:pt x="5086271" y="2818305"/>
                  </a:lnTo>
                  <a:lnTo>
                    <a:pt x="5082848" y="2818305"/>
                  </a:lnTo>
                  <a:lnTo>
                    <a:pt x="5079425" y="2818305"/>
                  </a:lnTo>
                  <a:lnTo>
                    <a:pt x="5076002" y="2818305"/>
                  </a:lnTo>
                  <a:lnTo>
                    <a:pt x="5072579" y="2818305"/>
                  </a:lnTo>
                  <a:lnTo>
                    <a:pt x="5069157" y="2818305"/>
                  </a:lnTo>
                  <a:lnTo>
                    <a:pt x="5065734" y="2818305"/>
                  </a:lnTo>
                  <a:lnTo>
                    <a:pt x="5062311" y="2818305"/>
                  </a:lnTo>
                  <a:lnTo>
                    <a:pt x="5058888" y="2818305"/>
                  </a:lnTo>
                  <a:lnTo>
                    <a:pt x="5055466" y="2818305"/>
                  </a:lnTo>
                  <a:lnTo>
                    <a:pt x="5052043" y="2818305"/>
                  </a:lnTo>
                  <a:lnTo>
                    <a:pt x="5048620" y="2818305"/>
                  </a:lnTo>
                  <a:lnTo>
                    <a:pt x="5045197" y="2818305"/>
                  </a:lnTo>
                  <a:lnTo>
                    <a:pt x="5041774" y="2818305"/>
                  </a:lnTo>
                  <a:lnTo>
                    <a:pt x="5038352" y="2818305"/>
                  </a:lnTo>
                  <a:lnTo>
                    <a:pt x="5034929" y="2818305"/>
                  </a:lnTo>
                  <a:lnTo>
                    <a:pt x="5031506" y="2818305"/>
                  </a:lnTo>
                  <a:lnTo>
                    <a:pt x="5028083" y="2818305"/>
                  </a:lnTo>
                  <a:lnTo>
                    <a:pt x="5024660" y="2818305"/>
                  </a:lnTo>
                  <a:lnTo>
                    <a:pt x="5021238" y="2818305"/>
                  </a:lnTo>
                  <a:lnTo>
                    <a:pt x="5017815" y="2818305"/>
                  </a:lnTo>
                  <a:lnTo>
                    <a:pt x="5014392" y="2818305"/>
                  </a:lnTo>
                  <a:lnTo>
                    <a:pt x="5010969" y="2818305"/>
                  </a:lnTo>
                  <a:lnTo>
                    <a:pt x="5007546" y="2818305"/>
                  </a:lnTo>
                  <a:lnTo>
                    <a:pt x="5004124" y="2818305"/>
                  </a:lnTo>
                  <a:lnTo>
                    <a:pt x="5000701" y="2818305"/>
                  </a:lnTo>
                  <a:lnTo>
                    <a:pt x="4997278" y="2818305"/>
                  </a:lnTo>
                  <a:lnTo>
                    <a:pt x="4993855" y="2818305"/>
                  </a:lnTo>
                  <a:lnTo>
                    <a:pt x="4990432" y="2818305"/>
                  </a:lnTo>
                  <a:lnTo>
                    <a:pt x="4987010" y="2818305"/>
                  </a:lnTo>
                  <a:lnTo>
                    <a:pt x="4983587" y="2818305"/>
                  </a:lnTo>
                  <a:lnTo>
                    <a:pt x="4980164" y="2818305"/>
                  </a:lnTo>
                  <a:lnTo>
                    <a:pt x="4976741" y="2818305"/>
                  </a:lnTo>
                  <a:lnTo>
                    <a:pt x="4973318" y="2818305"/>
                  </a:lnTo>
                  <a:lnTo>
                    <a:pt x="4969896" y="2818305"/>
                  </a:lnTo>
                  <a:lnTo>
                    <a:pt x="4966473" y="2818305"/>
                  </a:lnTo>
                  <a:lnTo>
                    <a:pt x="4963050" y="2818305"/>
                  </a:lnTo>
                  <a:lnTo>
                    <a:pt x="4959627" y="2818305"/>
                  </a:lnTo>
                  <a:lnTo>
                    <a:pt x="4956204" y="2818305"/>
                  </a:lnTo>
                  <a:lnTo>
                    <a:pt x="4952782" y="2818305"/>
                  </a:lnTo>
                  <a:lnTo>
                    <a:pt x="4949359" y="2818305"/>
                  </a:lnTo>
                  <a:lnTo>
                    <a:pt x="4945936" y="2818305"/>
                  </a:lnTo>
                  <a:lnTo>
                    <a:pt x="4942513" y="2818305"/>
                  </a:lnTo>
                  <a:lnTo>
                    <a:pt x="4939091" y="2818305"/>
                  </a:lnTo>
                  <a:lnTo>
                    <a:pt x="4935668" y="2818305"/>
                  </a:lnTo>
                  <a:lnTo>
                    <a:pt x="4932245" y="2818305"/>
                  </a:lnTo>
                  <a:lnTo>
                    <a:pt x="4928822" y="2818305"/>
                  </a:lnTo>
                  <a:lnTo>
                    <a:pt x="4925399" y="2818305"/>
                  </a:lnTo>
                  <a:lnTo>
                    <a:pt x="4921977" y="2818305"/>
                  </a:lnTo>
                  <a:lnTo>
                    <a:pt x="4918554" y="2818305"/>
                  </a:lnTo>
                  <a:lnTo>
                    <a:pt x="4915131" y="2818305"/>
                  </a:lnTo>
                  <a:lnTo>
                    <a:pt x="4911708" y="2818305"/>
                  </a:lnTo>
                  <a:lnTo>
                    <a:pt x="4908285" y="2818305"/>
                  </a:lnTo>
                  <a:lnTo>
                    <a:pt x="4904863" y="2818305"/>
                  </a:lnTo>
                  <a:lnTo>
                    <a:pt x="4901440" y="2818305"/>
                  </a:lnTo>
                  <a:lnTo>
                    <a:pt x="4898017" y="2818305"/>
                  </a:lnTo>
                  <a:lnTo>
                    <a:pt x="4894594" y="2818305"/>
                  </a:lnTo>
                  <a:lnTo>
                    <a:pt x="4891171" y="2818305"/>
                  </a:lnTo>
                  <a:lnTo>
                    <a:pt x="4887749" y="2818305"/>
                  </a:lnTo>
                  <a:lnTo>
                    <a:pt x="4884326" y="2818305"/>
                  </a:lnTo>
                  <a:lnTo>
                    <a:pt x="4880903" y="2818305"/>
                  </a:lnTo>
                  <a:lnTo>
                    <a:pt x="4877480" y="2818305"/>
                  </a:lnTo>
                  <a:lnTo>
                    <a:pt x="4874057" y="2818305"/>
                  </a:lnTo>
                  <a:lnTo>
                    <a:pt x="4870635" y="2818305"/>
                  </a:lnTo>
                  <a:lnTo>
                    <a:pt x="4867212" y="2818305"/>
                  </a:lnTo>
                  <a:lnTo>
                    <a:pt x="4863789" y="2818305"/>
                  </a:lnTo>
                  <a:lnTo>
                    <a:pt x="4860366" y="2818305"/>
                  </a:lnTo>
                  <a:lnTo>
                    <a:pt x="4856943" y="2818305"/>
                  </a:lnTo>
                  <a:lnTo>
                    <a:pt x="4853521" y="2818305"/>
                  </a:lnTo>
                  <a:lnTo>
                    <a:pt x="4850098" y="2818305"/>
                  </a:lnTo>
                  <a:lnTo>
                    <a:pt x="4846675" y="2818305"/>
                  </a:lnTo>
                  <a:lnTo>
                    <a:pt x="4843252" y="2818305"/>
                  </a:lnTo>
                  <a:lnTo>
                    <a:pt x="4839830" y="2818305"/>
                  </a:lnTo>
                  <a:lnTo>
                    <a:pt x="4836407" y="2818305"/>
                  </a:lnTo>
                  <a:lnTo>
                    <a:pt x="4832984" y="2818305"/>
                  </a:lnTo>
                  <a:lnTo>
                    <a:pt x="4829561" y="2818305"/>
                  </a:lnTo>
                  <a:lnTo>
                    <a:pt x="4826138" y="2818305"/>
                  </a:lnTo>
                  <a:lnTo>
                    <a:pt x="4822716" y="2818305"/>
                  </a:lnTo>
                  <a:lnTo>
                    <a:pt x="4819293" y="2818305"/>
                  </a:lnTo>
                  <a:lnTo>
                    <a:pt x="4815870" y="2818305"/>
                  </a:lnTo>
                  <a:lnTo>
                    <a:pt x="4812447" y="2818305"/>
                  </a:lnTo>
                  <a:lnTo>
                    <a:pt x="4809024" y="2818305"/>
                  </a:lnTo>
                  <a:lnTo>
                    <a:pt x="4805602" y="2818305"/>
                  </a:lnTo>
                  <a:lnTo>
                    <a:pt x="4802179" y="2818305"/>
                  </a:lnTo>
                  <a:lnTo>
                    <a:pt x="4798756" y="2818305"/>
                  </a:lnTo>
                  <a:lnTo>
                    <a:pt x="4795333" y="2818305"/>
                  </a:lnTo>
                  <a:lnTo>
                    <a:pt x="4791910" y="2818305"/>
                  </a:lnTo>
                  <a:lnTo>
                    <a:pt x="4788488" y="2818305"/>
                  </a:lnTo>
                  <a:lnTo>
                    <a:pt x="4785065" y="2818305"/>
                  </a:lnTo>
                  <a:lnTo>
                    <a:pt x="4781642" y="2818305"/>
                  </a:lnTo>
                  <a:lnTo>
                    <a:pt x="4778219" y="2818305"/>
                  </a:lnTo>
                  <a:lnTo>
                    <a:pt x="4774796" y="2818305"/>
                  </a:lnTo>
                  <a:lnTo>
                    <a:pt x="4771374" y="2818305"/>
                  </a:lnTo>
                  <a:lnTo>
                    <a:pt x="4767951" y="2818305"/>
                  </a:lnTo>
                  <a:lnTo>
                    <a:pt x="4764528" y="2818305"/>
                  </a:lnTo>
                  <a:lnTo>
                    <a:pt x="4761105" y="2818305"/>
                  </a:lnTo>
                  <a:lnTo>
                    <a:pt x="4757682" y="2818305"/>
                  </a:lnTo>
                  <a:lnTo>
                    <a:pt x="4754260" y="2818305"/>
                  </a:lnTo>
                  <a:lnTo>
                    <a:pt x="4750837" y="2818305"/>
                  </a:lnTo>
                  <a:lnTo>
                    <a:pt x="4747414" y="2818305"/>
                  </a:lnTo>
                  <a:lnTo>
                    <a:pt x="4743991" y="2818305"/>
                  </a:lnTo>
                  <a:lnTo>
                    <a:pt x="4740569" y="2818305"/>
                  </a:lnTo>
                  <a:lnTo>
                    <a:pt x="4737146" y="2818305"/>
                  </a:lnTo>
                  <a:lnTo>
                    <a:pt x="4733723" y="2818305"/>
                  </a:lnTo>
                  <a:lnTo>
                    <a:pt x="4730300" y="2818305"/>
                  </a:lnTo>
                  <a:lnTo>
                    <a:pt x="4726877" y="2818305"/>
                  </a:lnTo>
                  <a:lnTo>
                    <a:pt x="4723455" y="2818305"/>
                  </a:lnTo>
                  <a:lnTo>
                    <a:pt x="4720032" y="2818305"/>
                  </a:lnTo>
                  <a:lnTo>
                    <a:pt x="4716609" y="2818305"/>
                  </a:lnTo>
                  <a:lnTo>
                    <a:pt x="4713186" y="2818305"/>
                  </a:lnTo>
                  <a:lnTo>
                    <a:pt x="4709763" y="2818305"/>
                  </a:lnTo>
                  <a:lnTo>
                    <a:pt x="4706341" y="2818305"/>
                  </a:lnTo>
                  <a:lnTo>
                    <a:pt x="4702918" y="2818305"/>
                  </a:lnTo>
                  <a:lnTo>
                    <a:pt x="4699495" y="2818305"/>
                  </a:lnTo>
                  <a:lnTo>
                    <a:pt x="4696072" y="2818305"/>
                  </a:lnTo>
                  <a:lnTo>
                    <a:pt x="4692649" y="2818305"/>
                  </a:lnTo>
                  <a:lnTo>
                    <a:pt x="4689227" y="2818305"/>
                  </a:lnTo>
                  <a:lnTo>
                    <a:pt x="4685804" y="2818305"/>
                  </a:lnTo>
                  <a:lnTo>
                    <a:pt x="4682381" y="2818305"/>
                  </a:lnTo>
                  <a:lnTo>
                    <a:pt x="4678958" y="2818305"/>
                  </a:lnTo>
                  <a:lnTo>
                    <a:pt x="4675535" y="2818305"/>
                  </a:lnTo>
                  <a:lnTo>
                    <a:pt x="4672113" y="2818305"/>
                  </a:lnTo>
                  <a:lnTo>
                    <a:pt x="4668690" y="2818305"/>
                  </a:lnTo>
                  <a:lnTo>
                    <a:pt x="4665267" y="2818305"/>
                  </a:lnTo>
                  <a:lnTo>
                    <a:pt x="4661844" y="2818305"/>
                  </a:lnTo>
                  <a:lnTo>
                    <a:pt x="4658421" y="2818305"/>
                  </a:lnTo>
                  <a:lnTo>
                    <a:pt x="4654999" y="2818305"/>
                  </a:lnTo>
                  <a:lnTo>
                    <a:pt x="4651576" y="2818305"/>
                  </a:lnTo>
                  <a:lnTo>
                    <a:pt x="4648153" y="2818305"/>
                  </a:lnTo>
                  <a:lnTo>
                    <a:pt x="4644730" y="2818305"/>
                  </a:lnTo>
                  <a:lnTo>
                    <a:pt x="4641307" y="2818305"/>
                  </a:lnTo>
                  <a:lnTo>
                    <a:pt x="4637885" y="2818305"/>
                  </a:lnTo>
                  <a:lnTo>
                    <a:pt x="4634462" y="2818305"/>
                  </a:lnTo>
                  <a:lnTo>
                    <a:pt x="4631039" y="2818305"/>
                  </a:lnTo>
                  <a:lnTo>
                    <a:pt x="4627616" y="2818305"/>
                  </a:lnTo>
                  <a:lnTo>
                    <a:pt x="4624194" y="2818305"/>
                  </a:lnTo>
                  <a:lnTo>
                    <a:pt x="4620771" y="2818305"/>
                  </a:lnTo>
                  <a:lnTo>
                    <a:pt x="4617348" y="2818305"/>
                  </a:lnTo>
                  <a:lnTo>
                    <a:pt x="4613925" y="2818305"/>
                  </a:lnTo>
                  <a:lnTo>
                    <a:pt x="4610502" y="2818305"/>
                  </a:lnTo>
                  <a:lnTo>
                    <a:pt x="4607080" y="2818305"/>
                  </a:lnTo>
                  <a:lnTo>
                    <a:pt x="4603657" y="2818305"/>
                  </a:lnTo>
                  <a:lnTo>
                    <a:pt x="4600234" y="2818305"/>
                  </a:lnTo>
                  <a:lnTo>
                    <a:pt x="4596811" y="2818305"/>
                  </a:lnTo>
                  <a:lnTo>
                    <a:pt x="4593388" y="2818305"/>
                  </a:lnTo>
                  <a:lnTo>
                    <a:pt x="4589966" y="2818305"/>
                  </a:lnTo>
                  <a:lnTo>
                    <a:pt x="4586543" y="2818305"/>
                  </a:lnTo>
                  <a:lnTo>
                    <a:pt x="4583120" y="2818305"/>
                  </a:lnTo>
                  <a:lnTo>
                    <a:pt x="4579697" y="2818305"/>
                  </a:lnTo>
                  <a:lnTo>
                    <a:pt x="4576274" y="2818305"/>
                  </a:lnTo>
                  <a:lnTo>
                    <a:pt x="4572852" y="2818305"/>
                  </a:lnTo>
                  <a:lnTo>
                    <a:pt x="4569429" y="2818305"/>
                  </a:lnTo>
                  <a:lnTo>
                    <a:pt x="4566006" y="2818305"/>
                  </a:lnTo>
                  <a:lnTo>
                    <a:pt x="4562583" y="2818305"/>
                  </a:lnTo>
                  <a:lnTo>
                    <a:pt x="4559160" y="2818305"/>
                  </a:lnTo>
                  <a:lnTo>
                    <a:pt x="4555738" y="2818305"/>
                  </a:lnTo>
                  <a:lnTo>
                    <a:pt x="4552315" y="2818305"/>
                  </a:lnTo>
                  <a:lnTo>
                    <a:pt x="4548892" y="2818305"/>
                  </a:lnTo>
                  <a:lnTo>
                    <a:pt x="4545469" y="2818305"/>
                  </a:lnTo>
                  <a:lnTo>
                    <a:pt x="4542046" y="2818305"/>
                  </a:lnTo>
                  <a:lnTo>
                    <a:pt x="4538624" y="2818305"/>
                  </a:lnTo>
                  <a:lnTo>
                    <a:pt x="4535201" y="2818305"/>
                  </a:lnTo>
                  <a:lnTo>
                    <a:pt x="4531778" y="2818305"/>
                  </a:lnTo>
                  <a:lnTo>
                    <a:pt x="4528355" y="2818305"/>
                  </a:lnTo>
                  <a:lnTo>
                    <a:pt x="4524933" y="2818305"/>
                  </a:lnTo>
                  <a:lnTo>
                    <a:pt x="4521510" y="2818305"/>
                  </a:lnTo>
                  <a:lnTo>
                    <a:pt x="4518087" y="2818305"/>
                  </a:lnTo>
                  <a:lnTo>
                    <a:pt x="4514664" y="2818305"/>
                  </a:lnTo>
                  <a:lnTo>
                    <a:pt x="4511241" y="2818305"/>
                  </a:lnTo>
                  <a:lnTo>
                    <a:pt x="4507819" y="2818305"/>
                  </a:lnTo>
                  <a:lnTo>
                    <a:pt x="4504396" y="2818305"/>
                  </a:lnTo>
                  <a:lnTo>
                    <a:pt x="4500973" y="2818305"/>
                  </a:lnTo>
                  <a:lnTo>
                    <a:pt x="4497550" y="2818305"/>
                  </a:lnTo>
                  <a:lnTo>
                    <a:pt x="4494127" y="2818305"/>
                  </a:lnTo>
                  <a:lnTo>
                    <a:pt x="4490705" y="2818305"/>
                  </a:lnTo>
                  <a:lnTo>
                    <a:pt x="4487282" y="2818305"/>
                  </a:lnTo>
                  <a:lnTo>
                    <a:pt x="4483859" y="2818305"/>
                  </a:lnTo>
                  <a:lnTo>
                    <a:pt x="4480436" y="2818305"/>
                  </a:lnTo>
                  <a:lnTo>
                    <a:pt x="4477013" y="2818305"/>
                  </a:lnTo>
                  <a:lnTo>
                    <a:pt x="4473591" y="2818305"/>
                  </a:lnTo>
                  <a:lnTo>
                    <a:pt x="4470168" y="2818305"/>
                  </a:lnTo>
                  <a:lnTo>
                    <a:pt x="4466745" y="2818305"/>
                  </a:lnTo>
                  <a:lnTo>
                    <a:pt x="4463322" y="2818305"/>
                  </a:lnTo>
                  <a:lnTo>
                    <a:pt x="4459899" y="2818305"/>
                  </a:lnTo>
                  <a:lnTo>
                    <a:pt x="4456477" y="2818305"/>
                  </a:lnTo>
                  <a:lnTo>
                    <a:pt x="4453054" y="2818305"/>
                  </a:lnTo>
                  <a:lnTo>
                    <a:pt x="4449631" y="2818305"/>
                  </a:lnTo>
                  <a:lnTo>
                    <a:pt x="4446208" y="2818305"/>
                  </a:lnTo>
                  <a:lnTo>
                    <a:pt x="4442785" y="2818305"/>
                  </a:lnTo>
                  <a:lnTo>
                    <a:pt x="4439363" y="2818305"/>
                  </a:lnTo>
                  <a:lnTo>
                    <a:pt x="4435940" y="2818305"/>
                  </a:lnTo>
                  <a:lnTo>
                    <a:pt x="4432517" y="2818305"/>
                  </a:lnTo>
                  <a:lnTo>
                    <a:pt x="4429094" y="2818305"/>
                  </a:lnTo>
                  <a:lnTo>
                    <a:pt x="4425672" y="2818305"/>
                  </a:lnTo>
                  <a:lnTo>
                    <a:pt x="4422249" y="2818305"/>
                  </a:lnTo>
                  <a:lnTo>
                    <a:pt x="4418826" y="2818305"/>
                  </a:lnTo>
                  <a:lnTo>
                    <a:pt x="4415403" y="2818305"/>
                  </a:lnTo>
                  <a:lnTo>
                    <a:pt x="4411980" y="2818305"/>
                  </a:lnTo>
                  <a:lnTo>
                    <a:pt x="4408558" y="2818305"/>
                  </a:lnTo>
                  <a:lnTo>
                    <a:pt x="4405135" y="2818305"/>
                  </a:lnTo>
                  <a:lnTo>
                    <a:pt x="4401712" y="2818305"/>
                  </a:lnTo>
                  <a:lnTo>
                    <a:pt x="4398289" y="2818305"/>
                  </a:lnTo>
                  <a:lnTo>
                    <a:pt x="4394866" y="2818305"/>
                  </a:lnTo>
                  <a:lnTo>
                    <a:pt x="4391444" y="2818305"/>
                  </a:lnTo>
                  <a:lnTo>
                    <a:pt x="4388021" y="2818305"/>
                  </a:lnTo>
                  <a:lnTo>
                    <a:pt x="4384598" y="2818305"/>
                  </a:lnTo>
                  <a:lnTo>
                    <a:pt x="4381175" y="2818305"/>
                  </a:lnTo>
                  <a:lnTo>
                    <a:pt x="4377752" y="2818305"/>
                  </a:lnTo>
                  <a:lnTo>
                    <a:pt x="4374330" y="2818305"/>
                  </a:lnTo>
                  <a:lnTo>
                    <a:pt x="4370907" y="2818305"/>
                  </a:lnTo>
                  <a:lnTo>
                    <a:pt x="4367484" y="2818305"/>
                  </a:lnTo>
                  <a:lnTo>
                    <a:pt x="4364061" y="2818305"/>
                  </a:lnTo>
                  <a:lnTo>
                    <a:pt x="4360638" y="2818305"/>
                  </a:lnTo>
                  <a:lnTo>
                    <a:pt x="4357216" y="2818305"/>
                  </a:lnTo>
                  <a:lnTo>
                    <a:pt x="4353793" y="2818305"/>
                  </a:lnTo>
                  <a:lnTo>
                    <a:pt x="4350370" y="2818305"/>
                  </a:lnTo>
                  <a:lnTo>
                    <a:pt x="4346947" y="2818305"/>
                  </a:lnTo>
                  <a:lnTo>
                    <a:pt x="4343524" y="2818305"/>
                  </a:lnTo>
                  <a:lnTo>
                    <a:pt x="4340102" y="2818305"/>
                  </a:lnTo>
                  <a:lnTo>
                    <a:pt x="4336679" y="2818305"/>
                  </a:lnTo>
                  <a:lnTo>
                    <a:pt x="4333256" y="2818305"/>
                  </a:lnTo>
                  <a:lnTo>
                    <a:pt x="4329833" y="2818305"/>
                  </a:lnTo>
                  <a:lnTo>
                    <a:pt x="4326410" y="2818305"/>
                  </a:lnTo>
                  <a:lnTo>
                    <a:pt x="4322988" y="2818305"/>
                  </a:lnTo>
                  <a:lnTo>
                    <a:pt x="4319565" y="2818305"/>
                  </a:lnTo>
                  <a:lnTo>
                    <a:pt x="4316142" y="2818305"/>
                  </a:lnTo>
                  <a:lnTo>
                    <a:pt x="4312719" y="2818305"/>
                  </a:lnTo>
                  <a:lnTo>
                    <a:pt x="4309297" y="2818305"/>
                  </a:lnTo>
                  <a:lnTo>
                    <a:pt x="4305874" y="2818305"/>
                  </a:lnTo>
                  <a:lnTo>
                    <a:pt x="4302451" y="2818305"/>
                  </a:lnTo>
                  <a:lnTo>
                    <a:pt x="4299028" y="2818305"/>
                  </a:lnTo>
                  <a:lnTo>
                    <a:pt x="4295605" y="2818305"/>
                  </a:lnTo>
                  <a:lnTo>
                    <a:pt x="4292183" y="2818305"/>
                  </a:lnTo>
                  <a:lnTo>
                    <a:pt x="4288760" y="2818305"/>
                  </a:lnTo>
                  <a:lnTo>
                    <a:pt x="4285337" y="2818305"/>
                  </a:lnTo>
                  <a:lnTo>
                    <a:pt x="4281914" y="2818305"/>
                  </a:lnTo>
                  <a:lnTo>
                    <a:pt x="4278491" y="2818305"/>
                  </a:lnTo>
                  <a:lnTo>
                    <a:pt x="4275069" y="2818305"/>
                  </a:lnTo>
                  <a:lnTo>
                    <a:pt x="4271646" y="2818305"/>
                  </a:lnTo>
                  <a:lnTo>
                    <a:pt x="4268223" y="2818305"/>
                  </a:lnTo>
                  <a:lnTo>
                    <a:pt x="4264800" y="2818305"/>
                  </a:lnTo>
                  <a:lnTo>
                    <a:pt x="4261377" y="2818305"/>
                  </a:lnTo>
                  <a:lnTo>
                    <a:pt x="4257955" y="2818305"/>
                  </a:lnTo>
                  <a:lnTo>
                    <a:pt x="4254532" y="2818305"/>
                  </a:lnTo>
                  <a:lnTo>
                    <a:pt x="4251109" y="2818305"/>
                  </a:lnTo>
                  <a:lnTo>
                    <a:pt x="4247686" y="2818305"/>
                  </a:lnTo>
                  <a:lnTo>
                    <a:pt x="4244263" y="2818305"/>
                  </a:lnTo>
                  <a:lnTo>
                    <a:pt x="4240841" y="2818305"/>
                  </a:lnTo>
                  <a:lnTo>
                    <a:pt x="4237418" y="2818305"/>
                  </a:lnTo>
                  <a:lnTo>
                    <a:pt x="4233995" y="2818305"/>
                  </a:lnTo>
                  <a:lnTo>
                    <a:pt x="4230572" y="2818305"/>
                  </a:lnTo>
                  <a:lnTo>
                    <a:pt x="4227149" y="2818305"/>
                  </a:lnTo>
                  <a:lnTo>
                    <a:pt x="4223727" y="2818305"/>
                  </a:lnTo>
                  <a:lnTo>
                    <a:pt x="4220304" y="2818305"/>
                  </a:lnTo>
                  <a:lnTo>
                    <a:pt x="4216881" y="2818305"/>
                  </a:lnTo>
                  <a:lnTo>
                    <a:pt x="4213458" y="2818305"/>
                  </a:lnTo>
                  <a:lnTo>
                    <a:pt x="4210036" y="2818305"/>
                  </a:lnTo>
                  <a:lnTo>
                    <a:pt x="4206613" y="2818305"/>
                  </a:lnTo>
                  <a:lnTo>
                    <a:pt x="4203190" y="2818305"/>
                  </a:lnTo>
                  <a:lnTo>
                    <a:pt x="4199767" y="2818305"/>
                  </a:lnTo>
                  <a:lnTo>
                    <a:pt x="4196344" y="2818305"/>
                  </a:lnTo>
                  <a:lnTo>
                    <a:pt x="4192922" y="2818305"/>
                  </a:lnTo>
                  <a:lnTo>
                    <a:pt x="4189499" y="2818305"/>
                  </a:lnTo>
                  <a:lnTo>
                    <a:pt x="4186076" y="2818305"/>
                  </a:lnTo>
                  <a:lnTo>
                    <a:pt x="4182653" y="2818305"/>
                  </a:lnTo>
                  <a:lnTo>
                    <a:pt x="4179230" y="2818305"/>
                  </a:lnTo>
                  <a:lnTo>
                    <a:pt x="4175808" y="2818305"/>
                  </a:lnTo>
                  <a:lnTo>
                    <a:pt x="4172385" y="2818305"/>
                  </a:lnTo>
                  <a:lnTo>
                    <a:pt x="4168962" y="2818305"/>
                  </a:lnTo>
                  <a:lnTo>
                    <a:pt x="4165539" y="2818305"/>
                  </a:lnTo>
                  <a:lnTo>
                    <a:pt x="4162116" y="2818305"/>
                  </a:lnTo>
                  <a:lnTo>
                    <a:pt x="4158694" y="2818305"/>
                  </a:lnTo>
                  <a:lnTo>
                    <a:pt x="4155271" y="2818305"/>
                  </a:lnTo>
                  <a:lnTo>
                    <a:pt x="4151848" y="2818305"/>
                  </a:lnTo>
                  <a:lnTo>
                    <a:pt x="4148425" y="2818305"/>
                  </a:lnTo>
                  <a:lnTo>
                    <a:pt x="4145002" y="2818305"/>
                  </a:lnTo>
                  <a:lnTo>
                    <a:pt x="4141580" y="2818305"/>
                  </a:lnTo>
                  <a:lnTo>
                    <a:pt x="4138157" y="2818305"/>
                  </a:lnTo>
                  <a:lnTo>
                    <a:pt x="4134734" y="2818305"/>
                  </a:lnTo>
                  <a:lnTo>
                    <a:pt x="4131311" y="2818305"/>
                  </a:lnTo>
                  <a:lnTo>
                    <a:pt x="4127888" y="2818305"/>
                  </a:lnTo>
                  <a:lnTo>
                    <a:pt x="4124466" y="2818305"/>
                  </a:lnTo>
                  <a:lnTo>
                    <a:pt x="4121043" y="2818305"/>
                  </a:lnTo>
                  <a:lnTo>
                    <a:pt x="4117620" y="2818305"/>
                  </a:lnTo>
                  <a:lnTo>
                    <a:pt x="4114197" y="2818305"/>
                  </a:lnTo>
                  <a:lnTo>
                    <a:pt x="4110775" y="2818305"/>
                  </a:lnTo>
                  <a:lnTo>
                    <a:pt x="4107352" y="2818305"/>
                  </a:lnTo>
                  <a:lnTo>
                    <a:pt x="4103929" y="2818305"/>
                  </a:lnTo>
                  <a:lnTo>
                    <a:pt x="4100506" y="2818305"/>
                  </a:lnTo>
                  <a:lnTo>
                    <a:pt x="4097083" y="2818305"/>
                  </a:lnTo>
                  <a:lnTo>
                    <a:pt x="4093661" y="2818305"/>
                  </a:lnTo>
                  <a:lnTo>
                    <a:pt x="4090238" y="2818305"/>
                  </a:lnTo>
                  <a:lnTo>
                    <a:pt x="4086815" y="2818305"/>
                  </a:lnTo>
                  <a:lnTo>
                    <a:pt x="4083392" y="2818305"/>
                  </a:lnTo>
                  <a:lnTo>
                    <a:pt x="4079969" y="2818305"/>
                  </a:lnTo>
                  <a:lnTo>
                    <a:pt x="4076547" y="2818305"/>
                  </a:lnTo>
                  <a:lnTo>
                    <a:pt x="4073124" y="2818305"/>
                  </a:lnTo>
                  <a:lnTo>
                    <a:pt x="4069701" y="2818305"/>
                  </a:lnTo>
                  <a:lnTo>
                    <a:pt x="4066278" y="2818305"/>
                  </a:lnTo>
                  <a:lnTo>
                    <a:pt x="4062855" y="2818305"/>
                  </a:lnTo>
                  <a:lnTo>
                    <a:pt x="4059433" y="2818305"/>
                  </a:lnTo>
                  <a:lnTo>
                    <a:pt x="4056010" y="2818305"/>
                  </a:lnTo>
                  <a:lnTo>
                    <a:pt x="4052587" y="2818305"/>
                  </a:lnTo>
                  <a:lnTo>
                    <a:pt x="4049164" y="2818305"/>
                  </a:lnTo>
                  <a:lnTo>
                    <a:pt x="4045741" y="2818305"/>
                  </a:lnTo>
                  <a:lnTo>
                    <a:pt x="4042319" y="2818305"/>
                  </a:lnTo>
                  <a:lnTo>
                    <a:pt x="4038896" y="2818305"/>
                  </a:lnTo>
                  <a:lnTo>
                    <a:pt x="4035473" y="2818305"/>
                  </a:lnTo>
                  <a:lnTo>
                    <a:pt x="4032050" y="2818305"/>
                  </a:lnTo>
                  <a:lnTo>
                    <a:pt x="4028627" y="2818305"/>
                  </a:lnTo>
                  <a:lnTo>
                    <a:pt x="4025205" y="2818305"/>
                  </a:lnTo>
                  <a:lnTo>
                    <a:pt x="4021782" y="2818305"/>
                  </a:lnTo>
                  <a:lnTo>
                    <a:pt x="4018359" y="2818305"/>
                  </a:lnTo>
                  <a:lnTo>
                    <a:pt x="4014936" y="2818305"/>
                  </a:lnTo>
                  <a:lnTo>
                    <a:pt x="4011513" y="2818305"/>
                  </a:lnTo>
                  <a:lnTo>
                    <a:pt x="4008091" y="2818305"/>
                  </a:lnTo>
                  <a:lnTo>
                    <a:pt x="4004668" y="2818305"/>
                  </a:lnTo>
                  <a:lnTo>
                    <a:pt x="4001245" y="2818305"/>
                  </a:lnTo>
                  <a:lnTo>
                    <a:pt x="3997822" y="2818305"/>
                  </a:lnTo>
                  <a:lnTo>
                    <a:pt x="3994400" y="2818305"/>
                  </a:lnTo>
                  <a:lnTo>
                    <a:pt x="3990977" y="2818305"/>
                  </a:lnTo>
                  <a:lnTo>
                    <a:pt x="3987554" y="2818305"/>
                  </a:lnTo>
                  <a:lnTo>
                    <a:pt x="3984131" y="2818305"/>
                  </a:lnTo>
                  <a:lnTo>
                    <a:pt x="3980708" y="2818305"/>
                  </a:lnTo>
                  <a:lnTo>
                    <a:pt x="3977286" y="2818305"/>
                  </a:lnTo>
                  <a:lnTo>
                    <a:pt x="3973863" y="2818305"/>
                  </a:lnTo>
                  <a:lnTo>
                    <a:pt x="3970440" y="2818305"/>
                  </a:lnTo>
                  <a:lnTo>
                    <a:pt x="3967017" y="2818305"/>
                  </a:lnTo>
                  <a:lnTo>
                    <a:pt x="3963594" y="2818305"/>
                  </a:lnTo>
                  <a:lnTo>
                    <a:pt x="3960172" y="2818305"/>
                  </a:lnTo>
                  <a:lnTo>
                    <a:pt x="3956749" y="2818305"/>
                  </a:lnTo>
                  <a:lnTo>
                    <a:pt x="3953326" y="2818305"/>
                  </a:lnTo>
                  <a:lnTo>
                    <a:pt x="3949903" y="2818305"/>
                  </a:lnTo>
                  <a:lnTo>
                    <a:pt x="3946480" y="2818305"/>
                  </a:lnTo>
                  <a:lnTo>
                    <a:pt x="3943058" y="2818305"/>
                  </a:lnTo>
                  <a:lnTo>
                    <a:pt x="3939635" y="2818305"/>
                  </a:lnTo>
                  <a:lnTo>
                    <a:pt x="3936212" y="2818305"/>
                  </a:lnTo>
                  <a:lnTo>
                    <a:pt x="3932789" y="2818305"/>
                  </a:lnTo>
                  <a:lnTo>
                    <a:pt x="3929366" y="2818305"/>
                  </a:lnTo>
                  <a:lnTo>
                    <a:pt x="3925944" y="2818305"/>
                  </a:lnTo>
                  <a:lnTo>
                    <a:pt x="3922521" y="2818305"/>
                  </a:lnTo>
                  <a:lnTo>
                    <a:pt x="3919098" y="2818305"/>
                  </a:lnTo>
                  <a:lnTo>
                    <a:pt x="3915675" y="2818305"/>
                  </a:lnTo>
                  <a:lnTo>
                    <a:pt x="3912252" y="2818305"/>
                  </a:lnTo>
                  <a:lnTo>
                    <a:pt x="3908830" y="2818305"/>
                  </a:lnTo>
                  <a:lnTo>
                    <a:pt x="3905407" y="2818305"/>
                  </a:lnTo>
                  <a:lnTo>
                    <a:pt x="3901984" y="2818305"/>
                  </a:lnTo>
                  <a:lnTo>
                    <a:pt x="3898561" y="2818305"/>
                  </a:lnTo>
                  <a:lnTo>
                    <a:pt x="3895139" y="2818305"/>
                  </a:lnTo>
                  <a:lnTo>
                    <a:pt x="3891716" y="2818305"/>
                  </a:lnTo>
                  <a:lnTo>
                    <a:pt x="3888293" y="2818305"/>
                  </a:lnTo>
                  <a:lnTo>
                    <a:pt x="3884870" y="2818305"/>
                  </a:lnTo>
                  <a:lnTo>
                    <a:pt x="3881447" y="2818305"/>
                  </a:lnTo>
                  <a:lnTo>
                    <a:pt x="3878025" y="2818305"/>
                  </a:lnTo>
                  <a:lnTo>
                    <a:pt x="3874602" y="2818305"/>
                  </a:lnTo>
                  <a:lnTo>
                    <a:pt x="3871179" y="2818305"/>
                  </a:lnTo>
                  <a:lnTo>
                    <a:pt x="3867756" y="2818305"/>
                  </a:lnTo>
                  <a:lnTo>
                    <a:pt x="3864333" y="2818305"/>
                  </a:lnTo>
                  <a:lnTo>
                    <a:pt x="3860911" y="2818305"/>
                  </a:lnTo>
                  <a:lnTo>
                    <a:pt x="3857488" y="2818305"/>
                  </a:lnTo>
                  <a:lnTo>
                    <a:pt x="3854065" y="2818305"/>
                  </a:lnTo>
                  <a:lnTo>
                    <a:pt x="3850642" y="2818305"/>
                  </a:lnTo>
                  <a:lnTo>
                    <a:pt x="3847219" y="2818305"/>
                  </a:lnTo>
                  <a:lnTo>
                    <a:pt x="3843797" y="2818305"/>
                  </a:lnTo>
                  <a:lnTo>
                    <a:pt x="3840374" y="2818305"/>
                  </a:lnTo>
                  <a:lnTo>
                    <a:pt x="3836951" y="2818305"/>
                  </a:lnTo>
                  <a:lnTo>
                    <a:pt x="3833528" y="2818305"/>
                  </a:lnTo>
                  <a:lnTo>
                    <a:pt x="3830105" y="2818305"/>
                  </a:lnTo>
                  <a:lnTo>
                    <a:pt x="3826683" y="2818305"/>
                  </a:lnTo>
                  <a:lnTo>
                    <a:pt x="3823260" y="2818305"/>
                  </a:lnTo>
                  <a:lnTo>
                    <a:pt x="3819837" y="2818305"/>
                  </a:lnTo>
                  <a:lnTo>
                    <a:pt x="3816414" y="2818305"/>
                  </a:lnTo>
                  <a:lnTo>
                    <a:pt x="3812991" y="2818305"/>
                  </a:lnTo>
                  <a:lnTo>
                    <a:pt x="3809569" y="2818305"/>
                  </a:lnTo>
                  <a:lnTo>
                    <a:pt x="3806146" y="2818305"/>
                  </a:lnTo>
                  <a:lnTo>
                    <a:pt x="3802723" y="2818305"/>
                  </a:lnTo>
                  <a:lnTo>
                    <a:pt x="3799300" y="2818305"/>
                  </a:lnTo>
                  <a:lnTo>
                    <a:pt x="3795877" y="2818305"/>
                  </a:lnTo>
                  <a:lnTo>
                    <a:pt x="3792455" y="2818305"/>
                  </a:lnTo>
                  <a:lnTo>
                    <a:pt x="3789032" y="2818305"/>
                  </a:lnTo>
                  <a:lnTo>
                    <a:pt x="3785609" y="2818305"/>
                  </a:lnTo>
                  <a:lnTo>
                    <a:pt x="3782186" y="2818305"/>
                  </a:lnTo>
                  <a:lnTo>
                    <a:pt x="3778764" y="2818305"/>
                  </a:lnTo>
                  <a:lnTo>
                    <a:pt x="3775341" y="2818305"/>
                  </a:lnTo>
                  <a:lnTo>
                    <a:pt x="3771918" y="2818305"/>
                  </a:lnTo>
                  <a:lnTo>
                    <a:pt x="3768495" y="2818305"/>
                  </a:lnTo>
                  <a:lnTo>
                    <a:pt x="3765072" y="2818305"/>
                  </a:lnTo>
                  <a:lnTo>
                    <a:pt x="3761650" y="2818305"/>
                  </a:lnTo>
                  <a:lnTo>
                    <a:pt x="3758227" y="2818305"/>
                  </a:lnTo>
                  <a:lnTo>
                    <a:pt x="3754804" y="2818305"/>
                  </a:lnTo>
                  <a:lnTo>
                    <a:pt x="3751381" y="2818305"/>
                  </a:lnTo>
                  <a:lnTo>
                    <a:pt x="3747958" y="2818305"/>
                  </a:lnTo>
                  <a:lnTo>
                    <a:pt x="3744536" y="2818305"/>
                  </a:lnTo>
                  <a:lnTo>
                    <a:pt x="3741113" y="2818305"/>
                  </a:lnTo>
                  <a:lnTo>
                    <a:pt x="3737690" y="2818305"/>
                  </a:lnTo>
                  <a:lnTo>
                    <a:pt x="3734267" y="2818305"/>
                  </a:lnTo>
                  <a:lnTo>
                    <a:pt x="3730844" y="2818305"/>
                  </a:lnTo>
                  <a:lnTo>
                    <a:pt x="3727422" y="2818305"/>
                  </a:lnTo>
                  <a:lnTo>
                    <a:pt x="3723999" y="2818305"/>
                  </a:lnTo>
                  <a:lnTo>
                    <a:pt x="3720576" y="2818305"/>
                  </a:lnTo>
                  <a:lnTo>
                    <a:pt x="3717153" y="2818305"/>
                  </a:lnTo>
                  <a:lnTo>
                    <a:pt x="3713730" y="2818305"/>
                  </a:lnTo>
                  <a:lnTo>
                    <a:pt x="3710308" y="2818305"/>
                  </a:lnTo>
                  <a:lnTo>
                    <a:pt x="3706885" y="2818305"/>
                  </a:lnTo>
                  <a:lnTo>
                    <a:pt x="3703462" y="2818305"/>
                  </a:lnTo>
                  <a:lnTo>
                    <a:pt x="3700039" y="2818305"/>
                  </a:lnTo>
                  <a:lnTo>
                    <a:pt x="3696616" y="2818305"/>
                  </a:lnTo>
                  <a:lnTo>
                    <a:pt x="3693194" y="2818305"/>
                  </a:lnTo>
                  <a:lnTo>
                    <a:pt x="3689771" y="2818305"/>
                  </a:lnTo>
                  <a:lnTo>
                    <a:pt x="3686348" y="2818305"/>
                  </a:lnTo>
                  <a:lnTo>
                    <a:pt x="3682925" y="2818305"/>
                  </a:lnTo>
                  <a:lnTo>
                    <a:pt x="3679503" y="2818305"/>
                  </a:lnTo>
                  <a:lnTo>
                    <a:pt x="3676080" y="2818305"/>
                  </a:lnTo>
                  <a:lnTo>
                    <a:pt x="3672657" y="2818305"/>
                  </a:lnTo>
                  <a:lnTo>
                    <a:pt x="3669234" y="2818305"/>
                  </a:lnTo>
                  <a:lnTo>
                    <a:pt x="3665811" y="2818305"/>
                  </a:lnTo>
                  <a:lnTo>
                    <a:pt x="3662389" y="2818305"/>
                  </a:lnTo>
                  <a:lnTo>
                    <a:pt x="3658966" y="2818305"/>
                  </a:lnTo>
                  <a:lnTo>
                    <a:pt x="3655543" y="2818305"/>
                  </a:lnTo>
                  <a:lnTo>
                    <a:pt x="3652120" y="2818305"/>
                  </a:lnTo>
                  <a:lnTo>
                    <a:pt x="3648697" y="2818305"/>
                  </a:lnTo>
                  <a:lnTo>
                    <a:pt x="3645275" y="2818305"/>
                  </a:lnTo>
                  <a:lnTo>
                    <a:pt x="3641852" y="2818305"/>
                  </a:lnTo>
                  <a:lnTo>
                    <a:pt x="3638429" y="2818305"/>
                  </a:lnTo>
                  <a:lnTo>
                    <a:pt x="3635006" y="2818305"/>
                  </a:lnTo>
                  <a:lnTo>
                    <a:pt x="3631583" y="2818305"/>
                  </a:lnTo>
                  <a:lnTo>
                    <a:pt x="3628161" y="2818305"/>
                  </a:lnTo>
                  <a:lnTo>
                    <a:pt x="3624738" y="2818305"/>
                  </a:lnTo>
                  <a:lnTo>
                    <a:pt x="3621315" y="2818305"/>
                  </a:lnTo>
                  <a:lnTo>
                    <a:pt x="3617892" y="2818305"/>
                  </a:lnTo>
                  <a:lnTo>
                    <a:pt x="3614469" y="2818305"/>
                  </a:lnTo>
                  <a:lnTo>
                    <a:pt x="3611047" y="2818305"/>
                  </a:lnTo>
                  <a:lnTo>
                    <a:pt x="3607624" y="2818305"/>
                  </a:lnTo>
                  <a:lnTo>
                    <a:pt x="3604201" y="2818305"/>
                  </a:lnTo>
                  <a:lnTo>
                    <a:pt x="3600778" y="2818305"/>
                  </a:lnTo>
                  <a:lnTo>
                    <a:pt x="3597355" y="2818305"/>
                  </a:lnTo>
                  <a:lnTo>
                    <a:pt x="3593933" y="2818305"/>
                  </a:lnTo>
                  <a:lnTo>
                    <a:pt x="3590510" y="2818305"/>
                  </a:lnTo>
                  <a:lnTo>
                    <a:pt x="3587087" y="2818305"/>
                  </a:lnTo>
                  <a:lnTo>
                    <a:pt x="3583664" y="2818305"/>
                  </a:lnTo>
                  <a:lnTo>
                    <a:pt x="3580242" y="2818305"/>
                  </a:lnTo>
                  <a:lnTo>
                    <a:pt x="3576819" y="2818305"/>
                  </a:lnTo>
                  <a:lnTo>
                    <a:pt x="3573396" y="2818305"/>
                  </a:lnTo>
                  <a:lnTo>
                    <a:pt x="3569973" y="2818305"/>
                  </a:lnTo>
                  <a:lnTo>
                    <a:pt x="3566550" y="2818305"/>
                  </a:lnTo>
                  <a:lnTo>
                    <a:pt x="3563128" y="2818305"/>
                  </a:lnTo>
                  <a:lnTo>
                    <a:pt x="3559705" y="2818305"/>
                  </a:lnTo>
                  <a:lnTo>
                    <a:pt x="3556282" y="2818305"/>
                  </a:lnTo>
                  <a:lnTo>
                    <a:pt x="3552859" y="2818305"/>
                  </a:lnTo>
                  <a:lnTo>
                    <a:pt x="3549436" y="2818305"/>
                  </a:lnTo>
                  <a:lnTo>
                    <a:pt x="3546014" y="2818305"/>
                  </a:lnTo>
                  <a:lnTo>
                    <a:pt x="3542591" y="2818305"/>
                  </a:lnTo>
                  <a:lnTo>
                    <a:pt x="3539168" y="2818305"/>
                  </a:lnTo>
                  <a:lnTo>
                    <a:pt x="3535745" y="2818305"/>
                  </a:lnTo>
                  <a:lnTo>
                    <a:pt x="3532322" y="2818305"/>
                  </a:lnTo>
                  <a:lnTo>
                    <a:pt x="3528900" y="2818305"/>
                  </a:lnTo>
                  <a:lnTo>
                    <a:pt x="3525477" y="2818305"/>
                  </a:lnTo>
                  <a:lnTo>
                    <a:pt x="3522054" y="2818305"/>
                  </a:lnTo>
                  <a:lnTo>
                    <a:pt x="3518631" y="2818305"/>
                  </a:lnTo>
                  <a:lnTo>
                    <a:pt x="3515208" y="2818305"/>
                  </a:lnTo>
                  <a:lnTo>
                    <a:pt x="3511786" y="2818305"/>
                  </a:lnTo>
                  <a:lnTo>
                    <a:pt x="3508363" y="2818305"/>
                  </a:lnTo>
                  <a:lnTo>
                    <a:pt x="3504940" y="2818305"/>
                  </a:lnTo>
                  <a:lnTo>
                    <a:pt x="3501517" y="2818305"/>
                  </a:lnTo>
                  <a:lnTo>
                    <a:pt x="3498094" y="2818305"/>
                  </a:lnTo>
                  <a:lnTo>
                    <a:pt x="3494672" y="2818305"/>
                  </a:lnTo>
                  <a:lnTo>
                    <a:pt x="3491249" y="2818305"/>
                  </a:lnTo>
                  <a:lnTo>
                    <a:pt x="3487826" y="2818305"/>
                  </a:lnTo>
                  <a:lnTo>
                    <a:pt x="3484403" y="2818305"/>
                  </a:lnTo>
                  <a:lnTo>
                    <a:pt x="3480980" y="2818305"/>
                  </a:lnTo>
                  <a:lnTo>
                    <a:pt x="3477558" y="2818305"/>
                  </a:lnTo>
                  <a:lnTo>
                    <a:pt x="3474135" y="2818305"/>
                  </a:lnTo>
                  <a:lnTo>
                    <a:pt x="3470712" y="2818305"/>
                  </a:lnTo>
                  <a:lnTo>
                    <a:pt x="3467289" y="2818305"/>
                  </a:lnTo>
                  <a:lnTo>
                    <a:pt x="3463867" y="2818305"/>
                  </a:lnTo>
                  <a:lnTo>
                    <a:pt x="3460444" y="2818305"/>
                  </a:lnTo>
                  <a:lnTo>
                    <a:pt x="3457021" y="2818305"/>
                  </a:lnTo>
                  <a:lnTo>
                    <a:pt x="3453598" y="2818305"/>
                  </a:lnTo>
                  <a:lnTo>
                    <a:pt x="3450175" y="2818305"/>
                  </a:lnTo>
                  <a:lnTo>
                    <a:pt x="3446753" y="2818305"/>
                  </a:lnTo>
                  <a:lnTo>
                    <a:pt x="3443330" y="2818305"/>
                  </a:lnTo>
                  <a:lnTo>
                    <a:pt x="3439907" y="2818305"/>
                  </a:lnTo>
                  <a:lnTo>
                    <a:pt x="3436484" y="2818305"/>
                  </a:lnTo>
                  <a:lnTo>
                    <a:pt x="3433061" y="2818305"/>
                  </a:lnTo>
                  <a:lnTo>
                    <a:pt x="3429639" y="2818305"/>
                  </a:lnTo>
                  <a:lnTo>
                    <a:pt x="3426216" y="2818305"/>
                  </a:lnTo>
                  <a:lnTo>
                    <a:pt x="3422793" y="2818305"/>
                  </a:lnTo>
                  <a:lnTo>
                    <a:pt x="3419370" y="2818305"/>
                  </a:lnTo>
                  <a:lnTo>
                    <a:pt x="3415947" y="2818305"/>
                  </a:lnTo>
                  <a:lnTo>
                    <a:pt x="3412525" y="2818305"/>
                  </a:lnTo>
                  <a:lnTo>
                    <a:pt x="3409102" y="2818305"/>
                  </a:lnTo>
                  <a:lnTo>
                    <a:pt x="3405679" y="2818305"/>
                  </a:lnTo>
                  <a:lnTo>
                    <a:pt x="3402256" y="2818305"/>
                  </a:lnTo>
                  <a:lnTo>
                    <a:pt x="3398833" y="2818305"/>
                  </a:lnTo>
                  <a:lnTo>
                    <a:pt x="3395411" y="2818305"/>
                  </a:lnTo>
                  <a:lnTo>
                    <a:pt x="3391988" y="2818305"/>
                  </a:lnTo>
                  <a:lnTo>
                    <a:pt x="3388565" y="2818305"/>
                  </a:lnTo>
                  <a:lnTo>
                    <a:pt x="3385142" y="2818305"/>
                  </a:lnTo>
                  <a:lnTo>
                    <a:pt x="3381719" y="2818305"/>
                  </a:lnTo>
                  <a:lnTo>
                    <a:pt x="3378297" y="2818305"/>
                  </a:lnTo>
                  <a:lnTo>
                    <a:pt x="3374874" y="2818305"/>
                  </a:lnTo>
                  <a:lnTo>
                    <a:pt x="3371451" y="2818305"/>
                  </a:lnTo>
                  <a:lnTo>
                    <a:pt x="3368028" y="2818305"/>
                  </a:lnTo>
                  <a:lnTo>
                    <a:pt x="3364606" y="2818305"/>
                  </a:lnTo>
                  <a:lnTo>
                    <a:pt x="3361183" y="2818305"/>
                  </a:lnTo>
                  <a:lnTo>
                    <a:pt x="3357760" y="2818305"/>
                  </a:lnTo>
                  <a:lnTo>
                    <a:pt x="3354337" y="2818305"/>
                  </a:lnTo>
                  <a:lnTo>
                    <a:pt x="3350914" y="2818305"/>
                  </a:lnTo>
                  <a:lnTo>
                    <a:pt x="3347492" y="2818305"/>
                  </a:lnTo>
                  <a:lnTo>
                    <a:pt x="3344069" y="2818305"/>
                  </a:lnTo>
                  <a:lnTo>
                    <a:pt x="3340646" y="2818305"/>
                  </a:lnTo>
                  <a:lnTo>
                    <a:pt x="3337223" y="2818305"/>
                  </a:lnTo>
                  <a:lnTo>
                    <a:pt x="3333800" y="2818305"/>
                  </a:lnTo>
                  <a:lnTo>
                    <a:pt x="3330378" y="2818305"/>
                  </a:lnTo>
                  <a:lnTo>
                    <a:pt x="3326955" y="2818305"/>
                  </a:lnTo>
                  <a:lnTo>
                    <a:pt x="3323532" y="2818305"/>
                  </a:lnTo>
                  <a:lnTo>
                    <a:pt x="3320109" y="2818305"/>
                  </a:lnTo>
                  <a:lnTo>
                    <a:pt x="3316686" y="2818305"/>
                  </a:lnTo>
                  <a:lnTo>
                    <a:pt x="3313264" y="2818305"/>
                  </a:lnTo>
                  <a:lnTo>
                    <a:pt x="3309841" y="2818305"/>
                  </a:lnTo>
                  <a:lnTo>
                    <a:pt x="3306418" y="2818305"/>
                  </a:lnTo>
                  <a:lnTo>
                    <a:pt x="3302995" y="2818305"/>
                  </a:lnTo>
                  <a:lnTo>
                    <a:pt x="3299572" y="2818305"/>
                  </a:lnTo>
                  <a:lnTo>
                    <a:pt x="3296150" y="2818305"/>
                  </a:lnTo>
                  <a:lnTo>
                    <a:pt x="3292727" y="2818305"/>
                  </a:lnTo>
                  <a:lnTo>
                    <a:pt x="3289304" y="2818305"/>
                  </a:lnTo>
                  <a:lnTo>
                    <a:pt x="3285881" y="2818305"/>
                  </a:lnTo>
                  <a:lnTo>
                    <a:pt x="3282458" y="2818305"/>
                  </a:lnTo>
                  <a:lnTo>
                    <a:pt x="3279036" y="2818305"/>
                  </a:lnTo>
                  <a:lnTo>
                    <a:pt x="3275613" y="2818305"/>
                  </a:lnTo>
                  <a:lnTo>
                    <a:pt x="3272190" y="2818305"/>
                  </a:lnTo>
                  <a:lnTo>
                    <a:pt x="3268767" y="2818305"/>
                  </a:lnTo>
                  <a:lnTo>
                    <a:pt x="3265345" y="2818305"/>
                  </a:lnTo>
                  <a:lnTo>
                    <a:pt x="3261922" y="2818305"/>
                  </a:lnTo>
                  <a:lnTo>
                    <a:pt x="3258499" y="2818305"/>
                  </a:lnTo>
                  <a:lnTo>
                    <a:pt x="3255076" y="2818305"/>
                  </a:lnTo>
                  <a:lnTo>
                    <a:pt x="3251653" y="2818305"/>
                  </a:lnTo>
                  <a:lnTo>
                    <a:pt x="3248231" y="2818305"/>
                  </a:lnTo>
                  <a:lnTo>
                    <a:pt x="3244808" y="2818305"/>
                  </a:lnTo>
                  <a:lnTo>
                    <a:pt x="3241385" y="2818305"/>
                  </a:lnTo>
                  <a:lnTo>
                    <a:pt x="3237962" y="2818305"/>
                  </a:lnTo>
                  <a:lnTo>
                    <a:pt x="3234539" y="2818305"/>
                  </a:lnTo>
                  <a:lnTo>
                    <a:pt x="3231117" y="2818305"/>
                  </a:lnTo>
                  <a:lnTo>
                    <a:pt x="3227694" y="2818305"/>
                  </a:lnTo>
                  <a:lnTo>
                    <a:pt x="3224271" y="2818305"/>
                  </a:lnTo>
                  <a:lnTo>
                    <a:pt x="3220848" y="2818305"/>
                  </a:lnTo>
                  <a:lnTo>
                    <a:pt x="3217425" y="2818305"/>
                  </a:lnTo>
                  <a:lnTo>
                    <a:pt x="3214003" y="2818305"/>
                  </a:lnTo>
                  <a:lnTo>
                    <a:pt x="3210580" y="2818305"/>
                  </a:lnTo>
                  <a:lnTo>
                    <a:pt x="3207157" y="2818305"/>
                  </a:lnTo>
                  <a:lnTo>
                    <a:pt x="3203734" y="2818305"/>
                  </a:lnTo>
                  <a:lnTo>
                    <a:pt x="3200311" y="2818305"/>
                  </a:lnTo>
                  <a:lnTo>
                    <a:pt x="3196889" y="2818305"/>
                  </a:lnTo>
                  <a:lnTo>
                    <a:pt x="3193466" y="2818305"/>
                  </a:lnTo>
                  <a:lnTo>
                    <a:pt x="3190043" y="2818305"/>
                  </a:lnTo>
                  <a:lnTo>
                    <a:pt x="3186620" y="2818305"/>
                  </a:lnTo>
                  <a:lnTo>
                    <a:pt x="3183197" y="2818305"/>
                  </a:lnTo>
                  <a:lnTo>
                    <a:pt x="3179775" y="2818305"/>
                  </a:lnTo>
                  <a:lnTo>
                    <a:pt x="3176352" y="2818305"/>
                  </a:lnTo>
                  <a:lnTo>
                    <a:pt x="3172929" y="2818305"/>
                  </a:lnTo>
                  <a:lnTo>
                    <a:pt x="3169506" y="2818305"/>
                  </a:lnTo>
                  <a:lnTo>
                    <a:pt x="3166083" y="2818305"/>
                  </a:lnTo>
                  <a:lnTo>
                    <a:pt x="3162661" y="2818305"/>
                  </a:lnTo>
                  <a:lnTo>
                    <a:pt x="3159238" y="2818305"/>
                  </a:lnTo>
                  <a:lnTo>
                    <a:pt x="3155815" y="2818305"/>
                  </a:lnTo>
                  <a:lnTo>
                    <a:pt x="3152392" y="2818305"/>
                  </a:lnTo>
                  <a:lnTo>
                    <a:pt x="3148970" y="2818305"/>
                  </a:lnTo>
                  <a:lnTo>
                    <a:pt x="3145547" y="2818305"/>
                  </a:lnTo>
                  <a:lnTo>
                    <a:pt x="3142124" y="2818305"/>
                  </a:lnTo>
                  <a:lnTo>
                    <a:pt x="3138701" y="2818305"/>
                  </a:lnTo>
                  <a:lnTo>
                    <a:pt x="3135278" y="2818305"/>
                  </a:lnTo>
                  <a:lnTo>
                    <a:pt x="3131856" y="2818305"/>
                  </a:lnTo>
                  <a:lnTo>
                    <a:pt x="3128433" y="2818305"/>
                  </a:lnTo>
                  <a:lnTo>
                    <a:pt x="3125010" y="2818305"/>
                  </a:lnTo>
                  <a:lnTo>
                    <a:pt x="3121587" y="2818305"/>
                  </a:lnTo>
                  <a:lnTo>
                    <a:pt x="3118164" y="2818305"/>
                  </a:lnTo>
                  <a:lnTo>
                    <a:pt x="3114742" y="2818305"/>
                  </a:lnTo>
                  <a:lnTo>
                    <a:pt x="3111319" y="2818305"/>
                  </a:lnTo>
                  <a:lnTo>
                    <a:pt x="3107896" y="2818305"/>
                  </a:lnTo>
                  <a:lnTo>
                    <a:pt x="3104473" y="2818305"/>
                  </a:lnTo>
                  <a:lnTo>
                    <a:pt x="3101050" y="2818305"/>
                  </a:lnTo>
                  <a:lnTo>
                    <a:pt x="3097628" y="2818305"/>
                  </a:lnTo>
                  <a:lnTo>
                    <a:pt x="3094205" y="2818305"/>
                  </a:lnTo>
                  <a:lnTo>
                    <a:pt x="3090782" y="2818305"/>
                  </a:lnTo>
                  <a:lnTo>
                    <a:pt x="3087359" y="2818305"/>
                  </a:lnTo>
                  <a:lnTo>
                    <a:pt x="3083936" y="2818305"/>
                  </a:lnTo>
                  <a:lnTo>
                    <a:pt x="3080514" y="2818305"/>
                  </a:lnTo>
                  <a:lnTo>
                    <a:pt x="3077091" y="2818305"/>
                  </a:lnTo>
                  <a:lnTo>
                    <a:pt x="3073668" y="2818305"/>
                  </a:lnTo>
                  <a:lnTo>
                    <a:pt x="3070245" y="2818305"/>
                  </a:lnTo>
                  <a:lnTo>
                    <a:pt x="3066822" y="2818305"/>
                  </a:lnTo>
                  <a:lnTo>
                    <a:pt x="3063400" y="2818305"/>
                  </a:lnTo>
                  <a:lnTo>
                    <a:pt x="3059977" y="2818305"/>
                  </a:lnTo>
                  <a:lnTo>
                    <a:pt x="3056554" y="2818305"/>
                  </a:lnTo>
                  <a:lnTo>
                    <a:pt x="3053131" y="2818305"/>
                  </a:lnTo>
                  <a:lnTo>
                    <a:pt x="3049709" y="2818305"/>
                  </a:lnTo>
                  <a:lnTo>
                    <a:pt x="3046286" y="2818305"/>
                  </a:lnTo>
                  <a:lnTo>
                    <a:pt x="3042863" y="2818305"/>
                  </a:lnTo>
                  <a:lnTo>
                    <a:pt x="3039440" y="2818305"/>
                  </a:lnTo>
                  <a:lnTo>
                    <a:pt x="3036017" y="2818305"/>
                  </a:lnTo>
                  <a:lnTo>
                    <a:pt x="3032595" y="2818305"/>
                  </a:lnTo>
                  <a:lnTo>
                    <a:pt x="3029172" y="2818305"/>
                  </a:lnTo>
                  <a:lnTo>
                    <a:pt x="3025749" y="2818305"/>
                  </a:lnTo>
                  <a:lnTo>
                    <a:pt x="3022326" y="2818305"/>
                  </a:lnTo>
                  <a:lnTo>
                    <a:pt x="3018903" y="2818305"/>
                  </a:lnTo>
                  <a:lnTo>
                    <a:pt x="3015481" y="2818305"/>
                  </a:lnTo>
                  <a:lnTo>
                    <a:pt x="3012058" y="2818305"/>
                  </a:lnTo>
                  <a:lnTo>
                    <a:pt x="3008635" y="2818305"/>
                  </a:lnTo>
                  <a:lnTo>
                    <a:pt x="3005212" y="2818305"/>
                  </a:lnTo>
                  <a:lnTo>
                    <a:pt x="3001789" y="2818305"/>
                  </a:lnTo>
                  <a:lnTo>
                    <a:pt x="2998367" y="2818305"/>
                  </a:lnTo>
                  <a:lnTo>
                    <a:pt x="2994944" y="2818305"/>
                  </a:lnTo>
                  <a:lnTo>
                    <a:pt x="2991521" y="2818305"/>
                  </a:lnTo>
                  <a:lnTo>
                    <a:pt x="2988098" y="2818305"/>
                  </a:lnTo>
                  <a:lnTo>
                    <a:pt x="2984675" y="2818305"/>
                  </a:lnTo>
                  <a:lnTo>
                    <a:pt x="2981253" y="2818305"/>
                  </a:lnTo>
                  <a:lnTo>
                    <a:pt x="2977830" y="2818305"/>
                  </a:lnTo>
                  <a:lnTo>
                    <a:pt x="2974407" y="2818305"/>
                  </a:lnTo>
                  <a:lnTo>
                    <a:pt x="2970984" y="2818305"/>
                  </a:lnTo>
                  <a:lnTo>
                    <a:pt x="2967561" y="2818305"/>
                  </a:lnTo>
                  <a:lnTo>
                    <a:pt x="2964139" y="2818305"/>
                  </a:lnTo>
                  <a:lnTo>
                    <a:pt x="2960716" y="2818305"/>
                  </a:lnTo>
                  <a:lnTo>
                    <a:pt x="2957293" y="2818305"/>
                  </a:lnTo>
                  <a:lnTo>
                    <a:pt x="2953870" y="2818305"/>
                  </a:lnTo>
                  <a:lnTo>
                    <a:pt x="2950448" y="2818305"/>
                  </a:lnTo>
                  <a:lnTo>
                    <a:pt x="2947025" y="2818305"/>
                  </a:lnTo>
                  <a:lnTo>
                    <a:pt x="2943602" y="2818305"/>
                  </a:lnTo>
                  <a:lnTo>
                    <a:pt x="2940179" y="2818305"/>
                  </a:lnTo>
                  <a:lnTo>
                    <a:pt x="2936756" y="2818305"/>
                  </a:lnTo>
                  <a:lnTo>
                    <a:pt x="2933334" y="2818305"/>
                  </a:lnTo>
                  <a:lnTo>
                    <a:pt x="2929911" y="2818305"/>
                  </a:lnTo>
                  <a:lnTo>
                    <a:pt x="2926488" y="2818305"/>
                  </a:lnTo>
                  <a:lnTo>
                    <a:pt x="2923065" y="2818305"/>
                  </a:lnTo>
                  <a:lnTo>
                    <a:pt x="2919642" y="2818305"/>
                  </a:lnTo>
                  <a:lnTo>
                    <a:pt x="2916220" y="2818305"/>
                  </a:lnTo>
                  <a:lnTo>
                    <a:pt x="2912797" y="2818305"/>
                  </a:lnTo>
                  <a:lnTo>
                    <a:pt x="2909374" y="2818305"/>
                  </a:lnTo>
                  <a:lnTo>
                    <a:pt x="2905951" y="2818305"/>
                  </a:lnTo>
                  <a:lnTo>
                    <a:pt x="2902528" y="2818305"/>
                  </a:lnTo>
                  <a:lnTo>
                    <a:pt x="2899106" y="2818305"/>
                  </a:lnTo>
                  <a:lnTo>
                    <a:pt x="2895683" y="2818305"/>
                  </a:lnTo>
                  <a:lnTo>
                    <a:pt x="2892260" y="2818305"/>
                  </a:lnTo>
                  <a:lnTo>
                    <a:pt x="2888837" y="2818305"/>
                  </a:lnTo>
                  <a:lnTo>
                    <a:pt x="2885414" y="2818305"/>
                  </a:lnTo>
                  <a:lnTo>
                    <a:pt x="2881992" y="2818305"/>
                  </a:lnTo>
                  <a:lnTo>
                    <a:pt x="2878569" y="2818305"/>
                  </a:lnTo>
                  <a:lnTo>
                    <a:pt x="2875146" y="2818305"/>
                  </a:lnTo>
                  <a:lnTo>
                    <a:pt x="2871723" y="2818305"/>
                  </a:lnTo>
                  <a:lnTo>
                    <a:pt x="2868300" y="2818305"/>
                  </a:lnTo>
                  <a:lnTo>
                    <a:pt x="2864878" y="2818305"/>
                  </a:lnTo>
                  <a:lnTo>
                    <a:pt x="2861455" y="2818305"/>
                  </a:lnTo>
                  <a:lnTo>
                    <a:pt x="2858032" y="2818305"/>
                  </a:lnTo>
                  <a:lnTo>
                    <a:pt x="2854609" y="2818305"/>
                  </a:lnTo>
                  <a:lnTo>
                    <a:pt x="2851186" y="2818305"/>
                  </a:lnTo>
                  <a:lnTo>
                    <a:pt x="2847764" y="2818305"/>
                  </a:lnTo>
                  <a:lnTo>
                    <a:pt x="2844341" y="2818305"/>
                  </a:lnTo>
                  <a:lnTo>
                    <a:pt x="2840918" y="2818305"/>
                  </a:lnTo>
                  <a:lnTo>
                    <a:pt x="2837495" y="2818305"/>
                  </a:lnTo>
                  <a:lnTo>
                    <a:pt x="2834073" y="2818305"/>
                  </a:lnTo>
                  <a:lnTo>
                    <a:pt x="2830650" y="2818305"/>
                  </a:lnTo>
                  <a:lnTo>
                    <a:pt x="2827227" y="2818305"/>
                  </a:lnTo>
                  <a:lnTo>
                    <a:pt x="2823804" y="2818305"/>
                  </a:lnTo>
                  <a:lnTo>
                    <a:pt x="2820381" y="2818305"/>
                  </a:lnTo>
                  <a:lnTo>
                    <a:pt x="2816959" y="2818305"/>
                  </a:lnTo>
                  <a:lnTo>
                    <a:pt x="2813536" y="2818305"/>
                  </a:lnTo>
                  <a:lnTo>
                    <a:pt x="2810113" y="2818305"/>
                  </a:lnTo>
                  <a:lnTo>
                    <a:pt x="2806690" y="2818305"/>
                  </a:lnTo>
                  <a:lnTo>
                    <a:pt x="2803267" y="2818305"/>
                  </a:lnTo>
                  <a:lnTo>
                    <a:pt x="2799845" y="2818305"/>
                  </a:lnTo>
                  <a:lnTo>
                    <a:pt x="2796422" y="2818305"/>
                  </a:lnTo>
                  <a:lnTo>
                    <a:pt x="2792999" y="2818305"/>
                  </a:lnTo>
                  <a:lnTo>
                    <a:pt x="2789576" y="2818305"/>
                  </a:lnTo>
                  <a:lnTo>
                    <a:pt x="2786153" y="2818305"/>
                  </a:lnTo>
                  <a:lnTo>
                    <a:pt x="2782731" y="2818305"/>
                  </a:lnTo>
                  <a:lnTo>
                    <a:pt x="2779308" y="2818305"/>
                  </a:lnTo>
                  <a:lnTo>
                    <a:pt x="2775885" y="2818305"/>
                  </a:lnTo>
                  <a:lnTo>
                    <a:pt x="2772462" y="2818305"/>
                  </a:lnTo>
                  <a:lnTo>
                    <a:pt x="2769039" y="2818305"/>
                  </a:lnTo>
                  <a:lnTo>
                    <a:pt x="2765617" y="2818305"/>
                  </a:lnTo>
                  <a:lnTo>
                    <a:pt x="2762194" y="2818305"/>
                  </a:lnTo>
                  <a:lnTo>
                    <a:pt x="2758771" y="2818305"/>
                  </a:lnTo>
                  <a:lnTo>
                    <a:pt x="2755348" y="2818305"/>
                  </a:lnTo>
                  <a:lnTo>
                    <a:pt x="2751925" y="2818305"/>
                  </a:lnTo>
                  <a:lnTo>
                    <a:pt x="2748503" y="2818305"/>
                  </a:lnTo>
                  <a:lnTo>
                    <a:pt x="2745080" y="2818305"/>
                  </a:lnTo>
                  <a:lnTo>
                    <a:pt x="2741657" y="2818305"/>
                  </a:lnTo>
                  <a:lnTo>
                    <a:pt x="2738234" y="2818305"/>
                  </a:lnTo>
                  <a:lnTo>
                    <a:pt x="2734812" y="2818305"/>
                  </a:lnTo>
                  <a:lnTo>
                    <a:pt x="2731389" y="2818305"/>
                  </a:lnTo>
                  <a:lnTo>
                    <a:pt x="2727966" y="2818305"/>
                  </a:lnTo>
                  <a:lnTo>
                    <a:pt x="2724543" y="2818305"/>
                  </a:lnTo>
                  <a:lnTo>
                    <a:pt x="2721120" y="2818305"/>
                  </a:lnTo>
                  <a:lnTo>
                    <a:pt x="2717698" y="2818305"/>
                  </a:lnTo>
                  <a:lnTo>
                    <a:pt x="2714275" y="2818305"/>
                  </a:lnTo>
                  <a:lnTo>
                    <a:pt x="2710852" y="2818305"/>
                  </a:lnTo>
                  <a:lnTo>
                    <a:pt x="2707429" y="2818305"/>
                  </a:lnTo>
                  <a:lnTo>
                    <a:pt x="2704006" y="2818305"/>
                  </a:lnTo>
                  <a:lnTo>
                    <a:pt x="2700584" y="2818305"/>
                  </a:lnTo>
                  <a:lnTo>
                    <a:pt x="2697161" y="2818305"/>
                  </a:lnTo>
                  <a:lnTo>
                    <a:pt x="2693738" y="2818305"/>
                  </a:lnTo>
                  <a:lnTo>
                    <a:pt x="2690315" y="2818305"/>
                  </a:lnTo>
                  <a:lnTo>
                    <a:pt x="2686892" y="2818305"/>
                  </a:lnTo>
                  <a:lnTo>
                    <a:pt x="2683470" y="2818305"/>
                  </a:lnTo>
                  <a:lnTo>
                    <a:pt x="2680047" y="2818305"/>
                  </a:lnTo>
                  <a:lnTo>
                    <a:pt x="2676624" y="2818305"/>
                  </a:lnTo>
                  <a:lnTo>
                    <a:pt x="2673201" y="2818305"/>
                  </a:lnTo>
                  <a:lnTo>
                    <a:pt x="2669778" y="2818305"/>
                  </a:lnTo>
                  <a:lnTo>
                    <a:pt x="2666356" y="2818305"/>
                  </a:lnTo>
                  <a:lnTo>
                    <a:pt x="2662933" y="2818305"/>
                  </a:lnTo>
                  <a:lnTo>
                    <a:pt x="2659510" y="2818305"/>
                  </a:lnTo>
                  <a:lnTo>
                    <a:pt x="2656087" y="2818305"/>
                  </a:lnTo>
                  <a:lnTo>
                    <a:pt x="2652664" y="2818305"/>
                  </a:lnTo>
                  <a:lnTo>
                    <a:pt x="2649242" y="2818305"/>
                  </a:lnTo>
                  <a:lnTo>
                    <a:pt x="2645819" y="2818305"/>
                  </a:lnTo>
                  <a:lnTo>
                    <a:pt x="2642396" y="2818305"/>
                  </a:lnTo>
                  <a:lnTo>
                    <a:pt x="2638973" y="2818305"/>
                  </a:lnTo>
                  <a:lnTo>
                    <a:pt x="2635550" y="2818305"/>
                  </a:lnTo>
                  <a:lnTo>
                    <a:pt x="2632128" y="2818305"/>
                  </a:lnTo>
                  <a:lnTo>
                    <a:pt x="2628705" y="2818305"/>
                  </a:lnTo>
                  <a:lnTo>
                    <a:pt x="2625282" y="2818305"/>
                  </a:lnTo>
                  <a:lnTo>
                    <a:pt x="2621859" y="2818305"/>
                  </a:lnTo>
                  <a:lnTo>
                    <a:pt x="2618437" y="2818305"/>
                  </a:lnTo>
                  <a:lnTo>
                    <a:pt x="2615014" y="2818305"/>
                  </a:lnTo>
                  <a:lnTo>
                    <a:pt x="2611591" y="2818305"/>
                  </a:lnTo>
                  <a:lnTo>
                    <a:pt x="2608168" y="2818305"/>
                  </a:lnTo>
                  <a:lnTo>
                    <a:pt x="2604745" y="2818305"/>
                  </a:lnTo>
                  <a:lnTo>
                    <a:pt x="2601323" y="2818305"/>
                  </a:lnTo>
                  <a:lnTo>
                    <a:pt x="2597900" y="2818305"/>
                  </a:lnTo>
                  <a:lnTo>
                    <a:pt x="2594477" y="2818305"/>
                  </a:lnTo>
                  <a:lnTo>
                    <a:pt x="2591054" y="2818305"/>
                  </a:lnTo>
                  <a:lnTo>
                    <a:pt x="2587631" y="2818305"/>
                  </a:lnTo>
                  <a:lnTo>
                    <a:pt x="2584209" y="2818305"/>
                  </a:lnTo>
                  <a:lnTo>
                    <a:pt x="2580786" y="2818305"/>
                  </a:lnTo>
                  <a:lnTo>
                    <a:pt x="2577363" y="2818305"/>
                  </a:lnTo>
                  <a:lnTo>
                    <a:pt x="2573940" y="2818305"/>
                  </a:lnTo>
                  <a:lnTo>
                    <a:pt x="2570517" y="2818305"/>
                  </a:lnTo>
                  <a:lnTo>
                    <a:pt x="2567095" y="2818305"/>
                  </a:lnTo>
                  <a:lnTo>
                    <a:pt x="2563672" y="2818305"/>
                  </a:lnTo>
                  <a:lnTo>
                    <a:pt x="2560249" y="2818305"/>
                  </a:lnTo>
                  <a:lnTo>
                    <a:pt x="2556826" y="2818305"/>
                  </a:lnTo>
                  <a:lnTo>
                    <a:pt x="2553403" y="2818305"/>
                  </a:lnTo>
                  <a:lnTo>
                    <a:pt x="2549981" y="2818305"/>
                  </a:lnTo>
                  <a:lnTo>
                    <a:pt x="2546558" y="2818305"/>
                  </a:lnTo>
                  <a:lnTo>
                    <a:pt x="2543135" y="2818305"/>
                  </a:lnTo>
                  <a:lnTo>
                    <a:pt x="2539712" y="2818305"/>
                  </a:lnTo>
                  <a:lnTo>
                    <a:pt x="2536289" y="2818305"/>
                  </a:lnTo>
                  <a:lnTo>
                    <a:pt x="2532867" y="2818305"/>
                  </a:lnTo>
                  <a:lnTo>
                    <a:pt x="2529444" y="2818305"/>
                  </a:lnTo>
                  <a:lnTo>
                    <a:pt x="2526021" y="2818305"/>
                  </a:lnTo>
                  <a:lnTo>
                    <a:pt x="2522598" y="2818305"/>
                  </a:lnTo>
                  <a:lnTo>
                    <a:pt x="2519176" y="2818305"/>
                  </a:lnTo>
                  <a:lnTo>
                    <a:pt x="2515753" y="2818305"/>
                  </a:lnTo>
                  <a:lnTo>
                    <a:pt x="2512330" y="2818305"/>
                  </a:lnTo>
                  <a:lnTo>
                    <a:pt x="2508907" y="2818305"/>
                  </a:lnTo>
                  <a:lnTo>
                    <a:pt x="2505484" y="2818305"/>
                  </a:lnTo>
                  <a:lnTo>
                    <a:pt x="2502062" y="2818305"/>
                  </a:lnTo>
                  <a:lnTo>
                    <a:pt x="2498639" y="2818305"/>
                  </a:lnTo>
                  <a:lnTo>
                    <a:pt x="2495216" y="2818305"/>
                  </a:lnTo>
                  <a:lnTo>
                    <a:pt x="2491793" y="2818305"/>
                  </a:lnTo>
                  <a:lnTo>
                    <a:pt x="2488370" y="2818305"/>
                  </a:lnTo>
                  <a:lnTo>
                    <a:pt x="2484948" y="2818305"/>
                  </a:lnTo>
                  <a:lnTo>
                    <a:pt x="2481525" y="2818305"/>
                  </a:lnTo>
                  <a:lnTo>
                    <a:pt x="2478102" y="2818305"/>
                  </a:lnTo>
                  <a:lnTo>
                    <a:pt x="2474679" y="2818305"/>
                  </a:lnTo>
                  <a:lnTo>
                    <a:pt x="2471256" y="2818305"/>
                  </a:lnTo>
                  <a:lnTo>
                    <a:pt x="2467834" y="2818305"/>
                  </a:lnTo>
                  <a:lnTo>
                    <a:pt x="2464411" y="2818305"/>
                  </a:lnTo>
                  <a:lnTo>
                    <a:pt x="2460988" y="2818305"/>
                  </a:lnTo>
                  <a:lnTo>
                    <a:pt x="2457565" y="2818305"/>
                  </a:lnTo>
                  <a:lnTo>
                    <a:pt x="2454142" y="2818305"/>
                  </a:lnTo>
                  <a:lnTo>
                    <a:pt x="2450720" y="2818305"/>
                  </a:lnTo>
                  <a:lnTo>
                    <a:pt x="2447297" y="2818305"/>
                  </a:lnTo>
                  <a:lnTo>
                    <a:pt x="2443874" y="2818305"/>
                  </a:lnTo>
                  <a:lnTo>
                    <a:pt x="2440451" y="2818305"/>
                  </a:lnTo>
                  <a:lnTo>
                    <a:pt x="2437028" y="2818305"/>
                  </a:lnTo>
                  <a:lnTo>
                    <a:pt x="2433606" y="2818305"/>
                  </a:lnTo>
                  <a:lnTo>
                    <a:pt x="2430183" y="2818305"/>
                  </a:lnTo>
                  <a:lnTo>
                    <a:pt x="2426760" y="2818305"/>
                  </a:lnTo>
                  <a:lnTo>
                    <a:pt x="2423337" y="2818305"/>
                  </a:lnTo>
                  <a:lnTo>
                    <a:pt x="2419915" y="2818305"/>
                  </a:lnTo>
                  <a:lnTo>
                    <a:pt x="2416492" y="2818305"/>
                  </a:lnTo>
                  <a:lnTo>
                    <a:pt x="2413069" y="2818305"/>
                  </a:lnTo>
                  <a:lnTo>
                    <a:pt x="2409646" y="2818305"/>
                  </a:lnTo>
                  <a:lnTo>
                    <a:pt x="2406223" y="2818305"/>
                  </a:lnTo>
                  <a:lnTo>
                    <a:pt x="2402801" y="2818305"/>
                  </a:lnTo>
                  <a:lnTo>
                    <a:pt x="2399378" y="2818305"/>
                  </a:lnTo>
                  <a:lnTo>
                    <a:pt x="2395955" y="2818305"/>
                  </a:lnTo>
                  <a:lnTo>
                    <a:pt x="2392532" y="2818305"/>
                  </a:lnTo>
                  <a:lnTo>
                    <a:pt x="2389109" y="2818305"/>
                  </a:lnTo>
                  <a:lnTo>
                    <a:pt x="2385687" y="2818305"/>
                  </a:lnTo>
                  <a:lnTo>
                    <a:pt x="2382264" y="2818305"/>
                  </a:lnTo>
                  <a:lnTo>
                    <a:pt x="2378841" y="2818305"/>
                  </a:lnTo>
                  <a:lnTo>
                    <a:pt x="2375418" y="2818305"/>
                  </a:lnTo>
                  <a:lnTo>
                    <a:pt x="2371995" y="2818305"/>
                  </a:lnTo>
                  <a:lnTo>
                    <a:pt x="2368573" y="2818305"/>
                  </a:lnTo>
                  <a:lnTo>
                    <a:pt x="2365150" y="2818305"/>
                  </a:lnTo>
                  <a:lnTo>
                    <a:pt x="2361727" y="2818305"/>
                  </a:lnTo>
                  <a:lnTo>
                    <a:pt x="2358304" y="2818305"/>
                  </a:lnTo>
                  <a:lnTo>
                    <a:pt x="2354881" y="2818305"/>
                  </a:lnTo>
                  <a:lnTo>
                    <a:pt x="2351459" y="2818305"/>
                  </a:lnTo>
                  <a:lnTo>
                    <a:pt x="2348036" y="2818305"/>
                  </a:lnTo>
                  <a:lnTo>
                    <a:pt x="2344613" y="2818305"/>
                  </a:lnTo>
                  <a:lnTo>
                    <a:pt x="2341190" y="2818305"/>
                  </a:lnTo>
                  <a:lnTo>
                    <a:pt x="2337767" y="2818305"/>
                  </a:lnTo>
                  <a:lnTo>
                    <a:pt x="2334345" y="2818305"/>
                  </a:lnTo>
                  <a:lnTo>
                    <a:pt x="2330922" y="2818305"/>
                  </a:lnTo>
                  <a:lnTo>
                    <a:pt x="2327499" y="2818305"/>
                  </a:lnTo>
                  <a:lnTo>
                    <a:pt x="2324076" y="2818305"/>
                  </a:lnTo>
                  <a:lnTo>
                    <a:pt x="2320653" y="2818305"/>
                  </a:lnTo>
                  <a:lnTo>
                    <a:pt x="2317231" y="2818305"/>
                  </a:lnTo>
                  <a:lnTo>
                    <a:pt x="2313808" y="2818305"/>
                  </a:lnTo>
                  <a:lnTo>
                    <a:pt x="2310385" y="2818305"/>
                  </a:lnTo>
                  <a:lnTo>
                    <a:pt x="2306962" y="2818305"/>
                  </a:lnTo>
                  <a:lnTo>
                    <a:pt x="2303540" y="2818305"/>
                  </a:lnTo>
                  <a:lnTo>
                    <a:pt x="2300117" y="2818305"/>
                  </a:lnTo>
                  <a:lnTo>
                    <a:pt x="2296694" y="2818305"/>
                  </a:lnTo>
                  <a:lnTo>
                    <a:pt x="2293271" y="2818305"/>
                  </a:lnTo>
                  <a:lnTo>
                    <a:pt x="2289848" y="2818305"/>
                  </a:lnTo>
                  <a:lnTo>
                    <a:pt x="2286426" y="2818305"/>
                  </a:lnTo>
                  <a:lnTo>
                    <a:pt x="2283003" y="2818305"/>
                  </a:lnTo>
                  <a:lnTo>
                    <a:pt x="2279580" y="2818305"/>
                  </a:lnTo>
                  <a:lnTo>
                    <a:pt x="2276157" y="2818305"/>
                  </a:lnTo>
                  <a:lnTo>
                    <a:pt x="2272734" y="2818305"/>
                  </a:lnTo>
                  <a:lnTo>
                    <a:pt x="2269312" y="2818305"/>
                  </a:lnTo>
                  <a:lnTo>
                    <a:pt x="2265889" y="2818305"/>
                  </a:lnTo>
                  <a:lnTo>
                    <a:pt x="2262466" y="2818305"/>
                  </a:lnTo>
                  <a:lnTo>
                    <a:pt x="2259043" y="2818305"/>
                  </a:lnTo>
                  <a:lnTo>
                    <a:pt x="2255620" y="2818305"/>
                  </a:lnTo>
                  <a:lnTo>
                    <a:pt x="2252198" y="2818305"/>
                  </a:lnTo>
                  <a:lnTo>
                    <a:pt x="2248775" y="2818305"/>
                  </a:lnTo>
                  <a:lnTo>
                    <a:pt x="2245352" y="2818305"/>
                  </a:lnTo>
                  <a:lnTo>
                    <a:pt x="2241929" y="2818305"/>
                  </a:lnTo>
                  <a:lnTo>
                    <a:pt x="2238506" y="2818305"/>
                  </a:lnTo>
                  <a:lnTo>
                    <a:pt x="2235084" y="2818305"/>
                  </a:lnTo>
                  <a:lnTo>
                    <a:pt x="2231661" y="2818305"/>
                  </a:lnTo>
                  <a:lnTo>
                    <a:pt x="2228238" y="2818305"/>
                  </a:lnTo>
                  <a:lnTo>
                    <a:pt x="2224815" y="2818305"/>
                  </a:lnTo>
                  <a:lnTo>
                    <a:pt x="2221392" y="2818305"/>
                  </a:lnTo>
                  <a:lnTo>
                    <a:pt x="2217970" y="2818305"/>
                  </a:lnTo>
                  <a:lnTo>
                    <a:pt x="2214547" y="2818305"/>
                  </a:lnTo>
                  <a:lnTo>
                    <a:pt x="2211124" y="2818305"/>
                  </a:lnTo>
                  <a:lnTo>
                    <a:pt x="2207701" y="2818305"/>
                  </a:lnTo>
                  <a:lnTo>
                    <a:pt x="2204279" y="2818305"/>
                  </a:lnTo>
                  <a:lnTo>
                    <a:pt x="2200856" y="2818305"/>
                  </a:lnTo>
                  <a:lnTo>
                    <a:pt x="2197433" y="2818305"/>
                  </a:lnTo>
                  <a:lnTo>
                    <a:pt x="2194010" y="2818305"/>
                  </a:lnTo>
                  <a:lnTo>
                    <a:pt x="2190587" y="2818305"/>
                  </a:lnTo>
                  <a:lnTo>
                    <a:pt x="2187165" y="2818305"/>
                  </a:lnTo>
                  <a:lnTo>
                    <a:pt x="2183742" y="2818305"/>
                  </a:lnTo>
                  <a:lnTo>
                    <a:pt x="2180319" y="2818305"/>
                  </a:lnTo>
                  <a:lnTo>
                    <a:pt x="2176896" y="2818305"/>
                  </a:lnTo>
                  <a:lnTo>
                    <a:pt x="2173473" y="2818305"/>
                  </a:lnTo>
                  <a:lnTo>
                    <a:pt x="2170051" y="2818305"/>
                  </a:lnTo>
                  <a:lnTo>
                    <a:pt x="2166628" y="2818305"/>
                  </a:lnTo>
                  <a:lnTo>
                    <a:pt x="2163205" y="2818305"/>
                  </a:lnTo>
                  <a:lnTo>
                    <a:pt x="2159782" y="2818305"/>
                  </a:lnTo>
                  <a:lnTo>
                    <a:pt x="2156359" y="2818305"/>
                  </a:lnTo>
                  <a:lnTo>
                    <a:pt x="2152937" y="2818305"/>
                  </a:lnTo>
                  <a:lnTo>
                    <a:pt x="2149514" y="2818305"/>
                  </a:lnTo>
                  <a:lnTo>
                    <a:pt x="2146091" y="2818305"/>
                  </a:lnTo>
                  <a:lnTo>
                    <a:pt x="2142668" y="2818305"/>
                  </a:lnTo>
                  <a:lnTo>
                    <a:pt x="2139245" y="2818305"/>
                  </a:lnTo>
                  <a:lnTo>
                    <a:pt x="2135823" y="2818305"/>
                  </a:lnTo>
                  <a:lnTo>
                    <a:pt x="2132400" y="2818305"/>
                  </a:lnTo>
                  <a:lnTo>
                    <a:pt x="2128977" y="2818305"/>
                  </a:lnTo>
                  <a:lnTo>
                    <a:pt x="2125554" y="2818305"/>
                  </a:lnTo>
                  <a:lnTo>
                    <a:pt x="2122131" y="2818305"/>
                  </a:lnTo>
                  <a:lnTo>
                    <a:pt x="2118709" y="2818305"/>
                  </a:lnTo>
                  <a:lnTo>
                    <a:pt x="2115286" y="2818305"/>
                  </a:lnTo>
                  <a:lnTo>
                    <a:pt x="2111863" y="2818305"/>
                  </a:lnTo>
                  <a:lnTo>
                    <a:pt x="2108440" y="2818305"/>
                  </a:lnTo>
                  <a:lnTo>
                    <a:pt x="2105018" y="2818305"/>
                  </a:lnTo>
                  <a:lnTo>
                    <a:pt x="2101595" y="2818305"/>
                  </a:lnTo>
                  <a:lnTo>
                    <a:pt x="2098172" y="2818305"/>
                  </a:lnTo>
                  <a:lnTo>
                    <a:pt x="2094749" y="2818305"/>
                  </a:lnTo>
                  <a:lnTo>
                    <a:pt x="2091326" y="2818305"/>
                  </a:lnTo>
                  <a:lnTo>
                    <a:pt x="2087904" y="2818305"/>
                  </a:lnTo>
                  <a:lnTo>
                    <a:pt x="2084481" y="2818305"/>
                  </a:lnTo>
                  <a:lnTo>
                    <a:pt x="2081058" y="2818305"/>
                  </a:lnTo>
                  <a:lnTo>
                    <a:pt x="2077635" y="2818305"/>
                  </a:lnTo>
                  <a:lnTo>
                    <a:pt x="2074212" y="2818305"/>
                  </a:lnTo>
                  <a:lnTo>
                    <a:pt x="2070790" y="2818305"/>
                  </a:lnTo>
                  <a:lnTo>
                    <a:pt x="2067367" y="2818305"/>
                  </a:lnTo>
                  <a:lnTo>
                    <a:pt x="2063944" y="2818305"/>
                  </a:lnTo>
                  <a:lnTo>
                    <a:pt x="2060521" y="2818305"/>
                  </a:lnTo>
                  <a:lnTo>
                    <a:pt x="2057098" y="2818305"/>
                  </a:lnTo>
                  <a:lnTo>
                    <a:pt x="2053676" y="2818305"/>
                  </a:lnTo>
                  <a:lnTo>
                    <a:pt x="2050253" y="2818305"/>
                  </a:lnTo>
                  <a:lnTo>
                    <a:pt x="2046830" y="2818305"/>
                  </a:lnTo>
                  <a:lnTo>
                    <a:pt x="2043407" y="2818305"/>
                  </a:lnTo>
                  <a:lnTo>
                    <a:pt x="2039984" y="2818305"/>
                  </a:lnTo>
                  <a:lnTo>
                    <a:pt x="2036562" y="2818305"/>
                  </a:lnTo>
                  <a:lnTo>
                    <a:pt x="2033139" y="2818305"/>
                  </a:lnTo>
                  <a:lnTo>
                    <a:pt x="2029716" y="2818305"/>
                  </a:lnTo>
                  <a:lnTo>
                    <a:pt x="2026293" y="2818305"/>
                  </a:lnTo>
                  <a:lnTo>
                    <a:pt x="2022870" y="2818305"/>
                  </a:lnTo>
                  <a:lnTo>
                    <a:pt x="2019448" y="2818305"/>
                  </a:lnTo>
                  <a:lnTo>
                    <a:pt x="2016025" y="2818305"/>
                  </a:lnTo>
                  <a:lnTo>
                    <a:pt x="2012602" y="2818305"/>
                  </a:lnTo>
                  <a:lnTo>
                    <a:pt x="2009179" y="2818305"/>
                  </a:lnTo>
                  <a:lnTo>
                    <a:pt x="2005756" y="2818305"/>
                  </a:lnTo>
                  <a:lnTo>
                    <a:pt x="2002334" y="2818305"/>
                  </a:lnTo>
                  <a:lnTo>
                    <a:pt x="1998911" y="2818305"/>
                  </a:lnTo>
                  <a:lnTo>
                    <a:pt x="1995488" y="2818305"/>
                  </a:lnTo>
                  <a:lnTo>
                    <a:pt x="1992065" y="2818305"/>
                  </a:lnTo>
                  <a:lnTo>
                    <a:pt x="1988643" y="2818305"/>
                  </a:lnTo>
                  <a:lnTo>
                    <a:pt x="1985220" y="2818305"/>
                  </a:lnTo>
                  <a:lnTo>
                    <a:pt x="1981797" y="2818305"/>
                  </a:lnTo>
                  <a:lnTo>
                    <a:pt x="1978374" y="2818305"/>
                  </a:lnTo>
                  <a:lnTo>
                    <a:pt x="1974951" y="2818305"/>
                  </a:lnTo>
                  <a:lnTo>
                    <a:pt x="1971529" y="2818305"/>
                  </a:lnTo>
                  <a:lnTo>
                    <a:pt x="1968106" y="2818305"/>
                  </a:lnTo>
                  <a:lnTo>
                    <a:pt x="1964683" y="2818305"/>
                  </a:lnTo>
                  <a:lnTo>
                    <a:pt x="1961260" y="2818305"/>
                  </a:lnTo>
                  <a:lnTo>
                    <a:pt x="1957837" y="2818305"/>
                  </a:lnTo>
                  <a:lnTo>
                    <a:pt x="1954415" y="2818305"/>
                  </a:lnTo>
                  <a:lnTo>
                    <a:pt x="1950992" y="2818305"/>
                  </a:lnTo>
                  <a:lnTo>
                    <a:pt x="1947569" y="2818305"/>
                  </a:lnTo>
                  <a:lnTo>
                    <a:pt x="1944146" y="2818305"/>
                  </a:lnTo>
                  <a:lnTo>
                    <a:pt x="1940723" y="2818305"/>
                  </a:lnTo>
                  <a:lnTo>
                    <a:pt x="1937301" y="2818305"/>
                  </a:lnTo>
                  <a:lnTo>
                    <a:pt x="1933878" y="2818305"/>
                  </a:lnTo>
                  <a:lnTo>
                    <a:pt x="1930455" y="2818305"/>
                  </a:lnTo>
                  <a:lnTo>
                    <a:pt x="1927032" y="2818305"/>
                  </a:lnTo>
                  <a:lnTo>
                    <a:pt x="1923609" y="2818305"/>
                  </a:lnTo>
                  <a:lnTo>
                    <a:pt x="1920187" y="2818305"/>
                  </a:lnTo>
                  <a:lnTo>
                    <a:pt x="1916764" y="2818305"/>
                  </a:lnTo>
                  <a:lnTo>
                    <a:pt x="1913341" y="2818305"/>
                  </a:lnTo>
                  <a:lnTo>
                    <a:pt x="1909918" y="2818305"/>
                  </a:lnTo>
                  <a:lnTo>
                    <a:pt x="1906495" y="2818305"/>
                  </a:lnTo>
                  <a:lnTo>
                    <a:pt x="1903073" y="2818305"/>
                  </a:lnTo>
                  <a:lnTo>
                    <a:pt x="1899650" y="2818305"/>
                  </a:lnTo>
                  <a:lnTo>
                    <a:pt x="1896227" y="2818305"/>
                  </a:lnTo>
                  <a:lnTo>
                    <a:pt x="1892804" y="2818305"/>
                  </a:lnTo>
                  <a:lnTo>
                    <a:pt x="1889382" y="2818305"/>
                  </a:lnTo>
                  <a:lnTo>
                    <a:pt x="1885959" y="2818305"/>
                  </a:lnTo>
                  <a:lnTo>
                    <a:pt x="1882536" y="2818305"/>
                  </a:lnTo>
                  <a:lnTo>
                    <a:pt x="1879113" y="2818305"/>
                  </a:lnTo>
                  <a:lnTo>
                    <a:pt x="1875690" y="2818305"/>
                  </a:lnTo>
                  <a:lnTo>
                    <a:pt x="1872268" y="2818305"/>
                  </a:lnTo>
                  <a:lnTo>
                    <a:pt x="1868845" y="2818305"/>
                  </a:lnTo>
                  <a:lnTo>
                    <a:pt x="1865422" y="2818305"/>
                  </a:lnTo>
                  <a:lnTo>
                    <a:pt x="1861999" y="2818305"/>
                  </a:lnTo>
                  <a:lnTo>
                    <a:pt x="1858576" y="2818305"/>
                  </a:lnTo>
                  <a:lnTo>
                    <a:pt x="1855154" y="2818305"/>
                  </a:lnTo>
                  <a:lnTo>
                    <a:pt x="1851731" y="2818305"/>
                  </a:lnTo>
                  <a:lnTo>
                    <a:pt x="1848308" y="2818305"/>
                  </a:lnTo>
                  <a:lnTo>
                    <a:pt x="1844885" y="2818305"/>
                  </a:lnTo>
                  <a:lnTo>
                    <a:pt x="1841462" y="2818305"/>
                  </a:lnTo>
                  <a:lnTo>
                    <a:pt x="1838040" y="2818305"/>
                  </a:lnTo>
                  <a:lnTo>
                    <a:pt x="1834617" y="2818305"/>
                  </a:lnTo>
                  <a:lnTo>
                    <a:pt x="1831194" y="2818305"/>
                  </a:lnTo>
                  <a:lnTo>
                    <a:pt x="1827771" y="2818305"/>
                  </a:lnTo>
                  <a:lnTo>
                    <a:pt x="1824348" y="2818305"/>
                  </a:lnTo>
                  <a:lnTo>
                    <a:pt x="1820926" y="2818305"/>
                  </a:lnTo>
                  <a:lnTo>
                    <a:pt x="1817503" y="2818305"/>
                  </a:lnTo>
                  <a:lnTo>
                    <a:pt x="1814080" y="2818305"/>
                  </a:lnTo>
                  <a:lnTo>
                    <a:pt x="1810657" y="2818305"/>
                  </a:lnTo>
                  <a:lnTo>
                    <a:pt x="1807234" y="2818305"/>
                  </a:lnTo>
                  <a:lnTo>
                    <a:pt x="1803812" y="2818305"/>
                  </a:lnTo>
                  <a:lnTo>
                    <a:pt x="1800389" y="2818305"/>
                  </a:lnTo>
                  <a:lnTo>
                    <a:pt x="1796966" y="2818305"/>
                  </a:lnTo>
                  <a:lnTo>
                    <a:pt x="1793543" y="2818305"/>
                  </a:lnTo>
                  <a:lnTo>
                    <a:pt x="1790121" y="2818305"/>
                  </a:lnTo>
                  <a:lnTo>
                    <a:pt x="1786698" y="2818305"/>
                  </a:lnTo>
                  <a:lnTo>
                    <a:pt x="1783275" y="2818305"/>
                  </a:lnTo>
                  <a:lnTo>
                    <a:pt x="1779852" y="2818305"/>
                  </a:lnTo>
                  <a:lnTo>
                    <a:pt x="1776429" y="2818305"/>
                  </a:lnTo>
                  <a:lnTo>
                    <a:pt x="1773007" y="2818305"/>
                  </a:lnTo>
                  <a:lnTo>
                    <a:pt x="1769584" y="2818305"/>
                  </a:lnTo>
                  <a:lnTo>
                    <a:pt x="1766161" y="2818305"/>
                  </a:lnTo>
                  <a:lnTo>
                    <a:pt x="1762738" y="2818305"/>
                  </a:lnTo>
                  <a:lnTo>
                    <a:pt x="1759315" y="2818305"/>
                  </a:lnTo>
                  <a:lnTo>
                    <a:pt x="1755893" y="2818305"/>
                  </a:lnTo>
                  <a:lnTo>
                    <a:pt x="1752470" y="2818305"/>
                  </a:lnTo>
                  <a:lnTo>
                    <a:pt x="1749047" y="2818305"/>
                  </a:lnTo>
                  <a:lnTo>
                    <a:pt x="1745624" y="2818305"/>
                  </a:lnTo>
                  <a:lnTo>
                    <a:pt x="1742201" y="2818305"/>
                  </a:lnTo>
                  <a:lnTo>
                    <a:pt x="1738779" y="2818305"/>
                  </a:lnTo>
                  <a:lnTo>
                    <a:pt x="1735356" y="2818305"/>
                  </a:lnTo>
                  <a:lnTo>
                    <a:pt x="1731933" y="2818305"/>
                  </a:lnTo>
                  <a:lnTo>
                    <a:pt x="1728510" y="2818305"/>
                  </a:lnTo>
                  <a:lnTo>
                    <a:pt x="1725087" y="2818305"/>
                  </a:lnTo>
                  <a:lnTo>
                    <a:pt x="1721665" y="2818305"/>
                  </a:lnTo>
                  <a:lnTo>
                    <a:pt x="1718242" y="2818305"/>
                  </a:lnTo>
                  <a:lnTo>
                    <a:pt x="1714819" y="2818305"/>
                  </a:lnTo>
                  <a:lnTo>
                    <a:pt x="1711396" y="2818305"/>
                  </a:lnTo>
                  <a:lnTo>
                    <a:pt x="1707973" y="2818305"/>
                  </a:lnTo>
                  <a:lnTo>
                    <a:pt x="1704551" y="2818305"/>
                  </a:lnTo>
                  <a:lnTo>
                    <a:pt x="1701128" y="2818305"/>
                  </a:lnTo>
                  <a:lnTo>
                    <a:pt x="1697705" y="2818305"/>
                  </a:lnTo>
                  <a:lnTo>
                    <a:pt x="1694282" y="2818305"/>
                  </a:lnTo>
                  <a:lnTo>
                    <a:pt x="1690859" y="2818305"/>
                  </a:lnTo>
                  <a:lnTo>
                    <a:pt x="1687437" y="2818305"/>
                  </a:lnTo>
                  <a:lnTo>
                    <a:pt x="1684014" y="2818305"/>
                  </a:lnTo>
                  <a:lnTo>
                    <a:pt x="1680591" y="2818305"/>
                  </a:lnTo>
                  <a:lnTo>
                    <a:pt x="1677168" y="2818305"/>
                  </a:lnTo>
                  <a:lnTo>
                    <a:pt x="1673746" y="2818305"/>
                  </a:lnTo>
                  <a:lnTo>
                    <a:pt x="1670323" y="2818305"/>
                  </a:lnTo>
                  <a:lnTo>
                    <a:pt x="1666900" y="2818305"/>
                  </a:lnTo>
                  <a:lnTo>
                    <a:pt x="1663477" y="2818305"/>
                  </a:lnTo>
                  <a:lnTo>
                    <a:pt x="1660054" y="2818305"/>
                  </a:lnTo>
                  <a:lnTo>
                    <a:pt x="1656632" y="2818305"/>
                  </a:lnTo>
                  <a:lnTo>
                    <a:pt x="1653209" y="2818305"/>
                  </a:lnTo>
                  <a:lnTo>
                    <a:pt x="1649786" y="2818305"/>
                  </a:lnTo>
                  <a:lnTo>
                    <a:pt x="1646363" y="2818305"/>
                  </a:lnTo>
                  <a:lnTo>
                    <a:pt x="1642940" y="2818305"/>
                  </a:lnTo>
                  <a:lnTo>
                    <a:pt x="1639518" y="2818305"/>
                  </a:lnTo>
                  <a:lnTo>
                    <a:pt x="1636095" y="2818305"/>
                  </a:lnTo>
                  <a:lnTo>
                    <a:pt x="1632672" y="2818305"/>
                  </a:lnTo>
                  <a:lnTo>
                    <a:pt x="1629249" y="2818305"/>
                  </a:lnTo>
                  <a:lnTo>
                    <a:pt x="1625826" y="2818305"/>
                  </a:lnTo>
                  <a:lnTo>
                    <a:pt x="1622404" y="2818305"/>
                  </a:lnTo>
                  <a:lnTo>
                    <a:pt x="1618981" y="2818305"/>
                  </a:lnTo>
                  <a:lnTo>
                    <a:pt x="1615558" y="2818305"/>
                  </a:lnTo>
                  <a:lnTo>
                    <a:pt x="1612135" y="2818305"/>
                  </a:lnTo>
                  <a:lnTo>
                    <a:pt x="1608712" y="2818305"/>
                  </a:lnTo>
                  <a:lnTo>
                    <a:pt x="1605290" y="2818305"/>
                  </a:lnTo>
                  <a:lnTo>
                    <a:pt x="1601867" y="2818305"/>
                  </a:lnTo>
                  <a:lnTo>
                    <a:pt x="1598444" y="2818305"/>
                  </a:lnTo>
                  <a:lnTo>
                    <a:pt x="1595021" y="2818305"/>
                  </a:lnTo>
                  <a:lnTo>
                    <a:pt x="1591598" y="2818305"/>
                  </a:lnTo>
                  <a:lnTo>
                    <a:pt x="1588176" y="2818305"/>
                  </a:lnTo>
                  <a:lnTo>
                    <a:pt x="1584753" y="2818305"/>
                  </a:lnTo>
                  <a:lnTo>
                    <a:pt x="1581330" y="2818305"/>
                  </a:lnTo>
                  <a:lnTo>
                    <a:pt x="1577907" y="2818305"/>
                  </a:lnTo>
                  <a:lnTo>
                    <a:pt x="1574485" y="2818305"/>
                  </a:lnTo>
                  <a:lnTo>
                    <a:pt x="1571062" y="2818305"/>
                  </a:lnTo>
                  <a:lnTo>
                    <a:pt x="1567639" y="2818305"/>
                  </a:lnTo>
                  <a:lnTo>
                    <a:pt x="1564216" y="2818305"/>
                  </a:lnTo>
                  <a:lnTo>
                    <a:pt x="1560793" y="2818305"/>
                  </a:lnTo>
                  <a:lnTo>
                    <a:pt x="1557371" y="2818305"/>
                  </a:lnTo>
                  <a:lnTo>
                    <a:pt x="1553948" y="2818305"/>
                  </a:lnTo>
                  <a:lnTo>
                    <a:pt x="1550525" y="2818305"/>
                  </a:lnTo>
                  <a:lnTo>
                    <a:pt x="1547102" y="2818305"/>
                  </a:lnTo>
                  <a:lnTo>
                    <a:pt x="1543679" y="2818305"/>
                  </a:lnTo>
                  <a:lnTo>
                    <a:pt x="1540257" y="2818305"/>
                  </a:lnTo>
                  <a:lnTo>
                    <a:pt x="1536834" y="2818305"/>
                  </a:lnTo>
                  <a:lnTo>
                    <a:pt x="1533411" y="2818305"/>
                  </a:lnTo>
                  <a:lnTo>
                    <a:pt x="1529988" y="2818305"/>
                  </a:lnTo>
                  <a:lnTo>
                    <a:pt x="1526565" y="2818305"/>
                  </a:lnTo>
                  <a:lnTo>
                    <a:pt x="1523143" y="2818305"/>
                  </a:lnTo>
                  <a:lnTo>
                    <a:pt x="1519720" y="2818305"/>
                  </a:lnTo>
                  <a:lnTo>
                    <a:pt x="1516297" y="2818305"/>
                  </a:lnTo>
                  <a:lnTo>
                    <a:pt x="1512874" y="2818305"/>
                  </a:lnTo>
                  <a:lnTo>
                    <a:pt x="1509451" y="2818305"/>
                  </a:lnTo>
                  <a:lnTo>
                    <a:pt x="1506029" y="2818305"/>
                  </a:lnTo>
                  <a:lnTo>
                    <a:pt x="1502606" y="2818305"/>
                  </a:lnTo>
                  <a:lnTo>
                    <a:pt x="1499183" y="2818305"/>
                  </a:lnTo>
                  <a:lnTo>
                    <a:pt x="1495760" y="2818305"/>
                  </a:lnTo>
                  <a:lnTo>
                    <a:pt x="1492337" y="2818305"/>
                  </a:lnTo>
                  <a:lnTo>
                    <a:pt x="1488915" y="2818305"/>
                  </a:lnTo>
                  <a:lnTo>
                    <a:pt x="1485492" y="2818305"/>
                  </a:lnTo>
                  <a:lnTo>
                    <a:pt x="1482069" y="2818305"/>
                  </a:lnTo>
                  <a:lnTo>
                    <a:pt x="1478646" y="2818305"/>
                  </a:lnTo>
                  <a:lnTo>
                    <a:pt x="1475224" y="2818305"/>
                  </a:lnTo>
                  <a:lnTo>
                    <a:pt x="1471801" y="2818305"/>
                  </a:lnTo>
                  <a:lnTo>
                    <a:pt x="1468378" y="2818305"/>
                  </a:lnTo>
                  <a:lnTo>
                    <a:pt x="1464955" y="2818305"/>
                  </a:lnTo>
                  <a:lnTo>
                    <a:pt x="1461532" y="2818305"/>
                  </a:lnTo>
                  <a:lnTo>
                    <a:pt x="1458110" y="2818305"/>
                  </a:lnTo>
                  <a:lnTo>
                    <a:pt x="1454687" y="2818305"/>
                  </a:lnTo>
                  <a:lnTo>
                    <a:pt x="1451264" y="2818305"/>
                  </a:lnTo>
                  <a:lnTo>
                    <a:pt x="1447841" y="2818305"/>
                  </a:lnTo>
                  <a:lnTo>
                    <a:pt x="1444418" y="2818305"/>
                  </a:lnTo>
                  <a:lnTo>
                    <a:pt x="1440996" y="2818305"/>
                  </a:lnTo>
                  <a:lnTo>
                    <a:pt x="1437573" y="2818305"/>
                  </a:lnTo>
                  <a:lnTo>
                    <a:pt x="1434150" y="2818305"/>
                  </a:lnTo>
                  <a:lnTo>
                    <a:pt x="1430727" y="2818305"/>
                  </a:lnTo>
                  <a:lnTo>
                    <a:pt x="1427304" y="2818305"/>
                  </a:lnTo>
                  <a:lnTo>
                    <a:pt x="1423882" y="2818305"/>
                  </a:lnTo>
                  <a:lnTo>
                    <a:pt x="1420459" y="2818305"/>
                  </a:lnTo>
                  <a:lnTo>
                    <a:pt x="1417036" y="2818305"/>
                  </a:lnTo>
                  <a:lnTo>
                    <a:pt x="1413613" y="2818305"/>
                  </a:lnTo>
                  <a:lnTo>
                    <a:pt x="1410190" y="2818305"/>
                  </a:lnTo>
                  <a:lnTo>
                    <a:pt x="1406768" y="2818305"/>
                  </a:lnTo>
                  <a:lnTo>
                    <a:pt x="1403345" y="2818305"/>
                  </a:lnTo>
                  <a:lnTo>
                    <a:pt x="1399922" y="2818305"/>
                  </a:lnTo>
                  <a:lnTo>
                    <a:pt x="1396499" y="2818305"/>
                  </a:lnTo>
                  <a:lnTo>
                    <a:pt x="1393076" y="2818305"/>
                  </a:lnTo>
                  <a:lnTo>
                    <a:pt x="1389654" y="2818305"/>
                  </a:lnTo>
                  <a:lnTo>
                    <a:pt x="1386231" y="2818305"/>
                  </a:lnTo>
                  <a:lnTo>
                    <a:pt x="1382808" y="2818305"/>
                  </a:lnTo>
                  <a:lnTo>
                    <a:pt x="1379385" y="2818305"/>
                  </a:lnTo>
                  <a:lnTo>
                    <a:pt x="1375962" y="2818305"/>
                  </a:lnTo>
                  <a:lnTo>
                    <a:pt x="1372540" y="2818305"/>
                  </a:lnTo>
                  <a:lnTo>
                    <a:pt x="1369117" y="2818305"/>
                  </a:lnTo>
                  <a:lnTo>
                    <a:pt x="1365694" y="2818305"/>
                  </a:lnTo>
                  <a:lnTo>
                    <a:pt x="1362271" y="2818305"/>
                  </a:lnTo>
                  <a:lnTo>
                    <a:pt x="1358849" y="2818305"/>
                  </a:lnTo>
                  <a:lnTo>
                    <a:pt x="1355426" y="2818305"/>
                  </a:lnTo>
                  <a:lnTo>
                    <a:pt x="1352003" y="2818305"/>
                  </a:lnTo>
                  <a:lnTo>
                    <a:pt x="1348580" y="2818305"/>
                  </a:lnTo>
                  <a:lnTo>
                    <a:pt x="1345157" y="2818305"/>
                  </a:lnTo>
                  <a:lnTo>
                    <a:pt x="1341735" y="2818305"/>
                  </a:lnTo>
                  <a:lnTo>
                    <a:pt x="1338312" y="2818305"/>
                  </a:lnTo>
                  <a:lnTo>
                    <a:pt x="1334889" y="2818305"/>
                  </a:lnTo>
                  <a:lnTo>
                    <a:pt x="1331466" y="2818305"/>
                  </a:lnTo>
                  <a:lnTo>
                    <a:pt x="1328043" y="2818305"/>
                  </a:lnTo>
                  <a:lnTo>
                    <a:pt x="1324621" y="2818305"/>
                  </a:lnTo>
                  <a:lnTo>
                    <a:pt x="1321198" y="2818305"/>
                  </a:lnTo>
                  <a:lnTo>
                    <a:pt x="1317775" y="2818305"/>
                  </a:lnTo>
                  <a:lnTo>
                    <a:pt x="1314352" y="2818305"/>
                  </a:lnTo>
                  <a:lnTo>
                    <a:pt x="1310929" y="2818305"/>
                  </a:lnTo>
                  <a:lnTo>
                    <a:pt x="1307507" y="2818305"/>
                  </a:lnTo>
                  <a:lnTo>
                    <a:pt x="1304084" y="2818305"/>
                  </a:lnTo>
                  <a:lnTo>
                    <a:pt x="1300661" y="2818305"/>
                  </a:lnTo>
                  <a:lnTo>
                    <a:pt x="1297238" y="2818305"/>
                  </a:lnTo>
                  <a:lnTo>
                    <a:pt x="1293815" y="2818305"/>
                  </a:lnTo>
                  <a:lnTo>
                    <a:pt x="1290393" y="2818305"/>
                  </a:lnTo>
                  <a:lnTo>
                    <a:pt x="1286970" y="2818305"/>
                  </a:lnTo>
                  <a:lnTo>
                    <a:pt x="1283547" y="2818305"/>
                  </a:lnTo>
                  <a:lnTo>
                    <a:pt x="1280124" y="2818305"/>
                  </a:lnTo>
                  <a:lnTo>
                    <a:pt x="1276701" y="2818305"/>
                  </a:lnTo>
                  <a:lnTo>
                    <a:pt x="1273279" y="2818305"/>
                  </a:lnTo>
                  <a:lnTo>
                    <a:pt x="1269856" y="2818305"/>
                  </a:lnTo>
                  <a:lnTo>
                    <a:pt x="1266433" y="2818305"/>
                  </a:lnTo>
                  <a:lnTo>
                    <a:pt x="1263010" y="2818305"/>
                  </a:lnTo>
                  <a:lnTo>
                    <a:pt x="1259588" y="2818305"/>
                  </a:lnTo>
                  <a:lnTo>
                    <a:pt x="1256165" y="2818305"/>
                  </a:lnTo>
                  <a:lnTo>
                    <a:pt x="1252742" y="2818305"/>
                  </a:lnTo>
                  <a:lnTo>
                    <a:pt x="1249319" y="2818305"/>
                  </a:lnTo>
                  <a:lnTo>
                    <a:pt x="1245896" y="2818305"/>
                  </a:lnTo>
                  <a:lnTo>
                    <a:pt x="1242474" y="2818305"/>
                  </a:lnTo>
                  <a:lnTo>
                    <a:pt x="1239051" y="2818305"/>
                  </a:lnTo>
                  <a:lnTo>
                    <a:pt x="1235628" y="2818305"/>
                  </a:lnTo>
                  <a:lnTo>
                    <a:pt x="1232205" y="2818305"/>
                  </a:lnTo>
                  <a:lnTo>
                    <a:pt x="1228782" y="2818305"/>
                  </a:lnTo>
                  <a:lnTo>
                    <a:pt x="1225360" y="2818305"/>
                  </a:lnTo>
                  <a:lnTo>
                    <a:pt x="1221937" y="2818305"/>
                  </a:lnTo>
                  <a:lnTo>
                    <a:pt x="1218514" y="2818305"/>
                  </a:lnTo>
                  <a:lnTo>
                    <a:pt x="1215091" y="2818305"/>
                  </a:lnTo>
                  <a:lnTo>
                    <a:pt x="1211668" y="2818305"/>
                  </a:lnTo>
                  <a:lnTo>
                    <a:pt x="1208246" y="2818305"/>
                  </a:lnTo>
                  <a:lnTo>
                    <a:pt x="1204823" y="2818305"/>
                  </a:lnTo>
                  <a:lnTo>
                    <a:pt x="1201400" y="2818305"/>
                  </a:lnTo>
                  <a:lnTo>
                    <a:pt x="1197977" y="2818305"/>
                  </a:lnTo>
                  <a:lnTo>
                    <a:pt x="1194554" y="2818305"/>
                  </a:lnTo>
                  <a:lnTo>
                    <a:pt x="1191132" y="2818305"/>
                  </a:lnTo>
                  <a:lnTo>
                    <a:pt x="1187709" y="2818305"/>
                  </a:lnTo>
                  <a:lnTo>
                    <a:pt x="1184286" y="2818305"/>
                  </a:lnTo>
                  <a:lnTo>
                    <a:pt x="1180863" y="2818305"/>
                  </a:lnTo>
                  <a:lnTo>
                    <a:pt x="1177440" y="2818305"/>
                  </a:lnTo>
                  <a:lnTo>
                    <a:pt x="1174018" y="2818305"/>
                  </a:lnTo>
                  <a:lnTo>
                    <a:pt x="1170595" y="2818305"/>
                  </a:lnTo>
                  <a:lnTo>
                    <a:pt x="1167172" y="2818305"/>
                  </a:lnTo>
                  <a:lnTo>
                    <a:pt x="1163749" y="2818305"/>
                  </a:lnTo>
                  <a:lnTo>
                    <a:pt x="1160326" y="2818305"/>
                  </a:lnTo>
                  <a:lnTo>
                    <a:pt x="1156904" y="2818305"/>
                  </a:lnTo>
                  <a:lnTo>
                    <a:pt x="1153481" y="2818305"/>
                  </a:lnTo>
                  <a:lnTo>
                    <a:pt x="1150058" y="2818305"/>
                  </a:lnTo>
                  <a:lnTo>
                    <a:pt x="1146635" y="2818305"/>
                  </a:lnTo>
                  <a:lnTo>
                    <a:pt x="1143213" y="2818305"/>
                  </a:lnTo>
                  <a:lnTo>
                    <a:pt x="1139790" y="2818305"/>
                  </a:lnTo>
                  <a:lnTo>
                    <a:pt x="1136367" y="2818305"/>
                  </a:lnTo>
                  <a:lnTo>
                    <a:pt x="1132944" y="2818305"/>
                  </a:lnTo>
                  <a:lnTo>
                    <a:pt x="1129521" y="2818305"/>
                  </a:lnTo>
                  <a:lnTo>
                    <a:pt x="1126099" y="2818305"/>
                  </a:lnTo>
                  <a:lnTo>
                    <a:pt x="1122676" y="2818305"/>
                  </a:lnTo>
                  <a:lnTo>
                    <a:pt x="1119253" y="2818305"/>
                  </a:lnTo>
                  <a:lnTo>
                    <a:pt x="1115830" y="2818305"/>
                  </a:lnTo>
                  <a:lnTo>
                    <a:pt x="1112407" y="2818305"/>
                  </a:lnTo>
                  <a:lnTo>
                    <a:pt x="1108985" y="2818305"/>
                  </a:lnTo>
                  <a:lnTo>
                    <a:pt x="1105562" y="2818305"/>
                  </a:lnTo>
                  <a:lnTo>
                    <a:pt x="1102139" y="2818305"/>
                  </a:lnTo>
                  <a:lnTo>
                    <a:pt x="1098716" y="2818305"/>
                  </a:lnTo>
                  <a:lnTo>
                    <a:pt x="1095293" y="2818305"/>
                  </a:lnTo>
                  <a:lnTo>
                    <a:pt x="1091871" y="2818305"/>
                  </a:lnTo>
                  <a:lnTo>
                    <a:pt x="1088448" y="2818305"/>
                  </a:lnTo>
                  <a:lnTo>
                    <a:pt x="1085025" y="2818305"/>
                  </a:lnTo>
                  <a:lnTo>
                    <a:pt x="1081602" y="2818305"/>
                  </a:lnTo>
                  <a:lnTo>
                    <a:pt x="1078179" y="2818305"/>
                  </a:lnTo>
                  <a:lnTo>
                    <a:pt x="1074757" y="2818305"/>
                  </a:lnTo>
                  <a:lnTo>
                    <a:pt x="1071334" y="2818305"/>
                  </a:lnTo>
                  <a:lnTo>
                    <a:pt x="1067911" y="2818305"/>
                  </a:lnTo>
                  <a:lnTo>
                    <a:pt x="1064488" y="2818305"/>
                  </a:lnTo>
                  <a:lnTo>
                    <a:pt x="1061065" y="2818305"/>
                  </a:lnTo>
                  <a:lnTo>
                    <a:pt x="1057643" y="2818305"/>
                  </a:lnTo>
                  <a:lnTo>
                    <a:pt x="1054220" y="2818305"/>
                  </a:lnTo>
                  <a:lnTo>
                    <a:pt x="1050797" y="2818305"/>
                  </a:lnTo>
                  <a:lnTo>
                    <a:pt x="1047374" y="2818305"/>
                  </a:lnTo>
                  <a:lnTo>
                    <a:pt x="1043952" y="2818305"/>
                  </a:lnTo>
                  <a:lnTo>
                    <a:pt x="1040529" y="2818305"/>
                  </a:lnTo>
                  <a:lnTo>
                    <a:pt x="1037106" y="2818305"/>
                  </a:lnTo>
                  <a:lnTo>
                    <a:pt x="1033683" y="2818305"/>
                  </a:lnTo>
                  <a:lnTo>
                    <a:pt x="1030260" y="2818305"/>
                  </a:lnTo>
                  <a:lnTo>
                    <a:pt x="1026838" y="2818305"/>
                  </a:lnTo>
                  <a:lnTo>
                    <a:pt x="1023415" y="2818305"/>
                  </a:lnTo>
                  <a:lnTo>
                    <a:pt x="1019992" y="2818305"/>
                  </a:lnTo>
                  <a:lnTo>
                    <a:pt x="1016569" y="2818305"/>
                  </a:lnTo>
                  <a:lnTo>
                    <a:pt x="1013146" y="2818305"/>
                  </a:lnTo>
                  <a:lnTo>
                    <a:pt x="1009724" y="2818305"/>
                  </a:lnTo>
                  <a:lnTo>
                    <a:pt x="1006301" y="2818305"/>
                  </a:lnTo>
                  <a:lnTo>
                    <a:pt x="1002878" y="2818305"/>
                  </a:lnTo>
                  <a:lnTo>
                    <a:pt x="999455" y="2818305"/>
                  </a:lnTo>
                  <a:lnTo>
                    <a:pt x="996032" y="2818305"/>
                  </a:lnTo>
                  <a:lnTo>
                    <a:pt x="992610" y="2818305"/>
                  </a:lnTo>
                  <a:lnTo>
                    <a:pt x="989187" y="2818305"/>
                  </a:lnTo>
                  <a:lnTo>
                    <a:pt x="985764" y="2818305"/>
                  </a:lnTo>
                  <a:lnTo>
                    <a:pt x="982341" y="2818305"/>
                  </a:lnTo>
                  <a:lnTo>
                    <a:pt x="978918" y="2818305"/>
                  </a:lnTo>
                  <a:lnTo>
                    <a:pt x="975496" y="2818305"/>
                  </a:lnTo>
                  <a:lnTo>
                    <a:pt x="972073" y="2818305"/>
                  </a:lnTo>
                  <a:lnTo>
                    <a:pt x="968650" y="2818305"/>
                  </a:lnTo>
                  <a:lnTo>
                    <a:pt x="965227" y="2818305"/>
                  </a:lnTo>
                  <a:lnTo>
                    <a:pt x="961804" y="2818305"/>
                  </a:lnTo>
                  <a:lnTo>
                    <a:pt x="958382" y="2818305"/>
                  </a:lnTo>
                  <a:lnTo>
                    <a:pt x="954959" y="2818305"/>
                  </a:lnTo>
                  <a:lnTo>
                    <a:pt x="951536" y="2818305"/>
                  </a:lnTo>
                  <a:lnTo>
                    <a:pt x="948113" y="2818305"/>
                  </a:lnTo>
                  <a:lnTo>
                    <a:pt x="944691" y="2818305"/>
                  </a:lnTo>
                  <a:lnTo>
                    <a:pt x="941268" y="2818305"/>
                  </a:lnTo>
                  <a:lnTo>
                    <a:pt x="937845" y="2818305"/>
                  </a:lnTo>
                  <a:lnTo>
                    <a:pt x="934422" y="2818305"/>
                  </a:lnTo>
                  <a:lnTo>
                    <a:pt x="930999" y="2818305"/>
                  </a:lnTo>
                  <a:lnTo>
                    <a:pt x="927577" y="2818305"/>
                  </a:lnTo>
                  <a:lnTo>
                    <a:pt x="924154" y="2818305"/>
                  </a:lnTo>
                  <a:lnTo>
                    <a:pt x="920731" y="2818305"/>
                  </a:lnTo>
                  <a:lnTo>
                    <a:pt x="917308" y="2818305"/>
                  </a:lnTo>
                  <a:lnTo>
                    <a:pt x="913885" y="2818305"/>
                  </a:lnTo>
                  <a:lnTo>
                    <a:pt x="910463" y="2818305"/>
                  </a:lnTo>
                  <a:lnTo>
                    <a:pt x="907040" y="2818305"/>
                  </a:lnTo>
                  <a:lnTo>
                    <a:pt x="903617" y="2818305"/>
                  </a:lnTo>
                  <a:lnTo>
                    <a:pt x="900194" y="2818305"/>
                  </a:lnTo>
                  <a:lnTo>
                    <a:pt x="896771" y="2818305"/>
                  </a:lnTo>
                  <a:lnTo>
                    <a:pt x="893349" y="2818305"/>
                  </a:lnTo>
                  <a:lnTo>
                    <a:pt x="889926" y="2818305"/>
                  </a:lnTo>
                  <a:lnTo>
                    <a:pt x="886503" y="2818305"/>
                  </a:lnTo>
                  <a:lnTo>
                    <a:pt x="883080" y="2818305"/>
                  </a:lnTo>
                  <a:lnTo>
                    <a:pt x="879657" y="2818305"/>
                  </a:lnTo>
                  <a:lnTo>
                    <a:pt x="876235" y="2818305"/>
                  </a:lnTo>
                  <a:lnTo>
                    <a:pt x="872812" y="2818305"/>
                  </a:lnTo>
                  <a:lnTo>
                    <a:pt x="869389" y="2818305"/>
                  </a:lnTo>
                  <a:lnTo>
                    <a:pt x="865966" y="2818305"/>
                  </a:lnTo>
                  <a:lnTo>
                    <a:pt x="862543" y="2818305"/>
                  </a:lnTo>
                  <a:lnTo>
                    <a:pt x="859121" y="2818305"/>
                  </a:lnTo>
                  <a:lnTo>
                    <a:pt x="855698" y="2818305"/>
                  </a:lnTo>
                  <a:lnTo>
                    <a:pt x="852275" y="2818305"/>
                  </a:lnTo>
                  <a:lnTo>
                    <a:pt x="848852" y="2818305"/>
                  </a:lnTo>
                  <a:lnTo>
                    <a:pt x="845429" y="2818305"/>
                  </a:lnTo>
                  <a:lnTo>
                    <a:pt x="842007" y="2818305"/>
                  </a:lnTo>
                  <a:lnTo>
                    <a:pt x="838584" y="2818305"/>
                  </a:lnTo>
                  <a:lnTo>
                    <a:pt x="835161" y="2818305"/>
                  </a:lnTo>
                  <a:lnTo>
                    <a:pt x="831738" y="2818305"/>
                  </a:lnTo>
                  <a:lnTo>
                    <a:pt x="828316" y="2818305"/>
                  </a:lnTo>
                  <a:lnTo>
                    <a:pt x="824893" y="2818305"/>
                  </a:lnTo>
                  <a:lnTo>
                    <a:pt x="821470" y="2818305"/>
                  </a:lnTo>
                  <a:lnTo>
                    <a:pt x="818047" y="2818305"/>
                  </a:lnTo>
                  <a:lnTo>
                    <a:pt x="814624" y="2818305"/>
                  </a:lnTo>
                  <a:lnTo>
                    <a:pt x="811202" y="2818305"/>
                  </a:lnTo>
                  <a:lnTo>
                    <a:pt x="807779" y="2818305"/>
                  </a:lnTo>
                  <a:lnTo>
                    <a:pt x="804356" y="2818305"/>
                  </a:lnTo>
                  <a:lnTo>
                    <a:pt x="800933" y="2818305"/>
                  </a:lnTo>
                  <a:lnTo>
                    <a:pt x="797510" y="2818305"/>
                  </a:lnTo>
                  <a:lnTo>
                    <a:pt x="794088" y="2818305"/>
                  </a:lnTo>
                  <a:lnTo>
                    <a:pt x="790665" y="2818305"/>
                  </a:lnTo>
                  <a:lnTo>
                    <a:pt x="787242" y="2818305"/>
                  </a:lnTo>
                  <a:lnTo>
                    <a:pt x="783819" y="2818305"/>
                  </a:lnTo>
                  <a:lnTo>
                    <a:pt x="780396" y="2818305"/>
                  </a:lnTo>
                  <a:lnTo>
                    <a:pt x="776974" y="2818305"/>
                  </a:lnTo>
                  <a:lnTo>
                    <a:pt x="773551" y="2818305"/>
                  </a:lnTo>
                  <a:lnTo>
                    <a:pt x="770128" y="2818305"/>
                  </a:lnTo>
                  <a:lnTo>
                    <a:pt x="766705" y="2818305"/>
                  </a:lnTo>
                  <a:lnTo>
                    <a:pt x="763282" y="2818305"/>
                  </a:lnTo>
                  <a:lnTo>
                    <a:pt x="759860" y="2818305"/>
                  </a:lnTo>
                  <a:lnTo>
                    <a:pt x="756437" y="2818305"/>
                  </a:lnTo>
                  <a:lnTo>
                    <a:pt x="753014" y="2818305"/>
                  </a:lnTo>
                  <a:lnTo>
                    <a:pt x="749591" y="2818305"/>
                  </a:lnTo>
                  <a:lnTo>
                    <a:pt x="746168" y="2818305"/>
                  </a:lnTo>
                  <a:lnTo>
                    <a:pt x="742746" y="2818305"/>
                  </a:lnTo>
                  <a:lnTo>
                    <a:pt x="739323" y="2818305"/>
                  </a:lnTo>
                  <a:lnTo>
                    <a:pt x="735900" y="2818305"/>
                  </a:lnTo>
                  <a:lnTo>
                    <a:pt x="732477" y="2818305"/>
                  </a:lnTo>
                  <a:lnTo>
                    <a:pt x="729055" y="2818305"/>
                  </a:lnTo>
                  <a:lnTo>
                    <a:pt x="725632" y="2818305"/>
                  </a:lnTo>
                  <a:lnTo>
                    <a:pt x="722209" y="2818305"/>
                  </a:lnTo>
                  <a:lnTo>
                    <a:pt x="718786" y="2818305"/>
                  </a:lnTo>
                  <a:lnTo>
                    <a:pt x="715363" y="2818305"/>
                  </a:lnTo>
                  <a:lnTo>
                    <a:pt x="711941" y="2818305"/>
                  </a:lnTo>
                  <a:lnTo>
                    <a:pt x="708518" y="2818305"/>
                  </a:lnTo>
                  <a:lnTo>
                    <a:pt x="705095" y="2818305"/>
                  </a:lnTo>
                  <a:lnTo>
                    <a:pt x="701672" y="2818305"/>
                  </a:lnTo>
                  <a:lnTo>
                    <a:pt x="698249" y="2818305"/>
                  </a:lnTo>
                  <a:lnTo>
                    <a:pt x="694827" y="2818305"/>
                  </a:lnTo>
                  <a:lnTo>
                    <a:pt x="691404" y="2818305"/>
                  </a:lnTo>
                  <a:lnTo>
                    <a:pt x="687981" y="2818305"/>
                  </a:lnTo>
                  <a:lnTo>
                    <a:pt x="684558" y="2818305"/>
                  </a:lnTo>
                  <a:lnTo>
                    <a:pt x="681135" y="2818305"/>
                  </a:lnTo>
                  <a:lnTo>
                    <a:pt x="677713" y="2818305"/>
                  </a:lnTo>
                  <a:lnTo>
                    <a:pt x="674290" y="2818305"/>
                  </a:lnTo>
                  <a:lnTo>
                    <a:pt x="670867" y="2818305"/>
                  </a:lnTo>
                  <a:lnTo>
                    <a:pt x="667444" y="2818305"/>
                  </a:lnTo>
                  <a:lnTo>
                    <a:pt x="664021" y="2818305"/>
                  </a:lnTo>
                  <a:lnTo>
                    <a:pt x="660599" y="2818305"/>
                  </a:lnTo>
                  <a:lnTo>
                    <a:pt x="657176" y="2818305"/>
                  </a:lnTo>
                  <a:lnTo>
                    <a:pt x="653753" y="2818305"/>
                  </a:lnTo>
                  <a:lnTo>
                    <a:pt x="650330" y="2818305"/>
                  </a:lnTo>
                  <a:lnTo>
                    <a:pt x="646907" y="2818305"/>
                  </a:lnTo>
                  <a:lnTo>
                    <a:pt x="643485" y="2818305"/>
                  </a:lnTo>
                  <a:lnTo>
                    <a:pt x="640062" y="2818305"/>
                  </a:lnTo>
                  <a:lnTo>
                    <a:pt x="636639" y="2818305"/>
                  </a:lnTo>
                  <a:lnTo>
                    <a:pt x="633216" y="2818305"/>
                  </a:lnTo>
                  <a:lnTo>
                    <a:pt x="629794" y="2818305"/>
                  </a:lnTo>
                  <a:lnTo>
                    <a:pt x="626371" y="2818305"/>
                  </a:lnTo>
                  <a:lnTo>
                    <a:pt x="622948" y="2818305"/>
                  </a:lnTo>
                  <a:lnTo>
                    <a:pt x="619525" y="2818305"/>
                  </a:lnTo>
                  <a:lnTo>
                    <a:pt x="616102" y="2818305"/>
                  </a:lnTo>
                  <a:lnTo>
                    <a:pt x="612680" y="2818305"/>
                  </a:lnTo>
                  <a:lnTo>
                    <a:pt x="609257" y="2818305"/>
                  </a:lnTo>
                  <a:lnTo>
                    <a:pt x="605834" y="2818305"/>
                  </a:lnTo>
                  <a:lnTo>
                    <a:pt x="602411" y="2818305"/>
                  </a:lnTo>
                  <a:lnTo>
                    <a:pt x="598988" y="2818305"/>
                  </a:lnTo>
                  <a:lnTo>
                    <a:pt x="595566" y="2818305"/>
                  </a:lnTo>
                  <a:lnTo>
                    <a:pt x="592143" y="2818305"/>
                  </a:lnTo>
                  <a:lnTo>
                    <a:pt x="588720" y="2818305"/>
                  </a:lnTo>
                  <a:lnTo>
                    <a:pt x="585297" y="2818305"/>
                  </a:lnTo>
                  <a:lnTo>
                    <a:pt x="581874" y="2818305"/>
                  </a:lnTo>
                  <a:lnTo>
                    <a:pt x="578452" y="2818305"/>
                  </a:lnTo>
                  <a:lnTo>
                    <a:pt x="575029" y="2818305"/>
                  </a:lnTo>
                  <a:lnTo>
                    <a:pt x="571606" y="2818305"/>
                  </a:lnTo>
                  <a:lnTo>
                    <a:pt x="568183" y="2818305"/>
                  </a:lnTo>
                  <a:lnTo>
                    <a:pt x="564760" y="2818305"/>
                  </a:lnTo>
                  <a:lnTo>
                    <a:pt x="561338" y="2818305"/>
                  </a:lnTo>
                  <a:lnTo>
                    <a:pt x="557915" y="2818305"/>
                  </a:lnTo>
                  <a:lnTo>
                    <a:pt x="554492" y="2818305"/>
                  </a:lnTo>
                  <a:lnTo>
                    <a:pt x="551069" y="2818305"/>
                  </a:lnTo>
                  <a:lnTo>
                    <a:pt x="547646" y="2818305"/>
                  </a:lnTo>
                  <a:lnTo>
                    <a:pt x="544224" y="2818305"/>
                  </a:lnTo>
                  <a:lnTo>
                    <a:pt x="540801" y="2818305"/>
                  </a:lnTo>
                  <a:lnTo>
                    <a:pt x="537378" y="2818305"/>
                  </a:lnTo>
                  <a:lnTo>
                    <a:pt x="533955" y="2818305"/>
                  </a:lnTo>
                  <a:lnTo>
                    <a:pt x="530532" y="2818305"/>
                  </a:lnTo>
                  <a:lnTo>
                    <a:pt x="527110" y="2818305"/>
                  </a:lnTo>
                  <a:lnTo>
                    <a:pt x="523687" y="2818305"/>
                  </a:lnTo>
                  <a:lnTo>
                    <a:pt x="520264" y="2818305"/>
                  </a:lnTo>
                  <a:lnTo>
                    <a:pt x="516841" y="2818305"/>
                  </a:lnTo>
                  <a:lnTo>
                    <a:pt x="513419" y="2818305"/>
                  </a:lnTo>
                  <a:lnTo>
                    <a:pt x="509996" y="2818305"/>
                  </a:lnTo>
                  <a:lnTo>
                    <a:pt x="506573" y="2818305"/>
                  </a:lnTo>
                  <a:lnTo>
                    <a:pt x="503150" y="2818305"/>
                  </a:lnTo>
                  <a:lnTo>
                    <a:pt x="499727" y="2818305"/>
                  </a:lnTo>
                  <a:lnTo>
                    <a:pt x="496305" y="2818305"/>
                  </a:lnTo>
                  <a:lnTo>
                    <a:pt x="492882" y="2818305"/>
                  </a:lnTo>
                  <a:lnTo>
                    <a:pt x="489459" y="2818305"/>
                  </a:lnTo>
                  <a:lnTo>
                    <a:pt x="486036" y="2818305"/>
                  </a:lnTo>
                  <a:lnTo>
                    <a:pt x="482613" y="2818305"/>
                  </a:lnTo>
                  <a:lnTo>
                    <a:pt x="479191" y="2818305"/>
                  </a:lnTo>
                  <a:lnTo>
                    <a:pt x="475768" y="2818305"/>
                  </a:lnTo>
                  <a:lnTo>
                    <a:pt x="472345" y="2818305"/>
                  </a:lnTo>
                  <a:lnTo>
                    <a:pt x="468922" y="2818305"/>
                  </a:lnTo>
                  <a:lnTo>
                    <a:pt x="465499" y="2818305"/>
                  </a:lnTo>
                  <a:lnTo>
                    <a:pt x="462077" y="2818305"/>
                  </a:lnTo>
                  <a:lnTo>
                    <a:pt x="458654" y="2818305"/>
                  </a:lnTo>
                  <a:lnTo>
                    <a:pt x="455231" y="2818305"/>
                  </a:lnTo>
                  <a:lnTo>
                    <a:pt x="451808" y="2818305"/>
                  </a:lnTo>
                  <a:lnTo>
                    <a:pt x="448385" y="2818305"/>
                  </a:lnTo>
                  <a:lnTo>
                    <a:pt x="444963" y="2818305"/>
                  </a:lnTo>
                  <a:lnTo>
                    <a:pt x="441540" y="2818305"/>
                  </a:lnTo>
                  <a:lnTo>
                    <a:pt x="438117" y="2818305"/>
                  </a:lnTo>
                  <a:lnTo>
                    <a:pt x="434694" y="2818305"/>
                  </a:lnTo>
                  <a:lnTo>
                    <a:pt x="431271" y="2818305"/>
                  </a:lnTo>
                  <a:lnTo>
                    <a:pt x="427849" y="2818305"/>
                  </a:lnTo>
                  <a:lnTo>
                    <a:pt x="424426" y="2818305"/>
                  </a:lnTo>
                  <a:lnTo>
                    <a:pt x="421003" y="2818305"/>
                  </a:lnTo>
                  <a:lnTo>
                    <a:pt x="417580" y="2818305"/>
                  </a:lnTo>
                  <a:lnTo>
                    <a:pt x="414158" y="2818305"/>
                  </a:lnTo>
                  <a:lnTo>
                    <a:pt x="410735" y="2818305"/>
                  </a:lnTo>
                  <a:lnTo>
                    <a:pt x="407312" y="2818305"/>
                  </a:lnTo>
                  <a:lnTo>
                    <a:pt x="403889" y="2818305"/>
                  </a:lnTo>
                  <a:lnTo>
                    <a:pt x="400466" y="2818305"/>
                  </a:lnTo>
                  <a:lnTo>
                    <a:pt x="397044" y="2818305"/>
                  </a:lnTo>
                  <a:lnTo>
                    <a:pt x="393621" y="2818305"/>
                  </a:lnTo>
                  <a:lnTo>
                    <a:pt x="390198" y="2818305"/>
                  </a:lnTo>
                  <a:lnTo>
                    <a:pt x="386775" y="2818305"/>
                  </a:lnTo>
                  <a:lnTo>
                    <a:pt x="383352" y="2818305"/>
                  </a:lnTo>
                  <a:lnTo>
                    <a:pt x="379930" y="2818305"/>
                  </a:lnTo>
                  <a:lnTo>
                    <a:pt x="376507" y="2818305"/>
                  </a:lnTo>
                  <a:lnTo>
                    <a:pt x="373084" y="2818305"/>
                  </a:lnTo>
                  <a:lnTo>
                    <a:pt x="369661" y="2818305"/>
                  </a:lnTo>
                  <a:lnTo>
                    <a:pt x="366238" y="2818305"/>
                  </a:lnTo>
                  <a:lnTo>
                    <a:pt x="362816" y="2818305"/>
                  </a:lnTo>
                  <a:lnTo>
                    <a:pt x="359393" y="2818305"/>
                  </a:lnTo>
                  <a:lnTo>
                    <a:pt x="355970" y="2818305"/>
                  </a:lnTo>
                  <a:lnTo>
                    <a:pt x="352547" y="2818305"/>
                  </a:lnTo>
                  <a:lnTo>
                    <a:pt x="349124" y="2818305"/>
                  </a:lnTo>
                  <a:lnTo>
                    <a:pt x="345702" y="2818305"/>
                  </a:lnTo>
                  <a:lnTo>
                    <a:pt x="342279" y="2818305"/>
                  </a:lnTo>
                  <a:lnTo>
                    <a:pt x="338856" y="2818305"/>
                  </a:lnTo>
                  <a:lnTo>
                    <a:pt x="335433" y="2818305"/>
                  </a:lnTo>
                  <a:lnTo>
                    <a:pt x="332010" y="2818305"/>
                  </a:lnTo>
                  <a:lnTo>
                    <a:pt x="328588" y="2818305"/>
                  </a:lnTo>
                  <a:lnTo>
                    <a:pt x="325165" y="2818305"/>
                  </a:lnTo>
                  <a:lnTo>
                    <a:pt x="321742" y="2818305"/>
                  </a:lnTo>
                  <a:lnTo>
                    <a:pt x="318319" y="2818305"/>
                  </a:lnTo>
                  <a:lnTo>
                    <a:pt x="314897" y="2818305"/>
                  </a:lnTo>
                  <a:lnTo>
                    <a:pt x="311474" y="2818305"/>
                  </a:lnTo>
                  <a:lnTo>
                    <a:pt x="308051" y="2818305"/>
                  </a:lnTo>
                  <a:lnTo>
                    <a:pt x="304628" y="2818305"/>
                  </a:lnTo>
                  <a:lnTo>
                    <a:pt x="301205" y="2818305"/>
                  </a:lnTo>
                  <a:lnTo>
                    <a:pt x="297783" y="2818305"/>
                  </a:lnTo>
                  <a:lnTo>
                    <a:pt x="294360" y="2818305"/>
                  </a:lnTo>
                  <a:lnTo>
                    <a:pt x="290937" y="2818305"/>
                  </a:lnTo>
                  <a:lnTo>
                    <a:pt x="287514" y="2818305"/>
                  </a:lnTo>
                  <a:lnTo>
                    <a:pt x="284091" y="2818305"/>
                  </a:lnTo>
                  <a:lnTo>
                    <a:pt x="280669" y="2818305"/>
                  </a:lnTo>
                  <a:lnTo>
                    <a:pt x="277246" y="2818305"/>
                  </a:lnTo>
                  <a:lnTo>
                    <a:pt x="273823" y="2818305"/>
                  </a:lnTo>
                  <a:lnTo>
                    <a:pt x="270400" y="2818305"/>
                  </a:lnTo>
                  <a:lnTo>
                    <a:pt x="266977" y="2818305"/>
                  </a:lnTo>
                  <a:lnTo>
                    <a:pt x="263555" y="2818305"/>
                  </a:lnTo>
                  <a:lnTo>
                    <a:pt x="260132" y="2818305"/>
                  </a:lnTo>
                  <a:lnTo>
                    <a:pt x="256709" y="2818305"/>
                  </a:lnTo>
                  <a:lnTo>
                    <a:pt x="253286" y="2818305"/>
                  </a:lnTo>
                  <a:lnTo>
                    <a:pt x="249863" y="2818305"/>
                  </a:lnTo>
                  <a:lnTo>
                    <a:pt x="246441" y="2818305"/>
                  </a:lnTo>
                  <a:lnTo>
                    <a:pt x="243018" y="2818305"/>
                  </a:lnTo>
                  <a:lnTo>
                    <a:pt x="239595" y="2818305"/>
                  </a:lnTo>
                  <a:lnTo>
                    <a:pt x="236172" y="2818305"/>
                  </a:lnTo>
                  <a:lnTo>
                    <a:pt x="232749" y="2818305"/>
                  </a:lnTo>
                  <a:lnTo>
                    <a:pt x="229327" y="2818305"/>
                  </a:lnTo>
                  <a:lnTo>
                    <a:pt x="225904" y="2818305"/>
                  </a:lnTo>
                  <a:lnTo>
                    <a:pt x="222481" y="2818305"/>
                  </a:lnTo>
                  <a:lnTo>
                    <a:pt x="219058" y="2818305"/>
                  </a:lnTo>
                  <a:lnTo>
                    <a:pt x="215635" y="2818305"/>
                  </a:lnTo>
                  <a:lnTo>
                    <a:pt x="212213" y="2818305"/>
                  </a:lnTo>
                  <a:lnTo>
                    <a:pt x="208790" y="2818305"/>
                  </a:lnTo>
                  <a:lnTo>
                    <a:pt x="205367" y="2818305"/>
                  </a:lnTo>
                  <a:lnTo>
                    <a:pt x="201944" y="2818305"/>
                  </a:lnTo>
                  <a:lnTo>
                    <a:pt x="198522" y="2818305"/>
                  </a:lnTo>
                  <a:lnTo>
                    <a:pt x="195099" y="2818305"/>
                  </a:lnTo>
                  <a:lnTo>
                    <a:pt x="191676" y="2818305"/>
                  </a:lnTo>
                  <a:lnTo>
                    <a:pt x="188253" y="2818305"/>
                  </a:lnTo>
                  <a:lnTo>
                    <a:pt x="184830" y="2818305"/>
                  </a:lnTo>
                  <a:lnTo>
                    <a:pt x="181408" y="2818305"/>
                  </a:lnTo>
                  <a:lnTo>
                    <a:pt x="177985" y="2818305"/>
                  </a:lnTo>
                  <a:lnTo>
                    <a:pt x="174562" y="2818305"/>
                  </a:lnTo>
                  <a:lnTo>
                    <a:pt x="171139" y="2818305"/>
                  </a:lnTo>
                  <a:lnTo>
                    <a:pt x="167716" y="2818305"/>
                  </a:lnTo>
                  <a:lnTo>
                    <a:pt x="164294" y="2818305"/>
                  </a:lnTo>
                  <a:lnTo>
                    <a:pt x="160871" y="2818305"/>
                  </a:lnTo>
                  <a:lnTo>
                    <a:pt x="157448" y="2818305"/>
                  </a:lnTo>
                  <a:lnTo>
                    <a:pt x="154025" y="2818305"/>
                  </a:lnTo>
                  <a:lnTo>
                    <a:pt x="150602" y="2818305"/>
                  </a:lnTo>
                  <a:lnTo>
                    <a:pt x="147180" y="2818305"/>
                  </a:lnTo>
                  <a:lnTo>
                    <a:pt x="143757" y="2818305"/>
                  </a:lnTo>
                  <a:lnTo>
                    <a:pt x="140334" y="2818305"/>
                  </a:lnTo>
                  <a:lnTo>
                    <a:pt x="136911" y="2818305"/>
                  </a:lnTo>
                  <a:lnTo>
                    <a:pt x="133488" y="2818305"/>
                  </a:lnTo>
                  <a:lnTo>
                    <a:pt x="130066" y="2818305"/>
                  </a:lnTo>
                  <a:lnTo>
                    <a:pt x="126643" y="2818305"/>
                  </a:lnTo>
                  <a:lnTo>
                    <a:pt x="123220" y="2818305"/>
                  </a:lnTo>
                  <a:lnTo>
                    <a:pt x="119797" y="2818305"/>
                  </a:lnTo>
                  <a:lnTo>
                    <a:pt x="116374" y="2818305"/>
                  </a:lnTo>
                  <a:lnTo>
                    <a:pt x="112952" y="2818305"/>
                  </a:lnTo>
                  <a:lnTo>
                    <a:pt x="109529" y="2818305"/>
                  </a:lnTo>
                  <a:lnTo>
                    <a:pt x="106106" y="2818305"/>
                  </a:lnTo>
                  <a:lnTo>
                    <a:pt x="102683" y="2818305"/>
                  </a:lnTo>
                  <a:lnTo>
                    <a:pt x="99261" y="2818305"/>
                  </a:lnTo>
                  <a:lnTo>
                    <a:pt x="95838" y="2818305"/>
                  </a:lnTo>
                  <a:lnTo>
                    <a:pt x="92415" y="2818305"/>
                  </a:lnTo>
                  <a:lnTo>
                    <a:pt x="88992" y="2818305"/>
                  </a:lnTo>
                  <a:lnTo>
                    <a:pt x="85569" y="2818305"/>
                  </a:lnTo>
                  <a:lnTo>
                    <a:pt x="82147" y="2818305"/>
                  </a:lnTo>
                  <a:lnTo>
                    <a:pt x="78724" y="2818305"/>
                  </a:lnTo>
                  <a:lnTo>
                    <a:pt x="75301" y="2818305"/>
                  </a:lnTo>
                  <a:lnTo>
                    <a:pt x="71878" y="2818305"/>
                  </a:lnTo>
                  <a:lnTo>
                    <a:pt x="68455" y="2818305"/>
                  </a:lnTo>
                  <a:lnTo>
                    <a:pt x="65033" y="2818305"/>
                  </a:lnTo>
                  <a:lnTo>
                    <a:pt x="61610" y="2818305"/>
                  </a:lnTo>
                  <a:lnTo>
                    <a:pt x="58187" y="2818305"/>
                  </a:lnTo>
                  <a:lnTo>
                    <a:pt x="54764" y="2818305"/>
                  </a:lnTo>
                  <a:lnTo>
                    <a:pt x="51341" y="2818305"/>
                  </a:lnTo>
                  <a:lnTo>
                    <a:pt x="47919" y="2818305"/>
                  </a:lnTo>
                  <a:lnTo>
                    <a:pt x="44496" y="2818305"/>
                  </a:lnTo>
                  <a:lnTo>
                    <a:pt x="41073" y="2818305"/>
                  </a:lnTo>
                  <a:lnTo>
                    <a:pt x="37650" y="2818305"/>
                  </a:lnTo>
                  <a:lnTo>
                    <a:pt x="34227" y="2818305"/>
                  </a:lnTo>
                  <a:lnTo>
                    <a:pt x="30805" y="2818305"/>
                  </a:lnTo>
                  <a:lnTo>
                    <a:pt x="27382" y="2818305"/>
                  </a:lnTo>
                  <a:lnTo>
                    <a:pt x="23959" y="2818305"/>
                  </a:lnTo>
                  <a:lnTo>
                    <a:pt x="20536" y="2818305"/>
                  </a:lnTo>
                  <a:lnTo>
                    <a:pt x="17113" y="2818305"/>
                  </a:lnTo>
                  <a:lnTo>
                    <a:pt x="13691" y="2818305"/>
                  </a:lnTo>
                  <a:lnTo>
                    <a:pt x="10268" y="2818305"/>
                  </a:lnTo>
                  <a:lnTo>
                    <a:pt x="6845" y="2818305"/>
                  </a:lnTo>
                  <a:lnTo>
                    <a:pt x="3422" y="2818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444934" y="3561144"/>
              <a:ext cx="8553560" cy="2818305"/>
            </a:xfrm>
            <a:custGeom>
              <a:avLst/>
              <a:pathLst>
                <a:path w="8553560" h="2818305">
                  <a:moveTo>
                    <a:pt x="0" y="2818305"/>
                  </a:moveTo>
                  <a:lnTo>
                    <a:pt x="3422" y="2818305"/>
                  </a:lnTo>
                  <a:lnTo>
                    <a:pt x="6845" y="2818305"/>
                  </a:lnTo>
                  <a:lnTo>
                    <a:pt x="10268" y="2818305"/>
                  </a:lnTo>
                  <a:lnTo>
                    <a:pt x="13691" y="2818305"/>
                  </a:lnTo>
                  <a:lnTo>
                    <a:pt x="17113" y="2818305"/>
                  </a:lnTo>
                  <a:lnTo>
                    <a:pt x="20536" y="2818305"/>
                  </a:lnTo>
                  <a:lnTo>
                    <a:pt x="23959" y="2798311"/>
                  </a:lnTo>
                  <a:lnTo>
                    <a:pt x="27382" y="2799618"/>
                  </a:lnTo>
                  <a:lnTo>
                    <a:pt x="30805" y="2810488"/>
                  </a:lnTo>
                  <a:lnTo>
                    <a:pt x="34227" y="2818304"/>
                  </a:lnTo>
                  <a:lnTo>
                    <a:pt x="37650" y="2760990"/>
                  </a:lnTo>
                  <a:lnTo>
                    <a:pt x="41073" y="2790618"/>
                  </a:lnTo>
                  <a:lnTo>
                    <a:pt x="44496" y="2768895"/>
                  </a:lnTo>
                  <a:lnTo>
                    <a:pt x="47919" y="2755869"/>
                  </a:lnTo>
                  <a:lnTo>
                    <a:pt x="51341" y="2724060"/>
                  </a:lnTo>
                  <a:lnTo>
                    <a:pt x="54764" y="2715391"/>
                  </a:lnTo>
                  <a:lnTo>
                    <a:pt x="58187" y="2707418"/>
                  </a:lnTo>
                  <a:lnTo>
                    <a:pt x="61610" y="2714026"/>
                  </a:lnTo>
                  <a:lnTo>
                    <a:pt x="65033" y="2722157"/>
                  </a:lnTo>
                  <a:lnTo>
                    <a:pt x="68455" y="2731706"/>
                  </a:lnTo>
                  <a:lnTo>
                    <a:pt x="71878" y="2713587"/>
                  </a:lnTo>
                  <a:lnTo>
                    <a:pt x="75301" y="2686996"/>
                  </a:lnTo>
                  <a:lnTo>
                    <a:pt x="78724" y="2674267"/>
                  </a:lnTo>
                  <a:lnTo>
                    <a:pt x="82147" y="2679212"/>
                  </a:lnTo>
                  <a:lnTo>
                    <a:pt x="85569" y="2707629"/>
                  </a:lnTo>
                  <a:lnTo>
                    <a:pt x="88992" y="2732024"/>
                  </a:lnTo>
                  <a:lnTo>
                    <a:pt x="92415" y="2735435"/>
                  </a:lnTo>
                  <a:lnTo>
                    <a:pt x="95838" y="2737728"/>
                  </a:lnTo>
                  <a:lnTo>
                    <a:pt x="99261" y="2710907"/>
                  </a:lnTo>
                  <a:lnTo>
                    <a:pt x="102683" y="2729616"/>
                  </a:lnTo>
                  <a:lnTo>
                    <a:pt x="106106" y="2706016"/>
                  </a:lnTo>
                  <a:lnTo>
                    <a:pt x="109529" y="2705842"/>
                  </a:lnTo>
                  <a:lnTo>
                    <a:pt x="112952" y="2717036"/>
                  </a:lnTo>
                  <a:lnTo>
                    <a:pt x="116374" y="2701066"/>
                  </a:lnTo>
                  <a:lnTo>
                    <a:pt x="119797" y="2687963"/>
                  </a:lnTo>
                  <a:lnTo>
                    <a:pt x="123220" y="2648112"/>
                  </a:lnTo>
                  <a:lnTo>
                    <a:pt x="126643" y="2681243"/>
                  </a:lnTo>
                  <a:lnTo>
                    <a:pt x="130066" y="2670613"/>
                  </a:lnTo>
                  <a:lnTo>
                    <a:pt x="133488" y="2686462"/>
                  </a:lnTo>
                  <a:lnTo>
                    <a:pt x="136911" y="2676847"/>
                  </a:lnTo>
                  <a:lnTo>
                    <a:pt x="140334" y="2675252"/>
                  </a:lnTo>
                  <a:lnTo>
                    <a:pt x="143757" y="2668734"/>
                  </a:lnTo>
                  <a:lnTo>
                    <a:pt x="147180" y="2660876"/>
                  </a:lnTo>
                  <a:lnTo>
                    <a:pt x="150602" y="2651666"/>
                  </a:lnTo>
                  <a:lnTo>
                    <a:pt x="154025" y="2658040"/>
                  </a:lnTo>
                  <a:lnTo>
                    <a:pt x="157448" y="2669785"/>
                  </a:lnTo>
                  <a:lnTo>
                    <a:pt x="160871" y="2702375"/>
                  </a:lnTo>
                  <a:lnTo>
                    <a:pt x="164294" y="2714849"/>
                  </a:lnTo>
                  <a:lnTo>
                    <a:pt x="167716" y="2739400"/>
                  </a:lnTo>
                  <a:lnTo>
                    <a:pt x="171139" y="2742666"/>
                  </a:lnTo>
                  <a:lnTo>
                    <a:pt x="174562" y="2716349"/>
                  </a:lnTo>
                  <a:lnTo>
                    <a:pt x="177985" y="2705685"/>
                  </a:lnTo>
                  <a:lnTo>
                    <a:pt x="181408" y="2712574"/>
                  </a:lnTo>
                  <a:lnTo>
                    <a:pt x="184830" y="2768320"/>
                  </a:lnTo>
                  <a:lnTo>
                    <a:pt x="188253" y="2766740"/>
                  </a:lnTo>
                  <a:lnTo>
                    <a:pt x="191676" y="2742615"/>
                  </a:lnTo>
                  <a:lnTo>
                    <a:pt x="195099" y="2696808"/>
                  </a:lnTo>
                  <a:lnTo>
                    <a:pt x="198522" y="2692307"/>
                  </a:lnTo>
                  <a:lnTo>
                    <a:pt x="201944" y="2703660"/>
                  </a:lnTo>
                  <a:lnTo>
                    <a:pt x="205367" y="2696843"/>
                  </a:lnTo>
                  <a:lnTo>
                    <a:pt x="208790" y="2715687"/>
                  </a:lnTo>
                  <a:lnTo>
                    <a:pt x="212213" y="2713067"/>
                  </a:lnTo>
                  <a:lnTo>
                    <a:pt x="215635" y="2692886"/>
                  </a:lnTo>
                  <a:lnTo>
                    <a:pt x="219058" y="2707456"/>
                  </a:lnTo>
                  <a:lnTo>
                    <a:pt x="222481" y="2692974"/>
                  </a:lnTo>
                  <a:lnTo>
                    <a:pt x="225904" y="2640076"/>
                  </a:lnTo>
                  <a:lnTo>
                    <a:pt x="229327" y="2639001"/>
                  </a:lnTo>
                  <a:lnTo>
                    <a:pt x="232749" y="2606980"/>
                  </a:lnTo>
                  <a:lnTo>
                    <a:pt x="236172" y="2599892"/>
                  </a:lnTo>
                  <a:lnTo>
                    <a:pt x="239595" y="2595122"/>
                  </a:lnTo>
                  <a:lnTo>
                    <a:pt x="243018" y="2613182"/>
                  </a:lnTo>
                  <a:lnTo>
                    <a:pt x="246441" y="2606093"/>
                  </a:lnTo>
                  <a:lnTo>
                    <a:pt x="249863" y="2604209"/>
                  </a:lnTo>
                  <a:lnTo>
                    <a:pt x="253286" y="2614523"/>
                  </a:lnTo>
                  <a:lnTo>
                    <a:pt x="256709" y="2609634"/>
                  </a:lnTo>
                  <a:lnTo>
                    <a:pt x="260132" y="2634103"/>
                  </a:lnTo>
                  <a:lnTo>
                    <a:pt x="263555" y="2592772"/>
                  </a:lnTo>
                  <a:lnTo>
                    <a:pt x="266977" y="2663007"/>
                  </a:lnTo>
                  <a:lnTo>
                    <a:pt x="270400" y="2723149"/>
                  </a:lnTo>
                  <a:lnTo>
                    <a:pt x="273823" y="2721160"/>
                  </a:lnTo>
                  <a:lnTo>
                    <a:pt x="277246" y="2734692"/>
                  </a:lnTo>
                  <a:lnTo>
                    <a:pt x="280669" y="2720640"/>
                  </a:lnTo>
                  <a:lnTo>
                    <a:pt x="284091" y="2726555"/>
                  </a:lnTo>
                  <a:lnTo>
                    <a:pt x="287514" y="2740713"/>
                  </a:lnTo>
                  <a:lnTo>
                    <a:pt x="290937" y="2749365"/>
                  </a:lnTo>
                  <a:lnTo>
                    <a:pt x="294360" y="2744519"/>
                  </a:lnTo>
                  <a:lnTo>
                    <a:pt x="297783" y="2761279"/>
                  </a:lnTo>
                  <a:lnTo>
                    <a:pt x="301205" y="2807756"/>
                  </a:lnTo>
                  <a:lnTo>
                    <a:pt x="304628" y="2818305"/>
                  </a:lnTo>
                  <a:lnTo>
                    <a:pt x="304628" y="2818305"/>
                  </a:lnTo>
                  <a:lnTo>
                    <a:pt x="308051" y="2818305"/>
                  </a:lnTo>
                  <a:lnTo>
                    <a:pt x="311474" y="2802202"/>
                  </a:lnTo>
                  <a:lnTo>
                    <a:pt x="314897" y="2797083"/>
                  </a:lnTo>
                  <a:lnTo>
                    <a:pt x="318319" y="2769629"/>
                  </a:lnTo>
                  <a:lnTo>
                    <a:pt x="321742" y="2769720"/>
                  </a:lnTo>
                  <a:lnTo>
                    <a:pt x="325165" y="2784481"/>
                  </a:lnTo>
                  <a:lnTo>
                    <a:pt x="328588" y="2798968"/>
                  </a:lnTo>
                  <a:lnTo>
                    <a:pt x="332010" y="2774006"/>
                  </a:lnTo>
                  <a:lnTo>
                    <a:pt x="335433" y="2788608"/>
                  </a:lnTo>
                  <a:lnTo>
                    <a:pt x="338856" y="2816218"/>
                  </a:lnTo>
                  <a:lnTo>
                    <a:pt x="342279" y="2818305"/>
                  </a:lnTo>
                  <a:lnTo>
                    <a:pt x="342279" y="2818305"/>
                  </a:lnTo>
                  <a:lnTo>
                    <a:pt x="345702" y="2793707"/>
                  </a:lnTo>
                  <a:lnTo>
                    <a:pt x="349124" y="2770781"/>
                  </a:lnTo>
                  <a:lnTo>
                    <a:pt x="352547" y="2753330"/>
                  </a:lnTo>
                  <a:lnTo>
                    <a:pt x="355970" y="2754230"/>
                  </a:lnTo>
                  <a:lnTo>
                    <a:pt x="359393" y="2794871"/>
                  </a:lnTo>
                  <a:lnTo>
                    <a:pt x="362816" y="2770556"/>
                  </a:lnTo>
                  <a:lnTo>
                    <a:pt x="366238" y="2797512"/>
                  </a:lnTo>
                  <a:lnTo>
                    <a:pt x="369661" y="2804994"/>
                  </a:lnTo>
                  <a:lnTo>
                    <a:pt x="373084" y="2811672"/>
                  </a:lnTo>
                  <a:lnTo>
                    <a:pt x="376507" y="2818305"/>
                  </a:lnTo>
                  <a:lnTo>
                    <a:pt x="376507" y="2818305"/>
                  </a:lnTo>
                  <a:lnTo>
                    <a:pt x="379930" y="2792431"/>
                  </a:lnTo>
                  <a:lnTo>
                    <a:pt x="383352" y="2818305"/>
                  </a:lnTo>
                  <a:lnTo>
                    <a:pt x="383352" y="2818305"/>
                  </a:lnTo>
                  <a:lnTo>
                    <a:pt x="386775" y="2818305"/>
                  </a:lnTo>
                  <a:lnTo>
                    <a:pt x="390198" y="2818305"/>
                  </a:lnTo>
                  <a:lnTo>
                    <a:pt x="393621" y="2818305"/>
                  </a:lnTo>
                  <a:lnTo>
                    <a:pt x="397044" y="2818305"/>
                  </a:lnTo>
                  <a:lnTo>
                    <a:pt x="400466" y="2818305"/>
                  </a:lnTo>
                  <a:lnTo>
                    <a:pt x="403889" y="2818305"/>
                  </a:lnTo>
                  <a:lnTo>
                    <a:pt x="407312" y="2818305"/>
                  </a:lnTo>
                  <a:lnTo>
                    <a:pt x="410735" y="2807323"/>
                  </a:lnTo>
                  <a:lnTo>
                    <a:pt x="414158" y="2811043"/>
                  </a:lnTo>
                  <a:lnTo>
                    <a:pt x="417580" y="2818305"/>
                  </a:lnTo>
                  <a:lnTo>
                    <a:pt x="417580" y="2818305"/>
                  </a:lnTo>
                  <a:lnTo>
                    <a:pt x="421003" y="2807874"/>
                  </a:lnTo>
                  <a:lnTo>
                    <a:pt x="424426" y="2808685"/>
                  </a:lnTo>
                  <a:lnTo>
                    <a:pt x="427849" y="2810854"/>
                  </a:lnTo>
                  <a:lnTo>
                    <a:pt x="431271" y="2818305"/>
                  </a:lnTo>
                  <a:lnTo>
                    <a:pt x="431271" y="2818305"/>
                  </a:lnTo>
                  <a:lnTo>
                    <a:pt x="434694" y="2818305"/>
                  </a:lnTo>
                  <a:lnTo>
                    <a:pt x="438117" y="2818305"/>
                  </a:lnTo>
                  <a:lnTo>
                    <a:pt x="441540" y="2818305"/>
                  </a:lnTo>
                  <a:lnTo>
                    <a:pt x="444963" y="2806410"/>
                  </a:lnTo>
                  <a:lnTo>
                    <a:pt x="448385" y="2817467"/>
                  </a:lnTo>
                  <a:lnTo>
                    <a:pt x="451808" y="2818305"/>
                  </a:lnTo>
                  <a:lnTo>
                    <a:pt x="451808" y="2818305"/>
                  </a:lnTo>
                  <a:lnTo>
                    <a:pt x="455231" y="2818305"/>
                  </a:lnTo>
                  <a:lnTo>
                    <a:pt x="458654" y="2818305"/>
                  </a:lnTo>
                  <a:lnTo>
                    <a:pt x="462077" y="2818305"/>
                  </a:lnTo>
                  <a:lnTo>
                    <a:pt x="465499" y="2812267"/>
                  </a:lnTo>
                  <a:lnTo>
                    <a:pt x="468922" y="2818305"/>
                  </a:lnTo>
                  <a:lnTo>
                    <a:pt x="468922" y="2818305"/>
                  </a:lnTo>
                  <a:lnTo>
                    <a:pt x="472345" y="2818305"/>
                  </a:lnTo>
                  <a:lnTo>
                    <a:pt x="475768" y="2818305"/>
                  </a:lnTo>
                  <a:lnTo>
                    <a:pt x="479191" y="2818305"/>
                  </a:lnTo>
                  <a:lnTo>
                    <a:pt x="482613" y="2795712"/>
                  </a:lnTo>
                  <a:lnTo>
                    <a:pt x="486036" y="2765668"/>
                  </a:lnTo>
                  <a:lnTo>
                    <a:pt x="489459" y="2736876"/>
                  </a:lnTo>
                  <a:lnTo>
                    <a:pt x="492882" y="2762324"/>
                  </a:lnTo>
                  <a:lnTo>
                    <a:pt x="496305" y="2749378"/>
                  </a:lnTo>
                  <a:lnTo>
                    <a:pt x="499727" y="2750841"/>
                  </a:lnTo>
                  <a:lnTo>
                    <a:pt x="503150" y="2778077"/>
                  </a:lnTo>
                  <a:lnTo>
                    <a:pt x="506573" y="2754623"/>
                  </a:lnTo>
                  <a:lnTo>
                    <a:pt x="509996" y="2791921"/>
                  </a:lnTo>
                  <a:lnTo>
                    <a:pt x="513419" y="2790185"/>
                  </a:lnTo>
                  <a:lnTo>
                    <a:pt x="516841" y="2818305"/>
                  </a:lnTo>
                  <a:lnTo>
                    <a:pt x="516841" y="2818305"/>
                  </a:lnTo>
                  <a:lnTo>
                    <a:pt x="520264" y="2818305"/>
                  </a:lnTo>
                  <a:lnTo>
                    <a:pt x="523687" y="2818305"/>
                  </a:lnTo>
                  <a:lnTo>
                    <a:pt x="527110" y="2818305"/>
                  </a:lnTo>
                  <a:lnTo>
                    <a:pt x="530532" y="2818305"/>
                  </a:lnTo>
                  <a:lnTo>
                    <a:pt x="533955" y="2818305"/>
                  </a:lnTo>
                  <a:lnTo>
                    <a:pt x="537378" y="2818305"/>
                  </a:lnTo>
                  <a:lnTo>
                    <a:pt x="540801" y="2818305"/>
                  </a:lnTo>
                  <a:lnTo>
                    <a:pt x="544224" y="2782398"/>
                  </a:lnTo>
                  <a:lnTo>
                    <a:pt x="547646" y="2755661"/>
                  </a:lnTo>
                  <a:lnTo>
                    <a:pt x="551069" y="2718758"/>
                  </a:lnTo>
                  <a:lnTo>
                    <a:pt x="554492" y="2737939"/>
                  </a:lnTo>
                  <a:lnTo>
                    <a:pt x="557915" y="2747279"/>
                  </a:lnTo>
                  <a:lnTo>
                    <a:pt x="561338" y="2749463"/>
                  </a:lnTo>
                  <a:lnTo>
                    <a:pt x="564760" y="2739817"/>
                  </a:lnTo>
                  <a:lnTo>
                    <a:pt x="568183" y="2751660"/>
                  </a:lnTo>
                  <a:lnTo>
                    <a:pt x="571606" y="2723873"/>
                  </a:lnTo>
                  <a:lnTo>
                    <a:pt x="575029" y="2761342"/>
                  </a:lnTo>
                  <a:lnTo>
                    <a:pt x="578452" y="2734041"/>
                  </a:lnTo>
                  <a:lnTo>
                    <a:pt x="581874" y="2728823"/>
                  </a:lnTo>
                  <a:lnTo>
                    <a:pt x="585297" y="2732819"/>
                  </a:lnTo>
                  <a:lnTo>
                    <a:pt x="588720" y="2714481"/>
                  </a:lnTo>
                  <a:lnTo>
                    <a:pt x="592143" y="2725209"/>
                  </a:lnTo>
                  <a:lnTo>
                    <a:pt x="595566" y="2695842"/>
                  </a:lnTo>
                  <a:lnTo>
                    <a:pt x="598988" y="2676071"/>
                  </a:lnTo>
                  <a:lnTo>
                    <a:pt x="602411" y="2699568"/>
                  </a:lnTo>
                  <a:lnTo>
                    <a:pt x="605834" y="2713106"/>
                  </a:lnTo>
                  <a:lnTo>
                    <a:pt x="609257" y="2705270"/>
                  </a:lnTo>
                  <a:lnTo>
                    <a:pt x="612680" y="2688702"/>
                  </a:lnTo>
                  <a:lnTo>
                    <a:pt x="616102" y="2705711"/>
                  </a:lnTo>
                  <a:lnTo>
                    <a:pt x="619525" y="2717419"/>
                  </a:lnTo>
                  <a:lnTo>
                    <a:pt x="622948" y="2674794"/>
                  </a:lnTo>
                  <a:lnTo>
                    <a:pt x="626371" y="2667659"/>
                  </a:lnTo>
                  <a:lnTo>
                    <a:pt x="629794" y="2676068"/>
                  </a:lnTo>
                  <a:lnTo>
                    <a:pt x="633216" y="2687647"/>
                  </a:lnTo>
                  <a:lnTo>
                    <a:pt x="636639" y="2676974"/>
                  </a:lnTo>
                  <a:lnTo>
                    <a:pt x="640062" y="2684115"/>
                  </a:lnTo>
                  <a:lnTo>
                    <a:pt x="643485" y="2680441"/>
                  </a:lnTo>
                  <a:lnTo>
                    <a:pt x="646907" y="2693182"/>
                  </a:lnTo>
                  <a:lnTo>
                    <a:pt x="650330" y="2716199"/>
                  </a:lnTo>
                  <a:lnTo>
                    <a:pt x="653753" y="2732487"/>
                  </a:lnTo>
                  <a:lnTo>
                    <a:pt x="657176" y="2715121"/>
                  </a:lnTo>
                  <a:lnTo>
                    <a:pt x="660599" y="2697681"/>
                  </a:lnTo>
                  <a:lnTo>
                    <a:pt x="664021" y="2623782"/>
                  </a:lnTo>
                  <a:lnTo>
                    <a:pt x="667444" y="2700888"/>
                  </a:lnTo>
                  <a:lnTo>
                    <a:pt x="670867" y="2600205"/>
                  </a:lnTo>
                  <a:lnTo>
                    <a:pt x="674290" y="2618621"/>
                  </a:lnTo>
                  <a:lnTo>
                    <a:pt x="677713" y="2678257"/>
                  </a:lnTo>
                  <a:lnTo>
                    <a:pt x="681135" y="2612558"/>
                  </a:lnTo>
                  <a:lnTo>
                    <a:pt x="684558" y="2672952"/>
                  </a:lnTo>
                  <a:lnTo>
                    <a:pt x="687981" y="2694861"/>
                  </a:lnTo>
                  <a:lnTo>
                    <a:pt x="691404" y="2693617"/>
                  </a:lnTo>
                  <a:lnTo>
                    <a:pt x="694827" y="2711737"/>
                  </a:lnTo>
                  <a:lnTo>
                    <a:pt x="698249" y="2751097"/>
                  </a:lnTo>
                  <a:lnTo>
                    <a:pt x="701672" y="2745277"/>
                  </a:lnTo>
                  <a:lnTo>
                    <a:pt x="705095" y="2788268"/>
                  </a:lnTo>
                  <a:lnTo>
                    <a:pt x="708518" y="2770557"/>
                  </a:lnTo>
                  <a:lnTo>
                    <a:pt x="711941" y="2795545"/>
                  </a:lnTo>
                  <a:lnTo>
                    <a:pt x="715363" y="2818305"/>
                  </a:lnTo>
                  <a:lnTo>
                    <a:pt x="715363" y="2818305"/>
                  </a:lnTo>
                  <a:lnTo>
                    <a:pt x="718786" y="2799227"/>
                  </a:lnTo>
                  <a:lnTo>
                    <a:pt x="722209" y="2766018"/>
                  </a:lnTo>
                  <a:lnTo>
                    <a:pt x="725632" y="2725885"/>
                  </a:lnTo>
                  <a:lnTo>
                    <a:pt x="729055" y="2727327"/>
                  </a:lnTo>
                  <a:lnTo>
                    <a:pt x="732477" y="2737817"/>
                  </a:lnTo>
                  <a:lnTo>
                    <a:pt x="735900" y="2733563"/>
                  </a:lnTo>
                  <a:lnTo>
                    <a:pt x="739323" y="2766093"/>
                  </a:lnTo>
                  <a:lnTo>
                    <a:pt x="742746" y="2780663"/>
                  </a:lnTo>
                  <a:lnTo>
                    <a:pt x="746168" y="2780320"/>
                  </a:lnTo>
                  <a:lnTo>
                    <a:pt x="749591" y="2742772"/>
                  </a:lnTo>
                  <a:lnTo>
                    <a:pt x="753014" y="2740861"/>
                  </a:lnTo>
                  <a:lnTo>
                    <a:pt x="756437" y="2796768"/>
                  </a:lnTo>
                  <a:lnTo>
                    <a:pt x="759860" y="2775643"/>
                  </a:lnTo>
                  <a:lnTo>
                    <a:pt x="763282" y="2799397"/>
                  </a:lnTo>
                  <a:lnTo>
                    <a:pt x="766705" y="2771836"/>
                  </a:lnTo>
                  <a:lnTo>
                    <a:pt x="770128" y="2764081"/>
                  </a:lnTo>
                  <a:lnTo>
                    <a:pt x="773551" y="2768998"/>
                  </a:lnTo>
                  <a:lnTo>
                    <a:pt x="776974" y="2756134"/>
                  </a:lnTo>
                  <a:lnTo>
                    <a:pt x="780396" y="2751477"/>
                  </a:lnTo>
                  <a:lnTo>
                    <a:pt x="783819" y="2751371"/>
                  </a:lnTo>
                  <a:lnTo>
                    <a:pt x="787242" y="2753322"/>
                  </a:lnTo>
                  <a:lnTo>
                    <a:pt x="790665" y="2739920"/>
                  </a:lnTo>
                  <a:lnTo>
                    <a:pt x="794088" y="2752337"/>
                  </a:lnTo>
                  <a:lnTo>
                    <a:pt x="797510" y="2729024"/>
                  </a:lnTo>
                  <a:lnTo>
                    <a:pt x="800933" y="2796642"/>
                  </a:lnTo>
                  <a:lnTo>
                    <a:pt x="804356" y="2797284"/>
                  </a:lnTo>
                  <a:lnTo>
                    <a:pt x="807779" y="2761163"/>
                  </a:lnTo>
                  <a:lnTo>
                    <a:pt x="811202" y="2756800"/>
                  </a:lnTo>
                  <a:lnTo>
                    <a:pt x="814624" y="2721999"/>
                  </a:lnTo>
                  <a:lnTo>
                    <a:pt x="818047" y="2731808"/>
                  </a:lnTo>
                  <a:lnTo>
                    <a:pt x="821470" y="2692701"/>
                  </a:lnTo>
                  <a:lnTo>
                    <a:pt x="824893" y="2718436"/>
                  </a:lnTo>
                  <a:lnTo>
                    <a:pt x="828316" y="2712008"/>
                  </a:lnTo>
                  <a:lnTo>
                    <a:pt x="831738" y="2675401"/>
                  </a:lnTo>
                  <a:lnTo>
                    <a:pt x="835161" y="2700446"/>
                  </a:lnTo>
                  <a:lnTo>
                    <a:pt x="838584" y="2676725"/>
                  </a:lnTo>
                  <a:lnTo>
                    <a:pt x="842007" y="2744541"/>
                  </a:lnTo>
                  <a:lnTo>
                    <a:pt x="845429" y="2742471"/>
                  </a:lnTo>
                  <a:lnTo>
                    <a:pt x="848852" y="2720723"/>
                  </a:lnTo>
                  <a:lnTo>
                    <a:pt x="852275" y="2686545"/>
                  </a:lnTo>
                  <a:lnTo>
                    <a:pt x="855698" y="2680940"/>
                  </a:lnTo>
                  <a:lnTo>
                    <a:pt x="859121" y="2688625"/>
                  </a:lnTo>
                  <a:lnTo>
                    <a:pt x="862543" y="2698917"/>
                  </a:lnTo>
                  <a:lnTo>
                    <a:pt x="865966" y="2737512"/>
                  </a:lnTo>
                  <a:lnTo>
                    <a:pt x="869389" y="2701516"/>
                  </a:lnTo>
                  <a:lnTo>
                    <a:pt x="872812" y="2714145"/>
                  </a:lnTo>
                  <a:lnTo>
                    <a:pt x="876235" y="2697158"/>
                  </a:lnTo>
                  <a:lnTo>
                    <a:pt x="879657" y="2671261"/>
                  </a:lnTo>
                  <a:lnTo>
                    <a:pt x="883080" y="2664858"/>
                  </a:lnTo>
                  <a:lnTo>
                    <a:pt x="886503" y="2674671"/>
                  </a:lnTo>
                  <a:lnTo>
                    <a:pt x="889926" y="2708931"/>
                  </a:lnTo>
                  <a:lnTo>
                    <a:pt x="893349" y="2753772"/>
                  </a:lnTo>
                  <a:lnTo>
                    <a:pt x="896771" y="2754594"/>
                  </a:lnTo>
                  <a:lnTo>
                    <a:pt x="900194" y="2741664"/>
                  </a:lnTo>
                  <a:lnTo>
                    <a:pt x="903617" y="2697356"/>
                  </a:lnTo>
                  <a:lnTo>
                    <a:pt x="907040" y="2687191"/>
                  </a:lnTo>
                  <a:lnTo>
                    <a:pt x="910463" y="2689389"/>
                  </a:lnTo>
                  <a:lnTo>
                    <a:pt x="913885" y="2702273"/>
                  </a:lnTo>
                  <a:lnTo>
                    <a:pt x="917308" y="2710812"/>
                  </a:lnTo>
                  <a:lnTo>
                    <a:pt x="920731" y="2755973"/>
                  </a:lnTo>
                  <a:lnTo>
                    <a:pt x="924154" y="2739107"/>
                  </a:lnTo>
                  <a:lnTo>
                    <a:pt x="927577" y="2730359"/>
                  </a:lnTo>
                  <a:lnTo>
                    <a:pt x="930999" y="2740193"/>
                  </a:lnTo>
                  <a:lnTo>
                    <a:pt x="934422" y="2734885"/>
                  </a:lnTo>
                  <a:lnTo>
                    <a:pt x="937845" y="2716236"/>
                  </a:lnTo>
                  <a:lnTo>
                    <a:pt x="941268" y="2728822"/>
                  </a:lnTo>
                  <a:lnTo>
                    <a:pt x="944691" y="2730498"/>
                  </a:lnTo>
                  <a:lnTo>
                    <a:pt x="948113" y="2742868"/>
                  </a:lnTo>
                  <a:lnTo>
                    <a:pt x="951536" y="2739900"/>
                  </a:lnTo>
                  <a:lnTo>
                    <a:pt x="954959" y="2708902"/>
                  </a:lnTo>
                  <a:lnTo>
                    <a:pt x="958382" y="2703836"/>
                  </a:lnTo>
                  <a:lnTo>
                    <a:pt x="961804" y="2677133"/>
                  </a:lnTo>
                  <a:lnTo>
                    <a:pt x="965227" y="2655223"/>
                  </a:lnTo>
                  <a:lnTo>
                    <a:pt x="968650" y="2673809"/>
                  </a:lnTo>
                  <a:lnTo>
                    <a:pt x="972073" y="2710008"/>
                  </a:lnTo>
                  <a:lnTo>
                    <a:pt x="975496" y="2700719"/>
                  </a:lnTo>
                  <a:lnTo>
                    <a:pt x="978918" y="2677226"/>
                  </a:lnTo>
                  <a:lnTo>
                    <a:pt x="982341" y="2649196"/>
                  </a:lnTo>
                  <a:lnTo>
                    <a:pt x="985764" y="2631762"/>
                  </a:lnTo>
                  <a:lnTo>
                    <a:pt x="989187" y="2658988"/>
                  </a:lnTo>
                  <a:lnTo>
                    <a:pt x="992610" y="2656915"/>
                  </a:lnTo>
                  <a:lnTo>
                    <a:pt x="996032" y="2651395"/>
                  </a:lnTo>
                  <a:lnTo>
                    <a:pt x="999455" y="2639992"/>
                  </a:lnTo>
                  <a:lnTo>
                    <a:pt x="1002878" y="2657665"/>
                  </a:lnTo>
                  <a:lnTo>
                    <a:pt x="1006301" y="2635144"/>
                  </a:lnTo>
                  <a:lnTo>
                    <a:pt x="1009724" y="2664694"/>
                  </a:lnTo>
                  <a:lnTo>
                    <a:pt x="1013146" y="2643487"/>
                  </a:lnTo>
                  <a:lnTo>
                    <a:pt x="1016569" y="2654750"/>
                  </a:lnTo>
                  <a:lnTo>
                    <a:pt x="1019992" y="2679345"/>
                  </a:lnTo>
                  <a:lnTo>
                    <a:pt x="1023415" y="2669265"/>
                  </a:lnTo>
                  <a:lnTo>
                    <a:pt x="1026838" y="2682885"/>
                  </a:lnTo>
                  <a:lnTo>
                    <a:pt x="1030260" y="2669862"/>
                  </a:lnTo>
                  <a:lnTo>
                    <a:pt x="1033683" y="2678073"/>
                  </a:lnTo>
                  <a:lnTo>
                    <a:pt x="1037106" y="2660158"/>
                  </a:lnTo>
                  <a:lnTo>
                    <a:pt x="1040529" y="2646523"/>
                  </a:lnTo>
                  <a:lnTo>
                    <a:pt x="1043952" y="2663885"/>
                  </a:lnTo>
                  <a:lnTo>
                    <a:pt x="1047374" y="2666437"/>
                  </a:lnTo>
                  <a:lnTo>
                    <a:pt x="1050797" y="2638068"/>
                  </a:lnTo>
                  <a:lnTo>
                    <a:pt x="1054220" y="2667711"/>
                  </a:lnTo>
                  <a:lnTo>
                    <a:pt x="1057643" y="2647846"/>
                  </a:lnTo>
                  <a:lnTo>
                    <a:pt x="1061065" y="2660171"/>
                  </a:lnTo>
                  <a:lnTo>
                    <a:pt x="1064488" y="2652472"/>
                  </a:lnTo>
                  <a:lnTo>
                    <a:pt x="1067911" y="2641697"/>
                  </a:lnTo>
                  <a:lnTo>
                    <a:pt x="1071334" y="2638605"/>
                  </a:lnTo>
                  <a:lnTo>
                    <a:pt x="1074757" y="2617729"/>
                  </a:lnTo>
                  <a:lnTo>
                    <a:pt x="1078179" y="2625115"/>
                  </a:lnTo>
                  <a:lnTo>
                    <a:pt x="1081602" y="2612283"/>
                  </a:lnTo>
                  <a:lnTo>
                    <a:pt x="1085025" y="2602679"/>
                  </a:lnTo>
                  <a:lnTo>
                    <a:pt x="1088448" y="2598692"/>
                  </a:lnTo>
                  <a:lnTo>
                    <a:pt x="1091871" y="2581954"/>
                  </a:lnTo>
                  <a:lnTo>
                    <a:pt x="1095293" y="2602361"/>
                  </a:lnTo>
                  <a:lnTo>
                    <a:pt x="1098716" y="2593934"/>
                  </a:lnTo>
                  <a:lnTo>
                    <a:pt x="1102139" y="2586908"/>
                  </a:lnTo>
                  <a:lnTo>
                    <a:pt x="1105562" y="2588005"/>
                  </a:lnTo>
                  <a:lnTo>
                    <a:pt x="1108985" y="2589749"/>
                  </a:lnTo>
                  <a:lnTo>
                    <a:pt x="1112407" y="2630841"/>
                  </a:lnTo>
                  <a:lnTo>
                    <a:pt x="1115830" y="2599769"/>
                  </a:lnTo>
                  <a:lnTo>
                    <a:pt x="1119253" y="2606334"/>
                  </a:lnTo>
                  <a:lnTo>
                    <a:pt x="1122676" y="2598854"/>
                  </a:lnTo>
                  <a:lnTo>
                    <a:pt x="1126099" y="2565415"/>
                  </a:lnTo>
                  <a:lnTo>
                    <a:pt x="1129521" y="2713746"/>
                  </a:lnTo>
                  <a:lnTo>
                    <a:pt x="1132944" y="2706575"/>
                  </a:lnTo>
                  <a:lnTo>
                    <a:pt x="1136367" y="2695283"/>
                  </a:lnTo>
                  <a:lnTo>
                    <a:pt x="1139790" y="2672839"/>
                  </a:lnTo>
                  <a:lnTo>
                    <a:pt x="1143213" y="2682428"/>
                  </a:lnTo>
                  <a:lnTo>
                    <a:pt x="1146635" y="2718358"/>
                  </a:lnTo>
                  <a:lnTo>
                    <a:pt x="1150058" y="2708211"/>
                  </a:lnTo>
                  <a:lnTo>
                    <a:pt x="1153481" y="2715995"/>
                  </a:lnTo>
                  <a:lnTo>
                    <a:pt x="1156904" y="2731474"/>
                  </a:lnTo>
                  <a:lnTo>
                    <a:pt x="1160326" y="2711913"/>
                  </a:lnTo>
                  <a:lnTo>
                    <a:pt x="1163749" y="2734854"/>
                  </a:lnTo>
                  <a:lnTo>
                    <a:pt x="1167172" y="2742694"/>
                  </a:lnTo>
                  <a:lnTo>
                    <a:pt x="1170595" y="2770513"/>
                  </a:lnTo>
                  <a:lnTo>
                    <a:pt x="1174018" y="2793374"/>
                  </a:lnTo>
                  <a:lnTo>
                    <a:pt x="1177440" y="2747749"/>
                  </a:lnTo>
                  <a:lnTo>
                    <a:pt x="1180863" y="2750126"/>
                  </a:lnTo>
                  <a:lnTo>
                    <a:pt x="1184286" y="2764320"/>
                  </a:lnTo>
                  <a:lnTo>
                    <a:pt x="1187709" y="2771392"/>
                  </a:lnTo>
                  <a:lnTo>
                    <a:pt x="1191132" y="2792778"/>
                  </a:lnTo>
                  <a:lnTo>
                    <a:pt x="1194554" y="2760671"/>
                  </a:lnTo>
                  <a:lnTo>
                    <a:pt x="1197977" y="2759325"/>
                  </a:lnTo>
                  <a:lnTo>
                    <a:pt x="1201400" y="2794919"/>
                  </a:lnTo>
                  <a:lnTo>
                    <a:pt x="1204823" y="2815604"/>
                  </a:lnTo>
                  <a:lnTo>
                    <a:pt x="1208246" y="2818305"/>
                  </a:lnTo>
                  <a:lnTo>
                    <a:pt x="1208246" y="2818305"/>
                  </a:lnTo>
                  <a:lnTo>
                    <a:pt x="1211668" y="2797113"/>
                  </a:lnTo>
                  <a:lnTo>
                    <a:pt x="1215091" y="2788008"/>
                  </a:lnTo>
                  <a:lnTo>
                    <a:pt x="1218514" y="2740214"/>
                  </a:lnTo>
                  <a:lnTo>
                    <a:pt x="1221937" y="2754573"/>
                  </a:lnTo>
                  <a:lnTo>
                    <a:pt x="1225360" y="2736443"/>
                  </a:lnTo>
                  <a:lnTo>
                    <a:pt x="1228782" y="2766534"/>
                  </a:lnTo>
                  <a:lnTo>
                    <a:pt x="1232205" y="2764491"/>
                  </a:lnTo>
                  <a:lnTo>
                    <a:pt x="1235628" y="2752149"/>
                  </a:lnTo>
                  <a:lnTo>
                    <a:pt x="1239051" y="2762300"/>
                  </a:lnTo>
                  <a:lnTo>
                    <a:pt x="1242474" y="2773894"/>
                  </a:lnTo>
                  <a:lnTo>
                    <a:pt x="1245896" y="2786666"/>
                  </a:lnTo>
                  <a:lnTo>
                    <a:pt x="1249319" y="2801078"/>
                  </a:lnTo>
                  <a:lnTo>
                    <a:pt x="1252742" y="2808750"/>
                  </a:lnTo>
                  <a:lnTo>
                    <a:pt x="1256165" y="2818305"/>
                  </a:lnTo>
                  <a:lnTo>
                    <a:pt x="1256165" y="2818305"/>
                  </a:lnTo>
                  <a:lnTo>
                    <a:pt x="1259588" y="2818305"/>
                  </a:lnTo>
                  <a:lnTo>
                    <a:pt x="1263010" y="2818188"/>
                  </a:lnTo>
                  <a:lnTo>
                    <a:pt x="1266433" y="2804162"/>
                  </a:lnTo>
                  <a:lnTo>
                    <a:pt x="1269856" y="2771670"/>
                  </a:lnTo>
                  <a:lnTo>
                    <a:pt x="1273279" y="2793786"/>
                  </a:lnTo>
                  <a:lnTo>
                    <a:pt x="1276701" y="2792828"/>
                  </a:lnTo>
                  <a:lnTo>
                    <a:pt x="1280124" y="2818305"/>
                  </a:lnTo>
                  <a:lnTo>
                    <a:pt x="1280124" y="2818305"/>
                  </a:lnTo>
                  <a:lnTo>
                    <a:pt x="1283547" y="2818305"/>
                  </a:lnTo>
                  <a:lnTo>
                    <a:pt x="1286970" y="2787570"/>
                  </a:lnTo>
                  <a:lnTo>
                    <a:pt x="1290393" y="2809302"/>
                  </a:lnTo>
                  <a:lnTo>
                    <a:pt x="1293815" y="2764338"/>
                  </a:lnTo>
                  <a:lnTo>
                    <a:pt x="1297238" y="2729803"/>
                  </a:lnTo>
                  <a:lnTo>
                    <a:pt x="1300661" y="2683494"/>
                  </a:lnTo>
                  <a:lnTo>
                    <a:pt x="1304084" y="2735289"/>
                  </a:lnTo>
                  <a:lnTo>
                    <a:pt x="1307507" y="2737708"/>
                  </a:lnTo>
                  <a:lnTo>
                    <a:pt x="1310929" y="2725801"/>
                  </a:lnTo>
                  <a:lnTo>
                    <a:pt x="1314352" y="2772738"/>
                  </a:lnTo>
                  <a:lnTo>
                    <a:pt x="1317775" y="2761160"/>
                  </a:lnTo>
                  <a:lnTo>
                    <a:pt x="1321198" y="2778366"/>
                  </a:lnTo>
                  <a:lnTo>
                    <a:pt x="1324621" y="2744123"/>
                  </a:lnTo>
                  <a:lnTo>
                    <a:pt x="1328043" y="2760379"/>
                  </a:lnTo>
                  <a:lnTo>
                    <a:pt x="1331466" y="2755615"/>
                  </a:lnTo>
                  <a:lnTo>
                    <a:pt x="1334889" y="2787055"/>
                  </a:lnTo>
                  <a:lnTo>
                    <a:pt x="1338312" y="2779919"/>
                  </a:lnTo>
                  <a:lnTo>
                    <a:pt x="1341735" y="2751191"/>
                  </a:lnTo>
                  <a:lnTo>
                    <a:pt x="1345157" y="2746952"/>
                  </a:lnTo>
                  <a:lnTo>
                    <a:pt x="1348580" y="2777267"/>
                  </a:lnTo>
                  <a:lnTo>
                    <a:pt x="1352003" y="2762705"/>
                  </a:lnTo>
                  <a:lnTo>
                    <a:pt x="1355426" y="2762534"/>
                  </a:lnTo>
                  <a:lnTo>
                    <a:pt x="1358849" y="2732773"/>
                  </a:lnTo>
                  <a:lnTo>
                    <a:pt x="1362271" y="2725851"/>
                  </a:lnTo>
                  <a:lnTo>
                    <a:pt x="1365694" y="2729790"/>
                  </a:lnTo>
                  <a:lnTo>
                    <a:pt x="1369117" y="2739655"/>
                  </a:lnTo>
                  <a:lnTo>
                    <a:pt x="1372540" y="2721784"/>
                  </a:lnTo>
                  <a:lnTo>
                    <a:pt x="1375962" y="2687311"/>
                  </a:lnTo>
                  <a:lnTo>
                    <a:pt x="1379385" y="2651197"/>
                  </a:lnTo>
                  <a:lnTo>
                    <a:pt x="1382808" y="2717917"/>
                  </a:lnTo>
                  <a:lnTo>
                    <a:pt x="1386231" y="2723933"/>
                  </a:lnTo>
                  <a:lnTo>
                    <a:pt x="1389654" y="2729799"/>
                  </a:lnTo>
                  <a:lnTo>
                    <a:pt x="1393076" y="2732786"/>
                  </a:lnTo>
                  <a:lnTo>
                    <a:pt x="1396499" y="2754448"/>
                  </a:lnTo>
                  <a:lnTo>
                    <a:pt x="1399922" y="2793352"/>
                  </a:lnTo>
                  <a:lnTo>
                    <a:pt x="1403345" y="2794446"/>
                  </a:lnTo>
                  <a:lnTo>
                    <a:pt x="1406768" y="2789379"/>
                  </a:lnTo>
                  <a:lnTo>
                    <a:pt x="1410190" y="2750521"/>
                  </a:lnTo>
                  <a:lnTo>
                    <a:pt x="1413613" y="2741630"/>
                  </a:lnTo>
                  <a:lnTo>
                    <a:pt x="1417036" y="2725241"/>
                  </a:lnTo>
                  <a:lnTo>
                    <a:pt x="1420459" y="2736795"/>
                  </a:lnTo>
                  <a:lnTo>
                    <a:pt x="1423882" y="2698186"/>
                  </a:lnTo>
                  <a:lnTo>
                    <a:pt x="1427304" y="2731081"/>
                  </a:lnTo>
                  <a:lnTo>
                    <a:pt x="1430727" y="2714932"/>
                  </a:lnTo>
                  <a:lnTo>
                    <a:pt x="1434150" y="2690571"/>
                  </a:lnTo>
                  <a:lnTo>
                    <a:pt x="1437573" y="2681492"/>
                  </a:lnTo>
                  <a:lnTo>
                    <a:pt x="1440996" y="2648231"/>
                  </a:lnTo>
                  <a:lnTo>
                    <a:pt x="1444418" y="2641158"/>
                  </a:lnTo>
                  <a:lnTo>
                    <a:pt x="1447841" y="2624886"/>
                  </a:lnTo>
                  <a:lnTo>
                    <a:pt x="1451264" y="2576139"/>
                  </a:lnTo>
                  <a:lnTo>
                    <a:pt x="1454687" y="2569616"/>
                  </a:lnTo>
                  <a:lnTo>
                    <a:pt x="1458110" y="2553801"/>
                  </a:lnTo>
                  <a:lnTo>
                    <a:pt x="1461532" y="2569447"/>
                  </a:lnTo>
                  <a:lnTo>
                    <a:pt x="1464955" y="2540712"/>
                  </a:lnTo>
                  <a:lnTo>
                    <a:pt x="1468378" y="2545953"/>
                  </a:lnTo>
                  <a:lnTo>
                    <a:pt x="1471801" y="2530953"/>
                  </a:lnTo>
                  <a:lnTo>
                    <a:pt x="1475224" y="2546948"/>
                  </a:lnTo>
                  <a:lnTo>
                    <a:pt x="1478646" y="2576235"/>
                  </a:lnTo>
                  <a:lnTo>
                    <a:pt x="1482069" y="2591983"/>
                  </a:lnTo>
                  <a:lnTo>
                    <a:pt x="1485492" y="2644115"/>
                  </a:lnTo>
                  <a:lnTo>
                    <a:pt x="1488915" y="2590622"/>
                  </a:lnTo>
                  <a:lnTo>
                    <a:pt x="1492337" y="2567797"/>
                  </a:lnTo>
                  <a:lnTo>
                    <a:pt x="1495760" y="2570636"/>
                  </a:lnTo>
                  <a:lnTo>
                    <a:pt x="1499183" y="2628543"/>
                  </a:lnTo>
                  <a:lnTo>
                    <a:pt x="1502606" y="2630080"/>
                  </a:lnTo>
                  <a:lnTo>
                    <a:pt x="1506029" y="2607579"/>
                  </a:lnTo>
                  <a:lnTo>
                    <a:pt x="1509451" y="2642745"/>
                  </a:lnTo>
                  <a:lnTo>
                    <a:pt x="1512874" y="2657860"/>
                  </a:lnTo>
                  <a:lnTo>
                    <a:pt x="1516297" y="2651630"/>
                  </a:lnTo>
                  <a:lnTo>
                    <a:pt x="1519720" y="2616706"/>
                  </a:lnTo>
                  <a:lnTo>
                    <a:pt x="1523143" y="2659437"/>
                  </a:lnTo>
                  <a:lnTo>
                    <a:pt x="1526565" y="2653505"/>
                  </a:lnTo>
                  <a:lnTo>
                    <a:pt x="1529988" y="2629145"/>
                  </a:lnTo>
                  <a:lnTo>
                    <a:pt x="1533411" y="2629466"/>
                  </a:lnTo>
                  <a:lnTo>
                    <a:pt x="1536834" y="2674753"/>
                  </a:lnTo>
                  <a:lnTo>
                    <a:pt x="1540257" y="2641507"/>
                  </a:lnTo>
                  <a:lnTo>
                    <a:pt x="1543679" y="2668270"/>
                  </a:lnTo>
                  <a:lnTo>
                    <a:pt x="1547102" y="2640936"/>
                  </a:lnTo>
                  <a:lnTo>
                    <a:pt x="1550525" y="2649991"/>
                  </a:lnTo>
                  <a:lnTo>
                    <a:pt x="1553948" y="2659928"/>
                  </a:lnTo>
                  <a:lnTo>
                    <a:pt x="1557371" y="2646066"/>
                  </a:lnTo>
                  <a:lnTo>
                    <a:pt x="1560793" y="2653821"/>
                  </a:lnTo>
                  <a:lnTo>
                    <a:pt x="1564216" y="2590714"/>
                  </a:lnTo>
                  <a:lnTo>
                    <a:pt x="1567639" y="2630333"/>
                  </a:lnTo>
                  <a:lnTo>
                    <a:pt x="1571062" y="2655389"/>
                  </a:lnTo>
                  <a:lnTo>
                    <a:pt x="1574485" y="2631463"/>
                  </a:lnTo>
                  <a:lnTo>
                    <a:pt x="1577907" y="2679926"/>
                  </a:lnTo>
                  <a:lnTo>
                    <a:pt x="1581330" y="2659445"/>
                  </a:lnTo>
                  <a:lnTo>
                    <a:pt x="1584753" y="2653964"/>
                  </a:lnTo>
                  <a:lnTo>
                    <a:pt x="1588176" y="2767337"/>
                  </a:lnTo>
                  <a:lnTo>
                    <a:pt x="1591598" y="2765268"/>
                  </a:lnTo>
                  <a:lnTo>
                    <a:pt x="1595021" y="2743651"/>
                  </a:lnTo>
                  <a:lnTo>
                    <a:pt x="1598444" y="2670847"/>
                  </a:lnTo>
                  <a:lnTo>
                    <a:pt x="1601867" y="2709146"/>
                  </a:lnTo>
                  <a:lnTo>
                    <a:pt x="1605290" y="2737773"/>
                  </a:lnTo>
                  <a:lnTo>
                    <a:pt x="1608712" y="2737330"/>
                  </a:lnTo>
                  <a:lnTo>
                    <a:pt x="1612135" y="2697228"/>
                  </a:lnTo>
                  <a:lnTo>
                    <a:pt x="1615558" y="2671881"/>
                  </a:lnTo>
                  <a:lnTo>
                    <a:pt x="1618981" y="2718924"/>
                  </a:lnTo>
                  <a:lnTo>
                    <a:pt x="1622404" y="2751445"/>
                  </a:lnTo>
                  <a:lnTo>
                    <a:pt x="1625826" y="2749458"/>
                  </a:lnTo>
                  <a:lnTo>
                    <a:pt x="1629249" y="2744058"/>
                  </a:lnTo>
                  <a:lnTo>
                    <a:pt x="1632672" y="2754629"/>
                  </a:lnTo>
                  <a:lnTo>
                    <a:pt x="1636095" y="2759834"/>
                  </a:lnTo>
                  <a:lnTo>
                    <a:pt x="1639518" y="2731494"/>
                  </a:lnTo>
                  <a:lnTo>
                    <a:pt x="1642940" y="2701130"/>
                  </a:lnTo>
                  <a:lnTo>
                    <a:pt x="1646363" y="2711335"/>
                  </a:lnTo>
                  <a:lnTo>
                    <a:pt x="1649786" y="2703156"/>
                  </a:lnTo>
                  <a:lnTo>
                    <a:pt x="1653209" y="2697759"/>
                  </a:lnTo>
                  <a:lnTo>
                    <a:pt x="1656632" y="2702878"/>
                  </a:lnTo>
                  <a:lnTo>
                    <a:pt x="1660054" y="2715158"/>
                  </a:lnTo>
                  <a:lnTo>
                    <a:pt x="1663477" y="2759534"/>
                  </a:lnTo>
                  <a:lnTo>
                    <a:pt x="1666900" y="2742524"/>
                  </a:lnTo>
                  <a:lnTo>
                    <a:pt x="1670323" y="2682149"/>
                  </a:lnTo>
                  <a:lnTo>
                    <a:pt x="1673746" y="2696823"/>
                  </a:lnTo>
                  <a:lnTo>
                    <a:pt x="1677168" y="2679238"/>
                  </a:lnTo>
                  <a:lnTo>
                    <a:pt x="1680591" y="2632963"/>
                  </a:lnTo>
                  <a:lnTo>
                    <a:pt x="1684014" y="2552701"/>
                  </a:lnTo>
                  <a:lnTo>
                    <a:pt x="1687437" y="2541044"/>
                  </a:lnTo>
                  <a:lnTo>
                    <a:pt x="1690859" y="2581285"/>
                  </a:lnTo>
                  <a:lnTo>
                    <a:pt x="1694282" y="2628837"/>
                  </a:lnTo>
                  <a:lnTo>
                    <a:pt x="1697705" y="2622708"/>
                  </a:lnTo>
                  <a:lnTo>
                    <a:pt x="1701128" y="2637261"/>
                  </a:lnTo>
                  <a:lnTo>
                    <a:pt x="1704551" y="2654258"/>
                  </a:lnTo>
                  <a:lnTo>
                    <a:pt x="1707973" y="2669813"/>
                  </a:lnTo>
                  <a:lnTo>
                    <a:pt x="1711396" y="2695173"/>
                  </a:lnTo>
                  <a:lnTo>
                    <a:pt x="1714819" y="2722637"/>
                  </a:lnTo>
                  <a:lnTo>
                    <a:pt x="1718242" y="2680311"/>
                  </a:lnTo>
                  <a:lnTo>
                    <a:pt x="1721665" y="2687840"/>
                  </a:lnTo>
                  <a:lnTo>
                    <a:pt x="1725087" y="2666705"/>
                  </a:lnTo>
                  <a:lnTo>
                    <a:pt x="1728510" y="2671721"/>
                  </a:lnTo>
                  <a:lnTo>
                    <a:pt x="1731933" y="2711240"/>
                  </a:lnTo>
                  <a:lnTo>
                    <a:pt x="1735356" y="2685776"/>
                  </a:lnTo>
                  <a:lnTo>
                    <a:pt x="1738779" y="2708940"/>
                  </a:lnTo>
                  <a:lnTo>
                    <a:pt x="1742201" y="2689447"/>
                  </a:lnTo>
                  <a:lnTo>
                    <a:pt x="1745624" y="2741016"/>
                  </a:lnTo>
                  <a:lnTo>
                    <a:pt x="1749047" y="2779395"/>
                  </a:lnTo>
                  <a:lnTo>
                    <a:pt x="1752470" y="2758654"/>
                  </a:lnTo>
                  <a:lnTo>
                    <a:pt x="1755893" y="2782089"/>
                  </a:lnTo>
                  <a:lnTo>
                    <a:pt x="1759315" y="2758857"/>
                  </a:lnTo>
                  <a:lnTo>
                    <a:pt x="1762738" y="2793343"/>
                  </a:lnTo>
                  <a:lnTo>
                    <a:pt x="1766161" y="2818305"/>
                  </a:lnTo>
                  <a:lnTo>
                    <a:pt x="1766161" y="2818305"/>
                  </a:lnTo>
                  <a:lnTo>
                    <a:pt x="1769584" y="2777200"/>
                  </a:lnTo>
                  <a:lnTo>
                    <a:pt x="1773007" y="2756168"/>
                  </a:lnTo>
                  <a:lnTo>
                    <a:pt x="1776429" y="2674446"/>
                  </a:lnTo>
                  <a:lnTo>
                    <a:pt x="1779852" y="2705921"/>
                  </a:lnTo>
                  <a:lnTo>
                    <a:pt x="1783275" y="2731327"/>
                  </a:lnTo>
                  <a:lnTo>
                    <a:pt x="1786698" y="2671582"/>
                  </a:lnTo>
                  <a:lnTo>
                    <a:pt x="1790121" y="2656409"/>
                  </a:lnTo>
                  <a:lnTo>
                    <a:pt x="1793543" y="2639461"/>
                  </a:lnTo>
                  <a:lnTo>
                    <a:pt x="1796966" y="2623665"/>
                  </a:lnTo>
                  <a:lnTo>
                    <a:pt x="1800389" y="2588757"/>
                  </a:lnTo>
                  <a:lnTo>
                    <a:pt x="1803812" y="2574823"/>
                  </a:lnTo>
                  <a:lnTo>
                    <a:pt x="1807234" y="2580567"/>
                  </a:lnTo>
                  <a:lnTo>
                    <a:pt x="1810657" y="2608395"/>
                  </a:lnTo>
                  <a:lnTo>
                    <a:pt x="1814080" y="2588270"/>
                  </a:lnTo>
                  <a:lnTo>
                    <a:pt x="1817503" y="2533636"/>
                  </a:lnTo>
                  <a:lnTo>
                    <a:pt x="1820926" y="2518176"/>
                  </a:lnTo>
                  <a:lnTo>
                    <a:pt x="1824348" y="2542111"/>
                  </a:lnTo>
                  <a:lnTo>
                    <a:pt x="1827771" y="2534448"/>
                  </a:lnTo>
                  <a:lnTo>
                    <a:pt x="1831194" y="2551287"/>
                  </a:lnTo>
                  <a:lnTo>
                    <a:pt x="1834617" y="2533125"/>
                  </a:lnTo>
                  <a:lnTo>
                    <a:pt x="1838040" y="2542109"/>
                  </a:lnTo>
                  <a:lnTo>
                    <a:pt x="1841462" y="2570652"/>
                  </a:lnTo>
                  <a:lnTo>
                    <a:pt x="1844885" y="2577340"/>
                  </a:lnTo>
                  <a:lnTo>
                    <a:pt x="1848308" y="2557801"/>
                  </a:lnTo>
                  <a:lnTo>
                    <a:pt x="1851731" y="2495541"/>
                  </a:lnTo>
                  <a:lnTo>
                    <a:pt x="1855154" y="2512249"/>
                  </a:lnTo>
                  <a:lnTo>
                    <a:pt x="1858576" y="2526176"/>
                  </a:lnTo>
                  <a:lnTo>
                    <a:pt x="1861999" y="2493770"/>
                  </a:lnTo>
                  <a:lnTo>
                    <a:pt x="1865422" y="2461915"/>
                  </a:lnTo>
                  <a:lnTo>
                    <a:pt x="1868845" y="2416285"/>
                  </a:lnTo>
                  <a:lnTo>
                    <a:pt x="1872268" y="2460043"/>
                  </a:lnTo>
                  <a:lnTo>
                    <a:pt x="1875690" y="2457444"/>
                  </a:lnTo>
                  <a:lnTo>
                    <a:pt x="1879113" y="2443785"/>
                  </a:lnTo>
                  <a:lnTo>
                    <a:pt x="1882536" y="2466535"/>
                  </a:lnTo>
                  <a:lnTo>
                    <a:pt x="1885959" y="2436344"/>
                  </a:lnTo>
                  <a:lnTo>
                    <a:pt x="1889382" y="2441702"/>
                  </a:lnTo>
                  <a:lnTo>
                    <a:pt x="1892804" y="2419971"/>
                  </a:lnTo>
                  <a:lnTo>
                    <a:pt x="1896227" y="2419151"/>
                  </a:lnTo>
                  <a:lnTo>
                    <a:pt x="1899650" y="2468876"/>
                  </a:lnTo>
                  <a:lnTo>
                    <a:pt x="1903073" y="2461462"/>
                  </a:lnTo>
                  <a:lnTo>
                    <a:pt x="1906495" y="2466006"/>
                  </a:lnTo>
                  <a:lnTo>
                    <a:pt x="1909918" y="2488620"/>
                  </a:lnTo>
                  <a:lnTo>
                    <a:pt x="1913341" y="2497396"/>
                  </a:lnTo>
                  <a:lnTo>
                    <a:pt x="1916764" y="2534406"/>
                  </a:lnTo>
                  <a:lnTo>
                    <a:pt x="1920187" y="2540993"/>
                  </a:lnTo>
                  <a:lnTo>
                    <a:pt x="1923609" y="2574068"/>
                  </a:lnTo>
                  <a:lnTo>
                    <a:pt x="1927032" y="2557903"/>
                  </a:lnTo>
                  <a:lnTo>
                    <a:pt x="1930455" y="2532430"/>
                  </a:lnTo>
                  <a:lnTo>
                    <a:pt x="1933878" y="2495287"/>
                  </a:lnTo>
                  <a:lnTo>
                    <a:pt x="1937301" y="2488046"/>
                  </a:lnTo>
                  <a:lnTo>
                    <a:pt x="1940723" y="2491614"/>
                  </a:lnTo>
                  <a:lnTo>
                    <a:pt x="1944146" y="2501112"/>
                  </a:lnTo>
                  <a:lnTo>
                    <a:pt x="1947569" y="2512559"/>
                  </a:lnTo>
                  <a:lnTo>
                    <a:pt x="1950992" y="2542893"/>
                  </a:lnTo>
                  <a:lnTo>
                    <a:pt x="1954415" y="2548020"/>
                  </a:lnTo>
                  <a:lnTo>
                    <a:pt x="1957837" y="2538154"/>
                  </a:lnTo>
                  <a:lnTo>
                    <a:pt x="1961260" y="2528651"/>
                  </a:lnTo>
                  <a:lnTo>
                    <a:pt x="1964683" y="2336415"/>
                  </a:lnTo>
                  <a:lnTo>
                    <a:pt x="1968106" y="2299273"/>
                  </a:lnTo>
                  <a:lnTo>
                    <a:pt x="1971529" y="2317758"/>
                  </a:lnTo>
                  <a:lnTo>
                    <a:pt x="1974951" y="2224854"/>
                  </a:lnTo>
                  <a:lnTo>
                    <a:pt x="1978374" y="2334378"/>
                  </a:lnTo>
                  <a:lnTo>
                    <a:pt x="1981797" y="2363722"/>
                  </a:lnTo>
                  <a:lnTo>
                    <a:pt x="1985220" y="2410482"/>
                  </a:lnTo>
                  <a:lnTo>
                    <a:pt x="1988643" y="2478126"/>
                  </a:lnTo>
                  <a:lnTo>
                    <a:pt x="1992065" y="2363548"/>
                  </a:lnTo>
                  <a:lnTo>
                    <a:pt x="1995488" y="2347592"/>
                  </a:lnTo>
                  <a:lnTo>
                    <a:pt x="1998911" y="2274161"/>
                  </a:lnTo>
                  <a:lnTo>
                    <a:pt x="2002334" y="2260223"/>
                  </a:lnTo>
                  <a:lnTo>
                    <a:pt x="2005756" y="2285669"/>
                  </a:lnTo>
                  <a:lnTo>
                    <a:pt x="2009179" y="2153303"/>
                  </a:lnTo>
                  <a:lnTo>
                    <a:pt x="2012602" y="2207708"/>
                  </a:lnTo>
                  <a:lnTo>
                    <a:pt x="2016025" y="2183303"/>
                  </a:lnTo>
                  <a:lnTo>
                    <a:pt x="2019448" y="2200382"/>
                  </a:lnTo>
                  <a:lnTo>
                    <a:pt x="2022870" y="2243221"/>
                  </a:lnTo>
                  <a:lnTo>
                    <a:pt x="2026293" y="2198284"/>
                  </a:lnTo>
                  <a:lnTo>
                    <a:pt x="2029716" y="2259541"/>
                  </a:lnTo>
                  <a:lnTo>
                    <a:pt x="2033139" y="2248305"/>
                  </a:lnTo>
                  <a:lnTo>
                    <a:pt x="2036562" y="2282560"/>
                  </a:lnTo>
                  <a:lnTo>
                    <a:pt x="2039984" y="2334306"/>
                  </a:lnTo>
                  <a:lnTo>
                    <a:pt x="2043407" y="2346248"/>
                  </a:lnTo>
                  <a:lnTo>
                    <a:pt x="2046830" y="2393315"/>
                  </a:lnTo>
                  <a:lnTo>
                    <a:pt x="2050253" y="2400857"/>
                  </a:lnTo>
                  <a:lnTo>
                    <a:pt x="2053676" y="2369833"/>
                  </a:lnTo>
                  <a:lnTo>
                    <a:pt x="2057098" y="2389747"/>
                  </a:lnTo>
                  <a:lnTo>
                    <a:pt x="2060521" y="2367887"/>
                  </a:lnTo>
                  <a:lnTo>
                    <a:pt x="2063944" y="2413371"/>
                  </a:lnTo>
                  <a:lnTo>
                    <a:pt x="2067367" y="2447458"/>
                  </a:lnTo>
                  <a:lnTo>
                    <a:pt x="2070790" y="2539756"/>
                  </a:lnTo>
                  <a:lnTo>
                    <a:pt x="2074212" y="2553597"/>
                  </a:lnTo>
                  <a:lnTo>
                    <a:pt x="2077635" y="2494013"/>
                  </a:lnTo>
                  <a:lnTo>
                    <a:pt x="2081058" y="2563499"/>
                  </a:lnTo>
                  <a:lnTo>
                    <a:pt x="2084481" y="2562074"/>
                  </a:lnTo>
                  <a:lnTo>
                    <a:pt x="2087904" y="2476778"/>
                  </a:lnTo>
                  <a:lnTo>
                    <a:pt x="2091326" y="2414076"/>
                  </a:lnTo>
                  <a:lnTo>
                    <a:pt x="2094749" y="2400805"/>
                  </a:lnTo>
                  <a:lnTo>
                    <a:pt x="2098172" y="2448814"/>
                  </a:lnTo>
                  <a:lnTo>
                    <a:pt x="2101595" y="2519744"/>
                  </a:lnTo>
                  <a:lnTo>
                    <a:pt x="2105018" y="2576296"/>
                  </a:lnTo>
                  <a:lnTo>
                    <a:pt x="2108440" y="2575413"/>
                  </a:lnTo>
                  <a:lnTo>
                    <a:pt x="2111863" y="2587427"/>
                  </a:lnTo>
                  <a:lnTo>
                    <a:pt x="2115286" y="2604436"/>
                  </a:lnTo>
                  <a:lnTo>
                    <a:pt x="2118709" y="2601972"/>
                  </a:lnTo>
                  <a:lnTo>
                    <a:pt x="2122131" y="2503464"/>
                  </a:lnTo>
                  <a:lnTo>
                    <a:pt x="2125554" y="2419931"/>
                  </a:lnTo>
                  <a:lnTo>
                    <a:pt x="2128977" y="2395822"/>
                  </a:lnTo>
                  <a:lnTo>
                    <a:pt x="2132400" y="2330586"/>
                  </a:lnTo>
                  <a:lnTo>
                    <a:pt x="2135823" y="2266600"/>
                  </a:lnTo>
                  <a:lnTo>
                    <a:pt x="2139245" y="2188695"/>
                  </a:lnTo>
                  <a:lnTo>
                    <a:pt x="2142668" y="2261929"/>
                  </a:lnTo>
                  <a:lnTo>
                    <a:pt x="2146091" y="2316226"/>
                  </a:lnTo>
                  <a:lnTo>
                    <a:pt x="2149514" y="2333333"/>
                  </a:lnTo>
                  <a:lnTo>
                    <a:pt x="2152937" y="2392137"/>
                  </a:lnTo>
                  <a:lnTo>
                    <a:pt x="2156359" y="2450744"/>
                  </a:lnTo>
                  <a:lnTo>
                    <a:pt x="2159782" y="2512750"/>
                  </a:lnTo>
                  <a:lnTo>
                    <a:pt x="2163205" y="2585499"/>
                  </a:lnTo>
                  <a:lnTo>
                    <a:pt x="2166628" y="2568342"/>
                  </a:lnTo>
                  <a:lnTo>
                    <a:pt x="2170051" y="2538747"/>
                  </a:lnTo>
                  <a:lnTo>
                    <a:pt x="2173473" y="2514542"/>
                  </a:lnTo>
                  <a:lnTo>
                    <a:pt x="2176896" y="2492403"/>
                  </a:lnTo>
                  <a:lnTo>
                    <a:pt x="2180319" y="2421245"/>
                  </a:lnTo>
                  <a:lnTo>
                    <a:pt x="2183742" y="2224064"/>
                  </a:lnTo>
                  <a:lnTo>
                    <a:pt x="2187165" y="2215999"/>
                  </a:lnTo>
                  <a:lnTo>
                    <a:pt x="2190587" y="2253054"/>
                  </a:lnTo>
                  <a:lnTo>
                    <a:pt x="2194010" y="2315804"/>
                  </a:lnTo>
                  <a:lnTo>
                    <a:pt x="2197433" y="2326121"/>
                  </a:lnTo>
                  <a:lnTo>
                    <a:pt x="2200856" y="2366953"/>
                  </a:lnTo>
                  <a:lnTo>
                    <a:pt x="2204279" y="2388485"/>
                  </a:lnTo>
                  <a:lnTo>
                    <a:pt x="2207701" y="2371571"/>
                  </a:lnTo>
                  <a:lnTo>
                    <a:pt x="2211124" y="2398596"/>
                  </a:lnTo>
                  <a:lnTo>
                    <a:pt x="2214547" y="2431536"/>
                  </a:lnTo>
                  <a:lnTo>
                    <a:pt x="2217970" y="2534580"/>
                  </a:lnTo>
                  <a:lnTo>
                    <a:pt x="2221392" y="2552574"/>
                  </a:lnTo>
                  <a:lnTo>
                    <a:pt x="2224815" y="2619468"/>
                  </a:lnTo>
                  <a:lnTo>
                    <a:pt x="2228238" y="2591882"/>
                  </a:lnTo>
                  <a:lnTo>
                    <a:pt x="2231661" y="2506808"/>
                  </a:lnTo>
                  <a:lnTo>
                    <a:pt x="2235084" y="2428335"/>
                  </a:lnTo>
                  <a:lnTo>
                    <a:pt x="2238506" y="2344304"/>
                  </a:lnTo>
                  <a:lnTo>
                    <a:pt x="2241929" y="2371497"/>
                  </a:lnTo>
                  <a:lnTo>
                    <a:pt x="2245352" y="2312122"/>
                  </a:lnTo>
                  <a:lnTo>
                    <a:pt x="2248775" y="2290276"/>
                  </a:lnTo>
                  <a:lnTo>
                    <a:pt x="2252198" y="2317156"/>
                  </a:lnTo>
                  <a:lnTo>
                    <a:pt x="2255620" y="2343932"/>
                  </a:lnTo>
                  <a:lnTo>
                    <a:pt x="2259043" y="2307851"/>
                  </a:lnTo>
                  <a:lnTo>
                    <a:pt x="2262466" y="2255394"/>
                  </a:lnTo>
                  <a:lnTo>
                    <a:pt x="2265889" y="2226783"/>
                  </a:lnTo>
                  <a:lnTo>
                    <a:pt x="2269312" y="2270036"/>
                  </a:lnTo>
                  <a:lnTo>
                    <a:pt x="2272734" y="2191149"/>
                  </a:lnTo>
                  <a:lnTo>
                    <a:pt x="2276157" y="2185775"/>
                  </a:lnTo>
                  <a:lnTo>
                    <a:pt x="2279580" y="2200838"/>
                  </a:lnTo>
                  <a:lnTo>
                    <a:pt x="2283003" y="2234740"/>
                  </a:lnTo>
                  <a:lnTo>
                    <a:pt x="2286426" y="2250138"/>
                  </a:lnTo>
                  <a:lnTo>
                    <a:pt x="2289848" y="2230056"/>
                  </a:lnTo>
                  <a:lnTo>
                    <a:pt x="2293271" y="2298303"/>
                  </a:lnTo>
                  <a:lnTo>
                    <a:pt x="2296694" y="2192922"/>
                  </a:lnTo>
                  <a:lnTo>
                    <a:pt x="2300117" y="2250884"/>
                  </a:lnTo>
                  <a:lnTo>
                    <a:pt x="2303540" y="2068160"/>
                  </a:lnTo>
                  <a:lnTo>
                    <a:pt x="2306962" y="2020840"/>
                  </a:lnTo>
                  <a:lnTo>
                    <a:pt x="2310385" y="1978098"/>
                  </a:lnTo>
                  <a:lnTo>
                    <a:pt x="2313808" y="1944335"/>
                  </a:lnTo>
                  <a:lnTo>
                    <a:pt x="2317231" y="2027209"/>
                  </a:lnTo>
                  <a:lnTo>
                    <a:pt x="2320653" y="2111961"/>
                  </a:lnTo>
                  <a:lnTo>
                    <a:pt x="2324076" y="2096483"/>
                  </a:lnTo>
                  <a:lnTo>
                    <a:pt x="2327499" y="2140360"/>
                  </a:lnTo>
                  <a:lnTo>
                    <a:pt x="2330922" y="2080719"/>
                  </a:lnTo>
                  <a:lnTo>
                    <a:pt x="2334345" y="2069804"/>
                  </a:lnTo>
                  <a:lnTo>
                    <a:pt x="2337767" y="1994372"/>
                  </a:lnTo>
                  <a:lnTo>
                    <a:pt x="2341190" y="1922095"/>
                  </a:lnTo>
                  <a:lnTo>
                    <a:pt x="2344613" y="1905051"/>
                  </a:lnTo>
                  <a:lnTo>
                    <a:pt x="2348036" y="1752282"/>
                  </a:lnTo>
                  <a:lnTo>
                    <a:pt x="2351459" y="1786178"/>
                  </a:lnTo>
                  <a:lnTo>
                    <a:pt x="2354881" y="1833471"/>
                  </a:lnTo>
                  <a:lnTo>
                    <a:pt x="2358304" y="1743321"/>
                  </a:lnTo>
                  <a:lnTo>
                    <a:pt x="2361727" y="1788472"/>
                  </a:lnTo>
                  <a:lnTo>
                    <a:pt x="2365150" y="1793122"/>
                  </a:lnTo>
                  <a:lnTo>
                    <a:pt x="2368573" y="1726366"/>
                  </a:lnTo>
                  <a:lnTo>
                    <a:pt x="2371995" y="1784678"/>
                  </a:lnTo>
                  <a:lnTo>
                    <a:pt x="2375418" y="1782116"/>
                  </a:lnTo>
                  <a:lnTo>
                    <a:pt x="2378841" y="1787584"/>
                  </a:lnTo>
                  <a:lnTo>
                    <a:pt x="2382264" y="1796754"/>
                  </a:lnTo>
                  <a:lnTo>
                    <a:pt x="2385687" y="1837810"/>
                  </a:lnTo>
                  <a:lnTo>
                    <a:pt x="2389109" y="1780934"/>
                  </a:lnTo>
                  <a:lnTo>
                    <a:pt x="2392532" y="1827392"/>
                  </a:lnTo>
                  <a:lnTo>
                    <a:pt x="2395955" y="1986082"/>
                  </a:lnTo>
                  <a:lnTo>
                    <a:pt x="2399378" y="1878847"/>
                  </a:lnTo>
                  <a:lnTo>
                    <a:pt x="2402801" y="1862584"/>
                  </a:lnTo>
                  <a:lnTo>
                    <a:pt x="2406223" y="1877380"/>
                  </a:lnTo>
                  <a:lnTo>
                    <a:pt x="2409646" y="1988045"/>
                  </a:lnTo>
                  <a:lnTo>
                    <a:pt x="2413069" y="1938178"/>
                  </a:lnTo>
                  <a:lnTo>
                    <a:pt x="2416492" y="1903450"/>
                  </a:lnTo>
                  <a:lnTo>
                    <a:pt x="2419915" y="2124762"/>
                  </a:lnTo>
                  <a:lnTo>
                    <a:pt x="2423337" y="2106093"/>
                  </a:lnTo>
                  <a:lnTo>
                    <a:pt x="2426760" y="2111587"/>
                  </a:lnTo>
                  <a:lnTo>
                    <a:pt x="2430183" y="2071187"/>
                  </a:lnTo>
                  <a:lnTo>
                    <a:pt x="2433606" y="2091701"/>
                  </a:lnTo>
                  <a:lnTo>
                    <a:pt x="2437028" y="2211687"/>
                  </a:lnTo>
                  <a:lnTo>
                    <a:pt x="2440451" y="2124056"/>
                  </a:lnTo>
                  <a:lnTo>
                    <a:pt x="2443874" y="2103063"/>
                  </a:lnTo>
                  <a:lnTo>
                    <a:pt x="2447297" y="2056527"/>
                  </a:lnTo>
                  <a:lnTo>
                    <a:pt x="2450720" y="2042344"/>
                  </a:lnTo>
                  <a:lnTo>
                    <a:pt x="2454142" y="2002554"/>
                  </a:lnTo>
                  <a:lnTo>
                    <a:pt x="2457565" y="1992127"/>
                  </a:lnTo>
                  <a:lnTo>
                    <a:pt x="2460988" y="1984090"/>
                  </a:lnTo>
                  <a:lnTo>
                    <a:pt x="2464411" y="1947109"/>
                  </a:lnTo>
                  <a:lnTo>
                    <a:pt x="2467834" y="1944437"/>
                  </a:lnTo>
                  <a:lnTo>
                    <a:pt x="2471256" y="1972466"/>
                  </a:lnTo>
                  <a:lnTo>
                    <a:pt x="2474679" y="2072408"/>
                  </a:lnTo>
                  <a:lnTo>
                    <a:pt x="2478102" y="2034419"/>
                  </a:lnTo>
                  <a:lnTo>
                    <a:pt x="2481525" y="2036416"/>
                  </a:lnTo>
                  <a:lnTo>
                    <a:pt x="2484948" y="2078852"/>
                  </a:lnTo>
                  <a:lnTo>
                    <a:pt x="2488370" y="2133467"/>
                  </a:lnTo>
                  <a:lnTo>
                    <a:pt x="2491793" y="2234807"/>
                  </a:lnTo>
                  <a:lnTo>
                    <a:pt x="2495216" y="2287358"/>
                  </a:lnTo>
                  <a:lnTo>
                    <a:pt x="2498639" y="2244280"/>
                  </a:lnTo>
                  <a:lnTo>
                    <a:pt x="2502062" y="2237103"/>
                  </a:lnTo>
                  <a:lnTo>
                    <a:pt x="2505484" y="2230143"/>
                  </a:lnTo>
                  <a:lnTo>
                    <a:pt x="2508907" y="2235913"/>
                  </a:lnTo>
                  <a:lnTo>
                    <a:pt x="2512330" y="2272450"/>
                  </a:lnTo>
                  <a:lnTo>
                    <a:pt x="2515753" y="2302754"/>
                  </a:lnTo>
                  <a:lnTo>
                    <a:pt x="2519176" y="2269678"/>
                  </a:lnTo>
                  <a:lnTo>
                    <a:pt x="2522598" y="2285361"/>
                  </a:lnTo>
                  <a:lnTo>
                    <a:pt x="2526021" y="2200393"/>
                  </a:lnTo>
                  <a:lnTo>
                    <a:pt x="2529444" y="2136609"/>
                  </a:lnTo>
                  <a:lnTo>
                    <a:pt x="2532867" y="2184381"/>
                  </a:lnTo>
                  <a:lnTo>
                    <a:pt x="2536289" y="2177821"/>
                  </a:lnTo>
                  <a:lnTo>
                    <a:pt x="2539712" y="2196790"/>
                  </a:lnTo>
                  <a:lnTo>
                    <a:pt x="2543135" y="2256238"/>
                  </a:lnTo>
                  <a:lnTo>
                    <a:pt x="2546558" y="2284836"/>
                  </a:lnTo>
                  <a:lnTo>
                    <a:pt x="2549981" y="2369690"/>
                  </a:lnTo>
                  <a:lnTo>
                    <a:pt x="2553403" y="2398513"/>
                  </a:lnTo>
                  <a:lnTo>
                    <a:pt x="2556826" y="2328349"/>
                  </a:lnTo>
                  <a:lnTo>
                    <a:pt x="2560249" y="2322938"/>
                  </a:lnTo>
                  <a:lnTo>
                    <a:pt x="2563672" y="2353537"/>
                  </a:lnTo>
                  <a:lnTo>
                    <a:pt x="2567095" y="2384245"/>
                  </a:lnTo>
                  <a:lnTo>
                    <a:pt x="2570517" y="2366900"/>
                  </a:lnTo>
                  <a:lnTo>
                    <a:pt x="2573940" y="2313291"/>
                  </a:lnTo>
                  <a:lnTo>
                    <a:pt x="2577363" y="2274338"/>
                  </a:lnTo>
                  <a:lnTo>
                    <a:pt x="2580786" y="2155047"/>
                  </a:lnTo>
                  <a:lnTo>
                    <a:pt x="2584209" y="2032902"/>
                  </a:lnTo>
                  <a:lnTo>
                    <a:pt x="2587631" y="1980345"/>
                  </a:lnTo>
                  <a:lnTo>
                    <a:pt x="2591054" y="1953243"/>
                  </a:lnTo>
                  <a:lnTo>
                    <a:pt x="2594477" y="1911207"/>
                  </a:lnTo>
                  <a:lnTo>
                    <a:pt x="2597900" y="1866531"/>
                  </a:lnTo>
                  <a:lnTo>
                    <a:pt x="2601323" y="1896911"/>
                  </a:lnTo>
                  <a:lnTo>
                    <a:pt x="2604745" y="1904785"/>
                  </a:lnTo>
                  <a:lnTo>
                    <a:pt x="2608168" y="1945945"/>
                  </a:lnTo>
                  <a:lnTo>
                    <a:pt x="2611591" y="2008842"/>
                  </a:lnTo>
                  <a:lnTo>
                    <a:pt x="2615014" y="2044920"/>
                  </a:lnTo>
                  <a:lnTo>
                    <a:pt x="2618437" y="2055833"/>
                  </a:lnTo>
                  <a:lnTo>
                    <a:pt x="2621859" y="1974195"/>
                  </a:lnTo>
                  <a:lnTo>
                    <a:pt x="2625282" y="2013925"/>
                  </a:lnTo>
                  <a:lnTo>
                    <a:pt x="2628705" y="2016307"/>
                  </a:lnTo>
                  <a:lnTo>
                    <a:pt x="2632128" y="1920684"/>
                  </a:lnTo>
                  <a:lnTo>
                    <a:pt x="2635550" y="1847203"/>
                  </a:lnTo>
                  <a:lnTo>
                    <a:pt x="2638973" y="1780037"/>
                  </a:lnTo>
                  <a:lnTo>
                    <a:pt x="2642396" y="1782067"/>
                  </a:lnTo>
                  <a:lnTo>
                    <a:pt x="2645819" y="1797632"/>
                  </a:lnTo>
                  <a:lnTo>
                    <a:pt x="2649242" y="1740312"/>
                  </a:lnTo>
                  <a:lnTo>
                    <a:pt x="2652664" y="1866731"/>
                  </a:lnTo>
                  <a:lnTo>
                    <a:pt x="2656087" y="1968535"/>
                  </a:lnTo>
                  <a:lnTo>
                    <a:pt x="2659510" y="1979314"/>
                  </a:lnTo>
                  <a:lnTo>
                    <a:pt x="2662933" y="1914423"/>
                  </a:lnTo>
                  <a:lnTo>
                    <a:pt x="2666356" y="1825564"/>
                  </a:lnTo>
                  <a:lnTo>
                    <a:pt x="2669778" y="1762544"/>
                  </a:lnTo>
                  <a:lnTo>
                    <a:pt x="2673201" y="1807526"/>
                  </a:lnTo>
                  <a:lnTo>
                    <a:pt x="2676624" y="1937312"/>
                  </a:lnTo>
                  <a:lnTo>
                    <a:pt x="2680047" y="1924234"/>
                  </a:lnTo>
                  <a:lnTo>
                    <a:pt x="2683470" y="1886917"/>
                  </a:lnTo>
                  <a:lnTo>
                    <a:pt x="2686892" y="1839881"/>
                  </a:lnTo>
                  <a:lnTo>
                    <a:pt x="2690315" y="1893557"/>
                  </a:lnTo>
                  <a:lnTo>
                    <a:pt x="2693738" y="1874916"/>
                  </a:lnTo>
                  <a:lnTo>
                    <a:pt x="2697161" y="1811486"/>
                  </a:lnTo>
                  <a:lnTo>
                    <a:pt x="2700584" y="1833823"/>
                  </a:lnTo>
                  <a:lnTo>
                    <a:pt x="2704006" y="1725279"/>
                  </a:lnTo>
                  <a:lnTo>
                    <a:pt x="2707429" y="1691271"/>
                  </a:lnTo>
                  <a:lnTo>
                    <a:pt x="2710852" y="1530548"/>
                  </a:lnTo>
                  <a:lnTo>
                    <a:pt x="2714275" y="1302163"/>
                  </a:lnTo>
                  <a:lnTo>
                    <a:pt x="2717698" y="1321470"/>
                  </a:lnTo>
                  <a:lnTo>
                    <a:pt x="2721120" y="1247786"/>
                  </a:lnTo>
                  <a:lnTo>
                    <a:pt x="2724543" y="1126775"/>
                  </a:lnTo>
                  <a:lnTo>
                    <a:pt x="2727966" y="1130160"/>
                  </a:lnTo>
                  <a:lnTo>
                    <a:pt x="2731389" y="1072086"/>
                  </a:lnTo>
                  <a:lnTo>
                    <a:pt x="2734812" y="1054058"/>
                  </a:lnTo>
                  <a:lnTo>
                    <a:pt x="2738234" y="1080178"/>
                  </a:lnTo>
                  <a:lnTo>
                    <a:pt x="2741657" y="1045540"/>
                  </a:lnTo>
                  <a:lnTo>
                    <a:pt x="2745080" y="1086763"/>
                  </a:lnTo>
                  <a:lnTo>
                    <a:pt x="2748503" y="1103327"/>
                  </a:lnTo>
                  <a:lnTo>
                    <a:pt x="2751925" y="1038641"/>
                  </a:lnTo>
                  <a:lnTo>
                    <a:pt x="2755348" y="1091604"/>
                  </a:lnTo>
                  <a:lnTo>
                    <a:pt x="2758771" y="1197314"/>
                  </a:lnTo>
                  <a:lnTo>
                    <a:pt x="2762194" y="1190064"/>
                  </a:lnTo>
                  <a:lnTo>
                    <a:pt x="2765617" y="1186731"/>
                  </a:lnTo>
                  <a:lnTo>
                    <a:pt x="2769039" y="1246358"/>
                  </a:lnTo>
                  <a:lnTo>
                    <a:pt x="2772462" y="1363227"/>
                  </a:lnTo>
                  <a:lnTo>
                    <a:pt x="2775885" y="1331670"/>
                  </a:lnTo>
                  <a:lnTo>
                    <a:pt x="2779308" y="1378754"/>
                  </a:lnTo>
                  <a:lnTo>
                    <a:pt x="2782731" y="1447335"/>
                  </a:lnTo>
                  <a:lnTo>
                    <a:pt x="2786153" y="1487250"/>
                  </a:lnTo>
                  <a:lnTo>
                    <a:pt x="2789576" y="1467852"/>
                  </a:lnTo>
                  <a:lnTo>
                    <a:pt x="2792999" y="1398770"/>
                  </a:lnTo>
                  <a:lnTo>
                    <a:pt x="2796422" y="1302988"/>
                  </a:lnTo>
                  <a:lnTo>
                    <a:pt x="2799845" y="1461195"/>
                  </a:lnTo>
                  <a:lnTo>
                    <a:pt x="2803267" y="1454211"/>
                  </a:lnTo>
                  <a:lnTo>
                    <a:pt x="2806690" y="1472001"/>
                  </a:lnTo>
                  <a:lnTo>
                    <a:pt x="2810113" y="1542269"/>
                  </a:lnTo>
                  <a:lnTo>
                    <a:pt x="2813536" y="1652188"/>
                  </a:lnTo>
                  <a:lnTo>
                    <a:pt x="2816959" y="1690970"/>
                  </a:lnTo>
                  <a:lnTo>
                    <a:pt x="2820381" y="1597585"/>
                  </a:lnTo>
                  <a:lnTo>
                    <a:pt x="2823804" y="1694850"/>
                  </a:lnTo>
                  <a:lnTo>
                    <a:pt x="2827227" y="1744673"/>
                  </a:lnTo>
                  <a:lnTo>
                    <a:pt x="2830650" y="1726394"/>
                  </a:lnTo>
                  <a:lnTo>
                    <a:pt x="2834073" y="1681646"/>
                  </a:lnTo>
                  <a:lnTo>
                    <a:pt x="2837495" y="1571281"/>
                  </a:lnTo>
                  <a:lnTo>
                    <a:pt x="2840918" y="1663275"/>
                  </a:lnTo>
                  <a:lnTo>
                    <a:pt x="2844341" y="1596790"/>
                  </a:lnTo>
                  <a:lnTo>
                    <a:pt x="2847764" y="1499378"/>
                  </a:lnTo>
                  <a:lnTo>
                    <a:pt x="2851186" y="1574490"/>
                  </a:lnTo>
                  <a:lnTo>
                    <a:pt x="2854609" y="1501310"/>
                  </a:lnTo>
                  <a:lnTo>
                    <a:pt x="2858032" y="1555375"/>
                  </a:lnTo>
                  <a:lnTo>
                    <a:pt x="2861455" y="1491431"/>
                  </a:lnTo>
                  <a:lnTo>
                    <a:pt x="2864878" y="1490377"/>
                  </a:lnTo>
                  <a:lnTo>
                    <a:pt x="2868300" y="1425358"/>
                  </a:lnTo>
                  <a:lnTo>
                    <a:pt x="2871723" y="1376468"/>
                  </a:lnTo>
                  <a:lnTo>
                    <a:pt x="2875146" y="1423091"/>
                  </a:lnTo>
                  <a:lnTo>
                    <a:pt x="2878569" y="1439565"/>
                  </a:lnTo>
                  <a:lnTo>
                    <a:pt x="2881992" y="1411786"/>
                  </a:lnTo>
                  <a:lnTo>
                    <a:pt x="2885414" y="1452424"/>
                  </a:lnTo>
                  <a:lnTo>
                    <a:pt x="2888837" y="1503445"/>
                  </a:lnTo>
                  <a:lnTo>
                    <a:pt x="2892260" y="1467350"/>
                  </a:lnTo>
                  <a:lnTo>
                    <a:pt x="2895683" y="1496614"/>
                  </a:lnTo>
                  <a:lnTo>
                    <a:pt x="2899106" y="1471101"/>
                  </a:lnTo>
                  <a:lnTo>
                    <a:pt x="2902528" y="1482004"/>
                  </a:lnTo>
                  <a:lnTo>
                    <a:pt x="2905951" y="1456835"/>
                  </a:lnTo>
                  <a:lnTo>
                    <a:pt x="2909374" y="1525053"/>
                  </a:lnTo>
                  <a:lnTo>
                    <a:pt x="2912797" y="1518797"/>
                  </a:lnTo>
                  <a:lnTo>
                    <a:pt x="2916220" y="1552766"/>
                  </a:lnTo>
                  <a:lnTo>
                    <a:pt x="2919642" y="1588944"/>
                  </a:lnTo>
                  <a:lnTo>
                    <a:pt x="2923065" y="1691574"/>
                  </a:lnTo>
                  <a:lnTo>
                    <a:pt x="2926488" y="1757471"/>
                  </a:lnTo>
                  <a:lnTo>
                    <a:pt x="2929911" y="1827376"/>
                  </a:lnTo>
                  <a:lnTo>
                    <a:pt x="2933334" y="1823392"/>
                  </a:lnTo>
                  <a:lnTo>
                    <a:pt x="2936756" y="1820252"/>
                  </a:lnTo>
                  <a:lnTo>
                    <a:pt x="2940179" y="1816740"/>
                  </a:lnTo>
                  <a:lnTo>
                    <a:pt x="2943602" y="1793930"/>
                  </a:lnTo>
                  <a:lnTo>
                    <a:pt x="2947025" y="1684549"/>
                  </a:lnTo>
                  <a:lnTo>
                    <a:pt x="2950448" y="1696664"/>
                  </a:lnTo>
                  <a:lnTo>
                    <a:pt x="2953870" y="1891402"/>
                  </a:lnTo>
                  <a:lnTo>
                    <a:pt x="2957293" y="1834403"/>
                  </a:lnTo>
                  <a:lnTo>
                    <a:pt x="2960716" y="1949587"/>
                  </a:lnTo>
                  <a:lnTo>
                    <a:pt x="2964139" y="2001639"/>
                  </a:lnTo>
                  <a:lnTo>
                    <a:pt x="2967561" y="1975053"/>
                  </a:lnTo>
                  <a:lnTo>
                    <a:pt x="2970984" y="1929668"/>
                  </a:lnTo>
                  <a:lnTo>
                    <a:pt x="2974407" y="1940783"/>
                  </a:lnTo>
                  <a:lnTo>
                    <a:pt x="2977830" y="1967319"/>
                  </a:lnTo>
                  <a:lnTo>
                    <a:pt x="2981253" y="1941333"/>
                  </a:lnTo>
                  <a:lnTo>
                    <a:pt x="2984675" y="1872929"/>
                  </a:lnTo>
                  <a:lnTo>
                    <a:pt x="2988098" y="1952842"/>
                  </a:lnTo>
                  <a:lnTo>
                    <a:pt x="2991521" y="1827380"/>
                  </a:lnTo>
                  <a:lnTo>
                    <a:pt x="2994944" y="1746999"/>
                  </a:lnTo>
                  <a:lnTo>
                    <a:pt x="2998367" y="1883336"/>
                  </a:lnTo>
                  <a:lnTo>
                    <a:pt x="3001789" y="1983467"/>
                  </a:lnTo>
                  <a:lnTo>
                    <a:pt x="3005212" y="1892871"/>
                  </a:lnTo>
                  <a:lnTo>
                    <a:pt x="3008635" y="1902012"/>
                  </a:lnTo>
                  <a:lnTo>
                    <a:pt x="3012058" y="2118463"/>
                  </a:lnTo>
                  <a:lnTo>
                    <a:pt x="3015481" y="2218575"/>
                  </a:lnTo>
                  <a:lnTo>
                    <a:pt x="3018903" y="2257577"/>
                  </a:lnTo>
                  <a:lnTo>
                    <a:pt x="3022326" y="2303676"/>
                  </a:lnTo>
                  <a:lnTo>
                    <a:pt x="3025749" y="2258520"/>
                  </a:lnTo>
                  <a:lnTo>
                    <a:pt x="3029172" y="2267062"/>
                  </a:lnTo>
                  <a:lnTo>
                    <a:pt x="3032595" y="2301643"/>
                  </a:lnTo>
                  <a:lnTo>
                    <a:pt x="3036017" y="2209488"/>
                  </a:lnTo>
                  <a:lnTo>
                    <a:pt x="3039440" y="2240714"/>
                  </a:lnTo>
                  <a:lnTo>
                    <a:pt x="3042863" y="2261517"/>
                  </a:lnTo>
                  <a:lnTo>
                    <a:pt x="3046286" y="2285579"/>
                  </a:lnTo>
                  <a:lnTo>
                    <a:pt x="3049709" y="2132863"/>
                  </a:lnTo>
                  <a:lnTo>
                    <a:pt x="3053131" y="2116986"/>
                  </a:lnTo>
                  <a:lnTo>
                    <a:pt x="3056554" y="2121589"/>
                  </a:lnTo>
                  <a:lnTo>
                    <a:pt x="3059977" y="2164917"/>
                  </a:lnTo>
                  <a:lnTo>
                    <a:pt x="3063400" y="2229931"/>
                  </a:lnTo>
                  <a:lnTo>
                    <a:pt x="3066822" y="2300963"/>
                  </a:lnTo>
                  <a:lnTo>
                    <a:pt x="3070245" y="2271021"/>
                  </a:lnTo>
                  <a:lnTo>
                    <a:pt x="3073668" y="2302473"/>
                  </a:lnTo>
                  <a:lnTo>
                    <a:pt x="3077091" y="2310227"/>
                  </a:lnTo>
                  <a:lnTo>
                    <a:pt x="3080514" y="2283854"/>
                  </a:lnTo>
                  <a:lnTo>
                    <a:pt x="3083936" y="2193206"/>
                  </a:lnTo>
                  <a:lnTo>
                    <a:pt x="3087359" y="2061122"/>
                  </a:lnTo>
                  <a:lnTo>
                    <a:pt x="3090782" y="2057492"/>
                  </a:lnTo>
                  <a:lnTo>
                    <a:pt x="3094205" y="1951703"/>
                  </a:lnTo>
                  <a:lnTo>
                    <a:pt x="3097628" y="1903907"/>
                  </a:lnTo>
                  <a:lnTo>
                    <a:pt x="3101050" y="1936199"/>
                  </a:lnTo>
                  <a:lnTo>
                    <a:pt x="3104473" y="1906203"/>
                  </a:lnTo>
                  <a:lnTo>
                    <a:pt x="3107896" y="1913298"/>
                  </a:lnTo>
                  <a:lnTo>
                    <a:pt x="3111319" y="1904426"/>
                  </a:lnTo>
                  <a:lnTo>
                    <a:pt x="3114742" y="1880499"/>
                  </a:lnTo>
                  <a:lnTo>
                    <a:pt x="3118164" y="1877179"/>
                  </a:lnTo>
                  <a:lnTo>
                    <a:pt x="3121587" y="1940947"/>
                  </a:lnTo>
                  <a:lnTo>
                    <a:pt x="3125010" y="1955130"/>
                  </a:lnTo>
                  <a:lnTo>
                    <a:pt x="3128433" y="1921607"/>
                  </a:lnTo>
                  <a:lnTo>
                    <a:pt x="3131856" y="2053959"/>
                  </a:lnTo>
                  <a:lnTo>
                    <a:pt x="3135278" y="2111734"/>
                  </a:lnTo>
                  <a:lnTo>
                    <a:pt x="3138701" y="2095623"/>
                  </a:lnTo>
                  <a:lnTo>
                    <a:pt x="3142124" y="1912840"/>
                  </a:lnTo>
                  <a:lnTo>
                    <a:pt x="3145547" y="1970065"/>
                  </a:lnTo>
                  <a:lnTo>
                    <a:pt x="3148970" y="1990068"/>
                  </a:lnTo>
                  <a:lnTo>
                    <a:pt x="3152392" y="2166310"/>
                  </a:lnTo>
                  <a:lnTo>
                    <a:pt x="3155815" y="2225075"/>
                  </a:lnTo>
                  <a:lnTo>
                    <a:pt x="3159238" y="2192095"/>
                  </a:lnTo>
                  <a:lnTo>
                    <a:pt x="3162661" y="2218901"/>
                  </a:lnTo>
                  <a:lnTo>
                    <a:pt x="3166083" y="2237555"/>
                  </a:lnTo>
                  <a:lnTo>
                    <a:pt x="3169506" y="2232493"/>
                  </a:lnTo>
                  <a:lnTo>
                    <a:pt x="3172929" y="2207639"/>
                  </a:lnTo>
                  <a:lnTo>
                    <a:pt x="3176352" y="2174457"/>
                  </a:lnTo>
                  <a:lnTo>
                    <a:pt x="3179775" y="2042322"/>
                  </a:lnTo>
                  <a:lnTo>
                    <a:pt x="3183197" y="1957865"/>
                  </a:lnTo>
                  <a:lnTo>
                    <a:pt x="3186620" y="2038703"/>
                  </a:lnTo>
                  <a:lnTo>
                    <a:pt x="3190043" y="2201858"/>
                  </a:lnTo>
                  <a:lnTo>
                    <a:pt x="3193466" y="2207248"/>
                  </a:lnTo>
                  <a:lnTo>
                    <a:pt x="3196889" y="2158960"/>
                  </a:lnTo>
                  <a:lnTo>
                    <a:pt x="3200311" y="2163190"/>
                  </a:lnTo>
                  <a:lnTo>
                    <a:pt x="3203734" y="2242821"/>
                  </a:lnTo>
                  <a:lnTo>
                    <a:pt x="3207157" y="2198866"/>
                  </a:lnTo>
                  <a:lnTo>
                    <a:pt x="3210580" y="2131030"/>
                  </a:lnTo>
                  <a:lnTo>
                    <a:pt x="3214003" y="2076010"/>
                  </a:lnTo>
                  <a:lnTo>
                    <a:pt x="3217425" y="2169662"/>
                  </a:lnTo>
                  <a:lnTo>
                    <a:pt x="3220848" y="2242352"/>
                  </a:lnTo>
                  <a:lnTo>
                    <a:pt x="3224271" y="2293653"/>
                  </a:lnTo>
                  <a:lnTo>
                    <a:pt x="3227694" y="2190763"/>
                  </a:lnTo>
                  <a:lnTo>
                    <a:pt x="3231117" y="2341249"/>
                  </a:lnTo>
                  <a:lnTo>
                    <a:pt x="3234539" y="2391864"/>
                  </a:lnTo>
                  <a:lnTo>
                    <a:pt x="3237962" y="2423076"/>
                  </a:lnTo>
                  <a:lnTo>
                    <a:pt x="3241385" y="2390507"/>
                  </a:lnTo>
                  <a:lnTo>
                    <a:pt x="3244808" y="2380478"/>
                  </a:lnTo>
                  <a:lnTo>
                    <a:pt x="3248231" y="2396783"/>
                  </a:lnTo>
                  <a:lnTo>
                    <a:pt x="3251653" y="2291944"/>
                  </a:lnTo>
                  <a:lnTo>
                    <a:pt x="3255076" y="2266581"/>
                  </a:lnTo>
                  <a:lnTo>
                    <a:pt x="3258499" y="2283702"/>
                  </a:lnTo>
                  <a:lnTo>
                    <a:pt x="3261922" y="2261861"/>
                  </a:lnTo>
                  <a:lnTo>
                    <a:pt x="3265345" y="2250774"/>
                  </a:lnTo>
                  <a:lnTo>
                    <a:pt x="3268767" y="2246790"/>
                  </a:lnTo>
                  <a:lnTo>
                    <a:pt x="3272190" y="2286630"/>
                  </a:lnTo>
                  <a:lnTo>
                    <a:pt x="3275613" y="2304121"/>
                  </a:lnTo>
                  <a:lnTo>
                    <a:pt x="3279036" y="2197967"/>
                  </a:lnTo>
                  <a:lnTo>
                    <a:pt x="3282458" y="2155761"/>
                  </a:lnTo>
                  <a:lnTo>
                    <a:pt x="3285881" y="2109269"/>
                  </a:lnTo>
                  <a:lnTo>
                    <a:pt x="3289304" y="2108916"/>
                  </a:lnTo>
                  <a:lnTo>
                    <a:pt x="3292727" y="2055250"/>
                  </a:lnTo>
                  <a:lnTo>
                    <a:pt x="3296150" y="2005054"/>
                  </a:lnTo>
                  <a:lnTo>
                    <a:pt x="3299572" y="1922905"/>
                  </a:lnTo>
                  <a:lnTo>
                    <a:pt x="3302995" y="1921295"/>
                  </a:lnTo>
                  <a:lnTo>
                    <a:pt x="3306418" y="1924395"/>
                  </a:lnTo>
                  <a:lnTo>
                    <a:pt x="3309841" y="1910197"/>
                  </a:lnTo>
                  <a:lnTo>
                    <a:pt x="3313264" y="1958370"/>
                  </a:lnTo>
                  <a:lnTo>
                    <a:pt x="3316686" y="1970695"/>
                  </a:lnTo>
                  <a:lnTo>
                    <a:pt x="3320109" y="1992982"/>
                  </a:lnTo>
                  <a:lnTo>
                    <a:pt x="3323532" y="2026662"/>
                  </a:lnTo>
                  <a:lnTo>
                    <a:pt x="3326955" y="1976514"/>
                  </a:lnTo>
                  <a:lnTo>
                    <a:pt x="3330378" y="2085878"/>
                  </a:lnTo>
                  <a:lnTo>
                    <a:pt x="3333800" y="2136856"/>
                  </a:lnTo>
                  <a:lnTo>
                    <a:pt x="3337223" y="2155522"/>
                  </a:lnTo>
                  <a:lnTo>
                    <a:pt x="3340646" y="2147110"/>
                  </a:lnTo>
                  <a:lnTo>
                    <a:pt x="3344069" y="2182200"/>
                  </a:lnTo>
                  <a:lnTo>
                    <a:pt x="3347492" y="2211696"/>
                  </a:lnTo>
                  <a:lnTo>
                    <a:pt x="3350914" y="2192945"/>
                  </a:lnTo>
                  <a:lnTo>
                    <a:pt x="3354337" y="2156149"/>
                  </a:lnTo>
                  <a:lnTo>
                    <a:pt x="3357760" y="2170147"/>
                  </a:lnTo>
                  <a:lnTo>
                    <a:pt x="3361183" y="2040486"/>
                  </a:lnTo>
                  <a:lnTo>
                    <a:pt x="3364606" y="1903947"/>
                  </a:lnTo>
                  <a:lnTo>
                    <a:pt x="3368028" y="1892874"/>
                  </a:lnTo>
                  <a:lnTo>
                    <a:pt x="3371451" y="1923573"/>
                  </a:lnTo>
                  <a:lnTo>
                    <a:pt x="3374874" y="2056879"/>
                  </a:lnTo>
                  <a:lnTo>
                    <a:pt x="3378297" y="2127346"/>
                  </a:lnTo>
                  <a:lnTo>
                    <a:pt x="3381719" y="2095876"/>
                  </a:lnTo>
                  <a:lnTo>
                    <a:pt x="3385142" y="2143621"/>
                  </a:lnTo>
                  <a:lnTo>
                    <a:pt x="3388565" y="2117496"/>
                  </a:lnTo>
                  <a:lnTo>
                    <a:pt x="3391988" y="2137749"/>
                  </a:lnTo>
                  <a:lnTo>
                    <a:pt x="3395411" y="2230856"/>
                  </a:lnTo>
                  <a:lnTo>
                    <a:pt x="3398833" y="2177720"/>
                  </a:lnTo>
                  <a:lnTo>
                    <a:pt x="3402256" y="2235374"/>
                  </a:lnTo>
                  <a:lnTo>
                    <a:pt x="3405679" y="2090940"/>
                  </a:lnTo>
                  <a:lnTo>
                    <a:pt x="3409102" y="2039457"/>
                  </a:lnTo>
                  <a:lnTo>
                    <a:pt x="3412525" y="2074445"/>
                  </a:lnTo>
                  <a:lnTo>
                    <a:pt x="3415947" y="2163328"/>
                  </a:lnTo>
                  <a:lnTo>
                    <a:pt x="3419370" y="2215045"/>
                  </a:lnTo>
                  <a:lnTo>
                    <a:pt x="3422793" y="2109814"/>
                  </a:lnTo>
                  <a:lnTo>
                    <a:pt x="3426216" y="2142605"/>
                  </a:lnTo>
                  <a:lnTo>
                    <a:pt x="3429639" y="2045405"/>
                  </a:lnTo>
                  <a:lnTo>
                    <a:pt x="3433061" y="2010936"/>
                  </a:lnTo>
                  <a:lnTo>
                    <a:pt x="3436484" y="1961089"/>
                  </a:lnTo>
                  <a:lnTo>
                    <a:pt x="3439907" y="1848737"/>
                  </a:lnTo>
                  <a:lnTo>
                    <a:pt x="3443330" y="1955808"/>
                  </a:lnTo>
                  <a:lnTo>
                    <a:pt x="3446753" y="2006171"/>
                  </a:lnTo>
                  <a:lnTo>
                    <a:pt x="3450175" y="2023857"/>
                  </a:lnTo>
                  <a:lnTo>
                    <a:pt x="3453598" y="1955022"/>
                  </a:lnTo>
                  <a:lnTo>
                    <a:pt x="3457021" y="1915979"/>
                  </a:lnTo>
                  <a:lnTo>
                    <a:pt x="3460444" y="2119958"/>
                  </a:lnTo>
                  <a:lnTo>
                    <a:pt x="3463867" y="2112174"/>
                  </a:lnTo>
                  <a:lnTo>
                    <a:pt x="3467289" y="2107259"/>
                  </a:lnTo>
                  <a:lnTo>
                    <a:pt x="3470712" y="2122548"/>
                  </a:lnTo>
                  <a:lnTo>
                    <a:pt x="3474135" y="2171386"/>
                  </a:lnTo>
                  <a:lnTo>
                    <a:pt x="3477558" y="2125332"/>
                  </a:lnTo>
                  <a:lnTo>
                    <a:pt x="3480980" y="2123937"/>
                  </a:lnTo>
                  <a:lnTo>
                    <a:pt x="3484403" y="2142101"/>
                  </a:lnTo>
                  <a:lnTo>
                    <a:pt x="3487826" y="2175806"/>
                  </a:lnTo>
                  <a:lnTo>
                    <a:pt x="3491249" y="2031283"/>
                  </a:lnTo>
                  <a:lnTo>
                    <a:pt x="3494672" y="1994270"/>
                  </a:lnTo>
                  <a:lnTo>
                    <a:pt x="3498094" y="1972463"/>
                  </a:lnTo>
                  <a:lnTo>
                    <a:pt x="3501517" y="1898747"/>
                  </a:lnTo>
                  <a:lnTo>
                    <a:pt x="3504940" y="1949058"/>
                  </a:lnTo>
                  <a:lnTo>
                    <a:pt x="3508363" y="1914452"/>
                  </a:lnTo>
                  <a:lnTo>
                    <a:pt x="3511786" y="2096527"/>
                  </a:lnTo>
                  <a:lnTo>
                    <a:pt x="3515208" y="2133643"/>
                  </a:lnTo>
                  <a:lnTo>
                    <a:pt x="3518631" y="2132718"/>
                  </a:lnTo>
                  <a:lnTo>
                    <a:pt x="3522054" y="2107853"/>
                  </a:lnTo>
                  <a:lnTo>
                    <a:pt x="3525477" y="2070207"/>
                  </a:lnTo>
                  <a:lnTo>
                    <a:pt x="3528900" y="2092729"/>
                  </a:lnTo>
                  <a:lnTo>
                    <a:pt x="3532322" y="2027773"/>
                  </a:lnTo>
                  <a:lnTo>
                    <a:pt x="3535745" y="2059699"/>
                  </a:lnTo>
                  <a:lnTo>
                    <a:pt x="3539168" y="2028092"/>
                  </a:lnTo>
                  <a:lnTo>
                    <a:pt x="3542591" y="2018654"/>
                  </a:lnTo>
                  <a:lnTo>
                    <a:pt x="3546014" y="2127127"/>
                  </a:lnTo>
                  <a:lnTo>
                    <a:pt x="3549436" y="2048717"/>
                  </a:lnTo>
                  <a:lnTo>
                    <a:pt x="3552859" y="2082358"/>
                  </a:lnTo>
                  <a:lnTo>
                    <a:pt x="3556282" y="1910201"/>
                  </a:lnTo>
                  <a:lnTo>
                    <a:pt x="3559705" y="1976333"/>
                  </a:lnTo>
                  <a:lnTo>
                    <a:pt x="3563128" y="1894572"/>
                  </a:lnTo>
                  <a:lnTo>
                    <a:pt x="3566550" y="1659922"/>
                  </a:lnTo>
                  <a:lnTo>
                    <a:pt x="3569973" y="1568500"/>
                  </a:lnTo>
                  <a:lnTo>
                    <a:pt x="3573396" y="1633190"/>
                  </a:lnTo>
                  <a:lnTo>
                    <a:pt x="3576819" y="1551504"/>
                  </a:lnTo>
                  <a:lnTo>
                    <a:pt x="3580242" y="1519235"/>
                  </a:lnTo>
                  <a:lnTo>
                    <a:pt x="3583664" y="1609057"/>
                  </a:lnTo>
                  <a:lnTo>
                    <a:pt x="3587087" y="1725570"/>
                  </a:lnTo>
                  <a:lnTo>
                    <a:pt x="3590510" y="1612058"/>
                  </a:lnTo>
                  <a:lnTo>
                    <a:pt x="3593933" y="1577639"/>
                  </a:lnTo>
                  <a:lnTo>
                    <a:pt x="3597355" y="1573951"/>
                  </a:lnTo>
                  <a:lnTo>
                    <a:pt x="3600778" y="1613456"/>
                  </a:lnTo>
                  <a:lnTo>
                    <a:pt x="3604201" y="1599706"/>
                  </a:lnTo>
                  <a:lnTo>
                    <a:pt x="3607624" y="1649642"/>
                  </a:lnTo>
                  <a:lnTo>
                    <a:pt x="3611047" y="1419728"/>
                  </a:lnTo>
                  <a:lnTo>
                    <a:pt x="3614469" y="1574875"/>
                  </a:lnTo>
                  <a:lnTo>
                    <a:pt x="3617892" y="1471192"/>
                  </a:lnTo>
                  <a:lnTo>
                    <a:pt x="3621315" y="1301481"/>
                  </a:lnTo>
                  <a:lnTo>
                    <a:pt x="3624738" y="1483667"/>
                  </a:lnTo>
                  <a:lnTo>
                    <a:pt x="3628161" y="1628123"/>
                  </a:lnTo>
                  <a:lnTo>
                    <a:pt x="3631583" y="1684419"/>
                  </a:lnTo>
                  <a:lnTo>
                    <a:pt x="3635006" y="1821240"/>
                  </a:lnTo>
                  <a:lnTo>
                    <a:pt x="3638429" y="1676701"/>
                  </a:lnTo>
                  <a:lnTo>
                    <a:pt x="3641852" y="1748415"/>
                  </a:lnTo>
                  <a:lnTo>
                    <a:pt x="3645275" y="1654022"/>
                  </a:lnTo>
                  <a:lnTo>
                    <a:pt x="3648697" y="1639437"/>
                  </a:lnTo>
                  <a:lnTo>
                    <a:pt x="3652120" y="1587031"/>
                  </a:lnTo>
                  <a:lnTo>
                    <a:pt x="3655543" y="1527826"/>
                  </a:lnTo>
                  <a:lnTo>
                    <a:pt x="3658966" y="1560866"/>
                  </a:lnTo>
                  <a:lnTo>
                    <a:pt x="3662389" y="1194091"/>
                  </a:lnTo>
                  <a:lnTo>
                    <a:pt x="3665811" y="1124361"/>
                  </a:lnTo>
                  <a:lnTo>
                    <a:pt x="3669234" y="986157"/>
                  </a:lnTo>
                  <a:lnTo>
                    <a:pt x="3672657" y="940934"/>
                  </a:lnTo>
                  <a:lnTo>
                    <a:pt x="3676080" y="995552"/>
                  </a:lnTo>
                  <a:lnTo>
                    <a:pt x="3679503" y="1029299"/>
                  </a:lnTo>
                  <a:lnTo>
                    <a:pt x="3682925" y="993657"/>
                  </a:lnTo>
                  <a:lnTo>
                    <a:pt x="3686348" y="971303"/>
                  </a:lnTo>
                  <a:lnTo>
                    <a:pt x="3689771" y="902065"/>
                  </a:lnTo>
                  <a:lnTo>
                    <a:pt x="3693194" y="710953"/>
                  </a:lnTo>
                  <a:lnTo>
                    <a:pt x="3696616" y="666597"/>
                  </a:lnTo>
                  <a:lnTo>
                    <a:pt x="3700039" y="593787"/>
                  </a:lnTo>
                  <a:lnTo>
                    <a:pt x="3703462" y="536916"/>
                  </a:lnTo>
                  <a:lnTo>
                    <a:pt x="3706885" y="636727"/>
                  </a:lnTo>
                  <a:lnTo>
                    <a:pt x="3710308" y="642530"/>
                  </a:lnTo>
                  <a:lnTo>
                    <a:pt x="3713730" y="582736"/>
                  </a:lnTo>
                  <a:lnTo>
                    <a:pt x="3717153" y="715872"/>
                  </a:lnTo>
                  <a:lnTo>
                    <a:pt x="3720576" y="662152"/>
                  </a:lnTo>
                  <a:lnTo>
                    <a:pt x="3723999" y="645244"/>
                  </a:lnTo>
                  <a:lnTo>
                    <a:pt x="3727422" y="653183"/>
                  </a:lnTo>
                  <a:lnTo>
                    <a:pt x="3730844" y="612091"/>
                  </a:lnTo>
                  <a:lnTo>
                    <a:pt x="3734267" y="721272"/>
                  </a:lnTo>
                  <a:lnTo>
                    <a:pt x="3737690" y="670228"/>
                  </a:lnTo>
                  <a:lnTo>
                    <a:pt x="3741113" y="647709"/>
                  </a:lnTo>
                  <a:lnTo>
                    <a:pt x="3744536" y="659799"/>
                  </a:lnTo>
                  <a:lnTo>
                    <a:pt x="3747958" y="662787"/>
                  </a:lnTo>
                  <a:lnTo>
                    <a:pt x="3751381" y="616878"/>
                  </a:lnTo>
                  <a:lnTo>
                    <a:pt x="3754804" y="562562"/>
                  </a:lnTo>
                  <a:lnTo>
                    <a:pt x="3758227" y="590308"/>
                  </a:lnTo>
                  <a:lnTo>
                    <a:pt x="3761650" y="610614"/>
                  </a:lnTo>
                  <a:lnTo>
                    <a:pt x="3765072" y="636613"/>
                  </a:lnTo>
                  <a:lnTo>
                    <a:pt x="3768495" y="617710"/>
                  </a:lnTo>
                  <a:lnTo>
                    <a:pt x="3771918" y="675044"/>
                  </a:lnTo>
                  <a:lnTo>
                    <a:pt x="3775341" y="737212"/>
                  </a:lnTo>
                  <a:lnTo>
                    <a:pt x="3778764" y="730629"/>
                  </a:lnTo>
                  <a:lnTo>
                    <a:pt x="3782186" y="732783"/>
                  </a:lnTo>
                  <a:lnTo>
                    <a:pt x="3785609" y="688827"/>
                  </a:lnTo>
                  <a:lnTo>
                    <a:pt x="3789032" y="663870"/>
                  </a:lnTo>
                  <a:lnTo>
                    <a:pt x="3792455" y="717769"/>
                  </a:lnTo>
                  <a:lnTo>
                    <a:pt x="3795877" y="684409"/>
                  </a:lnTo>
                  <a:lnTo>
                    <a:pt x="3799300" y="715623"/>
                  </a:lnTo>
                  <a:lnTo>
                    <a:pt x="3802723" y="623045"/>
                  </a:lnTo>
                  <a:lnTo>
                    <a:pt x="3806146" y="566153"/>
                  </a:lnTo>
                  <a:lnTo>
                    <a:pt x="3809569" y="654831"/>
                  </a:lnTo>
                  <a:lnTo>
                    <a:pt x="3812991" y="587732"/>
                  </a:lnTo>
                  <a:lnTo>
                    <a:pt x="3816414" y="540456"/>
                  </a:lnTo>
                  <a:lnTo>
                    <a:pt x="3819837" y="599749"/>
                  </a:lnTo>
                  <a:lnTo>
                    <a:pt x="3823260" y="496120"/>
                  </a:lnTo>
                  <a:lnTo>
                    <a:pt x="3826683" y="613359"/>
                  </a:lnTo>
                  <a:lnTo>
                    <a:pt x="3830105" y="595069"/>
                  </a:lnTo>
                  <a:lnTo>
                    <a:pt x="3833528" y="653336"/>
                  </a:lnTo>
                  <a:lnTo>
                    <a:pt x="3836951" y="820197"/>
                  </a:lnTo>
                  <a:lnTo>
                    <a:pt x="3840374" y="692519"/>
                  </a:lnTo>
                  <a:lnTo>
                    <a:pt x="3843797" y="769325"/>
                  </a:lnTo>
                  <a:lnTo>
                    <a:pt x="3847219" y="656498"/>
                  </a:lnTo>
                  <a:lnTo>
                    <a:pt x="3850642" y="619613"/>
                  </a:lnTo>
                  <a:lnTo>
                    <a:pt x="3854065" y="633437"/>
                  </a:lnTo>
                  <a:lnTo>
                    <a:pt x="3857488" y="650258"/>
                  </a:lnTo>
                  <a:lnTo>
                    <a:pt x="3860911" y="687861"/>
                  </a:lnTo>
                  <a:lnTo>
                    <a:pt x="3864333" y="801352"/>
                  </a:lnTo>
                  <a:lnTo>
                    <a:pt x="3867756" y="749353"/>
                  </a:lnTo>
                  <a:lnTo>
                    <a:pt x="3871179" y="710735"/>
                  </a:lnTo>
                  <a:lnTo>
                    <a:pt x="3874602" y="714827"/>
                  </a:lnTo>
                  <a:lnTo>
                    <a:pt x="3878025" y="660285"/>
                  </a:lnTo>
                  <a:lnTo>
                    <a:pt x="3881447" y="672047"/>
                  </a:lnTo>
                  <a:lnTo>
                    <a:pt x="3884870" y="718341"/>
                  </a:lnTo>
                  <a:lnTo>
                    <a:pt x="3888293" y="826777"/>
                  </a:lnTo>
                  <a:lnTo>
                    <a:pt x="3891716" y="720327"/>
                  </a:lnTo>
                  <a:lnTo>
                    <a:pt x="3895139" y="818884"/>
                  </a:lnTo>
                  <a:lnTo>
                    <a:pt x="3898561" y="690695"/>
                  </a:lnTo>
                  <a:lnTo>
                    <a:pt x="3901984" y="763245"/>
                  </a:lnTo>
                  <a:lnTo>
                    <a:pt x="3905407" y="696840"/>
                  </a:lnTo>
                  <a:lnTo>
                    <a:pt x="3908830" y="729492"/>
                  </a:lnTo>
                  <a:lnTo>
                    <a:pt x="3912252" y="778310"/>
                  </a:lnTo>
                  <a:lnTo>
                    <a:pt x="3915675" y="756902"/>
                  </a:lnTo>
                  <a:lnTo>
                    <a:pt x="3919098" y="762666"/>
                  </a:lnTo>
                  <a:lnTo>
                    <a:pt x="3922521" y="770803"/>
                  </a:lnTo>
                  <a:lnTo>
                    <a:pt x="3925944" y="685022"/>
                  </a:lnTo>
                  <a:lnTo>
                    <a:pt x="3929366" y="628385"/>
                  </a:lnTo>
                  <a:lnTo>
                    <a:pt x="3932789" y="596000"/>
                  </a:lnTo>
                  <a:lnTo>
                    <a:pt x="3936212" y="613707"/>
                  </a:lnTo>
                  <a:lnTo>
                    <a:pt x="3939635" y="780170"/>
                  </a:lnTo>
                  <a:lnTo>
                    <a:pt x="3943058" y="741137"/>
                  </a:lnTo>
                  <a:lnTo>
                    <a:pt x="3946480" y="788430"/>
                  </a:lnTo>
                  <a:lnTo>
                    <a:pt x="3949903" y="800898"/>
                  </a:lnTo>
                  <a:lnTo>
                    <a:pt x="3953326" y="759733"/>
                  </a:lnTo>
                  <a:lnTo>
                    <a:pt x="3956749" y="792122"/>
                  </a:lnTo>
                  <a:lnTo>
                    <a:pt x="3960172" y="783818"/>
                  </a:lnTo>
                  <a:lnTo>
                    <a:pt x="3963594" y="814440"/>
                  </a:lnTo>
                  <a:lnTo>
                    <a:pt x="3967017" y="716066"/>
                  </a:lnTo>
                  <a:lnTo>
                    <a:pt x="3970440" y="728349"/>
                  </a:lnTo>
                  <a:lnTo>
                    <a:pt x="3973863" y="732427"/>
                  </a:lnTo>
                  <a:lnTo>
                    <a:pt x="3977286" y="762922"/>
                  </a:lnTo>
                  <a:lnTo>
                    <a:pt x="3980708" y="795433"/>
                  </a:lnTo>
                  <a:lnTo>
                    <a:pt x="3984131" y="740823"/>
                  </a:lnTo>
                  <a:lnTo>
                    <a:pt x="3987554" y="717372"/>
                  </a:lnTo>
                  <a:lnTo>
                    <a:pt x="3990977" y="727482"/>
                  </a:lnTo>
                  <a:lnTo>
                    <a:pt x="3994400" y="953133"/>
                  </a:lnTo>
                  <a:lnTo>
                    <a:pt x="3997822" y="851459"/>
                  </a:lnTo>
                  <a:lnTo>
                    <a:pt x="4001245" y="684067"/>
                  </a:lnTo>
                  <a:lnTo>
                    <a:pt x="4004668" y="568229"/>
                  </a:lnTo>
                  <a:lnTo>
                    <a:pt x="4008091" y="397242"/>
                  </a:lnTo>
                  <a:lnTo>
                    <a:pt x="4011513" y="441448"/>
                  </a:lnTo>
                  <a:lnTo>
                    <a:pt x="4014936" y="401174"/>
                  </a:lnTo>
                  <a:lnTo>
                    <a:pt x="4018359" y="406841"/>
                  </a:lnTo>
                  <a:lnTo>
                    <a:pt x="4021782" y="474930"/>
                  </a:lnTo>
                  <a:lnTo>
                    <a:pt x="4025205" y="429785"/>
                  </a:lnTo>
                  <a:lnTo>
                    <a:pt x="4028627" y="472200"/>
                  </a:lnTo>
                  <a:lnTo>
                    <a:pt x="4032050" y="418766"/>
                  </a:lnTo>
                  <a:lnTo>
                    <a:pt x="4035473" y="434746"/>
                  </a:lnTo>
                  <a:lnTo>
                    <a:pt x="4038896" y="453665"/>
                  </a:lnTo>
                  <a:lnTo>
                    <a:pt x="4042319" y="460370"/>
                  </a:lnTo>
                  <a:lnTo>
                    <a:pt x="4045741" y="362455"/>
                  </a:lnTo>
                  <a:lnTo>
                    <a:pt x="4049164" y="471612"/>
                  </a:lnTo>
                  <a:lnTo>
                    <a:pt x="4052587" y="531940"/>
                  </a:lnTo>
                  <a:lnTo>
                    <a:pt x="4056010" y="544994"/>
                  </a:lnTo>
                  <a:lnTo>
                    <a:pt x="4059433" y="486231"/>
                  </a:lnTo>
                  <a:lnTo>
                    <a:pt x="4062855" y="612190"/>
                  </a:lnTo>
                  <a:lnTo>
                    <a:pt x="4066278" y="635164"/>
                  </a:lnTo>
                  <a:lnTo>
                    <a:pt x="4069701" y="614584"/>
                  </a:lnTo>
                  <a:lnTo>
                    <a:pt x="4073124" y="549383"/>
                  </a:lnTo>
                  <a:lnTo>
                    <a:pt x="4076547" y="417371"/>
                  </a:lnTo>
                  <a:lnTo>
                    <a:pt x="4079969" y="388327"/>
                  </a:lnTo>
                  <a:lnTo>
                    <a:pt x="4083392" y="348205"/>
                  </a:lnTo>
                  <a:lnTo>
                    <a:pt x="4086815" y="129973"/>
                  </a:lnTo>
                  <a:lnTo>
                    <a:pt x="4090238" y="206007"/>
                  </a:lnTo>
                  <a:lnTo>
                    <a:pt x="4093661" y="154613"/>
                  </a:lnTo>
                  <a:lnTo>
                    <a:pt x="4097083" y="43671"/>
                  </a:lnTo>
                  <a:lnTo>
                    <a:pt x="4100506" y="148140"/>
                  </a:lnTo>
                  <a:lnTo>
                    <a:pt x="4103929" y="72714"/>
                  </a:lnTo>
                  <a:lnTo>
                    <a:pt x="4107352" y="4079"/>
                  </a:lnTo>
                  <a:lnTo>
                    <a:pt x="4110775" y="68072"/>
                  </a:lnTo>
                  <a:lnTo>
                    <a:pt x="4114197" y="122049"/>
                  </a:lnTo>
                  <a:lnTo>
                    <a:pt x="4117620" y="210584"/>
                  </a:lnTo>
                  <a:lnTo>
                    <a:pt x="4121043" y="225001"/>
                  </a:lnTo>
                  <a:lnTo>
                    <a:pt x="4124466" y="343435"/>
                  </a:lnTo>
                  <a:lnTo>
                    <a:pt x="4127888" y="445269"/>
                  </a:lnTo>
                  <a:lnTo>
                    <a:pt x="4131311" y="417198"/>
                  </a:lnTo>
                  <a:lnTo>
                    <a:pt x="4134734" y="401616"/>
                  </a:lnTo>
                  <a:lnTo>
                    <a:pt x="4138157" y="390271"/>
                  </a:lnTo>
                  <a:lnTo>
                    <a:pt x="4141580" y="655558"/>
                  </a:lnTo>
                  <a:lnTo>
                    <a:pt x="4145002" y="642020"/>
                  </a:lnTo>
                  <a:lnTo>
                    <a:pt x="4148425" y="578328"/>
                  </a:lnTo>
                  <a:lnTo>
                    <a:pt x="4151848" y="602077"/>
                  </a:lnTo>
                  <a:lnTo>
                    <a:pt x="4155271" y="532214"/>
                  </a:lnTo>
                  <a:lnTo>
                    <a:pt x="4158694" y="543404"/>
                  </a:lnTo>
                  <a:lnTo>
                    <a:pt x="4162116" y="545486"/>
                  </a:lnTo>
                  <a:lnTo>
                    <a:pt x="4165539" y="503585"/>
                  </a:lnTo>
                  <a:lnTo>
                    <a:pt x="4168962" y="575120"/>
                  </a:lnTo>
                  <a:lnTo>
                    <a:pt x="4172385" y="617302"/>
                  </a:lnTo>
                  <a:lnTo>
                    <a:pt x="4175808" y="617632"/>
                  </a:lnTo>
                  <a:lnTo>
                    <a:pt x="4179230" y="553222"/>
                  </a:lnTo>
                  <a:lnTo>
                    <a:pt x="4182653" y="628828"/>
                  </a:lnTo>
                  <a:lnTo>
                    <a:pt x="4186076" y="558919"/>
                  </a:lnTo>
                  <a:lnTo>
                    <a:pt x="4189499" y="543186"/>
                  </a:lnTo>
                  <a:lnTo>
                    <a:pt x="4192922" y="573901"/>
                  </a:lnTo>
                  <a:lnTo>
                    <a:pt x="4196344" y="573264"/>
                  </a:lnTo>
                  <a:lnTo>
                    <a:pt x="4199767" y="552997"/>
                  </a:lnTo>
                  <a:lnTo>
                    <a:pt x="4203190" y="516834"/>
                  </a:lnTo>
                  <a:lnTo>
                    <a:pt x="4206613" y="517041"/>
                  </a:lnTo>
                  <a:lnTo>
                    <a:pt x="4210036" y="511380"/>
                  </a:lnTo>
                  <a:lnTo>
                    <a:pt x="4213458" y="488432"/>
                  </a:lnTo>
                  <a:lnTo>
                    <a:pt x="4216881" y="504852"/>
                  </a:lnTo>
                  <a:lnTo>
                    <a:pt x="4220304" y="462968"/>
                  </a:lnTo>
                  <a:lnTo>
                    <a:pt x="4223727" y="381442"/>
                  </a:lnTo>
                  <a:lnTo>
                    <a:pt x="4227149" y="9002"/>
                  </a:lnTo>
                  <a:lnTo>
                    <a:pt x="4230572" y="128776"/>
                  </a:lnTo>
                  <a:lnTo>
                    <a:pt x="4233995" y="233295"/>
                  </a:lnTo>
                  <a:lnTo>
                    <a:pt x="4237418" y="248157"/>
                  </a:lnTo>
                  <a:lnTo>
                    <a:pt x="4240841" y="272456"/>
                  </a:lnTo>
                  <a:lnTo>
                    <a:pt x="4244263" y="261427"/>
                  </a:lnTo>
                  <a:lnTo>
                    <a:pt x="4247686" y="205115"/>
                  </a:lnTo>
                  <a:lnTo>
                    <a:pt x="4251109" y="148068"/>
                  </a:lnTo>
                  <a:lnTo>
                    <a:pt x="4254532" y="144402"/>
                  </a:lnTo>
                  <a:lnTo>
                    <a:pt x="4257955" y="281881"/>
                  </a:lnTo>
                  <a:lnTo>
                    <a:pt x="4261377" y="336016"/>
                  </a:lnTo>
                  <a:lnTo>
                    <a:pt x="4264800" y="259907"/>
                  </a:lnTo>
                  <a:lnTo>
                    <a:pt x="4268223" y="233268"/>
                  </a:lnTo>
                  <a:lnTo>
                    <a:pt x="4271646" y="269678"/>
                  </a:lnTo>
                  <a:lnTo>
                    <a:pt x="4275069" y="311950"/>
                  </a:lnTo>
                  <a:lnTo>
                    <a:pt x="4278491" y="313629"/>
                  </a:lnTo>
                  <a:lnTo>
                    <a:pt x="4281914" y="313984"/>
                  </a:lnTo>
                  <a:lnTo>
                    <a:pt x="4285337" y="357543"/>
                  </a:lnTo>
                  <a:lnTo>
                    <a:pt x="4288760" y="371025"/>
                  </a:lnTo>
                  <a:lnTo>
                    <a:pt x="4292183" y="356470"/>
                  </a:lnTo>
                  <a:lnTo>
                    <a:pt x="4295605" y="405612"/>
                  </a:lnTo>
                  <a:lnTo>
                    <a:pt x="4299028" y="382571"/>
                  </a:lnTo>
                  <a:lnTo>
                    <a:pt x="4302451" y="283241"/>
                  </a:lnTo>
                  <a:lnTo>
                    <a:pt x="4305874" y="288089"/>
                  </a:lnTo>
                  <a:lnTo>
                    <a:pt x="4309297" y="342238"/>
                  </a:lnTo>
                  <a:lnTo>
                    <a:pt x="4312719" y="248857"/>
                  </a:lnTo>
                  <a:lnTo>
                    <a:pt x="4316142" y="337566"/>
                  </a:lnTo>
                  <a:lnTo>
                    <a:pt x="4319565" y="307460"/>
                  </a:lnTo>
                  <a:lnTo>
                    <a:pt x="4322988" y="275224"/>
                  </a:lnTo>
                  <a:lnTo>
                    <a:pt x="4326410" y="251116"/>
                  </a:lnTo>
                  <a:lnTo>
                    <a:pt x="4329833" y="256456"/>
                  </a:lnTo>
                  <a:lnTo>
                    <a:pt x="4333256" y="271815"/>
                  </a:lnTo>
                  <a:lnTo>
                    <a:pt x="4336679" y="172863"/>
                  </a:lnTo>
                  <a:lnTo>
                    <a:pt x="4340102" y="199928"/>
                  </a:lnTo>
                  <a:lnTo>
                    <a:pt x="4343524" y="51290"/>
                  </a:lnTo>
                  <a:lnTo>
                    <a:pt x="4346947" y="86911"/>
                  </a:lnTo>
                  <a:lnTo>
                    <a:pt x="4350370" y="121747"/>
                  </a:lnTo>
                  <a:lnTo>
                    <a:pt x="4353793" y="118181"/>
                  </a:lnTo>
                  <a:lnTo>
                    <a:pt x="4357216" y="119922"/>
                  </a:lnTo>
                  <a:lnTo>
                    <a:pt x="4360638" y="237687"/>
                  </a:lnTo>
                  <a:lnTo>
                    <a:pt x="4364061" y="173516"/>
                  </a:lnTo>
                  <a:lnTo>
                    <a:pt x="4367484" y="288901"/>
                  </a:lnTo>
                  <a:lnTo>
                    <a:pt x="4370907" y="297875"/>
                  </a:lnTo>
                  <a:lnTo>
                    <a:pt x="4374330" y="486331"/>
                  </a:lnTo>
                  <a:lnTo>
                    <a:pt x="4377752" y="583073"/>
                  </a:lnTo>
                  <a:lnTo>
                    <a:pt x="4381175" y="477046"/>
                  </a:lnTo>
                  <a:lnTo>
                    <a:pt x="4384598" y="608844"/>
                  </a:lnTo>
                  <a:lnTo>
                    <a:pt x="4388021" y="542475"/>
                  </a:lnTo>
                  <a:lnTo>
                    <a:pt x="4391444" y="656929"/>
                  </a:lnTo>
                  <a:lnTo>
                    <a:pt x="4394866" y="749181"/>
                  </a:lnTo>
                  <a:lnTo>
                    <a:pt x="4398289" y="713280"/>
                  </a:lnTo>
                  <a:lnTo>
                    <a:pt x="4401712" y="796349"/>
                  </a:lnTo>
                  <a:lnTo>
                    <a:pt x="4405135" y="727003"/>
                  </a:lnTo>
                  <a:lnTo>
                    <a:pt x="4408558" y="503879"/>
                  </a:lnTo>
                  <a:lnTo>
                    <a:pt x="4411980" y="514130"/>
                  </a:lnTo>
                  <a:lnTo>
                    <a:pt x="4415403" y="425328"/>
                  </a:lnTo>
                  <a:lnTo>
                    <a:pt x="4418826" y="350247"/>
                  </a:lnTo>
                  <a:lnTo>
                    <a:pt x="4422249" y="408497"/>
                  </a:lnTo>
                  <a:lnTo>
                    <a:pt x="4425672" y="327487"/>
                  </a:lnTo>
                  <a:lnTo>
                    <a:pt x="4429094" y="362252"/>
                  </a:lnTo>
                  <a:lnTo>
                    <a:pt x="4432517" y="425708"/>
                  </a:lnTo>
                  <a:lnTo>
                    <a:pt x="4435940" y="343481"/>
                  </a:lnTo>
                  <a:lnTo>
                    <a:pt x="4439363" y="363210"/>
                  </a:lnTo>
                  <a:lnTo>
                    <a:pt x="4442785" y="447741"/>
                  </a:lnTo>
                  <a:lnTo>
                    <a:pt x="4446208" y="413305"/>
                  </a:lnTo>
                  <a:lnTo>
                    <a:pt x="4449631" y="426966"/>
                  </a:lnTo>
                  <a:lnTo>
                    <a:pt x="4453054" y="445841"/>
                  </a:lnTo>
                  <a:lnTo>
                    <a:pt x="4456477" y="464219"/>
                  </a:lnTo>
                  <a:lnTo>
                    <a:pt x="4459899" y="439348"/>
                  </a:lnTo>
                  <a:lnTo>
                    <a:pt x="4463322" y="483773"/>
                  </a:lnTo>
                  <a:lnTo>
                    <a:pt x="4466745" y="371010"/>
                  </a:lnTo>
                  <a:lnTo>
                    <a:pt x="4470168" y="365736"/>
                  </a:lnTo>
                  <a:lnTo>
                    <a:pt x="4473591" y="388000"/>
                  </a:lnTo>
                  <a:lnTo>
                    <a:pt x="4477013" y="371034"/>
                  </a:lnTo>
                  <a:lnTo>
                    <a:pt x="4480436" y="309047"/>
                  </a:lnTo>
                  <a:lnTo>
                    <a:pt x="4483859" y="249486"/>
                  </a:lnTo>
                  <a:lnTo>
                    <a:pt x="4487282" y="303508"/>
                  </a:lnTo>
                  <a:lnTo>
                    <a:pt x="4490705" y="229230"/>
                  </a:lnTo>
                  <a:lnTo>
                    <a:pt x="4494127" y="216870"/>
                  </a:lnTo>
                  <a:lnTo>
                    <a:pt x="4497550" y="262053"/>
                  </a:lnTo>
                  <a:lnTo>
                    <a:pt x="4500973" y="280159"/>
                  </a:lnTo>
                  <a:lnTo>
                    <a:pt x="4504396" y="228500"/>
                  </a:lnTo>
                  <a:lnTo>
                    <a:pt x="4507819" y="210964"/>
                  </a:lnTo>
                  <a:lnTo>
                    <a:pt x="4511241" y="178094"/>
                  </a:lnTo>
                  <a:lnTo>
                    <a:pt x="4514664" y="261511"/>
                  </a:lnTo>
                  <a:lnTo>
                    <a:pt x="4518087" y="199280"/>
                  </a:lnTo>
                  <a:lnTo>
                    <a:pt x="4521510" y="259919"/>
                  </a:lnTo>
                  <a:lnTo>
                    <a:pt x="4524933" y="339556"/>
                  </a:lnTo>
                  <a:lnTo>
                    <a:pt x="4528355" y="314040"/>
                  </a:lnTo>
                  <a:lnTo>
                    <a:pt x="4531778" y="341518"/>
                  </a:lnTo>
                  <a:lnTo>
                    <a:pt x="4535201" y="349760"/>
                  </a:lnTo>
                  <a:lnTo>
                    <a:pt x="4538624" y="402552"/>
                  </a:lnTo>
                  <a:lnTo>
                    <a:pt x="4542046" y="413010"/>
                  </a:lnTo>
                  <a:lnTo>
                    <a:pt x="4545469" y="454653"/>
                  </a:lnTo>
                  <a:lnTo>
                    <a:pt x="4548892" y="425409"/>
                  </a:lnTo>
                  <a:lnTo>
                    <a:pt x="4552315" y="426260"/>
                  </a:lnTo>
                  <a:lnTo>
                    <a:pt x="4555738" y="408668"/>
                  </a:lnTo>
                  <a:lnTo>
                    <a:pt x="4559160" y="419093"/>
                  </a:lnTo>
                  <a:lnTo>
                    <a:pt x="4562583" y="308581"/>
                  </a:lnTo>
                  <a:lnTo>
                    <a:pt x="4566006" y="392627"/>
                  </a:lnTo>
                  <a:lnTo>
                    <a:pt x="4569429" y="316788"/>
                  </a:lnTo>
                  <a:lnTo>
                    <a:pt x="4572852" y="365756"/>
                  </a:lnTo>
                  <a:lnTo>
                    <a:pt x="4576274" y="318425"/>
                  </a:lnTo>
                  <a:lnTo>
                    <a:pt x="4579697" y="327065"/>
                  </a:lnTo>
                  <a:lnTo>
                    <a:pt x="4583120" y="349206"/>
                  </a:lnTo>
                  <a:lnTo>
                    <a:pt x="4586543" y="426175"/>
                  </a:lnTo>
                  <a:lnTo>
                    <a:pt x="4589966" y="438745"/>
                  </a:lnTo>
                  <a:lnTo>
                    <a:pt x="4593388" y="477713"/>
                  </a:lnTo>
                  <a:lnTo>
                    <a:pt x="4596811" y="457450"/>
                  </a:lnTo>
                  <a:lnTo>
                    <a:pt x="4600234" y="529292"/>
                  </a:lnTo>
                  <a:lnTo>
                    <a:pt x="4603657" y="470251"/>
                  </a:lnTo>
                  <a:lnTo>
                    <a:pt x="4607080" y="460103"/>
                  </a:lnTo>
                  <a:lnTo>
                    <a:pt x="4610502" y="444489"/>
                  </a:lnTo>
                  <a:lnTo>
                    <a:pt x="4613925" y="510449"/>
                  </a:lnTo>
                  <a:lnTo>
                    <a:pt x="4617348" y="437708"/>
                  </a:lnTo>
                  <a:lnTo>
                    <a:pt x="4620771" y="414642"/>
                  </a:lnTo>
                  <a:lnTo>
                    <a:pt x="4624194" y="467329"/>
                  </a:lnTo>
                  <a:lnTo>
                    <a:pt x="4627616" y="424720"/>
                  </a:lnTo>
                  <a:lnTo>
                    <a:pt x="4631039" y="422463"/>
                  </a:lnTo>
                  <a:lnTo>
                    <a:pt x="4634462" y="314370"/>
                  </a:lnTo>
                  <a:lnTo>
                    <a:pt x="4637885" y="418301"/>
                  </a:lnTo>
                  <a:lnTo>
                    <a:pt x="4641307" y="362871"/>
                  </a:lnTo>
                  <a:lnTo>
                    <a:pt x="4644730" y="429113"/>
                  </a:lnTo>
                  <a:lnTo>
                    <a:pt x="4648153" y="381561"/>
                  </a:lnTo>
                  <a:lnTo>
                    <a:pt x="4651576" y="251312"/>
                  </a:lnTo>
                  <a:lnTo>
                    <a:pt x="4654999" y="252928"/>
                  </a:lnTo>
                  <a:lnTo>
                    <a:pt x="4658421" y="185890"/>
                  </a:lnTo>
                  <a:lnTo>
                    <a:pt x="4661844" y="245916"/>
                  </a:lnTo>
                  <a:lnTo>
                    <a:pt x="4665267" y="314288"/>
                  </a:lnTo>
                  <a:lnTo>
                    <a:pt x="4668690" y="295969"/>
                  </a:lnTo>
                  <a:lnTo>
                    <a:pt x="4672113" y="294323"/>
                  </a:lnTo>
                  <a:lnTo>
                    <a:pt x="4675535" y="352349"/>
                  </a:lnTo>
                  <a:lnTo>
                    <a:pt x="4678958" y="416999"/>
                  </a:lnTo>
                  <a:lnTo>
                    <a:pt x="4682381" y="482423"/>
                  </a:lnTo>
                  <a:lnTo>
                    <a:pt x="4685804" y="440828"/>
                  </a:lnTo>
                  <a:lnTo>
                    <a:pt x="4689227" y="454470"/>
                  </a:lnTo>
                  <a:lnTo>
                    <a:pt x="4692649" y="572741"/>
                  </a:lnTo>
                  <a:lnTo>
                    <a:pt x="4696072" y="563006"/>
                  </a:lnTo>
                  <a:lnTo>
                    <a:pt x="4699495" y="593085"/>
                  </a:lnTo>
                  <a:lnTo>
                    <a:pt x="4702918" y="659466"/>
                  </a:lnTo>
                  <a:lnTo>
                    <a:pt x="4706341" y="618022"/>
                  </a:lnTo>
                  <a:lnTo>
                    <a:pt x="4709763" y="673101"/>
                  </a:lnTo>
                  <a:lnTo>
                    <a:pt x="4713186" y="811247"/>
                  </a:lnTo>
                  <a:lnTo>
                    <a:pt x="4716609" y="768301"/>
                  </a:lnTo>
                  <a:lnTo>
                    <a:pt x="4720032" y="789923"/>
                  </a:lnTo>
                  <a:lnTo>
                    <a:pt x="4723455" y="786662"/>
                  </a:lnTo>
                  <a:lnTo>
                    <a:pt x="4726877" y="833536"/>
                  </a:lnTo>
                  <a:lnTo>
                    <a:pt x="4730300" y="843586"/>
                  </a:lnTo>
                  <a:lnTo>
                    <a:pt x="4733723" y="705560"/>
                  </a:lnTo>
                  <a:lnTo>
                    <a:pt x="4737146" y="741037"/>
                  </a:lnTo>
                  <a:lnTo>
                    <a:pt x="4740569" y="699832"/>
                  </a:lnTo>
                  <a:lnTo>
                    <a:pt x="4743991" y="681240"/>
                  </a:lnTo>
                  <a:lnTo>
                    <a:pt x="4747414" y="678976"/>
                  </a:lnTo>
                  <a:lnTo>
                    <a:pt x="4750837" y="579647"/>
                  </a:lnTo>
                  <a:lnTo>
                    <a:pt x="4754260" y="520064"/>
                  </a:lnTo>
                  <a:lnTo>
                    <a:pt x="4757682" y="566670"/>
                  </a:lnTo>
                  <a:lnTo>
                    <a:pt x="4761105" y="503682"/>
                  </a:lnTo>
                  <a:lnTo>
                    <a:pt x="4764528" y="454785"/>
                  </a:lnTo>
                  <a:lnTo>
                    <a:pt x="4767951" y="428631"/>
                  </a:lnTo>
                  <a:lnTo>
                    <a:pt x="4771374" y="430639"/>
                  </a:lnTo>
                  <a:lnTo>
                    <a:pt x="4774796" y="511788"/>
                  </a:lnTo>
                  <a:lnTo>
                    <a:pt x="4778219" y="494983"/>
                  </a:lnTo>
                  <a:lnTo>
                    <a:pt x="4781642" y="417570"/>
                  </a:lnTo>
                  <a:lnTo>
                    <a:pt x="4785065" y="429564"/>
                  </a:lnTo>
                  <a:lnTo>
                    <a:pt x="4788488" y="433162"/>
                  </a:lnTo>
                  <a:lnTo>
                    <a:pt x="4791910" y="442539"/>
                  </a:lnTo>
                  <a:lnTo>
                    <a:pt x="4795333" y="483375"/>
                  </a:lnTo>
                  <a:lnTo>
                    <a:pt x="4798756" y="531650"/>
                  </a:lnTo>
                  <a:lnTo>
                    <a:pt x="4802179" y="478799"/>
                  </a:lnTo>
                  <a:lnTo>
                    <a:pt x="4805602" y="401353"/>
                  </a:lnTo>
                  <a:lnTo>
                    <a:pt x="4809024" y="548071"/>
                  </a:lnTo>
                  <a:lnTo>
                    <a:pt x="4812447" y="440497"/>
                  </a:lnTo>
                  <a:lnTo>
                    <a:pt x="4815870" y="384018"/>
                  </a:lnTo>
                  <a:lnTo>
                    <a:pt x="4819293" y="367332"/>
                  </a:lnTo>
                  <a:lnTo>
                    <a:pt x="4822716" y="327498"/>
                  </a:lnTo>
                  <a:lnTo>
                    <a:pt x="4826138" y="337077"/>
                  </a:lnTo>
                  <a:lnTo>
                    <a:pt x="4829561" y="283013"/>
                  </a:lnTo>
                  <a:lnTo>
                    <a:pt x="4832984" y="276231"/>
                  </a:lnTo>
                  <a:lnTo>
                    <a:pt x="4836407" y="363454"/>
                  </a:lnTo>
                  <a:lnTo>
                    <a:pt x="4839830" y="377403"/>
                  </a:lnTo>
                  <a:lnTo>
                    <a:pt x="4843252" y="404770"/>
                  </a:lnTo>
                  <a:lnTo>
                    <a:pt x="4846675" y="414289"/>
                  </a:lnTo>
                  <a:lnTo>
                    <a:pt x="4850098" y="347279"/>
                  </a:lnTo>
                  <a:lnTo>
                    <a:pt x="4853521" y="368375"/>
                  </a:lnTo>
                  <a:lnTo>
                    <a:pt x="4856943" y="429294"/>
                  </a:lnTo>
                  <a:lnTo>
                    <a:pt x="4860366" y="508350"/>
                  </a:lnTo>
                  <a:lnTo>
                    <a:pt x="4863789" y="467667"/>
                  </a:lnTo>
                  <a:lnTo>
                    <a:pt x="4867212" y="537470"/>
                  </a:lnTo>
                  <a:lnTo>
                    <a:pt x="4870635" y="563229"/>
                  </a:lnTo>
                  <a:lnTo>
                    <a:pt x="4874057" y="559394"/>
                  </a:lnTo>
                  <a:lnTo>
                    <a:pt x="4877480" y="489120"/>
                  </a:lnTo>
                  <a:lnTo>
                    <a:pt x="4880903" y="496967"/>
                  </a:lnTo>
                  <a:lnTo>
                    <a:pt x="4884326" y="407859"/>
                  </a:lnTo>
                  <a:lnTo>
                    <a:pt x="4887749" y="354808"/>
                  </a:lnTo>
                  <a:lnTo>
                    <a:pt x="4891171" y="401864"/>
                  </a:lnTo>
                  <a:lnTo>
                    <a:pt x="4894594" y="353055"/>
                  </a:lnTo>
                  <a:lnTo>
                    <a:pt x="4898017" y="328029"/>
                  </a:lnTo>
                  <a:lnTo>
                    <a:pt x="4901440" y="209369"/>
                  </a:lnTo>
                  <a:lnTo>
                    <a:pt x="4904863" y="245938"/>
                  </a:lnTo>
                  <a:lnTo>
                    <a:pt x="4908285" y="278073"/>
                  </a:lnTo>
                  <a:lnTo>
                    <a:pt x="4911708" y="405747"/>
                  </a:lnTo>
                  <a:lnTo>
                    <a:pt x="4915131" y="339975"/>
                  </a:lnTo>
                  <a:lnTo>
                    <a:pt x="4918554" y="449489"/>
                  </a:lnTo>
                  <a:lnTo>
                    <a:pt x="4921977" y="464342"/>
                  </a:lnTo>
                  <a:lnTo>
                    <a:pt x="4925399" y="519603"/>
                  </a:lnTo>
                  <a:lnTo>
                    <a:pt x="4928822" y="573227"/>
                  </a:lnTo>
                  <a:lnTo>
                    <a:pt x="4932245" y="611190"/>
                  </a:lnTo>
                  <a:lnTo>
                    <a:pt x="4935668" y="628260"/>
                  </a:lnTo>
                  <a:lnTo>
                    <a:pt x="4939091" y="664463"/>
                  </a:lnTo>
                  <a:lnTo>
                    <a:pt x="4942513" y="816719"/>
                  </a:lnTo>
                  <a:lnTo>
                    <a:pt x="4945936" y="791712"/>
                  </a:lnTo>
                  <a:lnTo>
                    <a:pt x="4949359" y="866776"/>
                  </a:lnTo>
                  <a:lnTo>
                    <a:pt x="4952782" y="833843"/>
                  </a:lnTo>
                  <a:lnTo>
                    <a:pt x="4956204" y="781112"/>
                  </a:lnTo>
                  <a:lnTo>
                    <a:pt x="4959627" y="815173"/>
                  </a:lnTo>
                  <a:lnTo>
                    <a:pt x="4963050" y="729956"/>
                  </a:lnTo>
                  <a:lnTo>
                    <a:pt x="4966473" y="808329"/>
                  </a:lnTo>
                  <a:lnTo>
                    <a:pt x="4969896" y="777394"/>
                  </a:lnTo>
                  <a:lnTo>
                    <a:pt x="4973318" y="784911"/>
                  </a:lnTo>
                  <a:lnTo>
                    <a:pt x="4976741" y="905028"/>
                  </a:lnTo>
                  <a:lnTo>
                    <a:pt x="4980164" y="892741"/>
                  </a:lnTo>
                  <a:lnTo>
                    <a:pt x="4983587" y="866263"/>
                  </a:lnTo>
                  <a:lnTo>
                    <a:pt x="4987010" y="900265"/>
                  </a:lnTo>
                  <a:lnTo>
                    <a:pt x="4990432" y="896394"/>
                  </a:lnTo>
                  <a:lnTo>
                    <a:pt x="4993855" y="902603"/>
                  </a:lnTo>
                  <a:lnTo>
                    <a:pt x="4997278" y="960681"/>
                  </a:lnTo>
                  <a:lnTo>
                    <a:pt x="5000701" y="1033119"/>
                  </a:lnTo>
                  <a:lnTo>
                    <a:pt x="5004124" y="1071070"/>
                  </a:lnTo>
                  <a:lnTo>
                    <a:pt x="5007546" y="1004440"/>
                  </a:lnTo>
                  <a:lnTo>
                    <a:pt x="5010969" y="988384"/>
                  </a:lnTo>
                  <a:lnTo>
                    <a:pt x="5014392" y="1007633"/>
                  </a:lnTo>
                  <a:lnTo>
                    <a:pt x="5017815" y="968460"/>
                  </a:lnTo>
                  <a:lnTo>
                    <a:pt x="5021238" y="1046789"/>
                  </a:lnTo>
                  <a:lnTo>
                    <a:pt x="5024660" y="907195"/>
                  </a:lnTo>
                  <a:lnTo>
                    <a:pt x="5028083" y="981378"/>
                  </a:lnTo>
                  <a:lnTo>
                    <a:pt x="5031506" y="933880"/>
                  </a:lnTo>
                  <a:lnTo>
                    <a:pt x="5034929" y="933848"/>
                  </a:lnTo>
                  <a:lnTo>
                    <a:pt x="5038352" y="924160"/>
                  </a:lnTo>
                  <a:lnTo>
                    <a:pt x="5041774" y="914006"/>
                  </a:lnTo>
                  <a:lnTo>
                    <a:pt x="5045197" y="907520"/>
                  </a:lnTo>
                  <a:lnTo>
                    <a:pt x="5048620" y="764379"/>
                  </a:lnTo>
                  <a:lnTo>
                    <a:pt x="5052043" y="746720"/>
                  </a:lnTo>
                  <a:lnTo>
                    <a:pt x="5055466" y="641562"/>
                  </a:lnTo>
                  <a:lnTo>
                    <a:pt x="5058888" y="636330"/>
                  </a:lnTo>
                  <a:lnTo>
                    <a:pt x="5062311" y="564840"/>
                  </a:lnTo>
                  <a:lnTo>
                    <a:pt x="5065734" y="475176"/>
                  </a:lnTo>
                  <a:lnTo>
                    <a:pt x="5069157" y="387825"/>
                  </a:lnTo>
                  <a:lnTo>
                    <a:pt x="5072579" y="293316"/>
                  </a:lnTo>
                  <a:lnTo>
                    <a:pt x="5076002" y="413607"/>
                  </a:lnTo>
                  <a:lnTo>
                    <a:pt x="5079425" y="343054"/>
                  </a:lnTo>
                  <a:lnTo>
                    <a:pt x="5082848" y="278832"/>
                  </a:lnTo>
                  <a:lnTo>
                    <a:pt x="5086271" y="305945"/>
                  </a:lnTo>
                  <a:lnTo>
                    <a:pt x="5089693" y="273517"/>
                  </a:lnTo>
                  <a:lnTo>
                    <a:pt x="5093116" y="145764"/>
                  </a:lnTo>
                  <a:lnTo>
                    <a:pt x="5096539" y="400139"/>
                  </a:lnTo>
                  <a:lnTo>
                    <a:pt x="5099962" y="470709"/>
                  </a:lnTo>
                  <a:lnTo>
                    <a:pt x="5103385" y="517224"/>
                  </a:lnTo>
                  <a:lnTo>
                    <a:pt x="5106807" y="618288"/>
                  </a:lnTo>
                  <a:lnTo>
                    <a:pt x="5110230" y="588568"/>
                  </a:lnTo>
                  <a:lnTo>
                    <a:pt x="5113653" y="503500"/>
                  </a:lnTo>
                  <a:lnTo>
                    <a:pt x="5117076" y="520880"/>
                  </a:lnTo>
                  <a:lnTo>
                    <a:pt x="5120499" y="539022"/>
                  </a:lnTo>
                  <a:lnTo>
                    <a:pt x="5123921" y="498627"/>
                  </a:lnTo>
                  <a:lnTo>
                    <a:pt x="5127344" y="459285"/>
                  </a:lnTo>
                  <a:lnTo>
                    <a:pt x="5130767" y="466792"/>
                  </a:lnTo>
                  <a:lnTo>
                    <a:pt x="5134190" y="383304"/>
                  </a:lnTo>
                  <a:lnTo>
                    <a:pt x="5137613" y="432585"/>
                  </a:lnTo>
                  <a:lnTo>
                    <a:pt x="5141035" y="329664"/>
                  </a:lnTo>
                  <a:lnTo>
                    <a:pt x="5144458" y="324840"/>
                  </a:lnTo>
                  <a:lnTo>
                    <a:pt x="5147881" y="477769"/>
                  </a:lnTo>
                  <a:lnTo>
                    <a:pt x="5151304" y="398585"/>
                  </a:lnTo>
                  <a:lnTo>
                    <a:pt x="5154727" y="540800"/>
                  </a:lnTo>
                  <a:lnTo>
                    <a:pt x="5158149" y="543356"/>
                  </a:lnTo>
                  <a:lnTo>
                    <a:pt x="5161572" y="589789"/>
                  </a:lnTo>
                  <a:lnTo>
                    <a:pt x="5164995" y="663143"/>
                  </a:lnTo>
                  <a:lnTo>
                    <a:pt x="5168418" y="599203"/>
                  </a:lnTo>
                  <a:lnTo>
                    <a:pt x="5171840" y="640170"/>
                  </a:lnTo>
                  <a:lnTo>
                    <a:pt x="5175263" y="641368"/>
                  </a:lnTo>
                  <a:lnTo>
                    <a:pt x="5178686" y="619283"/>
                  </a:lnTo>
                  <a:lnTo>
                    <a:pt x="5182109" y="591127"/>
                  </a:lnTo>
                  <a:lnTo>
                    <a:pt x="5185532" y="565214"/>
                  </a:lnTo>
                  <a:lnTo>
                    <a:pt x="5188954" y="575699"/>
                  </a:lnTo>
                  <a:lnTo>
                    <a:pt x="5192377" y="482291"/>
                  </a:lnTo>
                  <a:lnTo>
                    <a:pt x="5195800" y="447663"/>
                  </a:lnTo>
                  <a:lnTo>
                    <a:pt x="5199223" y="451872"/>
                  </a:lnTo>
                  <a:lnTo>
                    <a:pt x="5202646" y="370570"/>
                  </a:lnTo>
                  <a:lnTo>
                    <a:pt x="5206068" y="280540"/>
                  </a:lnTo>
                  <a:lnTo>
                    <a:pt x="5209491" y="165723"/>
                  </a:lnTo>
                  <a:lnTo>
                    <a:pt x="5212914" y="154346"/>
                  </a:lnTo>
                  <a:lnTo>
                    <a:pt x="5216337" y="75534"/>
                  </a:lnTo>
                  <a:lnTo>
                    <a:pt x="5219760" y="0"/>
                  </a:lnTo>
                  <a:lnTo>
                    <a:pt x="5223182" y="15595"/>
                  </a:lnTo>
                  <a:lnTo>
                    <a:pt x="5226605" y="9467"/>
                  </a:lnTo>
                  <a:lnTo>
                    <a:pt x="5230028" y="35557"/>
                  </a:lnTo>
                  <a:lnTo>
                    <a:pt x="5233451" y="52063"/>
                  </a:lnTo>
                  <a:lnTo>
                    <a:pt x="5236874" y="86168"/>
                  </a:lnTo>
                  <a:lnTo>
                    <a:pt x="5240296" y="101125"/>
                  </a:lnTo>
                  <a:lnTo>
                    <a:pt x="5243719" y="150053"/>
                  </a:lnTo>
                  <a:lnTo>
                    <a:pt x="5247142" y="145883"/>
                  </a:lnTo>
                  <a:lnTo>
                    <a:pt x="5250565" y="125920"/>
                  </a:lnTo>
                  <a:lnTo>
                    <a:pt x="5253988" y="115615"/>
                  </a:lnTo>
                  <a:lnTo>
                    <a:pt x="5257410" y="178875"/>
                  </a:lnTo>
                  <a:lnTo>
                    <a:pt x="5260833" y="310068"/>
                  </a:lnTo>
                  <a:lnTo>
                    <a:pt x="5264256" y="250468"/>
                  </a:lnTo>
                  <a:lnTo>
                    <a:pt x="5267679" y="268648"/>
                  </a:lnTo>
                  <a:lnTo>
                    <a:pt x="5271101" y="216295"/>
                  </a:lnTo>
                  <a:lnTo>
                    <a:pt x="5274524" y="152815"/>
                  </a:lnTo>
                  <a:lnTo>
                    <a:pt x="5277947" y="224646"/>
                  </a:lnTo>
                  <a:lnTo>
                    <a:pt x="5281370" y="253575"/>
                  </a:lnTo>
                  <a:lnTo>
                    <a:pt x="5284793" y="134452"/>
                  </a:lnTo>
                  <a:lnTo>
                    <a:pt x="5288215" y="176854"/>
                  </a:lnTo>
                  <a:lnTo>
                    <a:pt x="5291638" y="104548"/>
                  </a:lnTo>
                  <a:lnTo>
                    <a:pt x="5295061" y="48328"/>
                  </a:lnTo>
                  <a:lnTo>
                    <a:pt x="5298484" y="83191"/>
                  </a:lnTo>
                  <a:lnTo>
                    <a:pt x="5301907" y="121822"/>
                  </a:lnTo>
                  <a:lnTo>
                    <a:pt x="5305329" y="201411"/>
                  </a:lnTo>
                  <a:lnTo>
                    <a:pt x="5308752" y="180600"/>
                  </a:lnTo>
                  <a:lnTo>
                    <a:pt x="5312175" y="188593"/>
                  </a:lnTo>
                  <a:lnTo>
                    <a:pt x="5315598" y="193298"/>
                  </a:lnTo>
                  <a:lnTo>
                    <a:pt x="5319021" y="359922"/>
                  </a:lnTo>
                  <a:lnTo>
                    <a:pt x="5322443" y="339074"/>
                  </a:lnTo>
                  <a:lnTo>
                    <a:pt x="5325866" y="386453"/>
                  </a:lnTo>
                  <a:lnTo>
                    <a:pt x="5329289" y="412172"/>
                  </a:lnTo>
                  <a:lnTo>
                    <a:pt x="5332712" y="403321"/>
                  </a:lnTo>
                  <a:lnTo>
                    <a:pt x="5336135" y="424541"/>
                  </a:lnTo>
                  <a:lnTo>
                    <a:pt x="5339557" y="484000"/>
                  </a:lnTo>
                  <a:lnTo>
                    <a:pt x="5342980" y="473286"/>
                  </a:lnTo>
                  <a:lnTo>
                    <a:pt x="5346403" y="541474"/>
                  </a:lnTo>
                  <a:lnTo>
                    <a:pt x="5349826" y="509875"/>
                  </a:lnTo>
                  <a:lnTo>
                    <a:pt x="5353249" y="493570"/>
                  </a:lnTo>
                  <a:lnTo>
                    <a:pt x="5356671" y="576094"/>
                  </a:lnTo>
                  <a:lnTo>
                    <a:pt x="5360094" y="609678"/>
                  </a:lnTo>
                  <a:lnTo>
                    <a:pt x="5363517" y="676969"/>
                  </a:lnTo>
                  <a:lnTo>
                    <a:pt x="5366940" y="552626"/>
                  </a:lnTo>
                  <a:lnTo>
                    <a:pt x="5370363" y="525850"/>
                  </a:lnTo>
                  <a:lnTo>
                    <a:pt x="5373785" y="488850"/>
                  </a:lnTo>
                  <a:lnTo>
                    <a:pt x="5377208" y="464919"/>
                  </a:lnTo>
                  <a:lnTo>
                    <a:pt x="5380631" y="605718"/>
                  </a:lnTo>
                  <a:lnTo>
                    <a:pt x="5384054" y="648224"/>
                  </a:lnTo>
                  <a:lnTo>
                    <a:pt x="5387476" y="833474"/>
                  </a:lnTo>
                  <a:lnTo>
                    <a:pt x="5390899" y="683580"/>
                  </a:lnTo>
                  <a:lnTo>
                    <a:pt x="5394322" y="589747"/>
                  </a:lnTo>
                  <a:lnTo>
                    <a:pt x="5397745" y="542329"/>
                  </a:lnTo>
                  <a:lnTo>
                    <a:pt x="5401168" y="283145"/>
                  </a:lnTo>
                  <a:lnTo>
                    <a:pt x="5404590" y="227517"/>
                  </a:lnTo>
                  <a:lnTo>
                    <a:pt x="5408013" y="385673"/>
                  </a:lnTo>
                  <a:lnTo>
                    <a:pt x="5411436" y="411470"/>
                  </a:lnTo>
                  <a:lnTo>
                    <a:pt x="5414859" y="440219"/>
                  </a:lnTo>
                  <a:lnTo>
                    <a:pt x="5418282" y="386104"/>
                  </a:lnTo>
                  <a:lnTo>
                    <a:pt x="5421704" y="319550"/>
                  </a:lnTo>
                  <a:lnTo>
                    <a:pt x="5425127" y="207843"/>
                  </a:lnTo>
                  <a:lnTo>
                    <a:pt x="5428550" y="334277"/>
                  </a:lnTo>
                  <a:lnTo>
                    <a:pt x="5431973" y="408273"/>
                  </a:lnTo>
                  <a:lnTo>
                    <a:pt x="5435396" y="444861"/>
                  </a:lnTo>
                  <a:lnTo>
                    <a:pt x="5438818" y="468636"/>
                  </a:lnTo>
                  <a:lnTo>
                    <a:pt x="5442241" y="437019"/>
                  </a:lnTo>
                  <a:lnTo>
                    <a:pt x="5445664" y="450759"/>
                  </a:lnTo>
                  <a:lnTo>
                    <a:pt x="5449087" y="531026"/>
                  </a:lnTo>
                  <a:lnTo>
                    <a:pt x="5452510" y="437317"/>
                  </a:lnTo>
                  <a:lnTo>
                    <a:pt x="5455932" y="489507"/>
                  </a:lnTo>
                  <a:lnTo>
                    <a:pt x="5459355" y="386337"/>
                  </a:lnTo>
                  <a:lnTo>
                    <a:pt x="5462778" y="477901"/>
                  </a:lnTo>
                  <a:lnTo>
                    <a:pt x="5466201" y="446425"/>
                  </a:lnTo>
                  <a:lnTo>
                    <a:pt x="5469624" y="432373"/>
                  </a:lnTo>
                  <a:lnTo>
                    <a:pt x="5473046" y="714535"/>
                  </a:lnTo>
                  <a:lnTo>
                    <a:pt x="5476469" y="684189"/>
                  </a:lnTo>
                  <a:lnTo>
                    <a:pt x="5479892" y="755388"/>
                  </a:lnTo>
                  <a:lnTo>
                    <a:pt x="5483315" y="779606"/>
                  </a:lnTo>
                  <a:lnTo>
                    <a:pt x="5486737" y="814708"/>
                  </a:lnTo>
                  <a:lnTo>
                    <a:pt x="5490160" y="1007799"/>
                  </a:lnTo>
                  <a:lnTo>
                    <a:pt x="5493583" y="1169079"/>
                  </a:lnTo>
                  <a:lnTo>
                    <a:pt x="5497006" y="1123341"/>
                  </a:lnTo>
                  <a:lnTo>
                    <a:pt x="5500429" y="1176130"/>
                  </a:lnTo>
                  <a:lnTo>
                    <a:pt x="5503851" y="1083949"/>
                  </a:lnTo>
                  <a:lnTo>
                    <a:pt x="5507274" y="1034522"/>
                  </a:lnTo>
                  <a:lnTo>
                    <a:pt x="5510697" y="1027065"/>
                  </a:lnTo>
                  <a:lnTo>
                    <a:pt x="5514120" y="1123519"/>
                  </a:lnTo>
                  <a:lnTo>
                    <a:pt x="5517543" y="1126574"/>
                  </a:lnTo>
                  <a:lnTo>
                    <a:pt x="5520965" y="1128628"/>
                  </a:lnTo>
                  <a:lnTo>
                    <a:pt x="5524388" y="1044950"/>
                  </a:lnTo>
                  <a:lnTo>
                    <a:pt x="5527811" y="1109333"/>
                  </a:lnTo>
                  <a:lnTo>
                    <a:pt x="5531234" y="1163254"/>
                  </a:lnTo>
                  <a:lnTo>
                    <a:pt x="5534657" y="1244079"/>
                  </a:lnTo>
                  <a:lnTo>
                    <a:pt x="5538079" y="1341490"/>
                  </a:lnTo>
                  <a:lnTo>
                    <a:pt x="5541502" y="1355076"/>
                  </a:lnTo>
                  <a:lnTo>
                    <a:pt x="5544925" y="1305470"/>
                  </a:lnTo>
                  <a:lnTo>
                    <a:pt x="5548348" y="1453568"/>
                  </a:lnTo>
                  <a:lnTo>
                    <a:pt x="5551771" y="1375494"/>
                  </a:lnTo>
                  <a:lnTo>
                    <a:pt x="5555193" y="1535047"/>
                  </a:lnTo>
                  <a:lnTo>
                    <a:pt x="5558616" y="1511711"/>
                  </a:lnTo>
                  <a:lnTo>
                    <a:pt x="5562039" y="1521023"/>
                  </a:lnTo>
                  <a:lnTo>
                    <a:pt x="5565462" y="1614610"/>
                  </a:lnTo>
                  <a:lnTo>
                    <a:pt x="5568885" y="1623022"/>
                  </a:lnTo>
                  <a:lnTo>
                    <a:pt x="5572307" y="1624779"/>
                  </a:lnTo>
                  <a:lnTo>
                    <a:pt x="5575730" y="1650980"/>
                  </a:lnTo>
                  <a:lnTo>
                    <a:pt x="5579153" y="1560163"/>
                  </a:lnTo>
                  <a:lnTo>
                    <a:pt x="5582576" y="1533863"/>
                  </a:lnTo>
                  <a:lnTo>
                    <a:pt x="5585999" y="1534536"/>
                  </a:lnTo>
                  <a:lnTo>
                    <a:pt x="5589421" y="1546981"/>
                  </a:lnTo>
                  <a:lnTo>
                    <a:pt x="5592844" y="1574435"/>
                  </a:lnTo>
                  <a:lnTo>
                    <a:pt x="5596267" y="1537401"/>
                  </a:lnTo>
                  <a:lnTo>
                    <a:pt x="5599690" y="1504924"/>
                  </a:lnTo>
                  <a:lnTo>
                    <a:pt x="5603112" y="1494654"/>
                  </a:lnTo>
                  <a:lnTo>
                    <a:pt x="5606535" y="1371802"/>
                  </a:lnTo>
                  <a:lnTo>
                    <a:pt x="5609958" y="1327284"/>
                  </a:lnTo>
                  <a:lnTo>
                    <a:pt x="5613381" y="1373258"/>
                  </a:lnTo>
                  <a:lnTo>
                    <a:pt x="5616804" y="1325642"/>
                  </a:lnTo>
                  <a:lnTo>
                    <a:pt x="5620226" y="1340321"/>
                  </a:lnTo>
                  <a:lnTo>
                    <a:pt x="5623649" y="1316171"/>
                  </a:lnTo>
                  <a:lnTo>
                    <a:pt x="5627072" y="1319875"/>
                  </a:lnTo>
                  <a:lnTo>
                    <a:pt x="5630495" y="1034828"/>
                  </a:lnTo>
                  <a:lnTo>
                    <a:pt x="5633918" y="978407"/>
                  </a:lnTo>
                  <a:lnTo>
                    <a:pt x="5637340" y="812453"/>
                  </a:lnTo>
                  <a:lnTo>
                    <a:pt x="5640763" y="778755"/>
                  </a:lnTo>
                  <a:lnTo>
                    <a:pt x="5644186" y="729889"/>
                  </a:lnTo>
                  <a:lnTo>
                    <a:pt x="5647609" y="767953"/>
                  </a:lnTo>
                  <a:lnTo>
                    <a:pt x="5651032" y="810211"/>
                  </a:lnTo>
                  <a:lnTo>
                    <a:pt x="5654454" y="844694"/>
                  </a:lnTo>
                  <a:lnTo>
                    <a:pt x="5657877" y="813633"/>
                  </a:lnTo>
                  <a:lnTo>
                    <a:pt x="5661300" y="673406"/>
                  </a:lnTo>
                  <a:lnTo>
                    <a:pt x="5664723" y="735177"/>
                  </a:lnTo>
                  <a:lnTo>
                    <a:pt x="5668146" y="784063"/>
                  </a:lnTo>
                  <a:lnTo>
                    <a:pt x="5671568" y="759941"/>
                  </a:lnTo>
                  <a:lnTo>
                    <a:pt x="5674991" y="821993"/>
                  </a:lnTo>
                  <a:lnTo>
                    <a:pt x="5678414" y="833374"/>
                  </a:lnTo>
                  <a:lnTo>
                    <a:pt x="5681837" y="880743"/>
                  </a:lnTo>
                  <a:lnTo>
                    <a:pt x="5685260" y="890907"/>
                  </a:lnTo>
                  <a:lnTo>
                    <a:pt x="5688682" y="797768"/>
                  </a:lnTo>
                  <a:lnTo>
                    <a:pt x="5692105" y="776784"/>
                  </a:lnTo>
                  <a:lnTo>
                    <a:pt x="5695528" y="763933"/>
                  </a:lnTo>
                  <a:lnTo>
                    <a:pt x="5698951" y="844963"/>
                  </a:lnTo>
                  <a:lnTo>
                    <a:pt x="5702373" y="843245"/>
                  </a:lnTo>
                  <a:lnTo>
                    <a:pt x="5705796" y="812580"/>
                  </a:lnTo>
                  <a:lnTo>
                    <a:pt x="5709219" y="697358"/>
                  </a:lnTo>
                  <a:lnTo>
                    <a:pt x="5712642" y="805901"/>
                  </a:lnTo>
                  <a:lnTo>
                    <a:pt x="5716065" y="792734"/>
                  </a:lnTo>
                  <a:lnTo>
                    <a:pt x="5719487" y="837785"/>
                  </a:lnTo>
                  <a:lnTo>
                    <a:pt x="5722910" y="788141"/>
                  </a:lnTo>
                  <a:lnTo>
                    <a:pt x="5726333" y="779584"/>
                  </a:lnTo>
                  <a:lnTo>
                    <a:pt x="5729756" y="865755"/>
                  </a:lnTo>
                  <a:lnTo>
                    <a:pt x="5733179" y="894127"/>
                  </a:lnTo>
                  <a:lnTo>
                    <a:pt x="5736601" y="1001235"/>
                  </a:lnTo>
                  <a:lnTo>
                    <a:pt x="5740024" y="1067171"/>
                  </a:lnTo>
                  <a:lnTo>
                    <a:pt x="5743447" y="1134192"/>
                  </a:lnTo>
                  <a:lnTo>
                    <a:pt x="5746870" y="1076551"/>
                  </a:lnTo>
                  <a:lnTo>
                    <a:pt x="5750293" y="1154217"/>
                  </a:lnTo>
                  <a:lnTo>
                    <a:pt x="5753715" y="1303454"/>
                  </a:lnTo>
                  <a:lnTo>
                    <a:pt x="5757138" y="1347234"/>
                  </a:lnTo>
                  <a:lnTo>
                    <a:pt x="5760561" y="1408925"/>
                  </a:lnTo>
                  <a:lnTo>
                    <a:pt x="5763984" y="1409126"/>
                  </a:lnTo>
                  <a:lnTo>
                    <a:pt x="5767407" y="1499288"/>
                  </a:lnTo>
                  <a:lnTo>
                    <a:pt x="5770829" y="1503882"/>
                  </a:lnTo>
                  <a:lnTo>
                    <a:pt x="5774252" y="1594823"/>
                  </a:lnTo>
                  <a:lnTo>
                    <a:pt x="5777675" y="1664253"/>
                  </a:lnTo>
                  <a:lnTo>
                    <a:pt x="5781098" y="1720438"/>
                  </a:lnTo>
                  <a:lnTo>
                    <a:pt x="5784521" y="1687349"/>
                  </a:lnTo>
                  <a:lnTo>
                    <a:pt x="5787943" y="1672683"/>
                  </a:lnTo>
                  <a:lnTo>
                    <a:pt x="5791366" y="1610287"/>
                  </a:lnTo>
                  <a:lnTo>
                    <a:pt x="5794789" y="1679249"/>
                  </a:lnTo>
                  <a:lnTo>
                    <a:pt x="5798212" y="1747965"/>
                  </a:lnTo>
                  <a:lnTo>
                    <a:pt x="5801634" y="1721420"/>
                  </a:lnTo>
                  <a:lnTo>
                    <a:pt x="5805057" y="1880565"/>
                  </a:lnTo>
                  <a:lnTo>
                    <a:pt x="5808480" y="1863936"/>
                  </a:lnTo>
                  <a:lnTo>
                    <a:pt x="5811903" y="1928225"/>
                  </a:lnTo>
                  <a:lnTo>
                    <a:pt x="5815326" y="1979548"/>
                  </a:lnTo>
                  <a:lnTo>
                    <a:pt x="5818748" y="1858827"/>
                  </a:lnTo>
                  <a:lnTo>
                    <a:pt x="5822171" y="1786812"/>
                  </a:lnTo>
                  <a:lnTo>
                    <a:pt x="5825594" y="1786125"/>
                  </a:lnTo>
                  <a:lnTo>
                    <a:pt x="5829017" y="1821275"/>
                  </a:lnTo>
                  <a:lnTo>
                    <a:pt x="5832440" y="1858120"/>
                  </a:lnTo>
                  <a:lnTo>
                    <a:pt x="5835862" y="1922718"/>
                  </a:lnTo>
                  <a:lnTo>
                    <a:pt x="5839285" y="1979522"/>
                  </a:lnTo>
                  <a:lnTo>
                    <a:pt x="5842708" y="2024820"/>
                  </a:lnTo>
                  <a:lnTo>
                    <a:pt x="5846131" y="2029558"/>
                  </a:lnTo>
                  <a:lnTo>
                    <a:pt x="5849554" y="1968868"/>
                  </a:lnTo>
                  <a:lnTo>
                    <a:pt x="5852976" y="2009242"/>
                  </a:lnTo>
                  <a:lnTo>
                    <a:pt x="5856399" y="2023799"/>
                  </a:lnTo>
                  <a:lnTo>
                    <a:pt x="5859822" y="1983678"/>
                  </a:lnTo>
                  <a:lnTo>
                    <a:pt x="5863245" y="2023935"/>
                  </a:lnTo>
                  <a:lnTo>
                    <a:pt x="5866668" y="2032379"/>
                  </a:lnTo>
                  <a:lnTo>
                    <a:pt x="5870090" y="2078924"/>
                  </a:lnTo>
                  <a:lnTo>
                    <a:pt x="5873513" y="2110443"/>
                  </a:lnTo>
                  <a:lnTo>
                    <a:pt x="5876936" y="2120906"/>
                  </a:lnTo>
                  <a:lnTo>
                    <a:pt x="5880359" y="2182939"/>
                  </a:lnTo>
                  <a:lnTo>
                    <a:pt x="5883782" y="2163422"/>
                  </a:lnTo>
                  <a:lnTo>
                    <a:pt x="5887204" y="2179557"/>
                  </a:lnTo>
                  <a:lnTo>
                    <a:pt x="5890627" y="2168019"/>
                  </a:lnTo>
                  <a:lnTo>
                    <a:pt x="5894050" y="2116479"/>
                  </a:lnTo>
                  <a:lnTo>
                    <a:pt x="5897473" y="2128936"/>
                  </a:lnTo>
                  <a:lnTo>
                    <a:pt x="5900896" y="2182534"/>
                  </a:lnTo>
                  <a:lnTo>
                    <a:pt x="5904318" y="2177124"/>
                  </a:lnTo>
                  <a:lnTo>
                    <a:pt x="5907741" y="2209601"/>
                  </a:lnTo>
                  <a:lnTo>
                    <a:pt x="5911164" y="2269220"/>
                  </a:lnTo>
                  <a:lnTo>
                    <a:pt x="5914587" y="2213501"/>
                  </a:lnTo>
                  <a:lnTo>
                    <a:pt x="5918009" y="2269715"/>
                  </a:lnTo>
                  <a:lnTo>
                    <a:pt x="5921432" y="2115338"/>
                  </a:lnTo>
                  <a:lnTo>
                    <a:pt x="5924855" y="2027685"/>
                  </a:lnTo>
                  <a:lnTo>
                    <a:pt x="5928278" y="2002275"/>
                  </a:lnTo>
                  <a:lnTo>
                    <a:pt x="5931701" y="2098395"/>
                  </a:lnTo>
                  <a:lnTo>
                    <a:pt x="5935123" y="2187255"/>
                  </a:lnTo>
                  <a:lnTo>
                    <a:pt x="5938546" y="2136001"/>
                  </a:lnTo>
                  <a:lnTo>
                    <a:pt x="5941969" y="2163558"/>
                  </a:lnTo>
                  <a:lnTo>
                    <a:pt x="5945392" y="2046685"/>
                  </a:lnTo>
                  <a:lnTo>
                    <a:pt x="5948815" y="2024867"/>
                  </a:lnTo>
                  <a:lnTo>
                    <a:pt x="5952237" y="1931107"/>
                  </a:lnTo>
                  <a:lnTo>
                    <a:pt x="5955660" y="1939164"/>
                  </a:lnTo>
                  <a:lnTo>
                    <a:pt x="5959083" y="2002806"/>
                  </a:lnTo>
                  <a:lnTo>
                    <a:pt x="5962506" y="2005329"/>
                  </a:lnTo>
                  <a:lnTo>
                    <a:pt x="5965929" y="2056500"/>
                  </a:lnTo>
                  <a:lnTo>
                    <a:pt x="5969351" y="2019079"/>
                  </a:lnTo>
                  <a:lnTo>
                    <a:pt x="5972774" y="2006301"/>
                  </a:lnTo>
                  <a:lnTo>
                    <a:pt x="5976197" y="1899077"/>
                  </a:lnTo>
                  <a:lnTo>
                    <a:pt x="5979620" y="1905251"/>
                  </a:lnTo>
                  <a:lnTo>
                    <a:pt x="5983043" y="1953381"/>
                  </a:lnTo>
                  <a:lnTo>
                    <a:pt x="5986465" y="2100706"/>
                  </a:lnTo>
                  <a:lnTo>
                    <a:pt x="5989888" y="2168061"/>
                  </a:lnTo>
                  <a:lnTo>
                    <a:pt x="5993311" y="2176452"/>
                  </a:lnTo>
                  <a:lnTo>
                    <a:pt x="5996734" y="2196506"/>
                  </a:lnTo>
                  <a:lnTo>
                    <a:pt x="6000157" y="2221726"/>
                  </a:lnTo>
                  <a:lnTo>
                    <a:pt x="6003579" y="2184676"/>
                  </a:lnTo>
                  <a:lnTo>
                    <a:pt x="6007002" y="2240264"/>
                  </a:lnTo>
                  <a:lnTo>
                    <a:pt x="6010425" y="2236864"/>
                  </a:lnTo>
                  <a:lnTo>
                    <a:pt x="6013848" y="2326430"/>
                  </a:lnTo>
                  <a:lnTo>
                    <a:pt x="6017270" y="2354334"/>
                  </a:lnTo>
                  <a:lnTo>
                    <a:pt x="6020693" y="2367023"/>
                  </a:lnTo>
                  <a:lnTo>
                    <a:pt x="6024116" y="2364992"/>
                  </a:lnTo>
                  <a:lnTo>
                    <a:pt x="6027539" y="2326180"/>
                  </a:lnTo>
                  <a:lnTo>
                    <a:pt x="6030962" y="2385829"/>
                  </a:lnTo>
                  <a:lnTo>
                    <a:pt x="6034384" y="2416702"/>
                  </a:lnTo>
                  <a:lnTo>
                    <a:pt x="6037807" y="2436411"/>
                  </a:lnTo>
                  <a:lnTo>
                    <a:pt x="6041230" y="2469295"/>
                  </a:lnTo>
                  <a:lnTo>
                    <a:pt x="6044653" y="2466294"/>
                  </a:lnTo>
                  <a:lnTo>
                    <a:pt x="6048076" y="2468955"/>
                  </a:lnTo>
                  <a:lnTo>
                    <a:pt x="6051498" y="2463890"/>
                  </a:lnTo>
                  <a:lnTo>
                    <a:pt x="6054921" y="2448751"/>
                  </a:lnTo>
                  <a:lnTo>
                    <a:pt x="6058344" y="2427194"/>
                  </a:lnTo>
                  <a:lnTo>
                    <a:pt x="6061767" y="2413140"/>
                  </a:lnTo>
                  <a:lnTo>
                    <a:pt x="6065190" y="2361472"/>
                  </a:lnTo>
                  <a:lnTo>
                    <a:pt x="6068612" y="2309385"/>
                  </a:lnTo>
                  <a:lnTo>
                    <a:pt x="6072035" y="2335556"/>
                  </a:lnTo>
                  <a:lnTo>
                    <a:pt x="6075458" y="2352949"/>
                  </a:lnTo>
                  <a:lnTo>
                    <a:pt x="6078881" y="2353931"/>
                  </a:lnTo>
                  <a:lnTo>
                    <a:pt x="6082304" y="2281832"/>
                  </a:lnTo>
                  <a:lnTo>
                    <a:pt x="6085726" y="2247099"/>
                  </a:lnTo>
                  <a:lnTo>
                    <a:pt x="6089149" y="2127937"/>
                  </a:lnTo>
                  <a:lnTo>
                    <a:pt x="6092572" y="2083086"/>
                  </a:lnTo>
                  <a:lnTo>
                    <a:pt x="6095995" y="2087598"/>
                  </a:lnTo>
                  <a:lnTo>
                    <a:pt x="6099418" y="1996642"/>
                  </a:lnTo>
                  <a:lnTo>
                    <a:pt x="6102840" y="2042871"/>
                  </a:lnTo>
                  <a:lnTo>
                    <a:pt x="6106263" y="2119853"/>
                  </a:lnTo>
                  <a:lnTo>
                    <a:pt x="6109686" y="2223550"/>
                  </a:lnTo>
                  <a:lnTo>
                    <a:pt x="6113109" y="2270941"/>
                  </a:lnTo>
                  <a:lnTo>
                    <a:pt x="6116531" y="2245960"/>
                  </a:lnTo>
                  <a:lnTo>
                    <a:pt x="6119954" y="2322000"/>
                  </a:lnTo>
                  <a:lnTo>
                    <a:pt x="6123377" y="2325118"/>
                  </a:lnTo>
                  <a:lnTo>
                    <a:pt x="6126800" y="2308217"/>
                  </a:lnTo>
                  <a:lnTo>
                    <a:pt x="6130223" y="2347049"/>
                  </a:lnTo>
                  <a:lnTo>
                    <a:pt x="6133645" y="2400550"/>
                  </a:lnTo>
                  <a:lnTo>
                    <a:pt x="6137068" y="2463613"/>
                  </a:lnTo>
                  <a:lnTo>
                    <a:pt x="6140491" y="2393625"/>
                  </a:lnTo>
                  <a:lnTo>
                    <a:pt x="6143914" y="2314177"/>
                  </a:lnTo>
                  <a:lnTo>
                    <a:pt x="6147337" y="2215491"/>
                  </a:lnTo>
                  <a:lnTo>
                    <a:pt x="6150759" y="2320461"/>
                  </a:lnTo>
                  <a:lnTo>
                    <a:pt x="6154182" y="2357873"/>
                  </a:lnTo>
                  <a:lnTo>
                    <a:pt x="6157605" y="2264008"/>
                  </a:lnTo>
                  <a:lnTo>
                    <a:pt x="6161028" y="2160441"/>
                  </a:lnTo>
                  <a:lnTo>
                    <a:pt x="6164451" y="2229610"/>
                  </a:lnTo>
                  <a:lnTo>
                    <a:pt x="6167873" y="2266363"/>
                  </a:lnTo>
                  <a:lnTo>
                    <a:pt x="6171296" y="2246144"/>
                  </a:lnTo>
                  <a:lnTo>
                    <a:pt x="6174719" y="2177719"/>
                  </a:lnTo>
                  <a:lnTo>
                    <a:pt x="6178142" y="2207357"/>
                  </a:lnTo>
                  <a:lnTo>
                    <a:pt x="6181565" y="2267200"/>
                  </a:lnTo>
                  <a:lnTo>
                    <a:pt x="6184987" y="2366561"/>
                  </a:lnTo>
                  <a:lnTo>
                    <a:pt x="6188410" y="2354829"/>
                  </a:lnTo>
                  <a:lnTo>
                    <a:pt x="6191833" y="2370630"/>
                  </a:lnTo>
                  <a:lnTo>
                    <a:pt x="6195256" y="2331849"/>
                  </a:lnTo>
                  <a:lnTo>
                    <a:pt x="6198679" y="2303202"/>
                  </a:lnTo>
                  <a:lnTo>
                    <a:pt x="6202101" y="2237247"/>
                  </a:lnTo>
                  <a:lnTo>
                    <a:pt x="6205524" y="2111263"/>
                  </a:lnTo>
                  <a:lnTo>
                    <a:pt x="6208947" y="2061880"/>
                  </a:lnTo>
                  <a:lnTo>
                    <a:pt x="6212370" y="1999298"/>
                  </a:lnTo>
                  <a:lnTo>
                    <a:pt x="6215793" y="1947431"/>
                  </a:lnTo>
                  <a:lnTo>
                    <a:pt x="6219215" y="2028248"/>
                  </a:lnTo>
                  <a:lnTo>
                    <a:pt x="6222638" y="2096821"/>
                  </a:lnTo>
                  <a:lnTo>
                    <a:pt x="6226061" y="2143680"/>
                  </a:lnTo>
                  <a:lnTo>
                    <a:pt x="6229484" y="2143240"/>
                  </a:lnTo>
                  <a:lnTo>
                    <a:pt x="6232906" y="2137706"/>
                  </a:lnTo>
                  <a:lnTo>
                    <a:pt x="6236329" y="2154331"/>
                  </a:lnTo>
                  <a:lnTo>
                    <a:pt x="6239752" y="2123283"/>
                  </a:lnTo>
                  <a:lnTo>
                    <a:pt x="6243175" y="2147132"/>
                  </a:lnTo>
                  <a:lnTo>
                    <a:pt x="6246598" y="2203566"/>
                  </a:lnTo>
                  <a:lnTo>
                    <a:pt x="6250020" y="2124310"/>
                  </a:lnTo>
                  <a:lnTo>
                    <a:pt x="6253443" y="2044735"/>
                  </a:lnTo>
                  <a:lnTo>
                    <a:pt x="6256866" y="1959569"/>
                  </a:lnTo>
                  <a:lnTo>
                    <a:pt x="6260289" y="2031251"/>
                  </a:lnTo>
                  <a:lnTo>
                    <a:pt x="6263712" y="2132204"/>
                  </a:lnTo>
                  <a:lnTo>
                    <a:pt x="6267134" y="2184093"/>
                  </a:lnTo>
                  <a:lnTo>
                    <a:pt x="6270557" y="2207066"/>
                  </a:lnTo>
                  <a:lnTo>
                    <a:pt x="6273980" y="2200263"/>
                  </a:lnTo>
                  <a:lnTo>
                    <a:pt x="6277403" y="2267636"/>
                  </a:lnTo>
                  <a:lnTo>
                    <a:pt x="6280826" y="2184149"/>
                  </a:lnTo>
                  <a:lnTo>
                    <a:pt x="6284248" y="2017589"/>
                  </a:lnTo>
                  <a:lnTo>
                    <a:pt x="6287671" y="2024744"/>
                  </a:lnTo>
                  <a:lnTo>
                    <a:pt x="6291094" y="1969831"/>
                  </a:lnTo>
                  <a:lnTo>
                    <a:pt x="6294517" y="2015187"/>
                  </a:lnTo>
                  <a:lnTo>
                    <a:pt x="6297940" y="2024896"/>
                  </a:lnTo>
                  <a:lnTo>
                    <a:pt x="6301362" y="2049636"/>
                  </a:lnTo>
                  <a:lnTo>
                    <a:pt x="6304785" y="2140531"/>
                  </a:lnTo>
                  <a:lnTo>
                    <a:pt x="6308208" y="2167713"/>
                  </a:lnTo>
                  <a:lnTo>
                    <a:pt x="6311631" y="2120277"/>
                  </a:lnTo>
                  <a:lnTo>
                    <a:pt x="6315054" y="2102611"/>
                  </a:lnTo>
                  <a:lnTo>
                    <a:pt x="6318476" y="2093076"/>
                  </a:lnTo>
                  <a:lnTo>
                    <a:pt x="6321899" y="2009681"/>
                  </a:lnTo>
                  <a:lnTo>
                    <a:pt x="6325322" y="1983444"/>
                  </a:lnTo>
                  <a:lnTo>
                    <a:pt x="6328745" y="1870423"/>
                  </a:lnTo>
                  <a:lnTo>
                    <a:pt x="6332167" y="1926791"/>
                  </a:lnTo>
                  <a:lnTo>
                    <a:pt x="6335590" y="1989949"/>
                  </a:lnTo>
                  <a:lnTo>
                    <a:pt x="6339013" y="1895746"/>
                  </a:lnTo>
                  <a:lnTo>
                    <a:pt x="6342436" y="1871993"/>
                  </a:lnTo>
                  <a:lnTo>
                    <a:pt x="6345859" y="1816025"/>
                  </a:lnTo>
                  <a:lnTo>
                    <a:pt x="6349281" y="1800860"/>
                  </a:lnTo>
                  <a:lnTo>
                    <a:pt x="6352704" y="1843642"/>
                  </a:lnTo>
                  <a:lnTo>
                    <a:pt x="6356127" y="1817298"/>
                  </a:lnTo>
                  <a:lnTo>
                    <a:pt x="6359550" y="1804742"/>
                  </a:lnTo>
                  <a:lnTo>
                    <a:pt x="6362973" y="1569480"/>
                  </a:lnTo>
                  <a:lnTo>
                    <a:pt x="6366395" y="1545312"/>
                  </a:lnTo>
                  <a:lnTo>
                    <a:pt x="6369818" y="1446795"/>
                  </a:lnTo>
                  <a:lnTo>
                    <a:pt x="6373241" y="1451965"/>
                  </a:lnTo>
                  <a:lnTo>
                    <a:pt x="6376664" y="1325806"/>
                  </a:lnTo>
                  <a:lnTo>
                    <a:pt x="6380087" y="1288442"/>
                  </a:lnTo>
                  <a:lnTo>
                    <a:pt x="6383509" y="1268433"/>
                  </a:lnTo>
                  <a:lnTo>
                    <a:pt x="6386932" y="1316138"/>
                  </a:lnTo>
                  <a:lnTo>
                    <a:pt x="6390355" y="1260680"/>
                  </a:lnTo>
                  <a:lnTo>
                    <a:pt x="6393778" y="1285965"/>
                  </a:lnTo>
                  <a:lnTo>
                    <a:pt x="6397201" y="1226176"/>
                  </a:lnTo>
                  <a:lnTo>
                    <a:pt x="6400623" y="1215636"/>
                  </a:lnTo>
                  <a:lnTo>
                    <a:pt x="6404046" y="1288958"/>
                  </a:lnTo>
                  <a:lnTo>
                    <a:pt x="6407469" y="1221807"/>
                  </a:lnTo>
                  <a:lnTo>
                    <a:pt x="6410892" y="1343392"/>
                  </a:lnTo>
                  <a:lnTo>
                    <a:pt x="6414315" y="1516322"/>
                  </a:lnTo>
                  <a:lnTo>
                    <a:pt x="6417737" y="1576158"/>
                  </a:lnTo>
                  <a:lnTo>
                    <a:pt x="6421160" y="1683379"/>
                  </a:lnTo>
                  <a:lnTo>
                    <a:pt x="6424583" y="1827180"/>
                  </a:lnTo>
                  <a:lnTo>
                    <a:pt x="6428006" y="1820757"/>
                  </a:lnTo>
                  <a:lnTo>
                    <a:pt x="6431428" y="1890755"/>
                  </a:lnTo>
                  <a:lnTo>
                    <a:pt x="6434851" y="1810389"/>
                  </a:lnTo>
                  <a:lnTo>
                    <a:pt x="6438274" y="1790928"/>
                  </a:lnTo>
                  <a:lnTo>
                    <a:pt x="6441697" y="1808102"/>
                  </a:lnTo>
                  <a:lnTo>
                    <a:pt x="6445120" y="1839801"/>
                  </a:lnTo>
                  <a:lnTo>
                    <a:pt x="6448542" y="1980331"/>
                  </a:lnTo>
                  <a:lnTo>
                    <a:pt x="6451965" y="2053885"/>
                  </a:lnTo>
                  <a:lnTo>
                    <a:pt x="6455388" y="2012608"/>
                  </a:lnTo>
                  <a:lnTo>
                    <a:pt x="6458811" y="2160125"/>
                  </a:lnTo>
                  <a:lnTo>
                    <a:pt x="6462234" y="2164546"/>
                  </a:lnTo>
                  <a:lnTo>
                    <a:pt x="6465656" y="2239544"/>
                  </a:lnTo>
                  <a:lnTo>
                    <a:pt x="6469079" y="2268902"/>
                  </a:lnTo>
                  <a:lnTo>
                    <a:pt x="6472502" y="2231080"/>
                  </a:lnTo>
                  <a:lnTo>
                    <a:pt x="6475925" y="2179701"/>
                  </a:lnTo>
                  <a:lnTo>
                    <a:pt x="6479348" y="2093411"/>
                  </a:lnTo>
                  <a:lnTo>
                    <a:pt x="6482770" y="2097946"/>
                  </a:lnTo>
                  <a:lnTo>
                    <a:pt x="6486193" y="2041138"/>
                  </a:lnTo>
                  <a:lnTo>
                    <a:pt x="6489616" y="2019513"/>
                  </a:lnTo>
                  <a:lnTo>
                    <a:pt x="6493039" y="2008135"/>
                  </a:lnTo>
                  <a:lnTo>
                    <a:pt x="6496462" y="1971239"/>
                  </a:lnTo>
                  <a:lnTo>
                    <a:pt x="6499884" y="1963540"/>
                  </a:lnTo>
                  <a:lnTo>
                    <a:pt x="6503307" y="2022286"/>
                  </a:lnTo>
                  <a:lnTo>
                    <a:pt x="6506730" y="2178616"/>
                  </a:lnTo>
                  <a:lnTo>
                    <a:pt x="6510153" y="2295434"/>
                  </a:lnTo>
                  <a:lnTo>
                    <a:pt x="6513576" y="2244365"/>
                  </a:lnTo>
                  <a:lnTo>
                    <a:pt x="6516998" y="2122707"/>
                  </a:lnTo>
                  <a:lnTo>
                    <a:pt x="6520421" y="2225958"/>
                  </a:lnTo>
                  <a:lnTo>
                    <a:pt x="6523844" y="2200060"/>
                  </a:lnTo>
                  <a:lnTo>
                    <a:pt x="6527267" y="2230656"/>
                  </a:lnTo>
                  <a:lnTo>
                    <a:pt x="6530690" y="2173657"/>
                  </a:lnTo>
                  <a:lnTo>
                    <a:pt x="6534112" y="2215974"/>
                  </a:lnTo>
                  <a:lnTo>
                    <a:pt x="6537535" y="2284939"/>
                  </a:lnTo>
                  <a:lnTo>
                    <a:pt x="6540958" y="2281092"/>
                  </a:lnTo>
                  <a:lnTo>
                    <a:pt x="6544381" y="2341080"/>
                  </a:lnTo>
                  <a:lnTo>
                    <a:pt x="6547803" y="2268673"/>
                  </a:lnTo>
                  <a:lnTo>
                    <a:pt x="6551226" y="2252896"/>
                  </a:lnTo>
                  <a:lnTo>
                    <a:pt x="6554649" y="2181216"/>
                  </a:lnTo>
                  <a:lnTo>
                    <a:pt x="6558072" y="2134191"/>
                  </a:lnTo>
                  <a:lnTo>
                    <a:pt x="6561495" y="2142992"/>
                  </a:lnTo>
                  <a:lnTo>
                    <a:pt x="6564917" y="2272439"/>
                  </a:lnTo>
                  <a:lnTo>
                    <a:pt x="6568340" y="2319567"/>
                  </a:lnTo>
                  <a:lnTo>
                    <a:pt x="6571763" y="2357042"/>
                  </a:lnTo>
                  <a:lnTo>
                    <a:pt x="6575186" y="2383938"/>
                  </a:lnTo>
                  <a:lnTo>
                    <a:pt x="6578609" y="2433249"/>
                  </a:lnTo>
                  <a:lnTo>
                    <a:pt x="6582031" y="2472146"/>
                  </a:lnTo>
                  <a:lnTo>
                    <a:pt x="6585454" y="2498592"/>
                  </a:lnTo>
                  <a:lnTo>
                    <a:pt x="6588877" y="2497615"/>
                  </a:lnTo>
                  <a:lnTo>
                    <a:pt x="6592300" y="2515082"/>
                  </a:lnTo>
                  <a:lnTo>
                    <a:pt x="6595723" y="2530676"/>
                  </a:lnTo>
                  <a:lnTo>
                    <a:pt x="6599145" y="2531662"/>
                  </a:lnTo>
                  <a:lnTo>
                    <a:pt x="6602568" y="2516346"/>
                  </a:lnTo>
                  <a:lnTo>
                    <a:pt x="6605991" y="2476616"/>
                  </a:lnTo>
                  <a:lnTo>
                    <a:pt x="6609414" y="2448175"/>
                  </a:lnTo>
                  <a:lnTo>
                    <a:pt x="6612837" y="2387487"/>
                  </a:lnTo>
                  <a:lnTo>
                    <a:pt x="6616259" y="2324610"/>
                  </a:lnTo>
                  <a:lnTo>
                    <a:pt x="6619682" y="2239182"/>
                  </a:lnTo>
                  <a:lnTo>
                    <a:pt x="6623105" y="2135698"/>
                  </a:lnTo>
                  <a:lnTo>
                    <a:pt x="6626528" y="2107601"/>
                  </a:lnTo>
                  <a:lnTo>
                    <a:pt x="6629951" y="2109749"/>
                  </a:lnTo>
                  <a:lnTo>
                    <a:pt x="6633373" y="2099866"/>
                  </a:lnTo>
                  <a:lnTo>
                    <a:pt x="6636796" y="2115178"/>
                  </a:lnTo>
                  <a:lnTo>
                    <a:pt x="6640219" y="2217500"/>
                  </a:lnTo>
                  <a:lnTo>
                    <a:pt x="6643642" y="2283654"/>
                  </a:lnTo>
                  <a:lnTo>
                    <a:pt x="6647064" y="2355790"/>
                  </a:lnTo>
                  <a:lnTo>
                    <a:pt x="6650487" y="2366219"/>
                  </a:lnTo>
                  <a:lnTo>
                    <a:pt x="6653910" y="2441218"/>
                  </a:lnTo>
                  <a:lnTo>
                    <a:pt x="6657333" y="2522666"/>
                  </a:lnTo>
                  <a:lnTo>
                    <a:pt x="6660756" y="2507673"/>
                  </a:lnTo>
                  <a:lnTo>
                    <a:pt x="6664178" y="2492214"/>
                  </a:lnTo>
                  <a:lnTo>
                    <a:pt x="6667601" y="2508568"/>
                  </a:lnTo>
                  <a:lnTo>
                    <a:pt x="6671024" y="2499577"/>
                  </a:lnTo>
                  <a:lnTo>
                    <a:pt x="6674447" y="2543024"/>
                  </a:lnTo>
                  <a:lnTo>
                    <a:pt x="6677870" y="2503454"/>
                  </a:lnTo>
                  <a:lnTo>
                    <a:pt x="6681292" y="2486260"/>
                  </a:lnTo>
                  <a:lnTo>
                    <a:pt x="6684715" y="2500617"/>
                  </a:lnTo>
                  <a:lnTo>
                    <a:pt x="6688138" y="2479039"/>
                  </a:lnTo>
                  <a:lnTo>
                    <a:pt x="6691561" y="2386389"/>
                  </a:lnTo>
                  <a:lnTo>
                    <a:pt x="6694984" y="2293496"/>
                  </a:lnTo>
                  <a:lnTo>
                    <a:pt x="6698406" y="2331740"/>
                  </a:lnTo>
                  <a:lnTo>
                    <a:pt x="6701829" y="2328688"/>
                  </a:lnTo>
                  <a:lnTo>
                    <a:pt x="6705252" y="2341075"/>
                  </a:lnTo>
                  <a:lnTo>
                    <a:pt x="6708675" y="2434803"/>
                  </a:lnTo>
                  <a:lnTo>
                    <a:pt x="6712098" y="2422893"/>
                  </a:lnTo>
                  <a:lnTo>
                    <a:pt x="6715520" y="2387397"/>
                  </a:lnTo>
                  <a:lnTo>
                    <a:pt x="6718943" y="2288086"/>
                  </a:lnTo>
                  <a:lnTo>
                    <a:pt x="6722366" y="2305040"/>
                  </a:lnTo>
                  <a:lnTo>
                    <a:pt x="6725789" y="2394731"/>
                  </a:lnTo>
                  <a:lnTo>
                    <a:pt x="6729212" y="2435480"/>
                  </a:lnTo>
                  <a:lnTo>
                    <a:pt x="6732634" y="2477662"/>
                  </a:lnTo>
                  <a:lnTo>
                    <a:pt x="6736057" y="2465371"/>
                  </a:lnTo>
                  <a:lnTo>
                    <a:pt x="6739480" y="2455393"/>
                  </a:lnTo>
                  <a:lnTo>
                    <a:pt x="6742903" y="2424977"/>
                  </a:lnTo>
                  <a:lnTo>
                    <a:pt x="6746325" y="2428581"/>
                  </a:lnTo>
                  <a:lnTo>
                    <a:pt x="6749748" y="2435504"/>
                  </a:lnTo>
                  <a:lnTo>
                    <a:pt x="6753171" y="2473416"/>
                  </a:lnTo>
                  <a:lnTo>
                    <a:pt x="6756594" y="2523433"/>
                  </a:lnTo>
                  <a:lnTo>
                    <a:pt x="6760017" y="2508394"/>
                  </a:lnTo>
                  <a:lnTo>
                    <a:pt x="6763439" y="2458032"/>
                  </a:lnTo>
                  <a:lnTo>
                    <a:pt x="6766862" y="2443527"/>
                  </a:lnTo>
                  <a:lnTo>
                    <a:pt x="6770285" y="2435162"/>
                  </a:lnTo>
                  <a:lnTo>
                    <a:pt x="6773708" y="2424015"/>
                  </a:lnTo>
                  <a:lnTo>
                    <a:pt x="6777131" y="2441906"/>
                  </a:lnTo>
                  <a:lnTo>
                    <a:pt x="6780553" y="2428198"/>
                  </a:lnTo>
                  <a:lnTo>
                    <a:pt x="6783976" y="2517145"/>
                  </a:lnTo>
                  <a:lnTo>
                    <a:pt x="6787399" y="2549966"/>
                  </a:lnTo>
                  <a:lnTo>
                    <a:pt x="6790822" y="2598298"/>
                  </a:lnTo>
                  <a:lnTo>
                    <a:pt x="6794245" y="2592105"/>
                  </a:lnTo>
                  <a:lnTo>
                    <a:pt x="6797667" y="2555325"/>
                  </a:lnTo>
                  <a:lnTo>
                    <a:pt x="6801090" y="2529116"/>
                  </a:lnTo>
                  <a:lnTo>
                    <a:pt x="6804513" y="2539533"/>
                  </a:lnTo>
                  <a:lnTo>
                    <a:pt x="6807936" y="2525931"/>
                  </a:lnTo>
                  <a:lnTo>
                    <a:pt x="6811359" y="2509635"/>
                  </a:lnTo>
                  <a:lnTo>
                    <a:pt x="6814781" y="2489474"/>
                  </a:lnTo>
                  <a:lnTo>
                    <a:pt x="6818204" y="2504496"/>
                  </a:lnTo>
                  <a:lnTo>
                    <a:pt x="6821627" y="2553757"/>
                  </a:lnTo>
                  <a:lnTo>
                    <a:pt x="6825050" y="2540176"/>
                  </a:lnTo>
                  <a:lnTo>
                    <a:pt x="6828473" y="2537780"/>
                  </a:lnTo>
                  <a:lnTo>
                    <a:pt x="6831895" y="2528724"/>
                  </a:lnTo>
                  <a:lnTo>
                    <a:pt x="6835318" y="2560235"/>
                  </a:lnTo>
                  <a:lnTo>
                    <a:pt x="6838741" y="2584100"/>
                  </a:lnTo>
                  <a:lnTo>
                    <a:pt x="6842164" y="2565660"/>
                  </a:lnTo>
                  <a:lnTo>
                    <a:pt x="6845587" y="2559084"/>
                  </a:lnTo>
                  <a:lnTo>
                    <a:pt x="6849009" y="2560426"/>
                  </a:lnTo>
                  <a:lnTo>
                    <a:pt x="6852432" y="2562176"/>
                  </a:lnTo>
                  <a:lnTo>
                    <a:pt x="6855855" y="2521569"/>
                  </a:lnTo>
                  <a:lnTo>
                    <a:pt x="6859278" y="2524908"/>
                  </a:lnTo>
                  <a:lnTo>
                    <a:pt x="6862700" y="2542435"/>
                  </a:lnTo>
                  <a:lnTo>
                    <a:pt x="6866123" y="2524280"/>
                  </a:lnTo>
                  <a:lnTo>
                    <a:pt x="6869546" y="2562057"/>
                  </a:lnTo>
                  <a:lnTo>
                    <a:pt x="6872969" y="2597206"/>
                  </a:lnTo>
                  <a:lnTo>
                    <a:pt x="6876392" y="2590049"/>
                  </a:lnTo>
                  <a:lnTo>
                    <a:pt x="6879814" y="2632964"/>
                  </a:lnTo>
                  <a:lnTo>
                    <a:pt x="6883237" y="2634282"/>
                  </a:lnTo>
                  <a:lnTo>
                    <a:pt x="6886660" y="2671782"/>
                  </a:lnTo>
                  <a:lnTo>
                    <a:pt x="6890083" y="2666428"/>
                  </a:lnTo>
                  <a:lnTo>
                    <a:pt x="6893506" y="2647579"/>
                  </a:lnTo>
                  <a:lnTo>
                    <a:pt x="6896928" y="2664678"/>
                  </a:lnTo>
                  <a:lnTo>
                    <a:pt x="6900351" y="2647461"/>
                  </a:lnTo>
                  <a:lnTo>
                    <a:pt x="6903774" y="2648034"/>
                  </a:lnTo>
                  <a:lnTo>
                    <a:pt x="6907197" y="2650961"/>
                  </a:lnTo>
                  <a:lnTo>
                    <a:pt x="6910620" y="2641544"/>
                  </a:lnTo>
                  <a:lnTo>
                    <a:pt x="6914042" y="2648213"/>
                  </a:lnTo>
                  <a:lnTo>
                    <a:pt x="6917465" y="2625704"/>
                  </a:lnTo>
                  <a:lnTo>
                    <a:pt x="6920888" y="2599479"/>
                  </a:lnTo>
                  <a:lnTo>
                    <a:pt x="6924311" y="2575442"/>
                  </a:lnTo>
                  <a:lnTo>
                    <a:pt x="6927734" y="2558147"/>
                  </a:lnTo>
                  <a:lnTo>
                    <a:pt x="6931156" y="2528642"/>
                  </a:lnTo>
                  <a:lnTo>
                    <a:pt x="6934579" y="2570174"/>
                  </a:lnTo>
                  <a:lnTo>
                    <a:pt x="6938002" y="2568182"/>
                  </a:lnTo>
                  <a:lnTo>
                    <a:pt x="6941425" y="2568573"/>
                  </a:lnTo>
                  <a:lnTo>
                    <a:pt x="6944848" y="2604224"/>
                  </a:lnTo>
                  <a:lnTo>
                    <a:pt x="6948270" y="2667403"/>
                  </a:lnTo>
                  <a:lnTo>
                    <a:pt x="6951693" y="2660811"/>
                  </a:lnTo>
                  <a:lnTo>
                    <a:pt x="6955116" y="2669980"/>
                  </a:lnTo>
                  <a:lnTo>
                    <a:pt x="6958539" y="2677964"/>
                  </a:lnTo>
                  <a:lnTo>
                    <a:pt x="6961961" y="2649932"/>
                  </a:lnTo>
                  <a:lnTo>
                    <a:pt x="6965384" y="2651498"/>
                  </a:lnTo>
                  <a:lnTo>
                    <a:pt x="6968807" y="2665239"/>
                  </a:lnTo>
                  <a:lnTo>
                    <a:pt x="6972230" y="2589650"/>
                  </a:lnTo>
                  <a:lnTo>
                    <a:pt x="6975653" y="2625814"/>
                  </a:lnTo>
                  <a:lnTo>
                    <a:pt x="6979075" y="2625400"/>
                  </a:lnTo>
                  <a:lnTo>
                    <a:pt x="6982498" y="2658946"/>
                  </a:lnTo>
                  <a:lnTo>
                    <a:pt x="6985921" y="2659959"/>
                  </a:lnTo>
                  <a:lnTo>
                    <a:pt x="6989344" y="2617997"/>
                  </a:lnTo>
                  <a:lnTo>
                    <a:pt x="6992767" y="2643128"/>
                  </a:lnTo>
                  <a:lnTo>
                    <a:pt x="6996189" y="2544990"/>
                  </a:lnTo>
                  <a:lnTo>
                    <a:pt x="6999612" y="2633716"/>
                  </a:lnTo>
                  <a:lnTo>
                    <a:pt x="7003035" y="2613645"/>
                  </a:lnTo>
                  <a:lnTo>
                    <a:pt x="7006458" y="2618568"/>
                  </a:lnTo>
                  <a:lnTo>
                    <a:pt x="7009881" y="2665130"/>
                  </a:lnTo>
                  <a:lnTo>
                    <a:pt x="7013303" y="2595323"/>
                  </a:lnTo>
                  <a:lnTo>
                    <a:pt x="7016726" y="2658358"/>
                  </a:lnTo>
                  <a:lnTo>
                    <a:pt x="7020149" y="2651014"/>
                  </a:lnTo>
                  <a:lnTo>
                    <a:pt x="7023572" y="2652466"/>
                  </a:lnTo>
                  <a:lnTo>
                    <a:pt x="7026995" y="2669528"/>
                  </a:lnTo>
                  <a:lnTo>
                    <a:pt x="7030417" y="2636237"/>
                  </a:lnTo>
                  <a:lnTo>
                    <a:pt x="7033840" y="2621784"/>
                  </a:lnTo>
                  <a:lnTo>
                    <a:pt x="7037263" y="2644060"/>
                  </a:lnTo>
                  <a:lnTo>
                    <a:pt x="7040686" y="2632020"/>
                  </a:lnTo>
                  <a:lnTo>
                    <a:pt x="7044109" y="2594552"/>
                  </a:lnTo>
                  <a:lnTo>
                    <a:pt x="7047531" y="2612984"/>
                  </a:lnTo>
                  <a:lnTo>
                    <a:pt x="7050954" y="2562371"/>
                  </a:lnTo>
                  <a:lnTo>
                    <a:pt x="7054377" y="2550361"/>
                  </a:lnTo>
                  <a:lnTo>
                    <a:pt x="7057800" y="2559221"/>
                  </a:lnTo>
                  <a:lnTo>
                    <a:pt x="7061223" y="2541813"/>
                  </a:lnTo>
                  <a:lnTo>
                    <a:pt x="7064645" y="2566309"/>
                  </a:lnTo>
                  <a:lnTo>
                    <a:pt x="7068068" y="2547767"/>
                  </a:lnTo>
                  <a:lnTo>
                    <a:pt x="7071491" y="2528960"/>
                  </a:lnTo>
                  <a:lnTo>
                    <a:pt x="7074914" y="2535043"/>
                  </a:lnTo>
                  <a:lnTo>
                    <a:pt x="7078336" y="2523949"/>
                  </a:lnTo>
                  <a:lnTo>
                    <a:pt x="7081759" y="2552685"/>
                  </a:lnTo>
                  <a:lnTo>
                    <a:pt x="7085182" y="2528438"/>
                  </a:lnTo>
                  <a:lnTo>
                    <a:pt x="7088605" y="2538543"/>
                  </a:lnTo>
                  <a:lnTo>
                    <a:pt x="7092028" y="2525194"/>
                  </a:lnTo>
                  <a:lnTo>
                    <a:pt x="7095450" y="2542713"/>
                  </a:lnTo>
                  <a:lnTo>
                    <a:pt x="7098873" y="2524976"/>
                  </a:lnTo>
                  <a:lnTo>
                    <a:pt x="7102296" y="2564703"/>
                  </a:lnTo>
                  <a:lnTo>
                    <a:pt x="7105719" y="2584210"/>
                  </a:lnTo>
                  <a:lnTo>
                    <a:pt x="7109142" y="2561109"/>
                  </a:lnTo>
                  <a:lnTo>
                    <a:pt x="7112564" y="2551994"/>
                  </a:lnTo>
                  <a:lnTo>
                    <a:pt x="7115987" y="2547052"/>
                  </a:lnTo>
                  <a:lnTo>
                    <a:pt x="7119410" y="2554024"/>
                  </a:lnTo>
                  <a:lnTo>
                    <a:pt x="7122833" y="2562420"/>
                  </a:lnTo>
                  <a:lnTo>
                    <a:pt x="7126256" y="2609698"/>
                  </a:lnTo>
                  <a:lnTo>
                    <a:pt x="7129678" y="2615275"/>
                  </a:lnTo>
                  <a:lnTo>
                    <a:pt x="7133101" y="2599204"/>
                  </a:lnTo>
                  <a:lnTo>
                    <a:pt x="7136524" y="2620684"/>
                  </a:lnTo>
                  <a:lnTo>
                    <a:pt x="7139947" y="2621268"/>
                  </a:lnTo>
                  <a:lnTo>
                    <a:pt x="7143370" y="2623409"/>
                  </a:lnTo>
                  <a:lnTo>
                    <a:pt x="7146792" y="2592459"/>
                  </a:lnTo>
                  <a:lnTo>
                    <a:pt x="7150215" y="2615770"/>
                  </a:lnTo>
                  <a:lnTo>
                    <a:pt x="7153638" y="2666452"/>
                  </a:lnTo>
                  <a:lnTo>
                    <a:pt x="7157061" y="2656833"/>
                  </a:lnTo>
                  <a:lnTo>
                    <a:pt x="7160484" y="2647420"/>
                  </a:lnTo>
                  <a:lnTo>
                    <a:pt x="7163906" y="2651017"/>
                  </a:lnTo>
                  <a:lnTo>
                    <a:pt x="7167329" y="2653314"/>
                  </a:lnTo>
                  <a:lnTo>
                    <a:pt x="7170752" y="2658197"/>
                  </a:lnTo>
                  <a:lnTo>
                    <a:pt x="7174175" y="2653349"/>
                  </a:lnTo>
                  <a:lnTo>
                    <a:pt x="7177597" y="2686302"/>
                  </a:lnTo>
                  <a:lnTo>
                    <a:pt x="7181020" y="2666751"/>
                  </a:lnTo>
                  <a:lnTo>
                    <a:pt x="7184443" y="2692029"/>
                  </a:lnTo>
                  <a:lnTo>
                    <a:pt x="7187866" y="2663822"/>
                  </a:lnTo>
                  <a:lnTo>
                    <a:pt x="7191289" y="2666220"/>
                  </a:lnTo>
                  <a:lnTo>
                    <a:pt x="7194711" y="2668205"/>
                  </a:lnTo>
                  <a:lnTo>
                    <a:pt x="7198134" y="2631998"/>
                  </a:lnTo>
                  <a:lnTo>
                    <a:pt x="7201557" y="2641968"/>
                  </a:lnTo>
                  <a:lnTo>
                    <a:pt x="7204980" y="2625975"/>
                  </a:lnTo>
                  <a:lnTo>
                    <a:pt x="7208403" y="2621723"/>
                  </a:lnTo>
                  <a:lnTo>
                    <a:pt x="7211825" y="2608516"/>
                  </a:lnTo>
                  <a:lnTo>
                    <a:pt x="7215248" y="2569047"/>
                  </a:lnTo>
                  <a:lnTo>
                    <a:pt x="7218671" y="2565480"/>
                  </a:lnTo>
                  <a:lnTo>
                    <a:pt x="7222094" y="2541121"/>
                  </a:lnTo>
                  <a:lnTo>
                    <a:pt x="7225517" y="2370744"/>
                  </a:lnTo>
                  <a:lnTo>
                    <a:pt x="7228939" y="2398473"/>
                  </a:lnTo>
                  <a:lnTo>
                    <a:pt x="7232362" y="2415903"/>
                  </a:lnTo>
                  <a:lnTo>
                    <a:pt x="7235785" y="2434614"/>
                  </a:lnTo>
                  <a:lnTo>
                    <a:pt x="7239208" y="2508033"/>
                  </a:lnTo>
                  <a:lnTo>
                    <a:pt x="7242631" y="2503784"/>
                  </a:lnTo>
                  <a:lnTo>
                    <a:pt x="7246053" y="2507782"/>
                  </a:lnTo>
                  <a:lnTo>
                    <a:pt x="7249476" y="2488309"/>
                  </a:lnTo>
                  <a:lnTo>
                    <a:pt x="7252899" y="2499832"/>
                  </a:lnTo>
                  <a:lnTo>
                    <a:pt x="7256322" y="2401293"/>
                  </a:lnTo>
                  <a:lnTo>
                    <a:pt x="7259745" y="2378931"/>
                  </a:lnTo>
                  <a:lnTo>
                    <a:pt x="7263167" y="2385575"/>
                  </a:lnTo>
                  <a:lnTo>
                    <a:pt x="7266590" y="2299387"/>
                  </a:lnTo>
                  <a:lnTo>
                    <a:pt x="7270013" y="2371864"/>
                  </a:lnTo>
                  <a:lnTo>
                    <a:pt x="7273436" y="2344779"/>
                  </a:lnTo>
                  <a:lnTo>
                    <a:pt x="7276858" y="2329548"/>
                  </a:lnTo>
                  <a:lnTo>
                    <a:pt x="7280281" y="2265069"/>
                  </a:lnTo>
                  <a:lnTo>
                    <a:pt x="7283704" y="2246674"/>
                  </a:lnTo>
                  <a:lnTo>
                    <a:pt x="7287127" y="2189742"/>
                  </a:lnTo>
                  <a:lnTo>
                    <a:pt x="7290550" y="2262150"/>
                  </a:lnTo>
                  <a:lnTo>
                    <a:pt x="7293972" y="2241657"/>
                  </a:lnTo>
                  <a:lnTo>
                    <a:pt x="7297395" y="2257166"/>
                  </a:lnTo>
                  <a:lnTo>
                    <a:pt x="7300818" y="2273482"/>
                  </a:lnTo>
                  <a:lnTo>
                    <a:pt x="7304241" y="2254248"/>
                  </a:lnTo>
                  <a:lnTo>
                    <a:pt x="7307664" y="2226791"/>
                  </a:lnTo>
                  <a:lnTo>
                    <a:pt x="7311086" y="2048280"/>
                  </a:lnTo>
                  <a:lnTo>
                    <a:pt x="7314509" y="2027787"/>
                  </a:lnTo>
                  <a:lnTo>
                    <a:pt x="7317932" y="2018026"/>
                  </a:lnTo>
                  <a:lnTo>
                    <a:pt x="7321355" y="2012708"/>
                  </a:lnTo>
                  <a:lnTo>
                    <a:pt x="7324778" y="1987545"/>
                  </a:lnTo>
                  <a:lnTo>
                    <a:pt x="7328200" y="1987247"/>
                  </a:lnTo>
                  <a:lnTo>
                    <a:pt x="7331623" y="1922833"/>
                  </a:lnTo>
                  <a:lnTo>
                    <a:pt x="7335046" y="1881361"/>
                  </a:lnTo>
                  <a:lnTo>
                    <a:pt x="7338469" y="1850998"/>
                  </a:lnTo>
                  <a:lnTo>
                    <a:pt x="7341892" y="1850482"/>
                  </a:lnTo>
                  <a:lnTo>
                    <a:pt x="7345314" y="1898645"/>
                  </a:lnTo>
                  <a:lnTo>
                    <a:pt x="7348737" y="1936920"/>
                  </a:lnTo>
                  <a:lnTo>
                    <a:pt x="7352160" y="1904736"/>
                  </a:lnTo>
                  <a:lnTo>
                    <a:pt x="7355583" y="1943472"/>
                  </a:lnTo>
                  <a:lnTo>
                    <a:pt x="7359006" y="1937251"/>
                  </a:lnTo>
                  <a:lnTo>
                    <a:pt x="7362428" y="1939393"/>
                  </a:lnTo>
                  <a:lnTo>
                    <a:pt x="7365851" y="1925826"/>
                  </a:lnTo>
                  <a:lnTo>
                    <a:pt x="7369274" y="1931471"/>
                  </a:lnTo>
                  <a:lnTo>
                    <a:pt x="7372697" y="1854999"/>
                  </a:lnTo>
                  <a:lnTo>
                    <a:pt x="7376120" y="1881944"/>
                  </a:lnTo>
                  <a:lnTo>
                    <a:pt x="7379542" y="1931951"/>
                  </a:lnTo>
                  <a:lnTo>
                    <a:pt x="7382965" y="1961223"/>
                  </a:lnTo>
                  <a:lnTo>
                    <a:pt x="7386388" y="1986250"/>
                  </a:lnTo>
                  <a:lnTo>
                    <a:pt x="7389811" y="2072131"/>
                  </a:lnTo>
                  <a:lnTo>
                    <a:pt x="7393233" y="2102440"/>
                  </a:lnTo>
                  <a:lnTo>
                    <a:pt x="7396656" y="2213273"/>
                  </a:lnTo>
                  <a:lnTo>
                    <a:pt x="7400079" y="2231932"/>
                  </a:lnTo>
                  <a:lnTo>
                    <a:pt x="7403502" y="2263832"/>
                  </a:lnTo>
                  <a:lnTo>
                    <a:pt x="7406925" y="2312602"/>
                  </a:lnTo>
                  <a:lnTo>
                    <a:pt x="7410347" y="2290139"/>
                  </a:lnTo>
                  <a:lnTo>
                    <a:pt x="7413770" y="2307673"/>
                  </a:lnTo>
                  <a:lnTo>
                    <a:pt x="7417193" y="2392538"/>
                  </a:lnTo>
                  <a:lnTo>
                    <a:pt x="7420616" y="2428804"/>
                  </a:lnTo>
                  <a:lnTo>
                    <a:pt x="7424039" y="2418266"/>
                  </a:lnTo>
                  <a:lnTo>
                    <a:pt x="7427461" y="2386660"/>
                  </a:lnTo>
                  <a:lnTo>
                    <a:pt x="7430884" y="2320864"/>
                  </a:lnTo>
                  <a:lnTo>
                    <a:pt x="7434307" y="2390021"/>
                  </a:lnTo>
                  <a:lnTo>
                    <a:pt x="7437730" y="2378451"/>
                  </a:lnTo>
                  <a:lnTo>
                    <a:pt x="7441153" y="2420894"/>
                  </a:lnTo>
                  <a:lnTo>
                    <a:pt x="7444575" y="2429936"/>
                  </a:lnTo>
                  <a:lnTo>
                    <a:pt x="7447998" y="2375509"/>
                  </a:lnTo>
                  <a:lnTo>
                    <a:pt x="7451421" y="2378944"/>
                  </a:lnTo>
                  <a:lnTo>
                    <a:pt x="7454844" y="2434277"/>
                  </a:lnTo>
                  <a:lnTo>
                    <a:pt x="7458267" y="2458615"/>
                  </a:lnTo>
                  <a:lnTo>
                    <a:pt x="7461689" y="2475621"/>
                  </a:lnTo>
                  <a:lnTo>
                    <a:pt x="7465112" y="2434834"/>
                  </a:lnTo>
                  <a:lnTo>
                    <a:pt x="7468535" y="2432891"/>
                  </a:lnTo>
                  <a:lnTo>
                    <a:pt x="7471958" y="2526913"/>
                  </a:lnTo>
                  <a:lnTo>
                    <a:pt x="7475381" y="2522372"/>
                  </a:lnTo>
                  <a:lnTo>
                    <a:pt x="7478803" y="2556836"/>
                  </a:lnTo>
                  <a:lnTo>
                    <a:pt x="7482226" y="2548483"/>
                  </a:lnTo>
                  <a:lnTo>
                    <a:pt x="7485649" y="2548071"/>
                  </a:lnTo>
                  <a:lnTo>
                    <a:pt x="7489072" y="2564735"/>
                  </a:lnTo>
                  <a:lnTo>
                    <a:pt x="7492494" y="2576225"/>
                  </a:lnTo>
                  <a:lnTo>
                    <a:pt x="7495917" y="2574210"/>
                  </a:lnTo>
                  <a:lnTo>
                    <a:pt x="7499340" y="2560674"/>
                  </a:lnTo>
                  <a:lnTo>
                    <a:pt x="7502763" y="2554347"/>
                  </a:lnTo>
                  <a:lnTo>
                    <a:pt x="7506186" y="2553157"/>
                  </a:lnTo>
                  <a:lnTo>
                    <a:pt x="7509608" y="2580830"/>
                  </a:lnTo>
                  <a:lnTo>
                    <a:pt x="7513031" y="2588744"/>
                  </a:lnTo>
                  <a:lnTo>
                    <a:pt x="7516454" y="2582494"/>
                  </a:lnTo>
                  <a:lnTo>
                    <a:pt x="7519877" y="2564687"/>
                  </a:lnTo>
                  <a:lnTo>
                    <a:pt x="7523300" y="2606976"/>
                  </a:lnTo>
                  <a:lnTo>
                    <a:pt x="7526722" y="2601207"/>
                  </a:lnTo>
                  <a:lnTo>
                    <a:pt x="7530145" y="2606118"/>
                  </a:lnTo>
                  <a:lnTo>
                    <a:pt x="7533568" y="2658144"/>
                  </a:lnTo>
                  <a:lnTo>
                    <a:pt x="7536991" y="2673909"/>
                  </a:lnTo>
                  <a:lnTo>
                    <a:pt x="7540414" y="2717284"/>
                  </a:lnTo>
                  <a:lnTo>
                    <a:pt x="7543836" y="2716022"/>
                  </a:lnTo>
                  <a:lnTo>
                    <a:pt x="7547259" y="2721183"/>
                  </a:lnTo>
                  <a:lnTo>
                    <a:pt x="7550682" y="2713374"/>
                  </a:lnTo>
                  <a:lnTo>
                    <a:pt x="7554105" y="2682908"/>
                  </a:lnTo>
                  <a:lnTo>
                    <a:pt x="7557528" y="2643022"/>
                  </a:lnTo>
                  <a:lnTo>
                    <a:pt x="7560950" y="2607280"/>
                  </a:lnTo>
                  <a:lnTo>
                    <a:pt x="7564373" y="2657911"/>
                  </a:lnTo>
                  <a:lnTo>
                    <a:pt x="7567796" y="2711764"/>
                  </a:lnTo>
                  <a:lnTo>
                    <a:pt x="7571219" y="2699075"/>
                  </a:lnTo>
                  <a:lnTo>
                    <a:pt x="7574642" y="2712468"/>
                  </a:lnTo>
                  <a:lnTo>
                    <a:pt x="7578064" y="2677768"/>
                  </a:lnTo>
                  <a:lnTo>
                    <a:pt x="7581487" y="2640103"/>
                  </a:lnTo>
                  <a:lnTo>
                    <a:pt x="7584910" y="2603389"/>
                  </a:lnTo>
                  <a:lnTo>
                    <a:pt x="7588333" y="2644872"/>
                  </a:lnTo>
                  <a:lnTo>
                    <a:pt x="7591755" y="2722400"/>
                  </a:lnTo>
                  <a:lnTo>
                    <a:pt x="7595178" y="2685741"/>
                  </a:lnTo>
                  <a:lnTo>
                    <a:pt x="7598601" y="2723758"/>
                  </a:lnTo>
                  <a:lnTo>
                    <a:pt x="7602024" y="2694037"/>
                  </a:lnTo>
                  <a:lnTo>
                    <a:pt x="7605447" y="2690832"/>
                  </a:lnTo>
                  <a:lnTo>
                    <a:pt x="7608869" y="2702875"/>
                  </a:lnTo>
                  <a:lnTo>
                    <a:pt x="7612292" y="2691662"/>
                  </a:lnTo>
                  <a:lnTo>
                    <a:pt x="7615715" y="2723932"/>
                  </a:lnTo>
                  <a:lnTo>
                    <a:pt x="7619138" y="2745044"/>
                  </a:lnTo>
                  <a:lnTo>
                    <a:pt x="7622561" y="2757916"/>
                  </a:lnTo>
                  <a:lnTo>
                    <a:pt x="7625983" y="2746661"/>
                  </a:lnTo>
                  <a:lnTo>
                    <a:pt x="7629406" y="2745986"/>
                  </a:lnTo>
                  <a:lnTo>
                    <a:pt x="7632829" y="2763872"/>
                  </a:lnTo>
                  <a:lnTo>
                    <a:pt x="7636252" y="2725399"/>
                  </a:lnTo>
                  <a:lnTo>
                    <a:pt x="7639675" y="2709533"/>
                  </a:lnTo>
                  <a:lnTo>
                    <a:pt x="7643097" y="2678088"/>
                  </a:lnTo>
                  <a:lnTo>
                    <a:pt x="7646520" y="2692394"/>
                  </a:lnTo>
                  <a:lnTo>
                    <a:pt x="7649943" y="2743347"/>
                  </a:lnTo>
                  <a:lnTo>
                    <a:pt x="7653366" y="2731677"/>
                  </a:lnTo>
                  <a:lnTo>
                    <a:pt x="7656789" y="2712593"/>
                  </a:lnTo>
                  <a:lnTo>
                    <a:pt x="7660211" y="2682467"/>
                  </a:lnTo>
                  <a:lnTo>
                    <a:pt x="7663634" y="2646058"/>
                  </a:lnTo>
                  <a:lnTo>
                    <a:pt x="7667057" y="2635725"/>
                  </a:lnTo>
                  <a:lnTo>
                    <a:pt x="7670480" y="2604727"/>
                  </a:lnTo>
                  <a:lnTo>
                    <a:pt x="7673903" y="2601933"/>
                  </a:lnTo>
                  <a:lnTo>
                    <a:pt x="7677325" y="2636080"/>
                  </a:lnTo>
                  <a:lnTo>
                    <a:pt x="7680748" y="2631227"/>
                  </a:lnTo>
                  <a:lnTo>
                    <a:pt x="7684171" y="2657388"/>
                  </a:lnTo>
                  <a:lnTo>
                    <a:pt x="7687594" y="2620706"/>
                  </a:lnTo>
                  <a:lnTo>
                    <a:pt x="7691017" y="2524155"/>
                  </a:lnTo>
                  <a:lnTo>
                    <a:pt x="7694439" y="2508317"/>
                  </a:lnTo>
                  <a:lnTo>
                    <a:pt x="7697862" y="2582752"/>
                  </a:lnTo>
                  <a:lnTo>
                    <a:pt x="7701285" y="2602143"/>
                  </a:lnTo>
                  <a:lnTo>
                    <a:pt x="7704708" y="2631237"/>
                  </a:lnTo>
                  <a:lnTo>
                    <a:pt x="7708130" y="2575796"/>
                  </a:lnTo>
                  <a:lnTo>
                    <a:pt x="7711553" y="2553022"/>
                  </a:lnTo>
                  <a:lnTo>
                    <a:pt x="7714976" y="2570775"/>
                  </a:lnTo>
                  <a:lnTo>
                    <a:pt x="7718399" y="2562497"/>
                  </a:lnTo>
                  <a:lnTo>
                    <a:pt x="7721822" y="2552613"/>
                  </a:lnTo>
                  <a:lnTo>
                    <a:pt x="7725244" y="2595524"/>
                  </a:lnTo>
                  <a:lnTo>
                    <a:pt x="7728667" y="2657345"/>
                  </a:lnTo>
                  <a:lnTo>
                    <a:pt x="7732090" y="2685232"/>
                  </a:lnTo>
                  <a:lnTo>
                    <a:pt x="7735513" y="2667920"/>
                  </a:lnTo>
                  <a:lnTo>
                    <a:pt x="7738936" y="2674741"/>
                  </a:lnTo>
                  <a:lnTo>
                    <a:pt x="7742358" y="2682555"/>
                  </a:lnTo>
                  <a:lnTo>
                    <a:pt x="7745781" y="2710633"/>
                  </a:lnTo>
                  <a:lnTo>
                    <a:pt x="7749204" y="2725007"/>
                  </a:lnTo>
                  <a:lnTo>
                    <a:pt x="7752627" y="2706040"/>
                  </a:lnTo>
                  <a:lnTo>
                    <a:pt x="7756050" y="2754196"/>
                  </a:lnTo>
                  <a:lnTo>
                    <a:pt x="7759472" y="2787858"/>
                  </a:lnTo>
                  <a:lnTo>
                    <a:pt x="7762895" y="2796783"/>
                  </a:lnTo>
                  <a:lnTo>
                    <a:pt x="7766318" y="2760129"/>
                  </a:lnTo>
                  <a:lnTo>
                    <a:pt x="7769741" y="2779912"/>
                  </a:lnTo>
                  <a:lnTo>
                    <a:pt x="7773164" y="2790050"/>
                  </a:lnTo>
                  <a:lnTo>
                    <a:pt x="7776586" y="2818305"/>
                  </a:lnTo>
                  <a:lnTo>
                    <a:pt x="7776586" y="2818305"/>
                  </a:lnTo>
                  <a:lnTo>
                    <a:pt x="7780009" y="2813821"/>
                  </a:lnTo>
                  <a:lnTo>
                    <a:pt x="7783432" y="2797869"/>
                  </a:lnTo>
                  <a:lnTo>
                    <a:pt x="7786855" y="2800001"/>
                  </a:lnTo>
                  <a:lnTo>
                    <a:pt x="7790278" y="2794245"/>
                  </a:lnTo>
                  <a:lnTo>
                    <a:pt x="7793700" y="2793808"/>
                  </a:lnTo>
                  <a:lnTo>
                    <a:pt x="7797123" y="2795501"/>
                  </a:lnTo>
                  <a:lnTo>
                    <a:pt x="7800546" y="2811434"/>
                  </a:lnTo>
                  <a:lnTo>
                    <a:pt x="7803969" y="2806265"/>
                  </a:lnTo>
                  <a:lnTo>
                    <a:pt x="7807391" y="2794517"/>
                  </a:lnTo>
                  <a:lnTo>
                    <a:pt x="7810814" y="2818305"/>
                  </a:lnTo>
                  <a:lnTo>
                    <a:pt x="7810814" y="2818305"/>
                  </a:lnTo>
                  <a:lnTo>
                    <a:pt x="7814237" y="2797362"/>
                  </a:lnTo>
                  <a:lnTo>
                    <a:pt x="7817660" y="2793244"/>
                  </a:lnTo>
                  <a:lnTo>
                    <a:pt x="7821083" y="2768288"/>
                  </a:lnTo>
                  <a:lnTo>
                    <a:pt x="7824505" y="2728224"/>
                  </a:lnTo>
                  <a:lnTo>
                    <a:pt x="7827928" y="2718511"/>
                  </a:lnTo>
                  <a:lnTo>
                    <a:pt x="7831351" y="2713723"/>
                  </a:lnTo>
                  <a:lnTo>
                    <a:pt x="7834774" y="2729182"/>
                  </a:lnTo>
                  <a:lnTo>
                    <a:pt x="7838197" y="2703238"/>
                  </a:lnTo>
                  <a:lnTo>
                    <a:pt x="7841619" y="2672324"/>
                  </a:lnTo>
                  <a:lnTo>
                    <a:pt x="7845042" y="2685666"/>
                  </a:lnTo>
                  <a:lnTo>
                    <a:pt x="7848465" y="2673170"/>
                  </a:lnTo>
                  <a:lnTo>
                    <a:pt x="7851888" y="2700230"/>
                  </a:lnTo>
                  <a:lnTo>
                    <a:pt x="7855311" y="2713079"/>
                  </a:lnTo>
                  <a:lnTo>
                    <a:pt x="7858733" y="2701487"/>
                  </a:lnTo>
                  <a:lnTo>
                    <a:pt x="7862156" y="2719532"/>
                  </a:lnTo>
                  <a:lnTo>
                    <a:pt x="7865579" y="2724147"/>
                  </a:lnTo>
                  <a:lnTo>
                    <a:pt x="7869002" y="2715071"/>
                  </a:lnTo>
                  <a:lnTo>
                    <a:pt x="7872425" y="2677509"/>
                  </a:lnTo>
                  <a:lnTo>
                    <a:pt x="7875847" y="2594543"/>
                  </a:lnTo>
                  <a:lnTo>
                    <a:pt x="7879270" y="2593156"/>
                  </a:lnTo>
                  <a:lnTo>
                    <a:pt x="7882693" y="2612308"/>
                  </a:lnTo>
                  <a:lnTo>
                    <a:pt x="7886116" y="2656030"/>
                  </a:lnTo>
                  <a:lnTo>
                    <a:pt x="7889539" y="2709158"/>
                  </a:lnTo>
                  <a:lnTo>
                    <a:pt x="7892961" y="2692618"/>
                  </a:lnTo>
                  <a:lnTo>
                    <a:pt x="7896384" y="2695239"/>
                  </a:lnTo>
                  <a:lnTo>
                    <a:pt x="7899807" y="2722427"/>
                  </a:lnTo>
                  <a:lnTo>
                    <a:pt x="7903230" y="2708910"/>
                  </a:lnTo>
                  <a:lnTo>
                    <a:pt x="7906652" y="2724207"/>
                  </a:lnTo>
                  <a:lnTo>
                    <a:pt x="7910075" y="2692300"/>
                  </a:lnTo>
                  <a:lnTo>
                    <a:pt x="7913498" y="2643417"/>
                  </a:lnTo>
                  <a:lnTo>
                    <a:pt x="7916921" y="2676516"/>
                  </a:lnTo>
                  <a:lnTo>
                    <a:pt x="7920344" y="2650133"/>
                  </a:lnTo>
                  <a:lnTo>
                    <a:pt x="7923766" y="2641842"/>
                  </a:lnTo>
                  <a:lnTo>
                    <a:pt x="7927189" y="2645780"/>
                  </a:lnTo>
                  <a:lnTo>
                    <a:pt x="7930612" y="2661282"/>
                  </a:lnTo>
                  <a:lnTo>
                    <a:pt x="7934035" y="2724516"/>
                  </a:lnTo>
                  <a:lnTo>
                    <a:pt x="7937458" y="2682606"/>
                  </a:lnTo>
                  <a:lnTo>
                    <a:pt x="7940880" y="2724060"/>
                  </a:lnTo>
                  <a:lnTo>
                    <a:pt x="7944303" y="2743397"/>
                  </a:lnTo>
                  <a:lnTo>
                    <a:pt x="7947726" y="2706432"/>
                  </a:lnTo>
                  <a:lnTo>
                    <a:pt x="7951149" y="2727545"/>
                  </a:lnTo>
                  <a:lnTo>
                    <a:pt x="7954572" y="2694497"/>
                  </a:lnTo>
                  <a:lnTo>
                    <a:pt x="7957994" y="2747597"/>
                  </a:lnTo>
                  <a:lnTo>
                    <a:pt x="7961417" y="2734065"/>
                  </a:lnTo>
                  <a:lnTo>
                    <a:pt x="7964840" y="2747910"/>
                  </a:lnTo>
                  <a:lnTo>
                    <a:pt x="7968263" y="2739294"/>
                  </a:lnTo>
                  <a:lnTo>
                    <a:pt x="7971686" y="2711160"/>
                  </a:lnTo>
                  <a:lnTo>
                    <a:pt x="7975108" y="2739113"/>
                  </a:lnTo>
                  <a:lnTo>
                    <a:pt x="7978531" y="2668481"/>
                  </a:lnTo>
                  <a:lnTo>
                    <a:pt x="7981954" y="2611049"/>
                  </a:lnTo>
                  <a:lnTo>
                    <a:pt x="7985377" y="2653510"/>
                  </a:lnTo>
                  <a:lnTo>
                    <a:pt x="7988800" y="2634962"/>
                  </a:lnTo>
                  <a:lnTo>
                    <a:pt x="7992222" y="2683184"/>
                  </a:lnTo>
                  <a:lnTo>
                    <a:pt x="7995645" y="2629248"/>
                  </a:lnTo>
                  <a:lnTo>
                    <a:pt x="7999068" y="2617986"/>
                  </a:lnTo>
                  <a:lnTo>
                    <a:pt x="8002491" y="2598603"/>
                  </a:lnTo>
                  <a:lnTo>
                    <a:pt x="8005914" y="2584162"/>
                  </a:lnTo>
                  <a:lnTo>
                    <a:pt x="8009336" y="2610295"/>
                  </a:lnTo>
                  <a:lnTo>
                    <a:pt x="8012759" y="2564293"/>
                  </a:lnTo>
                  <a:lnTo>
                    <a:pt x="8016182" y="2545443"/>
                  </a:lnTo>
                  <a:lnTo>
                    <a:pt x="8019605" y="2547972"/>
                  </a:lnTo>
                  <a:lnTo>
                    <a:pt x="8023027" y="2481693"/>
                  </a:lnTo>
                  <a:lnTo>
                    <a:pt x="8026450" y="2491538"/>
                  </a:lnTo>
                  <a:lnTo>
                    <a:pt x="8029873" y="2450862"/>
                  </a:lnTo>
                  <a:lnTo>
                    <a:pt x="8033296" y="2490638"/>
                  </a:lnTo>
                  <a:lnTo>
                    <a:pt x="8036719" y="2545472"/>
                  </a:lnTo>
                  <a:lnTo>
                    <a:pt x="8040141" y="2596920"/>
                  </a:lnTo>
                  <a:lnTo>
                    <a:pt x="8043564" y="2657669"/>
                  </a:lnTo>
                  <a:lnTo>
                    <a:pt x="8046987" y="2665029"/>
                  </a:lnTo>
                  <a:lnTo>
                    <a:pt x="8050410" y="2688374"/>
                  </a:lnTo>
                  <a:lnTo>
                    <a:pt x="8053833" y="2672696"/>
                  </a:lnTo>
                  <a:lnTo>
                    <a:pt x="8057255" y="2659096"/>
                  </a:lnTo>
                  <a:lnTo>
                    <a:pt x="8060678" y="2626621"/>
                  </a:lnTo>
                  <a:lnTo>
                    <a:pt x="8064101" y="2561567"/>
                  </a:lnTo>
                  <a:lnTo>
                    <a:pt x="8067524" y="2603257"/>
                  </a:lnTo>
                  <a:lnTo>
                    <a:pt x="8070947" y="2583146"/>
                  </a:lnTo>
                  <a:lnTo>
                    <a:pt x="8074369" y="2569744"/>
                  </a:lnTo>
                  <a:lnTo>
                    <a:pt x="8077792" y="2595791"/>
                  </a:lnTo>
                  <a:lnTo>
                    <a:pt x="8081215" y="2682400"/>
                  </a:lnTo>
                  <a:lnTo>
                    <a:pt x="8084638" y="2682410"/>
                  </a:lnTo>
                  <a:lnTo>
                    <a:pt x="8088061" y="2709967"/>
                  </a:lnTo>
                  <a:lnTo>
                    <a:pt x="8091483" y="2686796"/>
                  </a:lnTo>
                  <a:lnTo>
                    <a:pt x="8094906" y="2643543"/>
                  </a:lnTo>
                  <a:lnTo>
                    <a:pt x="8098329" y="2650238"/>
                  </a:lnTo>
                  <a:lnTo>
                    <a:pt x="8101752" y="2633276"/>
                  </a:lnTo>
                  <a:lnTo>
                    <a:pt x="8105175" y="2611365"/>
                  </a:lnTo>
                  <a:lnTo>
                    <a:pt x="8108597" y="2549672"/>
                  </a:lnTo>
                  <a:lnTo>
                    <a:pt x="8112020" y="2639858"/>
                  </a:lnTo>
                  <a:lnTo>
                    <a:pt x="8115443" y="2638188"/>
                  </a:lnTo>
                  <a:lnTo>
                    <a:pt x="8118866" y="2674217"/>
                  </a:lnTo>
                  <a:lnTo>
                    <a:pt x="8122288" y="2637281"/>
                  </a:lnTo>
                  <a:lnTo>
                    <a:pt x="8125711" y="2607113"/>
                  </a:lnTo>
                  <a:lnTo>
                    <a:pt x="8129134" y="2522271"/>
                  </a:lnTo>
                  <a:lnTo>
                    <a:pt x="8132557" y="2500105"/>
                  </a:lnTo>
                  <a:lnTo>
                    <a:pt x="8135980" y="2499965"/>
                  </a:lnTo>
                  <a:lnTo>
                    <a:pt x="8139402" y="2563762"/>
                  </a:lnTo>
                  <a:lnTo>
                    <a:pt x="8142825" y="2595922"/>
                  </a:lnTo>
                  <a:lnTo>
                    <a:pt x="8146248" y="2627038"/>
                  </a:lnTo>
                  <a:lnTo>
                    <a:pt x="8149671" y="2635463"/>
                  </a:lnTo>
                  <a:lnTo>
                    <a:pt x="8153094" y="2624541"/>
                  </a:lnTo>
                  <a:lnTo>
                    <a:pt x="8156516" y="2575201"/>
                  </a:lnTo>
                  <a:lnTo>
                    <a:pt x="8159939" y="2537273"/>
                  </a:lnTo>
                  <a:lnTo>
                    <a:pt x="8163362" y="2531065"/>
                  </a:lnTo>
                  <a:lnTo>
                    <a:pt x="8166785" y="2497857"/>
                  </a:lnTo>
                  <a:lnTo>
                    <a:pt x="8170208" y="2538909"/>
                  </a:lnTo>
                  <a:lnTo>
                    <a:pt x="8173630" y="2556204"/>
                  </a:lnTo>
                  <a:lnTo>
                    <a:pt x="8177053" y="2493207"/>
                  </a:lnTo>
                  <a:lnTo>
                    <a:pt x="8180476" y="2510366"/>
                  </a:lnTo>
                  <a:lnTo>
                    <a:pt x="8183899" y="2551539"/>
                  </a:lnTo>
                  <a:lnTo>
                    <a:pt x="8187322" y="2616981"/>
                  </a:lnTo>
                  <a:lnTo>
                    <a:pt x="8190744" y="2637038"/>
                  </a:lnTo>
                  <a:lnTo>
                    <a:pt x="8194167" y="2638583"/>
                  </a:lnTo>
                  <a:lnTo>
                    <a:pt x="8197590" y="2658283"/>
                  </a:lnTo>
                  <a:lnTo>
                    <a:pt x="8201013" y="2662323"/>
                  </a:lnTo>
                  <a:lnTo>
                    <a:pt x="8204436" y="2656068"/>
                  </a:lnTo>
                  <a:lnTo>
                    <a:pt x="8207858" y="2676922"/>
                  </a:lnTo>
                  <a:lnTo>
                    <a:pt x="8211281" y="2691509"/>
                  </a:lnTo>
                  <a:lnTo>
                    <a:pt x="8214704" y="2703802"/>
                  </a:lnTo>
                  <a:lnTo>
                    <a:pt x="8218127" y="2699889"/>
                  </a:lnTo>
                  <a:lnTo>
                    <a:pt x="8221550" y="2708051"/>
                  </a:lnTo>
                  <a:lnTo>
                    <a:pt x="8224972" y="2718319"/>
                  </a:lnTo>
                  <a:lnTo>
                    <a:pt x="8228395" y="2701284"/>
                  </a:lnTo>
                  <a:lnTo>
                    <a:pt x="8231818" y="2691038"/>
                  </a:lnTo>
                  <a:lnTo>
                    <a:pt x="8235241" y="2683488"/>
                  </a:lnTo>
                  <a:lnTo>
                    <a:pt x="8238663" y="2693927"/>
                  </a:lnTo>
                  <a:lnTo>
                    <a:pt x="8242086" y="2727382"/>
                  </a:lnTo>
                  <a:lnTo>
                    <a:pt x="8245509" y="2699144"/>
                  </a:lnTo>
                  <a:lnTo>
                    <a:pt x="8248932" y="2680744"/>
                  </a:lnTo>
                  <a:lnTo>
                    <a:pt x="8252355" y="2637332"/>
                  </a:lnTo>
                  <a:lnTo>
                    <a:pt x="8255777" y="2573144"/>
                  </a:lnTo>
                  <a:lnTo>
                    <a:pt x="8259200" y="2645823"/>
                  </a:lnTo>
                  <a:lnTo>
                    <a:pt x="8262623" y="2672218"/>
                  </a:lnTo>
                  <a:lnTo>
                    <a:pt x="8266046" y="2704582"/>
                  </a:lnTo>
                  <a:lnTo>
                    <a:pt x="8269469" y="2718335"/>
                  </a:lnTo>
                  <a:lnTo>
                    <a:pt x="8272891" y="2701393"/>
                  </a:lnTo>
                  <a:lnTo>
                    <a:pt x="8276314" y="2707776"/>
                  </a:lnTo>
                  <a:lnTo>
                    <a:pt x="8279737" y="2718231"/>
                  </a:lnTo>
                  <a:lnTo>
                    <a:pt x="8283160" y="2724634"/>
                  </a:lnTo>
                  <a:lnTo>
                    <a:pt x="8286583" y="2702848"/>
                  </a:lnTo>
                  <a:lnTo>
                    <a:pt x="8290005" y="2686943"/>
                  </a:lnTo>
                  <a:lnTo>
                    <a:pt x="8293428" y="2697347"/>
                  </a:lnTo>
                  <a:lnTo>
                    <a:pt x="8296851" y="2721438"/>
                  </a:lnTo>
                  <a:lnTo>
                    <a:pt x="8300274" y="2693944"/>
                  </a:lnTo>
                  <a:lnTo>
                    <a:pt x="8303697" y="2703834"/>
                  </a:lnTo>
                  <a:lnTo>
                    <a:pt x="8307119" y="2694994"/>
                  </a:lnTo>
                  <a:lnTo>
                    <a:pt x="8310542" y="2710655"/>
                  </a:lnTo>
                  <a:lnTo>
                    <a:pt x="8313965" y="2742640"/>
                  </a:lnTo>
                  <a:lnTo>
                    <a:pt x="8317388" y="2741481"/>
                  </a:lnTo>
                  <a:lnTo>
                    <a:pt x="8320811" y="2757634"/>
                  </a:lnTo>
                  <a:lnTo>
                    <a:pt x="8324233" y="2765350"/>
                  </a:lnTo>
                  <a:lnTo>
                    <a:pt x="8327656" y="2759206"/>
                  </a:lnTo>
                  <a:lnTo>
                    <a:pt x="8331079" y="2783861"/>
                  </a:lnTo>
                  <a:lnTo>
                    <a:pt x="8334502" y="2794747"/>
                  </a:lnTo>
                  <a:lnTo>
                    <a:pt x="8337924" y="2789732"/>
                  </a:lnTo>
                  <a:lnTo>
                    <a:pt x="8341347" y="2793591"/>
                  </a:lnTo>
                  <a:lnTo>
                    <a:pt x="8344770" y="2794270"/>
                  </a:lnTo>
                  <a:lnTo>
                    <a:pt x="8348193" y="2793357"/>
                  </a:lnTo>
                  <a:lnTo>
                    <a:pt x="8351616" y="2795447"/>
                  </a:lnTo>
                  <a:lnTo>
                    <a:pt x="8355038" y="2766575"/>
                  </a:lnTo>
                  <a:lnTo>
                    <a:pt x="8358461" y="2744231"/>
                  </a:lnTo>
                  <a:lnTo>
                    <a:pt x="8361884" y="2725861"/>
                  </a:lnTo>
                  <a:lnTo>
                    <a:pt x="8365307" y="2694466"/>
                  </a:lnTo>
                  <a:lnTo>
                    <a:pt x="8368730" y="2711976"/>
                  </a:lnTo>
                  <a:lnTo>
                    <a:pt x="8372152" y="2668098"/>
                  </a:lnTo>
                  <a:lnTo>
                    <a:pt x="8375575" y="2658897"/>
                  </a:lnTo>
                  <a:lnTo>
                    <a:pt x="8378998" y="2612228"/>
                  </a:lnTo>
                  <a:lnTo>
                    <a:pt x="8382421" y="2589295"/>
                  </a:lnTo>
                  <a:lnTo>
                    <a:pt x="8385844" y="2572453"/>
                  </a:lnTo>
                  <a:lnTo>
                    <a:pt x="8389266" y="2551664"/>
                  </a:lnTo>
                  <a:lnTo>
                    <a:pt x="8392689" y="2543772"/>
                  </a:lnTo>
                  <a:lnTo>
                    <a:pt x="8396112" y="2564297"/>
                  </a:lnTo>
                  <a:lnTo>
                    <a:pt x="8399535" y="2538253"/>
                  </a:lnTo>
                  <a:lnTo>
                    <a:pt x="8402958" y="2530283"/>
                  </a:lnTo>
                  <a:lnTo>
                    <a:pt x="8406380" y="2579884"/>
                  </a:lnTo>
                  <a:lnTo>
                    <a:pt x="8409803" y="2628608"/>
                  </a:lnTo>
                  <a:lnTo>
                    <a:pt x="8413226" y="2640979"/>
                  </a:lnTo>
                  <a:lnTo>
                    <a:pt x="8416649" y="2669060"/>
                  </a:lnTo>
                  <a:lnTo>
                    <a:pt x="8420072" y="2597285"/>
                  </a:lnTo>
                  <a:lnTo>
                    <a:pt x="8423494" y="2584158"/>
                  </a:lnTo>
                  <a:lnTo>
                    <a:pt x="8426917" y="2588519"/>
                  </a:lnTo>
                  <a:lnTo>
                    <a:pt x="8430340" y="2555519"/>
                  </a:lnTo>
                  <a:lnTo>
                    <a:pt x="8433763" y="2582283"/>
                  </a:lnTo>
                  <a:lnTo>
                    <a:pt x="8437185" y="2612254"/>
                  </a:lnTo>
                  <a:lnTo>
                    <a:pt x="8440608" y="2696728"/>
                  </a:lnTo>
                  <a:lnTo>
                    <a:pt x="8444031" y="2707142"/>
                  </a:lnTo>
                  <a:lnTo>
                    <a:pt x="8447454" y="2646037"/>
                  </a:lnTo>
                  <a:lnTo>
                    <a:pt x="8450877" y="2598141"/>
                  </a:lnTo>
                  <a:lnTo>
                    <a:pt x="8454299" y="2590297"/>
                  </a:lnTo>
                  <a:lnTo>
                    <a:pt x="8457722" y="2660212"/>
                  </a:lnTo>
                  <a:lnTo>
                    <a:pt x="8461145" y="2646086"/>
                  </a:lnTo>
                  <a:lnTo>
                    <a:pt x="8464568" y="2638161"/>
                  </a:lnTo>
                  <a:lnTo>
                    <a:pt x="8467991" y="2616909"/>
                  </a:lnTo>
                  <a:lnTo>
                    <a:pt x="8471413" y="2712382"/>
                  </a:lnTo>
                  <a:lnTo>
                    <a:pt x="8474836" y="2737704"/>
                  </a:lnTo>
                  <a:lnTo>
                    <a:pt x="8478259" y="2703959"/>
                  </a:lnTo>
                  <a:lnTo>
                    <a:pt x="8481682" y="2654075"/>
                  </a:lnTo>
                  <a:lnTo>
                    <a:pt x="8485105" y="2687178"/>
                  </a:lnTo>
                  <a:lnTo>
                    <a:pt x="8488527" y="2766471"/>
                  </a:lnTo>
                  <a:lnTo>
                    <a:pt x="8491950" y="2766763"/>
                  </a:lnTo>
                  <a:lnTo>
                    <a:pt x="8495373" y="2754285"/>
                  </a:lnTo>
                  <a:lnTo>
                    <a:pt x="8498796" y="2749769"/>
                  </a:lnTo>
                  <a:lnTo>
                    <a:pt x="8502219" y="2739973"/>
                  </a:lnTo>
                  <a:lnTo>
                    <a:pt x="8505641" y="2770507"/>
                  </a:lnTo>
                  <a:lnTo>
                    <a:pt x="8509064" y="2737041"/>
                  </a:lnTo>
                  <a:lnTo>
                    <a:pt x="8512487" y="2761098"/>
                  </a:lnTo>
                  <a:lnTo>
                    <a:pt x="8515910" y="2761724"/>
                  </a:lnTo>
                  <a:lnTo>
                    <a:pt x="8519333" y="2775377"/>
                  </a:lnTo>
                  <a:lnTo>
                    <a:pt x="8522755" y="2779820"/>
                  </a:lnTo>
                  <a:lnTo>
                    <a:pt x="8526178" y="2751117"/>
                  </a:lnTo>
                  <a:lnTo>
                    <a:pt x="8529601" y="2783878"/>
                  </a:lnTo>
                  <a:lnTo>
                    <a:pt x="8533024" y="2761338"/>
                  </a:lnTo>
                  <a:lnTo>
                    <a:pt x="8536447" y="2739222"/>
                  </a:lnTo>
                  <a:lnTo>
                    <a:pt x="8539869" y="2744656"/>
                  </a:lnTo>
                  <a:lnTo>
                    <a:pt x="8543292" y="2737130"/>
                  </a:lnTo>
                  <a:lnTo>
                    <a:pt x="8546715" y="2770248"/>
                  </a:lnTo>
                  <a:lnTo>
                    <a:pt x="8550138" y="2768827"/>
                  </a:lnTo>
                  <a:lnTo>
                    <a:pt x="8553560" y="2750378"/>
                  </a:lnTo>
                  <a:lnTo>
                    <a:pt x="8553560" y="275037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50138" y="0"/>
                  </a:lnTo>
                  <a:lnTo>
                    <a:pt x="8546715" y="0"/>
                  </a:lnTo>
                  <a:lnTo>
                    <a:pt x="8543292" y="0"/>
                  </a:lnTo>
                  <a:lnTo>
                    <a:pt x="8539869" y="0"/>
                  </a:lnTo>
                  <a:lnTo>
                    <a:pt x="8536447" y="0"/>
                  </a:lnTo>
                  <a:lnTo>
                    <a:pt x="8533024" y="0"/>
                  </a:lnTo>
                  <a:lnTo>
                    <a:pt x="8529601" y="0"/>
                  </a:lnTo>
                  <a:lnTo>
                    <a:pt x="8526178" y="0"/>
                  </a:lnTo>
                  <a:lnTo>
                    <a:pt x="8522755" y="0"/>
                  </a:lnTo>
                  <a:lnTo>
                    <a:pt x="8519333" y="0"/>
                  </a:lnTo>
                  <a:lnTo>
                    <a:pt x="8515910" y="0"/>
                  </a:lnTo>
                  <a:lnTo>
                    <a:pt x="8512487" y="0"/>
                  </a:lnTo>
                  <a:lnTo>
                    <a:pt x="8509064" y="0"/>
                  </a:lnTo>
                  <a:lnTo>
                    <a:pt x="8505641" y="0"/>
                  </a:lnTo>
                  <a:lnTo>
                    <a:pt x="8502219" y="0"/>
                  </a:lnTo>
                  <a:lnTo>
                    <a:pt x="8498796" y="0"/>
                  </a:lnTo>
                  <a:lnTo>
                    <a:pt x="8495373" y="0"/>
                  </a:lnTo>
                  <a:lnTo>
                    <a:pt x="8491950" y="0"/>
                  </a:lnTo>
                  <a:lnTo>
                    <a:pt x="8488527" y="0"/>
                  </a:lnTo>
                  <a:lnTo>
                    <a:pt x="8485105" y="0"/>
                  </a:lnTo>
                  <a:lnTo>
                    <a:pt x="8481682" y="0"/>
                  </a:lnTo>
                  <a:lnTo>
                    <a:pt x="8478259" y="0"/>
                  </a:lnTo>
                  <a:lnTo>
                    <a:pt x="8474836" y="0"/>
                  </a:lnTo>
                  <a:lnTo>
                    <a:pt x="8471413" y="0"/>
                  </a:lnTo>
                  <a:lnTo>
                    <a:pt x="8467991" y="0"/>
                  </a:lnTo>
                  <a:lnTo>
                    <a:pt x="8464568" y="0"/>
                  </a:lnTo>
                  <a:lnTo>
                    <a:pt x="8461145" y="0"/>
                  </a:lnTo>
                  <a:lnTo>
                    <a:pt x="8457722" y="0"/>
                  </a:lnTo>
                  <a:lnTo>
                    <a:pt x="8454299" y="0"/>
                  </a:lnTo>
                  <a:lnTo>
                    <a:pt x="8450877" y="0"/>
                  </a:lnTo>
                  <a:lnTo>
                    <a:pt x="8447454" y="0"/>
                  </a:lnTo>
                  <a:lnTo>
                    <a:pt x="8444031" y="0"/>
                  </a:lnTo>
                  <a:lnTo>
                    <a:pt x="8440608" y="0"/>
                  </a:lnTo>
                  <a:lnTo>
                    <a:pt x="8437185" y="0"/>
                  </a:lnTo>
                  <a:lnTo>
                    <a:pt x="8433763" y="0"/>
                  </a:lnTo>
                  <a:lnTo>
                    <a:pt x="8430340" y="0"/>
                  </a:lnTo>
                  <a:lnTo>
                    <a:pt x="8426917" y="0"/>
                  </a:lnTo>
                  <a:lnTo>
                    <a:pt x="8423494" y="0"/>
                  </a:lnTo>
                  <a:lnTo>
                    <a:pt x="8420072" y="0"/>
                  </a:lnTo>
                  <a:lnTo>
                    <a:pt x="8416649" y="0"/>
                  </a:lnTo>
                  <a:lnTo>
                    <a:pt x="8413226" y="0"/>
                  </a:lnTo>
                  <a:lnTo>
                    <a:pt x="8409803" y="0"/>
                  </a:lnTo>
                  <a:lnTo>
                    <a:pt x="8406380" y="0"/>
                  </a:lnTo>
                  <a:lnTo>
                    <a:pt x="8402958" y="0"/>
                  </a:lnTo>
                  <a:lnTo>
                    <a:pt x="8399535" y="0"/>
                  </a:lnTo>
                  <a:lnTo>
                    <a:pt x="8396112" y="0"/>
                  </a:lnTo>
                  <a:lnTo>
                    <a:pt x="8392689" y="0"/>
                  </a:lnTo>
                  <a:lnTo>
                    <a:pt x="8389266" y="0"/>
                  </a:lnTo>
                  <a:lnTo>
                    <a:pt x="8385844" y="0"/>
                  </a:lnTo>
                  <a:lnTo>
                    <a:pt x="8382421" y="0"/>
                  </a:lnTo>
                  <a:lnTo>
                    <a:pt x="8378998" y="0"/>
                  </a:lnTo>
                  <a:lnTo>
                    <a:pt x="8375575" y="0"/>
                  </a:lnTo>
                  <a:lnTo>
                    <a:pt x="8372152" y="0"/>
                  </a:lnTo>
                  <a:lnTo>
                    <a:pt x="8368730" y="0"/>
                  </a:lnTo>
                  <a:lnTo>
                    <a:pt x="8365307" y="0"/>
                  </a:lnTo>
                  <a:lnTo>
                    <a:pt x="8361884" y="0"/>
                  </a:lnTo>
                  <a:lnTo>
                    <a:pt x="8358461" y="0"/>
                  </a:lnTo>
                  <a:lnTo>
                    <a:pt x="8355038" y="0"/>
                  </a:lnTo>
                  <a:lnTo>
                    <a:pt x="8351616" y="0"/>
                  </a:lnTo>
                  <a:lnTo>
                    <a:pt x="8348193" y="0"/>
                  </a:lnTo>
                  <a:lnTo>
                    <a:pt x="8344770" y="0"/>
                  </a:lnTo>
                  <a:lnTo>
                    <a:pt x="8341347" y="0"/>
                  </a:lnTo>
                  <a:lnTo>
                    <a:pt x="8337924" y="0"/>
                  </a:lnTo>
                  <a:lnTo>
                    <a:pt x="8334502" y="0"/>
                  </a:lnTo>
                  <a:lnTo>
                    <a:pt x="8331079" y="0"/>
                  </a:lnTo>
                  <a:lnTo>
                    <a:pt x="8327656" y="0"/>
                  </a:lnTo>
                  <a:lnTo>
                    <a:pt x="8324233" y="0"/>
                  </a:lnTo>
                  <a:lnTo>
                    <a:pt x="8320811" y="0"/>
                  </a:lnTo>
                  <a:lnTo>
                    <a:pt x="8317388" y="0"/>
                  </a:lnTo>
                  <a:lnTo>
                    <a:pt x="8313965" y="0"/>
                  </a:lnTo>
                  <a:lnTo>
                    <a:pt x="8310542" y="0"/>
                  </a:lnTo>
                  <a:lnTo>
                    <a:pt x="8307119" y="0"/>
                  </a:lnTo>
                  <a:lnTo>
                    <a:pt x="8303697" y="0"/>
                  </a:lnTo>
                  <a:lnTo>
                    <a:pt x="8300274" y="0"/>
                  </a:lnTo>
                  <a:lnTo>
                    <a:pt x="8296851" y="0"/>
                  </a:lnTo>
                  <a:lnTo>
                    <a:pt x="8293428" y="0"/>
                  </a:lnTo>
                  <a:lnTo>
                    <a:pt x="8290005" y="0"/>
                  </a:lnTo>
                  <a:lnTo>
                    <a:pt x="8286583" y="0"/>
                  </a:lnTo>
                  <a:lnTo>
                    <a:pt x="8283160" y="0"/>
                  </a:lnTo>
                  <a:lnTo>
                    <a:pt x="8279737" y="0"/>
                  </a:lnTo>
                  <a:lnTo>
                    <a:pt x="8276314" y="0"/>
                  </a:lnTo>
                  <a:lnTo>
                    <a:pt x="8272891" y="0"/>
                  </a:lnTo>
                  <a:lnTo>
                    <a:pt x="8269469" y="0"/>
                  </a:lnTo>
                  <a:lnTo>
                    <a:pt x="8266046" y="0"/>
                  </a:lnTo>
                  <a:lnTo>
                    <a:pt x="8262623" y="0"/>
                  </a:lnTo>
                  <a:lnTo>
                    <a:pt x="8259200" y="0"/>
                  </a:lnTo>
                  <a:lnTo>
                    <a:pt x="8255777" y="0"/>
                  </a:lnTo>
                  <a:lnTo>
                    <a:pt x="8252355" y="0"/>
                  </a:lnTo>
                  <a:lnTo>
                    <a:pt x="8248932" y="0"/>
                  </a:lnTo>
                  <a:lnTo>
                    <a:pt x="8245509" y="0"/>
                  </a:lnTo>
                  <a:lnTo>
                    <a:pt x="8242086" y="0"/>
                  </a:lnTo>
                  <a:lnTo>
                    <a:pt x="8238663" y="0"/>
                  </a:lnTo>
                  <a:lnTo>
                    <a:pt x="8235241" y="0"/>
                  </a:lnTo>
                  <a:lnTo>
                    <a:pt x="8231818" y="0"/>
                  </a:lnTo>
                  <a:lnTo>
                    <a:pt x="8228395" y="0"/>
                  </a:lnTo>
                  <a:lnTo>
                    <a:pt x="8224972" y="0"/>
                  </a:lnTo>
                  <a:lnTo>
                    <a:pt x="8221550" y="0"/>
                  </a:lnTo>
                  <a:lnTo>
                    <a:pt x="8218127" y="0"/>
                  </a:lnTo>
                  <a:lnTo>
                    <a:pt x="8214704" y="0"/>
                  </a:lnTo>
                  <a:lnTo>
                    <a:pt x="8211281" y="0"/>
                  </a:lnTo>
                  <a:lnTo>
                    <a:pt x="8207858" y="0"/>
                  </a:lnTo>
                  <a:lnTo>
                    <a:pt x="8204436" y="0"/>
                  </a:lnTo>
                  <a:lnTo>
                    <a:pt x="8201013" y="0"/>
                  </a:lnTo>
                  <a:lnTo>
                    <a:pt x="8197590" y="0"/>
                  </a:lnTo>
                  <a:lnTo>
                    <a:pt x="8194167" y="0"/>
                  </a:lnTo>
                  <a:lnTo>
                    <a:pt x="8190744" y="0"/>
                  </a:lnTo>
                  <a:lnTo>
                    <a:pt x="8187322" y="0"/>
                  </a:lnTo>
                  <a:lnTo>
                    <a:pt x="8183899" y="0"/>
                  </a:lnTo>
                  <a:lnTo>
                    <a:pt x="8180476" y="0"/>
                  </a:lnTo>
                  <a:lnTo>
                    <a:pt x="8177053" y="0"/>
                  </a:lnTo>
                  <a:lnTo>
                    <a:pt x="8173630" y="0"/>
                  </a:lnTo>
                  <a:lnTo>
                    <a:pt x="8170208" y="0"/>
                  </a:lnTo>
                  <a:lnTo>
                    <a:pt x="8166785" y="0"/>
                  </a:lnTo>
                  <a:lnTo>
                    <a:pt x="8163362" y="0"/>
                  </a:lnTo>
                  <a:lnTo>
                    <a:pt x="8159939" y="0"/>
                  </a:lnTo>
                  <a:lnTo>
                    <a:pt x="8156516" y="0"/>
                  </a:lnTo>
                  <a:lnTo>
                    <a:pt x="8153094" y="0"/>
                  </a:lnTo>
                  <a:lnTo>
                    <a:pt x="8149671" y="0"/>
                  </a:lnTo>
                  <a:lnTo>
                    <a:pt x="8146248" y="0"/>
                  </a:lnTo>
                  <a:lnTo>
                    <a:pt x="8142825" y="0"/>
                  </a:lnTo>
                  <a:lnTo>
                    <a:pt x="8139402" y="0"/>
                  </a:lnTo>
                  <a:lnTo>
                    <a:pt x="8135980" y="0"/>
                  </a:lnTo>
                  <a:lnTo>
                    <a:pt x="8132557" y="0"/>
                  </a:lnTo>
                  <a:lnTo>
                    <a:pt x="8129134" y="0"/>
                  </a:lnTo>
                  <a:lnTo>
                    <a:pt x="8125711" y="0"/>
                  </a:lnTo>
                  <a:lnTo>
                    <a:pt x="8122288" y="0"/>
                  </a:lnTo>
                  <a:lnTo>
                    <a:pt x="8118866" y="0"/>
                  </a:lnTo>
                  <a:lnTo>
                    <a:pt x="8115443" y="0"/>
                  </a:lnTo>
                  <a:lnTo>
                    <a:pt x="8112020" y="0"/>
                  </a:lnTo>
                  <a:lnTo>
                    <a:pt x="8108597" y="0"/>
                  </a:lnTo>
                  <a:lnTo>
                    <a:pt x="8105175" y="0"/>
                  </a:lnTo>
                  <a:lnTo>
                    <a:pt x="8101752" y="0"/>
                  </a:lnTo>
                  <a:lnTo>
                    <a:pt x="8098329" y="0"/>
                  </a:lnTo>
                  <a:lnTo>
                    <a:pt x="8094906" y="0"/>
                  </a:lnTo>
                  <a:lnTo>
                    <a:pt x="8091483" y="0"/>
                  </a:lnTo>
                  <a:lnTo>
                    <a:pt x="8088061" y="0"/>
                  </a:lnTo>
                  <a:lnTo>
                    <a:pt x="8084638" y="0"/>
                  </a:lnTo>
                  <a:lnTo>
                    <a:pt x="8081215" y="0"/>
                  </a:lnTo>
                  <a:lnTo>
                    <a:pt x="8077792" y="0"/>
                  </a:lnTo>
                  <a:lnTo>
                    <a:pt x="8074369" y="0"/>
                  </a:lnTo>
                  <a:lnTo>
                    <a:pt x="8070947" y="0"/>
                  </a:lnTo>
                  <a:lnTo>
                    <a:pt x="8067524" y="0"/>
                  </a:lnTo>
                  <a:lnTo>
                    <a:pt x="8064101" y="0"/>
                  </a:lnTo>
                  <a:lnTo>
                    <a:pt x="8060678" y="0"/>
                  </a:lnTo>
                  <a:lnTo>
                    <a:pt x="8057255" y="0"/>
                  </a:lnTo>
                  <a:lnTo>
                    <a:pt x="8053833" y="0"/>
                  </a:lnTo>
                  <a:lnTo>
                    <a:pt x="8050410" y="0"/>
                  </a:lnTo>
                  <a:lnTo>
                    <a:pt x="8046987" y="0"/>
                  </a:lnTo>
                  <a:lnTo>
                    <a:pt x="8043564" y="0"/>
                  </a:lnTo>
                  <a:lnTo>
                    <a:pt x="8040141" y="0"/>
                  </a:lnTo>
                  <a:lnTo>
                    <a:pt x="8036719" y="0"/>
                  </a:lnTo>
                  <a:lnTo>
                    <a:pt x="8033296" y="0"/>
                  </a:lnTo>
                  <a:lnTo>
                    <a:pt x="8029873" y="0"/>
                  </a:lnTo>
                  <a:lnTo>
                    <a:pt x="8026450" y="0"/>
                  </a:lnTo>
                  <a:lnTo>
                    <a:pt x="8023027" y="0"/>
                  </a:lnTo>
                  <a:lnTo>
                    <a:pt x="8019605" y="0"/>
                  </a:lnTo>
                  <a:lnTo>
                    <a:pt x="8016182" y="0"/>
                  </a:lnTo>
                  <a:lnTo>
                    <a:pt x="8012759" y="0"/>
                  </a:lnTo>
                  <a:lnTo>
                    <a:pt x="8009336" y="0"/>
                  </a:lnTo>
                  <a:lnTo>
                    <a:pt x="8005914" y="0"/>
                  </a:lnTo>
                  <a:lnTo>
                    <a:pt x="8002491" y="0"/>
                  </a:lnTo>
                  <a:lnTo>
                    <a:pt x="7999068" y="0"/>
                  </a:lnTo>
                  <a:lnTo>
                    <a:pt x="7995645" y="0"/>
                  </a:lnTo>
                  <a:lnTo>
                    <a:pt x="7992222" y="0"/>
                  </a:lnTo>
                  <a:lnTo>
                    <a:pt x="7988800" y="0"/>
                  </a:lnTo>
                  <a:lnTo>
                    <a:pt x="7985377" y="0"/>
                  </a:lnTo>
                  <a:lnTo>
                    <a:pt x="7981954" y="0"/>
                  </a:lnTo>
                  <a:lnTo>
                    <a:pt x="7978531" y="0"/>
                  </a:lnTo>
                  <a:lnTo>
                    <a:pt x="7975108" y="0"/>
                  </a:lnTo>
                  <a:lnTo>
                    <a:pt x="7971686" y="0"/>
                  </a:lnTo>
                  <a:lnTo>
                    <a:pt x="7968263" y="0"/>
                  </a:lnTo>
                  <a:lnTo>
                    <a:pt x="7964840" y="0"/>
                  </a:lnTo>
                  <a:lnTo>
                    <a:pt x="7961417" y="0"/>
                  </a:lnTo>
                  <a:lnTo>
                    <a:pt x="7957994" y="0"/>
                  </a:lnTo>
                  <a:lnTo>
                    <a:pt x="7954572" y="0"/>
                  </a:lnTo>
                  <a:lnTo>
                    <a:pt x="7951149" y="0"/>
                  </a:lnTo>
                  <a:lnTo>
                    <a:pt x="7947726" y="0"/>
                  </a:lnTo>
                  <a:lnTo>
                    <a:pt x="7944303" y="0"/>
                  </a:lnTo>
                  <a:lnTo>
                    <a:pt x="7940880" y="0"/>
                  </a:lnTo>
                  <a:lnTo>
                    <a:pt x="7937458" y="0"/>
                  </a:lnTo>
                  <a:lnTo>
                    <a:pt x="7934035" y="0"/>
                  </a:lnTo>
                  <a:lnTo>
                    <a:pt x="7930612" y="0"/>
                  </a:lnTo>
                  <a:lnTo>
                    <a:pt x="7927189" y="0"/>
                  </a:lnTo>
                  <a:lnTo>
                    <a:pt x="7923766" y="0"/>
                  </a:lnTo>
                  <a:lnTo>
                    <a:pt x="7920344" y="0"/>
                  </a:lnTo>
                  <a:lnTo>
                    <a:pt x="7916921" y="0"/>
                  </a:lnTo>
                  <a:lnTo>
                    <a:pt x="7913498" y="0"/>
                  </a:lnTo>
                  <a:lnTo>
                    <a:pt x="7910075" y="0"/>
                  </a:lnTo>
                  <a:lnTo>
                    <a:pt x="7906652" y="0"/>
                  </a:lnTo>
                  <a:lnTo>
                    <a:pt x="7903230" y="0"/>
                  </a:lnTo>
                  <a:lnTo>
                    <a:pt x="7899807" y="0"/>
                  </a:lnTo>
                  <a:lnTo>
                    <a:pt x="7896384" y="0"/>
                  </a:lnTo>
                  <a:lnTo>
                    <a:pt x="7892961" y="0"/>
                  </a:lnTo>
                  <a:lnTo>
                    <a:pt x="7889539" y="0"/>
                  </a:lnTo>
                  <a:lnTo>
                    <a:pt x="7886116" y="0"/>
                  </a:lnTo>
                  <a:lnTo>
                    <a:pt x="7882693" y="0"/>
                  </a:lnTo>
                  <a:lnTo>
                    <a:pt x="7879270" y="0"/>
                  </a:lnTo>
                  <a:lnTo>
                    <a:pt x="7875847" y="0"/>
                  </a:lnTo>
                  <a:lnTo>
                    <a:pt x="7872425" y="0"/>
                  </a:lnTo>
                  <a:lnTo>
                    <a:pt x="7869002" y="0"/>
                  </a:lnTo>
                  <a:lnTo>
                    <a:pt x="7865579" y="0"/>
                  </a:lnTo>
                  <a:lnTo>
                    <a:pt x="7862156" y="0"/>
                  </a:lnTo>
                  <a:lnTo>
                    <a:pt x="7858733" y="0"/>
                  </a:lnTo>
                  <a:lnTo>
                    <a:pt x="7855311" y="0"/>
                  </a:lnTo>
                  <a:lnTo>
                    <a:pt x="7851888" y="0"/>
                  </a:lnTo>
                  <a:lnTo>
                    <a:pt x="7848465" y="0"/>
                  </a:lnTo>
                  <a:lnTo>
                    <a:pt x="7845042" y="0"/>
                  </a:lnTo>
                  <a:lnTo>
                    <a:pt x="7841619" y="0"/>
                  </a:lnTo>
                  <a:lnTo>
                    <a:pt x="7838197" y="0"/>
                  </a:lnTo>
                  <a:lnTo>
                    <a:pt x="7834774" y="0"/>
                  </a:lnTo>
                  <a:lnTo>
                    <a:pt x="7831351" y="0"/>
                  </a:lnTo>
                  <a:lnTo>
                    <a:pt x="7827928" y="0"/>
                  </a:lnTo>
                  <a:lnTo>
                    <a:pt x="7824505" y="0"/>
                  </a:lnTo>
                  <a:lnTo>
                    <a:pt x="7821083" y="0"/>
                  </a:lnTo>
                  <a:lnTo>
                    <a:pt x="7817660" y="0"/>
                  </a:lnTo>
                  <a:lnTo>
                    <a:pt x="7814237" y="0"/>
                  </a:lnTo>
                  <a:lnTo>
                    <a:pt x="7810814" y="0"/>
                  </a:lnTo>
                  <a:lnTo>
                    <a:pt x="7807391" y="0"/>
                  </a:lnTo>
                  <a:lnTo>
                    <a:pt x="7803969" y="0"/>
                  </a:lnTo>
                  <a:lnTo>
                    <a:pt x="7800546" y="0"/>
                  </a:lnTo>
                  <a:lnTo>
                    <a:pt x="7797123" y="0"/>
                  </a:lnTo>
                  <a:lnTo>
                    <a:pt x="7793700" y="0"/>
                  </a:lnTo>
                  <a:lnTo>
                    <a:pt x="7790278" y="0"/>
                  </a:lnTo>
                  <a:lnTo>
                    <a:pt x="7786855" y="0"/>
                  </a:lnTo>
                  <a:lnTo>
                    <a:pt x="7783432" y="0"/>
                  </a:lnTo>
                  <a:lnTo>
                    <a:pt x="7780009" y="0"/>
                  </a:lnTo>
                  <a:lnTo>
                    <a:pt x="7776586" y="0"/>
                  </a:lnTo>
                  <a:lnTo>
                    <a:pt x="7773164" y="0"/>
                  </a:lnTo>
                  <a:lnTo>
                    <a:pt x="7769741" y="0"/>
                  </a:lnTo>
                  <a:lnTo>
                    <a:pt x="7766318" y="0"/>
                  </a:lnTo>
                  <a:lnTo>
                    <a:pt x="7762895" y="0"/>
                  </a:lnTo>
                  <a:lnTo>
                    <a:pt x="7759472" y="0"/>
                  </a:lnTo>
                  <a:lnTo>
                    <a:pt x="7756050" y="0"/>
                  </a:lnTo>
                  <a:lnTo>
                    <a:pt x="7752627" y="0"/>
                  </a:lnTo>
                  <a:lnTo>
                    <a:pt x="7749204" y="0"/>
                  </a:lnTo>
                  <a:lnTo>
                    <a:pt x="7745781" y="0"/>
                  </a:lnTo>
                  <a:lnTo>
                    <a:pt x="7742358" y="0"/>
                  </a:lnTo>
                  <a:lnTo>
                    <a:pt x="7738936" y="0"/>
                  </a:lnTo>
                  <a:lnTo>
                    <a:pt x="7735513" y="0"/>
                  </a:lnTo>
                  <a:lnTo>
                    <a:pt x="7732090" y="0"/>
                  </a:lnTo>
                  <a:lnTo>
                    <a:pt x="7728667" y="0"/>
                  </a:lnTo>
                  <a:lnTo>
                    <a:pt x="7725244" y="0"/>
                  </a:lnTo>
                  <a:lnTo>
                    <a:pt x="7721822" y="0"/>
                  </a:lnTo>
                  <a:lnTo>
                    <a:pt x="7718399" y="0"/>
                  </a:lnTo>
                  <a:lnTo>
                    <a:pt x="7714976" y="0"/>
                  </a:lnTo>
                  <a:lnTo>
                    <a:pt x="7711553" y="0"/>
                  </a:lnTo>
                  <a:lnTo>
                    <a:pt x="7708130" y="0"/>
                  </a:lnTo>
                  <a:lnTo>
                    <a:pt x="7704708" y="0"/>
                  </a:lnTo>
                  <a:lnTo>
                    <a:pt x="7701285" y="0"/>
                  </a:lnTo>
                  <a:lnTo>
                    <a:pt x="7697862" y="0"/>
                  </a:lnTo>
                  <a:lnTo>
                    <a:pt x="7694439" y="0"/>
                  </a:lnTo>
                  <a:lnTo>
                    <a:pt x="7691017" y="0"/>
                  </a:lnTo>
                  <a:lnTo>
                    <a:pt x="7687594" y="0"/>
                  </a:lnTo>
                  <a:lnTo>
                    <a:pt x="7684171" y="0"/>
                  </a:lnTo>
                  <a:lnTo>
                    <a:pt x="7680748" y="0"/>
                  </a:lnTo>
                  <a:lnTo>
                    <a:pt x="7677325" y="0"/>
                  </a:lnTo>
                  <a:lnTo>
                    <a:pt x="7673903" y="0"/>
                  </a:lnTo>
                  <a:lnTo>
                    <a:pt x="7670480" y="0"/>
                  </a:lnTo>
                  <a:lnTo>
                    <a:pt x="7667057" y="0"/>
                  </a:lnTo>
                  <a:lnTo>
                    <a:pt x="7663634" y="0"/>
                  </a:lnTo>
                  <a:lnTo>
                    <a:pt x="7660211" y="0"/>
                  </a:lnTo>
                  <a:lnTo>
                    <a:pt x="7656789" y="0"/>
                  </a:lnTo>
                  <a:lnTo>
                    <a:pt x="7653366" y="0"/>
                  </a:lnTo>
                  <a:lnTo>
                    <a:pt x="7649943" y="0"/>
                  </a:lnTo>
                  <a:lnTo>
                    <a:pt x="7646520" y="0"/>
                  </a:lnTo>
                  <a:lnTo>
                    <a:pt x="7643097" y="0"/>
                  </a:lnTo>
                  <a:lnTo>
                    <a:pt x="7639675" y="0"/>
                  </a:lnTo>
                  <a:lnTo>
                    <a:pt x="7636252" y="0"/>
                  </a:lnTo>
                  <a:lnTo>
                    <a:pt x="7632829" y="0"/>
                  </a:lnTo>
                  <a:lnTo>
                    <a:pt x="7629406" y="0"/>
                  </a:lnTo>
                  <a:lnTo>
                    <a:pt x="7625983" y="0"/>
                  </a:lnTo>
                  <a:lnTo>
                    <a:pt x="7622561" y="0"/>
                  </a:lnTo>
                  <a:lnTo>
                    <a:pt x="7619138" y="0"/>
                  </a:lnTo>
                  <a:lnTo>
                    <a:pt x="7615715" y="0"/>
                  </a:lnTo>
                  <a:lnTo>
                    <a:pt x="7612292" y="0"/>
                  </a:lnTo>
                  <a:lnTo>
                    <a:pt x="7608869" y="0"/>
                  </a:lnTo>
                  <a:lnTo>
                    <a:pt x="7605447" y="0"/>
                  </a:lnTo>
                  <a:lnTo>
                    <a:pt x="7602024" y="0"/>
                  </a:lnTo>
                  <a:lnTo>
                    <a:pt x="7598601" y="0"/>
                  </a:lnTo>
                  <a:lnTo>
                    <a:pt x="7595178" y="0"/>
                  </a:lnTo>
                  <a:lnTo>
                    <a:pt x="7591755" y="0"/>
                  </a:lnTo>
                  <a:lnTo>
                    <a:pt x="7588333" y="0"/>
                  </a:lnTo>
                  <a:lnTo>
                    <a:pt x="7584910" y="0"/>
                  </a:lnTo>
                  <a:lnTo>
                    <a:pt x="7581487" y="0"/>
                  </a:lnTo>
                  <a:lnTo>
                    <a:pt x="7578064" y="0"/>
                  </a:lnTo>
                  <a:lnTo>
                    <a:pt x="7574642" y="0"/>
                  </a:lnTo>
                  <a:lnTo>
                    <a:pt x="7571219" y="0"/>
                  </a:lnTo>
                  <a:lnTo>
                    <a:pt x="7567796" y="0"/>
                  </a:lnTo>
                  <a:lnTo>
                    <a:pt x="7564373" y="0"/>
                  </a:lnTo>
                  <a:lnTo>
                    <a:pt x="7560950" y="0"/>
                  </a:lnTo>
                  <a:lnTo>
                    <a:pt x="7557528" y="0"/>
                  </a:lnTo>
                  <a:lnTo>
                    <a:pt x="7554105" y="0"/>
                  </a:lnTo>
                  <a:lnTo>
                    <a:pt x="7550682" y="0"/>
                  </a:lnTo>
                  <a:lnTo>
                    <a:pt x="7547259" y="0"/>
                  </a:lnTo>
                  <a:lnTo>
                    <a:pt x="7543836" y="0"/>
                  </a:lnTo>
                  <a:lnTo>
                    <a:pt x="7540414" y="0"/>
                  </a:lnTo>
                  <a:lnTo>
                    <a:pt x="7536991" y="0"/>
                  </a:lnTo>
                  <a:lnTo>
                    <a:pt x="7533568" y="0"/>
                  </a:lnTo>
                  <a:lnTo>
                    <a:pt x="7530145" y="0"/>
                  </a:lnTo>
                  <a:lnTo>
                    <a:pt x="7526722" y="0"/>
                  </a:lnTo>
                  <a:lnTo>
                    <a:pt x="7523300" y="0"/>
                  </a:lnTo>
                  <a:lnTo>
                    <a:pt x="7519877" y="0"/>
                  </a:lnTo>
                  <a:lnTo>
                    <a:pt x="7516454" y="0"/>
                  </a:lnTo>
                  <a:lnTo>
                    <a:pt x="7513031" y="0"/>
                  </a:lnTo>
                  <a:lnTo>
                    <a:pt x="7509608" y="0"/>
                  </a:lnTo>
                  <a:lnTo>
                    <a:pt x="7506186" y="0"/>
                  </a:lnTo>
                  <a:lnTo>
                    <a:pt x="7502763" y="0"/>
                  </a:lnTo>
                  <a:lnTo>
                    <a:pt x="7499340" y="0"/>
                  </a:lnTo>
                  <a:lnTo>
                    <a:pt x="7495917" y="0"/>
                  </a:lnTo>
                  <a:lnTo>
                    <a:pt x="7492494" y="0"/>
                  </a:lnTo>
                  <a:lnTo>
                    <a:pt x="7489072" y="0"/>
                  </a:lnTo>
                  <a:lnTo>
                    <a:pt x="7485649" y="0"/>
                  </a:lnTo>
                  <a:lnTo>
                    <a:pt x="7482226" y="0"/>
                  </a:lnTo>
                  <a:lnTo>
                    <a:pt x="7478803" y="0"/>
                  </a:lnTo>
                  <a:lnTo>
                    <a:pt x="7475381" y="0"/>
                  </a:lnTo>
                  <a:lnTo>
                    <a:pt x="7471958" y="0"/>
                  </a:lnTo>
                  <a:lnTo>
                    <a:pt x="7468535" y="0"/>
                  </a:lnTo>
                  <a:lnTo>
                    <a:pt x="7465112" y="0"/>
                  </a:lnTo>
                  <a:lnTo>
                    <a:pt x="7461689" y="0"/>
                  </a:lnTo>
                  <a:lnTo>
                    <a:pt x="7458267" y="0"/>
                  </a:lnTo>
                  <a:lnTo>
                    <a:pt x="7454844" y="0"/>
                  </a:lnTo>
                  <a:lnTo>
                    <a:pt x="7451421" y="0"/>
                  </a:lnTo>
                  <a:lnTo>
                    <a:pt x="7447998" y="0"/>
                  </a:lnTo>
                  <a:lnTo>
                    <a:pt x="7444575" y="0"/>
                  </a:lnTo>
                  <a:lnTo>
                    <a:pt x="7441153" y="0"/>
                  </a:lnTo>
                  <a:lnTo>
                    <a:pt x="7437730" y="0"/>
                  </a:lnTo>
                  <a:lnTo>
                    <a:pt x="7434307" y="0"/>
                  </a:lnTo>
                  <a:lnTo>
                    <a:pt x="7430884" y="0"/>
                  </a:lnTo>
                  <a:lnTo>
                    <a:pt x="7427461" y="0"/>
                  </a:lnTo>
                  <a:lnTo>
                    <a:pt x="7424039" y="0"/>
                  </a:lnTo>
                  <a:lnTo>
                    <a:pt x="7420616" y="0"/>
                  </a:lnTo>
                  <a:lnTo>
                    <a:pt x="7417193" y="0"/>
                  </a:lnTo>
                  <a:lnTo>
                    <a:pt x="7413770" y="0"/>
                  </a:lnTo>
                  <a:lnTo>
                    <a:pt x="7410347" y="0"/>
                  </a:lnTo>
                  <a:lnTo>
                    <a:pt x="7406925" y="0"/>
                  </a:lnTo>
                  <a:lnTo>
                    <a:pt x="7403502" y="0"/>
                  </a:lnTo>
                  <a:lnTo>
                    <a:pt x="7400079" y="0"/>
                  </a:lnTo>
                  <a:lnTo>
                    <a:pt x="7396656" y="0"/>
                  </a:lnTo>
                  <a:lnTo>
                    <a:pt x="7393233" y="0"/>
                  </a:lnTo>
                  <a:lnTo>
                    <a:pt x="7389811" y="0"/>
                  </a:lnTo>
                  <a:lnTo>
                    <a:pt x="7386388" y="0"/>
                  </a:lnTo>
                  <a:lnTo>
                    <a:pt x="7382965" y="0"/>
                  </a:lnTo>
                  <a:lnTo>
                    <a:pt x="7379542" y="0"/>
                  </a:lnTo>
                  <a:lnTo>
                    <a:pt x="7376120" y="0"/>
                  </a:lnTo>
                  <a:lnTo>
                    <a:pt x="7372697" y="0"/>
                  </a:lnTo>
                  <a:lnTo>
                    <a:pt x="7369274" y="0"/>
                  </a:lnTo>
                  <a:lnTo>
                    <a:pt x="7365851" y="0"/>
                  </a:lnTo>
                  <a:lnTo>
                    <a:pt x="7362428" y="0"/>
                  </a:lnTo>
                  <a:lnTo>
                    <a:pt x="7359006" y="0"/>
                  </a:lnTo>
                  <a:lnTo>
                    <a:pt x="7355583" y="0"/>
                  </a:lnTo>
                  <a:lnTo>
                    <a:pt x="7352160" y="0"/>
                  </a:lnTo>
                  <a:lnTo>
                    <a:pt x="7348737" y="0"/>
                  </a:lnTo>
                  <a:lnTo>
                    <a:pt x="7345314" y="0"/>
                  </a:lnTo>
                  <a:lnTo>
                    <a:pt x="7341892" y="0"/>
                  </a:lnTo>
                  <a:lnTo>
                    <a:pt x="7338469" y="0"/>
                  </a:lnTo>
                  <a:lnTo>
                    <a:pt x="7335046" y="0"/>
                  </a:lnTo>
                  <a:lnTo>
                    <a:pt x="7331623" y="0"/>
                  </a:lnTo>
                  <a:lnTo>
                    <a:pt x="7328200" y="0"/>
                  </a:lnTo>
                  <a:lnTo>
                    <a:pt x="7324778" y="0"/>
                  </a:lnTo>
                  <a:lnTo>
                    <a:pt x="7321355" y="0"/>
                  </a:lnTo>
                  <a:lnTo>
                    <a:pt x="7317932" y="0"/>
                  </a:lnTo>
                  <a:lnTo>
                    <a:pt x="7314509" y="0"/>
                  </a:lnTo>
                  <a:lnTo>
                    <a:pt x="7311086" y="0"/>
                  </a:lnTo>
                  <a:lnTo>
                    <a:pt x="7307664" y="0"/>
                  </a:lnTo>
                  <a:lnTo>
                    <a:pt x="7304241" y="0"/>
                  </a:lnTo>
                  <a:lnTo>
                    <a:pt x="7300818" y="0"/>
                  </a:lnTo>
                  <a:lnTo>
                    <a:pt x="7297395" y="0"/>
                  </a:lnTo>
                  <a:lnTo>
                    <a:pt x="7293972" y="0"/>
                  </a:lnTo>
                  <a:lnTo>
                    <a:pt x="7290550" y="0"/>
                  </a:lnTo>
                  <a:lnTo>
                    <a:pt x="7287127" y="0"/>
                  </a:lnTo>
                  <a:lnTo>
                    <a:pt x="7283704" y="0"/>
                  </a:lnTo>
                  <a:lnTo>
                    <a:pt x="7280281" y="0"/>
                  </a:lnTo>
                  <a:lnTo>
                    <a:pt x="7276858" y="0"/>
                  </a:lnTo>
                  <a:lnTo>
                    <a:pt x="7273436" y="0"/>
                  </a:lnTo>
                  <a:lnTo>
                    <a:pt x="7270013" y="0"/>
                  </a:lnTo>
                  <a:lnTo>
                    <a:pt x="7266590" y="0"/>
                  </a:lnTo>
                  <a:lnTo>
                    <a:pt x="7263167" y="0"/>
                  </a:lnTo>
                  <a:lnTo>
                    <a:pt x="7259745" y="0"/>
                  </a:lnTo>
                  <a:lnTo>
                    <a:pt x="7256322" y="0"/>
                  </a:lnTo>
                  <a:lnTo>
                    <a:pt x="7252899" y="0"/>
                  </a:lnTo>
                  <a:lnTo>
                    <a:pt x="7249476" y="0"/>
                  </a:lnTo>
                  <a:lnTo>
                    <a:pt x="7246053" y="0"/>
                  </a:lnTo>
                  <a:lnTo>
                    <a:pt x="7242631" y="0"/>
                  </a:lnTo>
                  <a:lnTo>
                    <a:pt x="7239208" y="0"/>
                  </a:lnTo>
                  <a:lnTo>
                    <a:pt x="7235785" y="0"/>
                  </a:lnTo>
                  <a:lnTo>
                    <a:pt x="7232362" y="0"/>
                  </a:lnTo>
                  <a:lnTo>
                    <a:pt x="7228939" y="0"/>
                  </a:lnTo>
                  <a:lnTo>
                    <a:pt x="7225517" y="0"/>
                  </a:lnTo>
                  <a:lnTo>
                    <a:pt x="7222094" y="0"/>
                  </a:lnTo>
                  <a:lnTo>
                    <a:pt x="7218671" y="0"/>
                  </a:lnTo>
                  <a:lnTo>
                    <a:pt x="7215248" y="0"/>
                  </a:lnTo>
                  <a:lnTo>
                    <a:pt x="7211825" y="0"/>
                  </a:lnTo>
                  <a:lnTo>
                    <a:pt x="7208403" y="0"/>
                  </a:lnTo>
                  <a:lnTo>
                    <a:pt x="7204980" y="0"/>
                  </a:lnTo>
                  <a:lnTo>
                    <a:pt x="7201557" y="0"/>
                  </a:lnTo>
                  <a:lnTo>
                    <a:pt x="7198134" y="0"/>
                  </a:lnTo>
                  <a:lnTo>
                    <a:pt x="7194711" y="0"/>
                  </a:lnTo>
                  <a:lnTo>
                    <a:pt x="7191289" y="0"/>
                  </a:lnTo>
                  <a:lnTo>
                    <a:pt x="7187866" y="0"/>
                  </a:lnTo>
                  <a:lnTo>
                    <a:pt x="7184443" y="0"/>
                  </a:lnTo>
                  <a:lnTo>
                    <a:pt x="7181020" y="0"/>
                  </a:lnTo>
                  <a:lnTo>
                    <a:pt x="7177597" y="0"/>
                  </a:lnTo>
                  <a:lnTo>
                    <a:pt x="7174175" y="0"/>
                  </a:lnTo>
                  <a:lnTo>
                    <a:pt x="7170752" y="0"/>
                  </a:lnTo>
                  <a:lnTo>
                    <a:pt x="7167329" y="0"/>
                  </a:lnTo>
                  <a:lnTo>
                    <a:pt x="7163906" y="0"/>
                  </a:lnTo>
                  <a:lnTo>
                    <a:pt x="7160484" y="0"/>
                  </a:lnTo>
                  <a:lnTo>
                    <a:pt x="7157061" y="0"/>
                  </a:lnTo>
                  <a:lnTo>
                    <a:pt x="7153638" y="0"/>
                  </a:lnTo>
                  <a:lnTo>
                    <a:pt x="7150215" y="0"/>
                  </a:lnTo>
                  <a:lnTo>
                    <a:pt x="7146792" y="0"/>
                  </a:lnTo>
                  <a:lnTo>
                    <a:pt x="7143370" y="0"/>
                  </a:lnTo>
                  <a:lnTo>
                    <a:pt x="7139947" y="0"/>
                  </a:lnTo>
                  <a:lnTo>
                    <a:pt x="7136524" y="0"/>
                  </a:lnTo>
                  <a:lnTo>
                    <a:pt x="7133101" y="0"/>
                  </a:lnTo>
                  <a:lnTo>
                    <a:pt x="7129678" y="0"/>
                  </a:lnTo>
                  <a:lnTo>
                    <a:pt x="7126256" y="0"/>
                  </a:lnTo>
                  <a:lnTo>
                    <a:pt x="7122833" y="0"/>
                  </a:lnTo>
                  <a:lnTo>
                    <a:pt x="7119410" y="0"/>
                  </a:lnTo>
                  <a:lnTo>
                    <a:pt x="7115987" y="0"/>
                  </a:lnTo>
                  <a:lnTo>
                    <a:pt x="7112564" y="0"/>
                  </a:lnTo>
                  <a:lnTo>
                    <a:pt x="7109142" y="0"/>
                  </a:lnTo>
                  <a:lnTo>
                    <a:pt x="7105719" y="0"/>
                  </a:lnTo>
                  <a:lnTo>
                    <a:pt x="7102296" y="0"/>
                  </a:lnTo>
                  <a:lnTo>
                    <a:pt x="7098873" y="0"/>
                  </a:lnTo>
                  <a:lnTo>
                    <a:pt x="7095450" y="0"/>
                  </a:lnTo>
                  <a:lnTo>
                    <a:pt x="7092028" y="0"/>
                  </a:lnTo>
                  <a:lnTo>
                    <a:pt x="7088605" y="0"/>
                  </a:lnTo>
                  <a:lnTo>
                    <a:pt x="7085182" y="0"/>
                  </a:lnTo>
                  <a:lnTo>
                    <a:pt x="7081759" y="0"/>
                  </a:lnTo>
                  <a:lnTo>
                    <a:pt x="7078336" y="0"/>
                  </a:lnTo>
                  <a:lnTo>
                    <a:pt x="7074914" y="0"/>
                  </a:lnTo>
                  <a:lnTo>
                    <a:pt x="7071491" y="0"/>
                  </a:lnTo>
                  <a:lnTo>
                    <a:pt x="7068068" y="0"/>
                  </a:lnTo>
                  <a:lnTo>
                    <a:pt x="7064645" y="0"/>
                  </a:lnTo>
                  <a:lnTo>
                    <a:pt x="7061223" y="0"/>
                  </a:lnTo>
                  <a:lnTo>
                    <a:pt x="7057800" y="0"/>
                  </a:lnTo>
                  <a:lnTo>
                    <a:pt x="7054377" y="0"/>
                  </a:lnTo>
                  <a:lnTo>
                    <a:pt x="7050954" y="0"/>
                  </a:lnTo>
                  <a:lnTo>
                    <a:pt x="7047531" y="0"/>
                  </a:lnTo>
                  <a:lnTo>
                    <a:pt x="7044109" y="0"/>
                  </a:lnTo>
                  <a:lnTo>
                    <a:pt x="7040686" y="0"/>
                  </a:lnTo>
                  <a:lnTo>
                    <a:pt x="7037263" y="0"/>
                  </a:lnTo>
                  <a:lnTo>
                    <a:pt x="7033840" y="0"/>
                  </a:lnTo>
                  <a:lnTo>
                    <a:pt x="7030417" y="0"/>
                  </a:lnTo>
                  <a:lnTo>
                    <a:pt x="7026995" y="0"/>
                  </a:lnTo>
                  <a:lnTo>
                    <a:pt x="7023572" y="0"/>
                  </a:lnTo>
                  <a:lnTo>
                    <a:pt x="7020149" y="0"/>
                  </a:lnTo>
                  <a:lnTo>
                    <a:pt x="7016726" y="0"/>
                  </a:lnTo>
                  <a:lnTo>
                    <a:pt x="7013303" y="0"/>
                  </a:lnTo>
                  <a:lnTo>
                    <a:pt x="7009881" y="0"/>
                  </a:lnTo>
                  <a:lnTo>
                    <a:pt x="7006458" y="0"/>
                  </a:lnTo>
                  <a:lnTo>
                    <a:pt x="7003035" y="0"/>
                  </a:lnTo>
                  <a:lnTo>
                    <a:pt x="6999612" y="0"/>
                  </a:lnTo>
                  <a:lnTo>
                    <a:pt x="6996189" y="0"/>
                  </a:lnTo>
                  <a:lnTo>
                    <a:pt x="6992767" y="0"/>
                  </a:lnTo>
                  <a:lnTo>
                    <a:pt x="6989344" y="0"/>
                  </a:lnTo>
                  <a:lnTo>
                    <a:pt x="6985921" y="0"/>
                  </a:lnTo>
                  <a:lnTo>
                    <a:pt x="6982498" y="0"/>
                  </a:lnTo>
                  <a:lnTo>
                    <a:pt x="6979075" y="0"/>
                  </a:lnTo>
                  <a:lnTo>
                    <a:pt x="6975653" y="0"/>
                  </a:lnTo>
                  <a:lnTo>
                    <a:pt x="6972230" y="0"/>
                  </a:lnTo>
                  <a:lnTo>
                    <a:pt x="6968807" y="0"/>
                  </a:lnTo>
                  <a:lnTo>
                    <a:pt x="6965384" y="0"/>
                  </a:lnTo>
                  <a:lnTo>
                    <a:pt x="6961961" y="0"/>
                  </a:lnTo>
                  <a:lnTo>
                    <a:pt x="6958539" y="0"/>
                  </a:lnTo>
                  <a:lnTo>
                    <a:pt x="6955116" y="0"/>
                  </a:lnTo>
                  <a:lnTo>
                    <a:pt x="6951693" y="0"/>
                  </a:lnTo>
                  <a:lnTo>
                    <a:pt x="6948270" y="0"/>
                  </a:lnTo>
                  <a:lnTo>
                    <a:pt x="6944848" y="0"/>
                  </a:lnTo>
                  <a:lnTo>
                    <a:pt x="6941425" y="0"/>
                  </a:lnTo>
                  <a:lnTo>
                    <a:pt x="6938002" y="0"/>
                  </a:lnTo>
                  <a:lnTo>
                    <a:pt x="6934579" y="0"/>
                  </a:lnTo>
                  <a:lnTo>
                    <a:pt x="6931156" y="0"/>
                  </a:lnTo>
                  <a:lnTo>
                    <a:pt x="6927734" y="0"/>
                  </a:lnTo>
                  <a:lnTo>
                    <a:pt x="6924311" y="0"/>
                  </a:lnTo>
                  <a:lnTo>
                    <a:pt x="6920888" y="0"/>
                  </a:lnTo>
                  <a:lnTo>
                    <a:pt x="6917465" y="0"/>
                  </a:lnTo>
                  <a:lnTo>
                    <a:pt x="6914042" y="0"/>
                  </a:lnTo>
                  <a:lnTo>
                    <a:pt x="6910620" y="0"/>
                  </a:lnTo>
                  <a:lnTo>
                    <a:pt x="6907197" y="0"/>
                  </a:lnTo>
                  <a:lnTo>
                    <a:pt x="6903774" y="0"/>
                  </a:lnTo>
                  <a:lnTo>
                    <a:pt x="6900351" y="0"/>
                  </a:lnTo>
                  <a:lnTo>
                    <a:pt x="6896928" y="0"/>
                  </a:lnTo>
                  <a:lnTo>
                    <a:pt x="6893506" y="0"/>
                  </a:lnTo>
                  <a:lnTo>
                    <a:pt x="6890083" y="0"/>
                  </a:lnTo>
                  <a:lnTo>
                    <a:pt x="6886660" y="0"/>
                  </a:lnTo>
                  <a:lnTo>
                    <a:pt x="6883237" y="0"/>
                  </a:lnTo>
                  <a:lnTo>
                    <a:pt x="6879814" y="0"/>
                  </a:lnTo>
                  <a:lnTo>
                    <a:pt x="6876392" y="0"/>
                  </a:lnTo>
                  <a:lnTo>
                    <a:pt x="6872969" y="0"/>
                  </a:lnTo>
                  <a:lnTo>
                    <a:pt x="6869546" y="0"/>
                  </a:lnTo>
                  <a:lnTo>
                    <a:pt x="6866123" y="0"/>
                  </a:lnTo>
                  <a:lnTo>
                    <a:pt x="6862700" y="0"/>
                  </a:lnTo>
                  <a:lnTo>
                    <a:pt x="6859278" y="0"/>
                  </a:lnTo>
                  <a:lnTo>
                    <a:pt x="6855855" y="0"/>
                  </a:lnTo>
                  <a:lnTo>
                    <a:pt x="6852432" y="0"/>
                  </a:lnTo>
                  <a:lnTo>
                    <a:pt x="6849009" y="0"/>
                  </a:lnTo>
                  <a:lnTo>
                    <a:pt x="6845587" y="0"/>
                  </a:lnTo>
                  <a:lnTo>
                    <a:pt x="6842164" y="0"/>
                  </a:lnTo>
                  <a:lnTo>
                    <a:pt x="6838741" y="0"/>
                  </a:lnTo>
                  <a:lnTo>
                    <a:pt x="6835318" y="0"/>
                  </a:lnTo>
                  <a:lnTo>
                    <a:pt x="6831895" y="0"/>
                  </a:lnTo>
                  <a:lnTo>
                    <a:pt x="6828473" y="0"/>
                  </a:lnTo>
                  <a:lnTo>
                    <a:pt x="6825050" y="0"/>
                  </a:lnTo>
                  <a:lnTo>
                    <a:pt x="6821627" y="0"/>
                  </a:lnTo>
                  <a:lnTo>
                    <a:pt x="6818204" y="0"/>
                  </a:lnTo>
                  <a:lnTo>
                    <a:pt x="6814781" y="0"/>
                  </a:lnTo>
                  <a:lnTo>
                    <a:pt x="6811359" y="0"/>
                  </a:lnTo>
                  <a:lnTo>
                    <a:pt x="6807936" y="0"/>
                  </a:lnTo>
                  <a:lnTo>
                    <a:pt x="6804513" y="0"/>
                  </a:lnTo>
                  <a:lnTo>
                    <a:pt x="6801090" y="0"/>
                  </a:lnTo>
                  <a:lnTo>
                    <a:pt x="6797667" y="0"/>
                  </a:lnTo>
                  <a:lnTo>
                    <a:pt x="6794245" y="0"/>
                  </a:lnTo>
                  <a:lnTo>
                    <a:pt x="6790822" y="0"/>
                  </a:lnTo>
                  <a:lnTo>
                    <a:pt x="6787399" y="0"/>
                  </a:lnTo>
                  <a:lnTo>
                    <a:pt x="6783976" y="0"/>
                  </a:lnTo>
                  <a:lnTo>
                    <a:pt x="6780553" y="0"/>
                  </a:lnTo>
                  <a:lnTo>
                    <a:pt x="6777131" y="0"/>
                  </a:lnTo>
                  <a:lnTo>
                    <a:pt x="6773708" y="0"/>
                  </a:lnTo>
                  <a:lnTo>
                    <a:pt x="6770285" y="0"/>
                  </a:lnTo>
                  <a:lnTo>
                    <a:pt x="6766862" y="0"/>
                  </a:lnTo>
                  <a:lnTo>
                    <a:pt x="6763439" y="0"/>
                  </a:lnTo>
                  <a:lnTo>
                    <a:pt x="6760017" y="0"/>
                  </a:lnTo>
                  <a:lnTo>
                    <a:pt x="6756594" y="0"/>
                  </a:lnTo>
                  <a:lnTo>
                    <a:pt x="6753171" y="0"/>
                  </a:lnTo>
                  <a:lnTo>
                    <a:pt x="6749748" y="0"/>
                  </a:lnTo>
                  <a:lnTo>
                    <a:pt x="6746325" y="0"/>
                  </a:lnTo>
                  <a:lnTo>
                    <a:pt x="6742903" y="0"/>
                  </a:lnTo>
                  <a:lnTo>
                    <a:pt x="6739480" y="0"/>
                  </a:lnTo>
                  <a:lnTo>
                    <a:pt x="6736057" y="0"/>
                  </a:lnTo>
                  <a:lnTo>
                    <a:pt x="6732634" y="0"/>
                  </a:lnTo>
                  <a:lnTo>
                    <a:pt x="6729212" y="0"/>
                  </a:lnTo>
                  <a:lnTo>
                    <a:pt x="6725789" y="0"/>
                  </a:lnTo>
                  <a:lnTo>
                    <a:pt x="6722366" y="0"/>
                  </a:lnTo>
                  <a:lnTo>
                    <a:pt x="6718943" y="0"/>
                  </a:lnTo>
                  <a:lnTo>
                    <a:pt x="6715520" y="0"/>
                  </a:lnTo>
                  <a:lnTo>
                    <a:pt x="6712098" y="0"/>
                  </a:lnTo>
                  <a:lnTo>
                    <a:pt x="6708675" y="0"/>
                  </a:lnTo>
                  <a:lnTo>
                    <a:pt x="6705252" y="0"/>
                  </a:lnTo>
                  <a:lnTo>
                    <a:pt x="6701829" y="0"/>
                  </a:lnTo>
                  <a:lnTo>
                    <a:pt x="6698406" y="0"/>
                  </a:lnTo>
                  <a:lnTo>
                    <a:pt x="6694984" y="0"/>
                  </a:lnTo>
                  <a:lnTo>
                    <a:pt x="6691561" y="0"/>
                  </a:lnTo>
                  <a:lnTo>
                    <a:pt x="6688138" y="0"/>
                  </a:lnTo>
                  <a:lnTo>
                    <a:pt x="6684715" y="0"/>
                  </a:lnTo>
                  <a:lnTo>
                    <a:pt x="6681292" y="0"/>
                  </a:lnTo>
                  <a:lnTo>
                    <a:pt x="6677870" y="0"/>
                  </a:lnTo>
                  <a:lnTo>
                    <a:pt x="6674447" y="0"/>
                  </a:lnTo>
                  <a:lnTo>
                    <a:pt x="6671024" y="0"/>
                  </a:lnTo>
                  <a:lnTo>
                    <a:pt x="6667601" y="0"/>
                  </a:lnTo>
                  <a:lnTo>
                    <a:pt x="6664178" y="0"/>
                  </a:lnTo>
                  <a:lnTo>
                    <a:pt x="6660756" y="0"/>
                  </a:lnTo>
                  <a:lnTo>
                    <a:pt x="6657333" y="0"/>
                  </a:lnTo>
                  <a:lnTo>
                    <a:pt x="6653910" y="0"/>
                  </a:lnTo>
                  <a:lnTo>
                    <a:pt x="6650487" y="0"/>
                  </a:lnTo>
                  <a:lnTo>
                    <a:pt x="6647064" y="0"/>
                  </a:lnTo>
                  <a:lnTo>
                    <a:pt x="6643642" y="0"/>
                  </a:lnTo>
                  <a:lnTo>
                    <a:pt x="6640219" y="0"/>
                  </a:lnTo>
                  <a:lnTo>
                    <a:pt x="6636796" y="0"/>
                  </a:lnTo>
                  <a:lnTo>
                    <a:pt x="6633373" y="0"/>
                  </a:lnTo>
                  <a:lnTo>
                    <a:pt x="6629951" y="0"/>
                  </a:lnTo>
                  <a:lnTo>
                    <a:pt x="6626528" y="0"/>
                  </a:lnTo>
                  <a:lnTo>
                    <a:pt x="6623105" y="0"/>
                  </a:lnTo>
                  <a:lnTo>
                    <a:pt x="6619682" y="0"/>
                  </a:lnTo>
                  <a:lnTo>
                    <a:pt x="6616259" y="0"/>
                  </a:lnTo>
                  <a:lnTo>
                    <a:pt x="6612837" y="0"/>
                  </a:lnTo>
                  <a:lnTo>
                    <a:pt x="6609414" y="0"/>
                  </a:lnTo>
                  <a:lnTo>
                    <a:pt x="6605991" y="0"/>
                  </a:lnTo>
                  <a:lnTo>
                    <a:pt x="6602568" y="0"/>
                  </a:lnTo>
                  <a:lnTo>
                    <a:pt x="6599145" y="0"/>
                  </a:lnTo>
                  <a:lnTo>
                    <a:pt x="6595723" y="0"/>
                  </a:lnTo>
                  <a:lnTo>
                    <a:pt x="6592300" y="0"/>
                  </a:lnTo>
                  <a:lnTo>
                    <a:pt x="6588877" y="0"/>
                  </a:lnTo>
                  <a:lnTo>
                    <a:pt x="6585454" y="0"/>
                  </a:lnTo>
                  <a:lnTo>
                    <a:pt x="6582031" y="0"/>
                  </a:lnTo>
                  <a:lnTo>
                    <a:pt x="6578609" y="0"/>
                  </a:lnTo>
                  <a:lnTo>
                    <a:pt x="6575186" y="0"/>
                  </a:lnTo>
                  <a:lnTo>
                    <a:pt x="6571763" y="0"/>
                  </a:lnTo>
                  <a:lnTo>
                    <a:pt x="6568340" y="0"/>
                  </a:lnTo>
                  <a:lnTo>
                    <a:pt x="6564917" y="0"/>
                  </a:lnTo>
                  <a:lnTo>
                    <a:pt x="6561495" y="0"/>
                  </a:lnTo>
                  <a:lnTo>
                    <a:pt x="6558072" y="0"/>
                  </a:lnTo>
                  <a:lnTo>
                    <a:pt x="6554649" y="0"/>
                  </a:lnTo>
                  <a:lnTo>
                    <a:pt x="6551226" y="0"/>
                  </a:lnTo>
                  <a:lnTo>
                    <a:pt x="6547803" y="0"/>
                  </a:lnTo>
                  <a:lnTo>
                    <a:pt x="6544381" y="0"/>
                  </a:lnTo>
                  <a:lnTo>
                    <a:pt x="6540958" y="0"/>
                  </a:lnTo>
                  <a:lnTo>
                    <a:pt x="6537535" y="0"/>
                  </a:lnTo>
                  <a:lnTo>
                    <a:pt x="6534112" y="0"/>
                  </a:lnTo>
                  <a:lnTo>
                    <a:pt x="6530690" y="0"/>
                  </a:lnTo>
                  <a:lnTo>
                    <a:pt x="6527267" y="0"/>
                  </a:lnTo>
                  <a:lnTo>
                    <a:pt x="6523844" y="0"/>
                  </a:lnTo>
                  <a:lnTo>
                    <a:pt x="6520421" y="0"/>
                  </a:lnTo>
                  <a:lnTo>
                    <a:pt x="6516998" y="0"/>
                  </a:lnTo>
                  <a:lnTo>
                    <a:pt x="6513576" y="0"/>
                  </a:lnTo>
                  <a:lnTo>
                    <a:pt x="6510153" y="0"/>
                  </a:lnTo>
                  <a:lnTo>
                    <a:pt x="6506730" y="0"/>
                  </a:lnTo>
                  <a:lnTo>
                    <a:pt x="6503307" y="0"/>
                  </a:lnTo>
                  <a:lnTo>
                    <a:pt x="6499884" y="0"/>
                  </a:lnTo>
                  <a:lnTo>
                    <a:pt x="6496462" y="0"/>
                  </a:lnTo>
                  <a:lnTo>
                    <a:pt x="6493039" y="0"/>
                  </a:lnTo>
                  <a:lnTo>
                    <a:pt x="6489616" y="0"/>
                  </a:lnTo>
                  <a:lnTo>
                    <a:pt x="6486193" y="0"/>
                  </a:lnTo>
                  <a:lnTo>
                    <a:pt x="6482770" y="0"/>
                  </a:lnTo>
                  <a:lnTo>
                    <a:pt x="6479348" y="0"/>
                  </a:lnTo>
                  <a:lnTo>
                    <a:pt x="6475925" y="0"/>
                  </a:lnTo>
                  <a:lnTo>
                    <a:pt x="6472502" y="0"/>
                  </a:lnTo>
                  <a:lnTo>
                    <a:pt x="6469079" y="0"/>
                  </a:lnTo>
                  <a:lnTo>
                    <a:pt x="6465656" y="0"/>
                  </a:lnTo>
                  <a:lnTo>
                    <a:pt x="6462234" y="0"/>
                  </a:lnTo>
                  <a:lnTo>
                    <a:pt x="6458811" y="0"/>
                  </a:lnTo>
                  <a:lnTo>
                    <a:pt x="6455388" y="0"/>
                  </a:lnTo>
                  <a:lnTo>
                    <a:pt x="6451965" y="0"/>
                  </a:lnTo>
                  <a:lnTo>
                    <a:pt x="6448542" y="0"/>
                  </a:lnTo>
                  <a:lnTo>
                    <a:pt x="6445120" y="0"/>
                  </a:lnTo>
                  <a:lnTo>
                    <a:pt x="6441697" y="0"/>
                  </a:lnTo>
                  <a:lnTo>
                    <a:pt x="6438274" y="0"/>
                  </a:lnTo>
                  <a:lnTo>
                    <a:pt x="6434851" y="0"/>
                  </a:lnTo>
                  <a:lnTo>
                    <a:pt x="6431428" y="0"/>
                  </a:lnTo>
                  <a:lnTo>
                    <a:pt x="6428006" y="0"/>
                  </a:lnTo>
                  <a:lnTo>
                    <a:pt x="6424583" y="0"/>
                  </a:lnTo>
                  <a:lnTo>
                    <a:pt x="6421160" y="0"/>
                  </a:lnTo>
                  <a:lnTo>
                    <a:pt x="6417737" y="0"/>
                  </a:lnTo>
                  <a:lnTo>
                    <a:pt x="6414315" y="0"/>
                  </a:lnTo>
                  <a:lnTo>
                    <a:pt x="6410892" y="0"/>
                  </a:lnTo>
                  <a:lnTo>
                    <a:pt x="6407469" y="0"/>
                  </a:lnTo>
                  <a:lnTo>
                    <a:pt x="6404046" y="0"/>
                  </a:lnTo>
                  <a:lnTo>
                    <a:pt x="6400623" y="0"/>
                  </a:lnTo>
                  <a:lnTo>
                    <a:pt x="6397201" y="0"/>
                  </a:lnTo>
                  <a:lnTo>
                    <a:pt x="6393778" y="0"/>
                  </a:lnTo>
                  <a:lnTo>
                    <a:pt x="6390355" y="0"/>
                  </a:lnTo>
                  <a:lnTo>
                    <a:pt x="6386932" y="0"/>
                  </a:lnTo>
                  <a:lnTo>
                    <a:pt x="6383509" y="0"/>
                  </a:lnTo>
                  <a:lnTo>
                    <a:pt x="6380087" y="0"/>
                  </a:lnTo>
                  <a:lnTo>
                    <a:pt x="6376664" y="0"/>
                  </a:lnTo>
                  <a:lnTo>
                    <a:pt x="6373241" y="0"/>
                  </a:lnTo>
                  <a:lnTo>
                    <a:pt x="6369818" y="0"/>
                  </a:lnTo>
                  <a:lnTo>
                    <a:pt x="6366395" y="0"/>
                  </a:lnTo>
                  <a:lnTo>
                    <a:pt x="6362973" y="0"/>
                  </a:lnTo>
                  <a:lnTo>
                    <a:pt x="6359550" y="0"/>
                  </a:lnTo>
                  <a:lnTo>
                    <a:pt x="6356127" y="0"/>
                  </a:lnTo>
                  <a:lnTo>
                    <a:pt x="6352704" y="0"/>
                  </a:lnTo>
                  <a:lnTo>
                    <a:pt x="6349281" y="0"/>
                  </a:lnTo>
                  <a:lnTo>
                    <a:pt x="6345859" y="0"/>
                  </a:lnTo>
                  <a:lnTo>
                    <a:pt x="6342436" y="0"/>
                  </a:lnTo>
                  <a:lnTo>
                    <a:pt x="6339013" y="0"/>
                  </a:lnTo>
                  <a:lnTo>
                    <a:pt x="6335590" y="0"/>
                  </a:lnTo>
                  <a:lnTo>
                    <a:pt x="6332167" y="0"/>
                  </a:lnTo>
                  <a:lnTo>
                    <a:pt x="6328745" y="0"/>
                  </a:lnTo>
                  <a:lnTo>
                    <a:pt x="6325322" y="0"/>
                  </a:lnTo>
                  <a:lnTo>
                    <a:pt x="6321899" y="0"/>
                  </a:lnTo>
                  <a:lnTo>
                    <a:pt x="6318476" y="0"/>
                  </a:lnTo>
                  <a:lnTo>
                    <a:pt x="6315054" y="0"/>
                  </a:lnTo>
                  <a:lnTo>
                    <a:pt x="6311631" y="0"/>
                  </a:lnTo>
                  <a:lnTo>
                    <a:pt x="6308208" y="0"/>
                  </a:lnTo>
                  <a:lnTo>
                    <a:pt x="6304785" y="0"/>
                  </a:lnTo>
                  <a:lnTo>
                    <a:pt x="6301362" y="0"/>
                  </a:lnTo>
                  <a:lnTo>
                    <a:pt x="6297940" y="0"/>
                  </a:lnTo>
                  <a:lnTo>
                    <a:pt x="6294517" y="0"/>
                  </a:lnTo>
                  <a:lnTo>
                    <a:pt x="6291094" y="0"/>
                  </a:lnTo>
                  <a:lnTo>
                    <a:pt x="6287671" y="0"/>
                  </a:lnTo>
                  <a:lnTo>
                    <a:pt x="6284248" y="0"/>
                  </a:lnTo>
                  <a:lnTo>
                    <a:pt x="6280826" y="0"/>
                  </a:lnTo>
                  <a:lnTo>
                    <a:pt x="6277403" y="0"/>
                  </a:lnTo>
                  <a:lnTo>
                    <a:pt x="6273980" y="0"/>
                  </a:lnTo>
                  <a:lnTo>
                    <a:pt x="6270557" y="0"/>
                  </a:lnTo>
                  <a:lnTo>
                    <a:pt x="6267134" y="0"/>
                  </a:lnTo>
                  <a:lnTo>
                    <a:pt x="6263712" y="0"/>
                  </a:lnTo>
                  <a:lnTo>
                    <a:pt x="6260289" y="0"/>
                  </a:lnTo>
                  <a:lnTo>
                    <a:pt x="6256866" y="0"/>
                  </a:lnTo>
                  <a:lnTo>
                    <a:pt x="6253443" y="0"/>
                  </a:lnTo>
                  <a:lnTo>
                    <a:pt x="6250020" y="0"/>
                  </a:lnTo>
                  <a:lnTo>
                    <a:pt x="6246598" y="0"/>
                  </a:lnTo>
                  <a:lnTo>
                    <a:pt x="6243175" y="0"/>
                  </a:lnTo>
                  <a:lnTo>
                    <a:pt x="6239752" y="0"/>
                  </a:lnTo>
                  <a:lnTo>
                    <a:pt x="6236329" y="0"/>
                  </a:lnTo>
                  <a:lnTo>
                    <a:pt x="6232906" y="0"/>
                  </a:lnTo>
                  <a:lnTo>
                    <a:pt x="6229484" y="0"/>
                  </a:lnTo>
                  <a:lnTo>
                    <a:pt x="6226061" y="0"/>
                  </a:lnTo>
                  <a:lnTo>
                    <a:pt x="6222638" y="0"/>
                  </a:lnTo>
                  <a:lnTo>
                    <a:pt x="6219215" y="0"/>
                  </a:lnTo>
                  <a:lnTo>
                    <a:pt x="6215793" y="0"/>
                  </a:lnTo>
                  <a:lnTo>
                    <a:pt x="6212370" y="0"/>
                  </a:lnTo>
                  <a:lnTo>
                    <a:pt x="6208947" y="0"/>
                  </a:lnTo>
                  <a:lnTo>
                    <a:pt x="6205524" y="0"/>
                  </a:lnTo>
                  <a:lnTo>
                    <a:pt x="6202101" y="0"/>
                  </a:lnTo>
                  <a:lnTo>
                    <a:pt x="6198679" y="0"/>
                  </a:lnTo>
                  <a:lnTo>
                    <a:pt x="6195256" y="0"/>
                  </a:lnTo>
                  <a:lnTo>
                    <a:pt x="6191833" y="0"/>
                  </a:lnTo>
                  <a:lnTo>
                    <a:pt x="6188410" y="0"/>
                  </a:lnTo>
                  <a:lnTo>
                    <a:pt x="6184987" y="0"/>
                  </a:lnTo>
                  <a:lnTo>
                    <a:pt x="6181565" y="0"/>
                  </a:lnTo>
                  <a:lnTo>
                    <a:pt x="6178142" y="0"/>
                  </a:lnTo>
                  <a:lnTo>
                    <a:pt x="6174719" y="0"/>
                  </a:lnTo>
                  <a:lnTo>
                    <a:pt x="6171296" y="0"/>
                  </a:lnTo>
                  <a:lnTo>
                    <a:pt x="6167873" y="0"/>
                  </a:lnTo>
                  <a:lnTo>
                    <a:pt x="6164451" y="0"/>
                  </a:lnTo>
                  <a:lnTo>
                    <a:pt x="6161028" y="0"/>
                  </a:lnTo>
                  <a:lnTo>
                    <a:pt x="6157605" y="0"/>
                  </a:lnTo>
                  <a:lnTo>
                    <a:pt x="6154182" y="0"/>
                  </a:lnTo>
                  <a:lnTo>
                    <a:pt x="6150759" y="0"/>
                  </a:lnTo>
                  <a:lnTo>
                    <a:pt x="6147337" y="0"/>
                  </a:lnTo>
                  <a:lnTo>
                    <a:pt x="6143914" y="0"/>
                  </a:lnTo>
                  <a:lnTo>
                    <a:pt x="6140491" y="0"/>
                  </a:lnTo>
                  <a:lnTo>
                    <a:pt x="6137068" y="0"/>
                  </a:lnTo>
                  <a:lnTo>
                    <a:pt x="6133645" y="0"/>
                  </a:lnTo>
                  <a:lnTo>
                    <a:pt x="6130223" y="0"/>
                  </a:lnTo>
                  <a:lnTo>
                    <a:pt x="6126800" y="0"/>
                  </a:lnTo>
                  <a:lnTo>
                    <a:pt x="6123377" y="0"/>
                  </a:lnTo>
                  <a:lnTo>
                    <a:pt x="6119954" y="0"/>
                  </a:lnTo>
                  <a:lnTo>
                    <a:pt x="6116531" y="0"/>
                  </a:lnTo>
                  <a:lnTo>
                    <a:pt x="6113109" y="0"/>
                  </a:lnTo>
                  <a:lnTo>
                    <a:pt x="6109686" y="0"/>
                  </a:lnTo>
                  <a:lnTo>
                    <a:pt x="6106263" y="0"/>
                  </a:lnTo>
                  <a:lnTo>
                    <a:pt x="6102840" y="0"/>
                  </a:lnTo>
                  <a:lnTo>
                    <a:pt x="6099418" y="0"/>
                  </a:lnTo>
                  <a:lnTo>
                    <a:pt x="6095995" y="0"/>
                  </a:lnTo>
                  <a:lnTo>
                    <a:pt x="6092572" y="0"/>
                  </a:lnTo>
                  <a:lnTo>
                    <a:pt x="6089149" y="0"/>
                  </a:lnTo>
                  <a:lnTo>
                    <a:pt x="6085726" y="0"/>
                  </a:lnTo>
                  <a:lnTo>
                    <a:pt x="6082304" y="0"/>
                  </a:lnTo>
                  <a:lnTo>
                    <a:pt x="6078881" y="0"/>
                  </a:lnTo>
                  <a:lnTo>
                    <a:pt x="6075458" y="0"/>
                  </a:lnTo>
                  <a:lnTo>
                    <a:pt x="6072035" y="0"/>
                  </a:lnTo>
                  <a:lnTo>
                    <a:pt x="6068612" y="0"/>
                  </a:lnTo>
                  <a:lnTo>
                    <a:pt x="6065190" y="0"/>
                  </a:lnTo>
                  <a:lnTo>
                    <a:pt x="6061767" y="0"/>
                  </a:lnTo>
                  <a:lnTo>
                    <a:pt x="6058344" y="0"/>
                  </a:lnTo>
                  <a:lnTo>
                    <a:pt x="6054921" y="0"/>
                  </a:lnTo>
                  <a:lnTo>
                    <a:pt x="6051498" y="0"/>
                  </a:lnTo>
                  <a:lnTo>
                    <a:pt x="6048076" y="0"/>
                  </a:lnTo>
                  <a:lnTo>
                    <a:pt x="6044653" y="0"/>
                  </a:lnTo>
                  <a:lnTo>
                    <a:pt x="6041230" y="0"/>
                  </a:lnTo>
                  <a:lnTo>
                    <a:pt x="6037807" y="0"/>
                  </a:lnTo>
                  <a:lnTo>
                    <a:pt x="6034384" y="0"/>
                  </a:lnTo>
                  <a:lnTo>
                    <a:pt x="6030962" y="0"/>
                  </a:lnTo>
                  <a:lnTo>
                    <a:pt x="6027539" y="0"/>
                  </a:lnTo>
                  <a:lnTo>
                    <a:pt x="6024116" y="0"/>
                  </a:lnTo>
                  <a:lnTo>
                    <a:pt x="6020693" y="0"/>
                  </a:lnTo>
                  <a:lnTo>
                    <a:pt x="6017270" y="0"/>
                  </a:lnTo>
                  <a:lnTo>
                    <a:pt x="6013848" y="0"/>
                  </a:lnTo>
                  <a:lnTo>
                    <a:pt x="6010425" y="0"/>
                  </a:lnTo>
                  <a:lnTo>
                    <a:pt x="6007002" y="0"/>
                  </a:lnTo>
                  <a:lnTo>
                    <a:pt x="6003579" y="0"/>
                  </a:lnTo>
                  <a:lnTo>
                    <a:pt x="6000157" y="0"/>
                  </a:lnTo>
                  <a:lnTo>
                    <a:pt x="5996734" y="0"/>
                  </a:lnTo>
                  <a:lnTo>
                    <a:pt x="5993311" y="0"/>
                  </a:lnTo>
                  <a:lnTo>
                    <a:pt x="5989888" y="0"/>
                  </a:lnTo>
                  <a:lnTo>
                    <a:pt x="5986465" y="0"/>
                  </a:lnTo>
                  <a:lnTo>
                    <a:pt x="5983043" y="0"/>
                  </a:lnTo>
                  <a:lnTo>
                    <a:pt x="5979620" y="0"/>
                  </a:lnTo>
                  <a:lnTo>
                    <a:pt x="5976197" y="0"/>
                  </a:lnTo>
                  <a:lnTo>
                    <a:pt x="5972774" y="0"/>
                  </a:lnTo>
                  <a:lnTo>
                    <a:pt x="5969351" y="0"/>
                  </a:lnTo>
                  <a:lnTo>
                    <a:pt x="5965929" y="0"/>
                  </a:lnTo>
                  <a:lnTo>
                    <a:pt x="5962506" y="0"/>
                  </a:lnTo>
                  <a:lnTo>
                    <a:pt x="5959083" y="0"/>
                  </a:lnTo>
                  <a:lnTo>
                    <a:pt x="5955660" y="0"/>
                  </a:lnTo>
                  <a:lnTo>
                    <a:pt x="5952237" y="0"/>
                  </a:lnTo>
                  <a:lnTo>
                    <a:pt x="5948815" y="0"/>
                  </a:lnTo>
                  <a:lnTo>
                    <a:pt x="5945392" y="0"/>
                  </a:lnTo>
                  <a:lnTo>
                    <a:pt x="5941969" y="0"/>
                  </a:lnTo>
                  <a:lnTo>
                    <a:pt x="5938546" y="0"/>
                  </a:lnTo>
                  <a:lnTo>
                    <a:pt x="5935123" y="0"/>
                  </a:lnTo>
                  <a:lnTo>
                    <a:pt x="5931701" y="0"/>
                  </a:lnTo>
                  <a:lnTo>
                    <a:pt x="5928278" y="0"/>
                  </a:lnTo>
                  <a:lnTo>
                    <a:pt x="5924855" y="0"/>
                  </a:lnTo>
                  <a:lnTo>
                    <a:pt x="5921432" y="0"/>
                  </a:lnTo>
                  <a:lnTo>
                    <a:pt x="5918009" y="0"/>
                  </a:lnTo>
                  <a:lnTo>
                    <a:pt x="5914587" y="0"/>
                  </a:lnTo>
                  <a:lnTo>
                    <a:pt x="5911164" y="0"/>
                  </a:lnTo>
                  <a:lnTo>
                    <a:pt x="5907741" y="0"/>
                  </a:lnTo>
                  <a:lnTo>
                    <a:pt x="5904318" y="0"/>
                  </a:lnTo>
                  <a:lnTo>
                    <a:pt x="5900896" y="0"/>
                  </a:lnTo>
                  <a:lnTo>
                    <a:pt x="5897473" y="0"/>
                  </a:lnTo>
                  <a:lnTo>
                    <a:pt x="5894050" y="0"/>
                  </a:lnTo>
                  <a:lnTo>
                    <a:pt x="5890627" y="0"/>
                  </a:lnTo>
                  <a:lnTo>
                    <a:pt x="5887204" y="0"/>
                  </a:lnTo>
                  <a:lnTo>
                    <a:pt x="5883782" y="0"/>
                  </a:lnTo>
                  <a:lnTo>
                    <a:pt x="5880359" y="0"/>
                  </a:lnTo>
                  <a:lnTo>
                    <a:pt x="5876936" y="0"/>
                  </a:lnTo>
                  <a:lnTo>
                    <a:pt x="5873513" y="0"/>
                  </a:lnTo>
                  <a:lnTo>
                    <a:pt x="5870090" y="0"/>
                  </a:lnTo>
                  <a:lnTo>
                    <a:pt x="5866668" y="0"/>
                  </a:lnTo>
                  <a:lnTo>
                    <a:pt x="5863245" y="0"/>
                  </a:lnTo>
                  <a:lnTo>
                    <a:pt x="5859822" y="0"/>
                  </a:lnTo>
                  <a:lnTo>
                    <a:pt x="5856399" y="0"/>
                  </a:lnTo>
                  <a:lnTo>
                    <a:pt x="5852976" y="0"/>
                  </a:lnTo>
                  <a:lnTo>
                    <a:pt x="5849554" y="0"/>
                  </a:lnTo>
                  <a:lnTo>
                    <a:pt x="5846131" y="0"/>
                  </a:lnTo>
                  <a:lnTo>
                    <a:pt x="5842708" y="0"/>
                  </a:lnTo>
                  <a:lnTo>
                    <a:pt x="5839285" y="0"/>
                  </a:lnTo>
                  <a:lnTo>
                    <a:pt x="5835862" y="0"/>
                  </a:lnTo>
                  <a:lnTo>
                    <a:pt x="5832440" y="0"/>
                  </a:lnTo>
                  <a:lnTo>
                    <a:pt x="5829017" y="0"/>
                  </a:lnTo>
                  <a:lnTo>
                    <a:pt x="5825594" y="0"/>
                  </a:lnTo>
                  <a:lnTo>
                    <a:pt x="5822171" y="0"/>
                  </a:lnTo>
                  <a:lnTo>
                    <a:pt x="5818748" y="0"/>
                  </a:lnTo>
                  <a:lnTo>
                    <a:pt x="5815326" y="0"/>
                  </a:lnTo>
                  <a:lnTo>
                    <a:pt x="5811903" y="0"/>
                  </a:lnTo>
                  <a:lnTo>
                    <a:pt x="5808480" y="0"/>
                  </a:lnTo>
                  <a:lnTo>
                    <a:pt x="5805057" y="0"/>
                  </a:lnTo>
                  <a:lnTo>
                    <a:pt x="5801634" y="0"/>
                  </a:lnTo>
                  <a:lnTo>
                    <a:pt x="5798212" y="0"/>
                  </a:lnTo>
                  <a:lnTo>
                    <a:pt x="5794789" y="0"/>
                  </a:lnTo>
                  <a:lnTo>
                    <a:pt x="5791366" y="0"/>
                  </a:lnTo>
                  <a:lnTo>
                    <a:pt x="5787943" y="0"/>
                  </a:lnTo>
                  <a:lnTo>
                    <a:pt x="5784521" y="0"/>
                  </a:lnTo>
                  <a:lnTo>
                    <a:pt x="5781098" y="0"/>
                  </a:lnTo>
                  <a:lnTo>
                    <a:pt x="5777675" y="0"/>
                  </a:lnTo>
                  <a:lnTo>
                    <a:pt x="5774252" y="0"/>
                  </a:lnTo>
                  <a:lnTo>
                    <a:pt x="5770829" y="0"/>
                  </a:lnTo>
                  <a:lnTo>
                    <a:pt x="5767407" y="0"/>
                  </a:lnTo>
                  <a:lnTo>
                    <a:pt x="5763984" y="0"/>
                  </a:lnTo>
                  <a:lnTo>
                    <a:pt x="5760561" y="0"/>
                  </a:lnTo>
                  <a:lnTo>
                    <a:pt x="5757138" y="0"/>
                  </a:lnTo>
                  <a:lnTo>
                    <a:pt x="5753715" y="0"/>
                  </a:lnTo>
                  <a:lnTo>
                    <a:pt x="5750293" y="0"/>
                  </a:lnTo>
                  <a:lnTo>
                    <a:pt x="5746870" y="0"/>
                  </a:lnTo>
                  <a:lnTo>
                    <a:pt x="5743447" y="0"/>
                  </a:lnTo>
                  <a:lnTo>
                    <a:pt x="5740024" y="0"/>
                  </a:lnTo>
                  <a:lnTo>
                    <a:pt x="5736601" y="0"/>
                  </a:lnTo>
                  <a:lnTo>
                    <a:pt x="5733179" y="0"/>
                  </a:lnTo>
                  <a:lnTo>
                    <a:pt x="5729756" y="0"/>
                  </a:lnTo>
                  <a:lnTo>
                    <a:pt x="5726333" y="0"/>
                  </a:lnTo>
                  <a:lnTo>
                    <a:pt x="5722910" y="0"/>
                  </a:lnTo>
                  <a:lnTo>
                    <a:pt x="5719487" y="0"/>
                  </a:lnTo>
                  <a:lnTo>
                    <a:pt x="5716065" y="0"/>
                  </a:lnTo>
                  <a:lnTo>
                    <a:pt x="5712642" y="0"/>
                  </a:lnTo>
                  <a:lnTo>
                    <a:pt x="5709219" y="0"/>
                  </a:lnTo>
                  <a:lnTo>
                    <a:pt x="5705796" y="0"/>
                  </a:lnTo>
                  <a:lnTo>
                    <a:pt x="5702373" y="0"/>
                  </a:lnTo>
                  <a:lnTo>
                    <a:pt x="5698951" y="0"/>
                  </a:lnTo>
                  <a:lnTo>
                    <a:pt x="5695528" y="0"/>
                  </a:lnTo>
                  <a:lnTo>
                    <a:pt x="5692105" y="0"/>
                  </a:lnTo>
                  <a:lnTo>
                    <a:pt x="5688682" y="0"/>
                  </a:lnTo>
                  <a:lnTo>
                    <a:pt x="5685260" y="0"/>
                  </a:lnTo>
                  <a:lnTo>
                    <a:pt x="5681837" y="0"/>
                  </a:lnTo>
                  <a:lnTo>
                    <a:pt x="5678414" y="0"/>
                  </a:lnTo>
                  <a:lnTo>
                    <a:pt x="5674991" y="0"/>
                  </a:lnTo>
                  <a:lnTo>
                    <a:pt x="5671568" y="0"/>
                  </a:lnTo>
                  <a:lnTo>
                    <a:pt x="5668146" y="0"/>
                  </a:lnTo>
                  <a:lnTo>
                    <a:pt x="5664723" y="0"/>
                  </a:lnTo>
                  <a:lnTo>
                    <a:pt x="5661300" y="0"/>
                  </a:lnTo>
                  <a:lnTo>
                    <a:pt x="5657877" y="0"/>
                  </a:lnTo>
                  <a:lnTo>
                    <a:pt x="5654454" y="0"/>
                  </a:lnTo>
                  <a:lnTo>
                    <a:pt x="5651032" y="0"/>
                  </a:lnTo>
                  <a:lnTo>
                    <a:pt x="5647609" y="0"/>
                  </a:lnTo>
                  <a:lnTo>
                    <a:pt x="5644186" y="0"/>
                  </a:lnTo>
                  <a:lnTo>
                    <a:pt x="5640763" y="0"/>
                  </a:lnTo>
                  <a:lnTo>
                    <a:pt x="5637340" y="0"/>
                  </a:lnTo>
                  <a:lnTo>
                    <a:pt x="5633918" y="0"/>
                  </a:lnTo>
                  <a:lnTo>
                    <a:pt x="5630495" y="0"/>
                  </a:lnTo>
                  <a:lnTo>
                    <a:pt x="5627072" y="0"/>
                  </a:lnTo>
                  <a:lnTo>
                    <a:pt x="5623649" y="0"/>
                  </a:lnTo>
                  <a:lnTo>
                    <a:pt x="5620226" y="0"/>
                  </a:lnTo>
                  <a:lnTo>
                    <a:pt x="5616804" y="0"/>
                  </a:lnTo>
                  <a:lnTo>
                    <a:pt x="5613381" y="0"/>
                  </a:lnTo>
                  <a:lnTo>
                    <a:pt x="5609958" y="0"/>
                  </a:lnTo>
                  <a:lnTo>
                    <a:pt x="5606535" y="0"/>
                  </a:lnTo>
                  <a:lnTo>
                    <a:pt x="5603112" y="0"/>
                  </a:lnTo>
                  <a:lnTo>
                    <a:pt x="5599690" y="0"/>
                  </a:lnTo>
                  <a:lnTo>
                    <a:pt x="5596267" y="0"/>
                  </a:lnTo>
                  <a:lnTo>
                    <a:pt x="5592844" y="0"/>
                  </a:lnTo>
                  <a:lnTo>
                    <a:pt x="5589421" y="0"/>
                  </a:lnTo>
                  <a:lnTo>
                    <a:pt x="5585999" y="0"/>
                  </a:lnTo>
                  <a:lnTo>
                    <a:pt x="5582576" y="0"/>
                  </a:lnTo>
                  <a:lnTo>
                    <a:pt x="5579153" y="0"/>
                  </a:lnTo>
                  <a:lnTo>
                    <a:pt x="5575730" y="0"/>
                  </a:lnTo>
                  <a:lnTo>
                    <a:pt x="5572307" y="0"/>
                  </a:lnTo>
                  <a:lnTo>
                    <a:pt x="5568885" y="0"/>
                  </a:lnTo>
                  <a:lnTo>
                    <a:pt x="5565462" y="0"/>
                  </a:lnTo>
                  <a:lnTo>
                    <a:pt x="5562039" y="0"/>
                  </a:lnTo>
                  <a:lnTo>
                    <a:pt x="5558616" y="0"/>
                  </a:lnTo>
                  <a:lnTo>
                    <a:pt x="5555193" y="0"/>
                  </a:lnTo>
                  <a:lnTo>
                    <a:pt x="5551771" y="0"/>
                  </a:lnTo>
                  <a:lnTo>
                    <a:pt x="5548348" y="0"/>
                  </a:lnTo>
                  <a:lnTo>
                    <a:pt x="5544925" y="0"/>
                  </a:lnTo>
                  <a:lnTo>
                    <a:pt x="5541502" y="0"/>
                  </a:lnTo>
                  <a:lnTo>
                    <a:pt x="5538079" y="0"/>
                  </a:lnTo>
                  <a:lnTo>
                    <a:pt x="5534657" y="0"/>
                  </a:lnTo>
                  <a:lnTo>
                    <a:pt x="5531234" y="0"/>
                  </a:lnTo>
                  <a:lnTo>
                    <a:pt x="5527811" y="0"/>
                  </a:lnTo>
                  <a:lnTo>
                    <a:pt x="5524388" y="0"/>
                  </a:lnTo>
                  <a:lnTo>
                    <a:pt x="5520965" y="0"/>
                  </a:lnTo>
                  <a:lnTo>
                    <a:pt x="5517543" y="0"/>
                  </a:lnTo>
                  <a:lnTo>
                    <a:pt x="5514120" y="0"/>
                  </a:lnTo>
                  <a:lnTo>
                    <a:pt x="5510697" y="0"/>
                  </a:lnTo>
                  <a:lnTo>
                    <a:pt x="5507274" y="0"/>
                  </a:lnTo>
                  <a:lnTo>
                    <a:pt x="5503851" y="0"/>
                  </a:lnTo>
                  <a:lnTo>
                    <a:pt x="5500429" y="0"/>
                  </a:lnTo>
                  <a:lnTo>
                    <a:pt x="5497006" y="0"/>
                  </a:lnTo>
                  <a:lnTo>
                    <a:pt x="5493583" y="0"/>
                  </a:lnTo>
                  <a:lnTo>
                    <a:pt x="5490160" y="0"/>
                  </a:lnTo>
                  <a:lnTo>
                    <a:pt x="5486737" y="0"/>
                  </a:lnTo>
                  <a:lnTo>
                    <a:pt x="5483315" y="0"/>
                  </a:lnTo>
                  <a:lnTo>
                    <a:pt x="5479892" y="0"/>
                  </a:lnTo>
                  <a:lnTo>
                    <a:pt x="5476469" y="0"/>
                  </a:lnTo>
                  <a:lnTo>
                    <a:pt x="5473046" y="0"/>
                  </a:lnTo>
                  <a:lnTo>
                    <a:pt x="5469624" y="0"/>
                  </a:lnTo>
                  <a:lnTo>
                    <a:pt x="5466201" y="0"/>
                  </a:lnTo>
                  <a:lnTo>
                    <a:pt x="5462778" y="0"/>
                  </a:lnTo>
                  <a:lnTo>
                    <a:pt x="5459355" y="0"/>
                  </a:lnTo>
                  <a:lnTo>
                    <a:pt x="5455932" y="0"/>
                  </a:lnTo>
                  <a:lnTo>
                    <a:pt x="5452510" y="0"/>
                  </a:lnTo>
                  <a:lnTo>
                    <a:pt x="5449087" y="0"/>
                  </a:lnTo>
                  <a:lnTo>
                    <a:pt x="5445664" y="0"/>
                  </a:lnTo>
                  <a:lnTo>
                    <a:pt x="5442241" y="0"/>
                  </a:lnTo>
                  <a:lnTo>
                    <a:pt x="5438818" y="0"/>
                  </a:lnTo>
                  <a:lnTo>
                    <a:pt x="5435396" y="0"/>
                  </a:lnTo>
                  <a:lnTo>
                    <a:pt x="5431973" y="0"/>
                  </a:lnTo>
                  <a:lnTo>
                    <a:pt x="5428550" y="0"/>
                  </a:lnTo>
                  <a:lnTo>
                    <a:pt x="5425127" y="0"/>
                  </a:lnTo>
                  <a:lnTo>
                    <a:pt x="5421704" y="0"/>
                  </a:lnTo>
                  <a:lnTo>
                    <a:pt x="5418282" y="0"/>
                  </a:lnTo>
                  <a:lnTo>
                    <a:pt x="5414859" y="0"/>
                  </a:lnTo>
                  <a:lnTo>
                    <a:pt x="5411436" y="0"/>
                  </a:lnTo>
                  <a:lnTo>
                    <a:pt x="5408013" y="0"/>
                  </a:lnTo>
                  <a:lnTo>
                    <a:pt x="5404590" y="0"/>
                  </a:lnTo>
                  <a:lnTo>
                    <a:pt x="5401168" y="0"/>
                  </a:lnTo>
                  <a:lnTo>
                    <a:pt x="5397745" y="0"/>
                  </a:lnTo>
                  <a:lnTo>
                    <a:pt x="5394322" y="0"/>
                  </a:lnTo>
                  <a:lnTo>
                    <a:pt x="5390899" y="0"/>
                  </a:lnTo>
                  <a:lnTo>
                    <a:pt x="5387476" y="0"/>
                  </a:lnTo>
                  <a:lnTo>
                    <a:pt x="5384054" y="0"/>
                  </a:lnTo>
                  <a:lnTo>
                    <a:pt x="5380631" y="0"/>
                  </a:lnTo>
                  <a:lnTo>
                    <a:pt x="5377208" y="0"/>
                  </a:lnTo>
                  <a:lnTo>
                    <a:pt x="5373785" y="0"/>
                  </a:lnTo>
                  <a:lnTo>
                    <a:pt x="5370363" y="0"/>
                  </a:lnTo>
                  <a:lnTo>
                    <a:pt x="5366940" y="0"/>
                  </a:lnTo>
                  <a:lnTo>
                    <a:pt x="5363517" y="0"/>
                  </a:lnTo>
                  <a:lnTo>
                    <a:pt x="5360094" y="0"/>
                  </a:lnTo>
                  <a:lnTo>
                    <a:pt x="5356671" y="0"/>
                  </a:lnTo>
                  <a:lnTo>
                    <a:pt x="5353249" y="0"/>
                  </a:lnTo>
                  <a:lnTo>
                    <a:pt x="5349826" y="0"/>
                  </a:lnTo>
                  <a:lnTo>
                    <a:pt x="5346403" y="0"/>
                  </a:lnTo>
                  <a:lnTo>
                    <a:pt x="5342980" y="0"/>
                  </a:lnTo>
                  <a:lnTo>
                    <a:pt x="5339557" y="0"/>
                  </a:lnTo>
                  <a:lnTo>
                    <a:pt x="5336135" y="0"/>
                  </a:lnTo>
                  <a:lnTo>
                    <a:pt x="5332712" y="0"/>
                  </a:lnTo>
                  <a:lnTo>
                    <a:pt x="5329289" y="0"/>
                  </a:lnTo>
                  <a:lnTo>
                    <a:pt x="5325866" y="0"/>
                  </a:lnTo>
                  <a:lnTo>
                    <a:pt x="5322443" y="0"/>
                  </a:lnTo>
                  <a:lnTo>
                    <a:pt x="5319021" y="0"/>
                  </a:lnTo>
                  <a:lnTo>
                    <a:pt x="5315598" y="0"/>
                  </a:lnTo>
                  <a:lnTo>
                    <a:pt x="5312175" y="0"/>
                  </a:lnTo>
                  <a:lnTo>
                    <a:pt x="5308752" y="0"/>
                  </a:lnTo>
                  <a:lnTo>
                    <a:pt x="5305329" y="0"/>
                  </a:lnTo>
                  <a:lnTo>
                    <a:pt x="5301907" y="0"/>
                  </a:lnTo>
                  <a:lnTo>
                    <a:pt x="5298484" y="0"/>
                  </a:lnTo>
                  <a:lnTo>
                    <a:pt x="5295061" y="0"/>
                  </a:lnTo>
                  <a:lnTo>
                    <a:pt x="5291638" y="0"/>
                  </a:lnTo>
                  <a:lnTo>
                    <a:pt x="5288215" y="0"/>
                  </a:lnTo>
                  <a:lnTo>
                    <a:pt x="5284793" y="0"/>
                  </a:lnTo>
                  <a:lnTo>
                    <a:pt x="5281370" y="0"/>
                  </a:lnTo>
                  <a:lnTo>
                    <a:pt x="5277947" y="0"/>
                  </a:lnTo>
                  <a:lnTo>
                    <a:pt x="5274524" y="0"/>
                  </a:lnTo>
                  <a:lnTo>
                    <a:pt x="5271101" y="0"/>
                  </a:lnTo>
                  <a:lnTo>
                    <a:pt x="5267679" y="0"/>
                  </a:lnTo>
                  <a:lnTo>
                    <a:pt x="5264256" y="0"/>
                  </a:lnTo>
                  <a:lnTo>
                    <a:pt x="5260833" y="0"/>
                  </a:lnTo>
                  <a:lnTo>
                    <a:pt x="5257410" y="0"/>
                  </a:lnTo>
                  <a:lnTo>
                    <a:pt x="5253988" y="0"/>
                  </a:lnTo>
                  <a:lnTo>
                    <a:pt x="5250565" y="0"/>
                  </a:lnTo>
                  <a:lnTo>
                    <a:pt x="5247142" y="0"/>
                  </a:lnTo>
                  <a:lnTo>
                    <a:pt x="5243719" y="0"/>
                  </a:lnTo>
                  <a:lnTo>
                    <a:pt x="5240296" y="0"/>
                  </a:lnTo>
                  <a:lnTo>
                    <a:pt x="5236874" y="0"/>
                  </a:lnTo>
                  <a:lnTo>
                    <a:pt x="5233451" y="0"/>
                  </a:lnTo>
                  <a:lnTo>
                    <a:pt x="5230028" y="0"/>
                  </a:lnTo>
                  <a:lnTo>
                    <a:pt x="5226605" y="0"/>
                  </a:lnTo>
                  <a:lnTo>
                    <a:pt x="5223182" y="0"/>
                  </a:lnTo>
                  <a:lnTo>
                    <a:pt x="5219760" y="0"/>
                  </a:lnTo>
                  <a:lnTo>
                    <a:pt x="5216337" y="0"/>
                  </a:lnTo>
                  <a:lnTo>
                    <a:pt x="5212914" y="0"/>
                  </a:lnTo>
                  <a:lnTo>
                    <a:pt x="5209491" y="0"/>
                  </a:lnTo>
                  <a:lnTo>
                    <a:pt x="5206068" y="0"/>
                  </a:lnTo>
                  <a:lnTo>
                    <a:pt x="5202646" y="0"/>
                  </a:lnTo>
                  <a:lnTo>
                    <a:pt x="5199223" y="0"/>
                  </a:lnTo>
                  <a:lnTo>
                    <a:pt x="5195800" y="0"/>
                  </a:lnTo>
                  <a:lnTo>
                    <a:pt x="5192377" y="0"/>
                  </a:lnTo>
                  <a:lnTo>
                    <a:pt x="5188954" y="0"/>
                  </a:lnTo>
                  <a:lnTo>
                    <a:pt x="5185532" y="0"/>
                  </a:lnTo>
                  <a:lnTo>
                    <a:pt x="5182109" y="0"/>
                  </a:lnTo>
                  <a:lnTo>
                    <a:pt x="5178686" y="0"/>
                  </a:lnTo>
                  <a:lnTo>
                    <a:pt x="5175263" y="0"/>
                  </a:lnTo>
                  <a:lnTo>
                    <a:pt x="5171840" y="0"/>
                  </a:lnTo>
                  <a:lnTo>
                    <a:pt x="5168418" y="0"/>
                  </a:lnTo>
                  <a:lnTo>
                    <a:pt x="5164995" y="0"/>
                  </a:lnTo>
                  <a:lnTo>
                    <a:pt x="5161572" y="0"/>
                  </a:lnTo>
                  <a:lnTo>
                    <a:pt x="5158149" y="0"/>
                  </a:lnTo>
                  <a:lnTo>
                    <a:pt x="5154727" y="0"/>
                  </a:lnTo>
                  <a:lnTo>
                    <a:pt x="5151304" y="0"/>
                  </a:lnTo>
                  <a:lnTo>
                    <a:pt x="5147881" y="0"/>
                  </a:lnTo>
                  <a:lnTo>
                    <a:pt x="5144458" y="0"/>
                  </a:lnTo>
                  <a:lnTo>
                    <a:pt x="5141035" y="0"/>
                  </a:lnTo>
                  <a:lnTo>
                    <a:pt x="5137613" y="0"/>
                  </a:lnTo>
                  <a:lnTo>
                    <a:pt x="5134190" y="0"/>
                  </a:lnTo>
                  <a:lnTo>
                    <a:pt x="5130767" y="0"/>
                  </a:lnTo>
                  <a:lnTo>
                    <a:pt x="5127344" y="0"/>
                  </a:lnTo>
                  <a:lnTo>
                    <a:pt x="5123921" y="0"/>
                  </a:lnTo>
                  <a:lnTo>
                    <a:pt x="5120499" y="0"/>
                  </a:lnTo>
                  <a:lnTo>
                    <a:pt x="5117076" y="0"/>
                  </a:lnTo>
                  <a:lnTo>
                    <a:pt x="5113653" y="0"/>
                  </a:lnTo>
                  <a:lnTo>
                    <a:pt x="5110230" y="0"/>
                  </a:lnTo>
                  <a:lnTo>
                    <a:pt x="5106807" y="0"/>
                  </a:lnTo>
                  <a:lnTo>
                    <a:pt x="5103385" y="0"/>
                  </a:lnTo>
                  <a:lnTo>
                    <a:pt x="5099962" y="0"/>
                  </a:lnTo>
                  <a:lnTo>
                    <a:pt x="5096539" y="0"/>
                  </a:lnTo>
                  <a:lnTo>
                    <a:pt x="5093116" y="0"/>
                  </a:lnTo>
                  <a:lnTo>
                    <a:pt x="5089693" y="0"/>
                  </a:lnTo>
                  <a:lnTo>
                    <a:pt x="5086271" y="0"/>
                  </a:lnTo>
                  <a:lnTo>
                    <a:pt x="5082848" y="0"/>
                  </a:lnTo>
                  <a:lnTo>
                    <a:pt x="5079425" y="0"/>
                  </a:lnTo>
                  <a:lnTo>
                    <a:pt x="5076002" y="0"/>
                  </a:lnTo>
                  <a:lnTo>
                    <a:pt x="5072579" y="0"/>
                  </a:lnTo>
                  <a:lnTo>
                    <a:pt x="5069157" y="0"/>
                  </a:lnTo>
                  <a:lnTo>
                    <a:pt x="5065734" y="0"/>
                  </a:lnTo>
                  <a:lnTo>
                    <a:pt x="5062311" y="0"/>
                  </a:lnTo>
                  <a:lnTo>
                    <a:pt x="5058888" y="0"/>
                  </a:lnTo>
                  <a:lnTo>
                    <a:pt x="5055466" y="0"/>
                  </a:lnTo>
                  <a:lnTo>
                    <a:pt x="5052043" y="0"/>
                  </a:lnTo>
                  <a:lnTo>
                    <a:pt x="5048620" y="0"/>
                  </a:lnTo>
                  <a:lnTo>
                    <a:pt x="5045197" y="0"/>
                  </a:lnTo>
                  <a:lnTo>
                    <a:pt x="5041774" y="0"/>
                  </a:lnTo>
                  <a:lnTo>
                    <a:pt x="5038352" y="0"/>
                  </a:lnTo>
                  <a:lnTo>
                    <a:pt x="5034929" y="0"/>
                  </a:lnTo>
                  <a:lnTo>
                    <a:pt x="5031506" y="0"/>
                  </a:lnTo>
                  <a:lnTo>
                    <a:pt x="5028083" y="0"/>
                  </a:lnTo>
                  <a:lnTo>
                    <a:pt x="5024660" y="0"/>
                  </a:lnTo>
                  <a:lnTo>
                    <a:pt x="5021238" y="0"/>
                  </a:lnTo>
                  <a:lnTo>
                    <a:pt x="5017815" y="0"/>
                  </a:lnTo>
                  <a:lnTo>
                    <a:pt x="5014392" y="0"/>
                  </a:lnTo>
                  <a:lnTo>
                    <a:pt x="5010969" y="0"/>
                  </a:lnTo>
                  <a:lnTo>
                    <a:pt x="5007546" y="0"/>
                  </a:lnTo>
                  <a:lnTo>
                    <a:pt x="5004124" y="0"/>
                  </a:lnTo>
                  <a:lnTo>
                    <a:pt x="5000701" y="0"/>
                  </a:lnTo>
                  <a:lnTo>
                    <a:pt x="4997278" y="0"/>
                  </a:lnTo>
                  <a:lnTo>
                    <a:pt x="4993855" y="0"/>
                  </a:lnTo>
                  <a:lnTo>
                    <a:pt x="4990432" y="0"/>
                  </a:lnTo>
                  <a:lnTo>
                    <a:pt x="4987010" y="0"/>
                  </a:lnTo>
                  <a:lnTo>
                    <a:pt x="4983587" y="0"/>
                  </a:lnTo>
                  <a:lnTo>
                    <a:pt x="4980164" y="0"/>
                  </a:lnTo>
                  <a:lnTo>
                    <a:pt x="4976741" y="0"/>
                  </a:lnTo>
                  <a:lnTo>
                    <a:pt x="4973318" y="0"/>
                  </a:lnTo>
                  <a:lnTo>
                    <a:pt x="4969896" y="0"/>
                  </a:lnTo>
                  <a:lnTo>
                    <a:pt x="4966473" y="0"/>
                  </a:lnTo>
                  <a:lnTo>
                    <a:pt x="4963050" y="0"/>
                  </a:lnTo>
                  <a:lnTo>
                    <a:pt x="4959627" y="0"/>
                  </a:lnTo>
                  <a:lnTo>
                    <a:pt x="4956204" y="0"/>
                  </a:lnTo>
                  <a:lnTo>
                    <a:pt x="4952782" y="0"/>
                  </a:lnTo>
                  <a:lnTo>
                    <a:pt x="4949359" y="0"/>
                  </a:lnTo>
                  <a:lnTo>
                    <a:pt x="4945936" y="0"/>
                  </a:lnTo>
                  <a:lnTo>
                    <a:pt x="4942513" y="0"/>
                  </a:lnTo>
                  <a:lnTo>
                    <a:pt x="4939091" y="0"/>
                  </a:lnTo>
                  <a:lnTo>
                    <a:pt x="4935668" y="0"/>
                  </a:lnTo>
                  <a:lnTo>
                    <a:pt x="4932245" y="0"/>
                  </a:lnTo>
                  <a:lnTo>
                    <a:pt x="4928822" y="0"/>
                  </a:lnTo>
                  <a:lnTo>
                    <a:pt x="4925399" y="0"/>
                  </a:lnTo>
                  <a:lnTo>
                    <a:pt x="4921977" y="0"/>
                  </a:lnTo>
                  <a:lnTo>
                    <a:pt x="4918554" y="0"/>
                  </a:lnTo>
                  <a:lnTo>
                    <a:pt x="4915131" y="0"/>
                  </a:lnTo>
                  <a:lnTo>
                    <a:pt x="4911708" y="0"/>
                  </a:lnTo>
                  <a:lnTo>
                    <a:pt x="4908285" y="0"/>
                  </a:lnTo>
                  <a:lnTo>
                    <a:pt x="4904863" y="0"/>
                  </a:lnTo>
                  <a:lnTo>
                    <a:pt x="4901440" y="0"/>
                  </a:lnTo>
                  <a:lnTo>
                    <a:pt x="4898017" y="0"/>
                  </a:lnTo>
                  <a:lnTo>
                    <a:pt x="4894594" y="0"/>
                  </a:lnTo>
                  <a:lnTo>
                    <a:pt x="4891171" y="0"/>
                  </a:lnTo>
                  <a:lnTo>
                    <a:pt x="4887749" y="0"/>
                  </a:lnTo>
                  <a:lnTo>
                    <a:pt x="4884326" y="0"/>
                  </a:lnTo>
                  <a:lnTo>
                    <a:pt x="4880903" y="0"/>
                  </a:lnTo>
                  <a:lnTo>
                    <a:pt x="4877480" y="0"/>
                  </a:lnTo>
                  <a:lnTo>
                    <a:pt x="4874057" y="0"/>
                  </a:lnTo>
                  <a:lnTo>
                    <a:pt x="4870635" y="0"/>
                  </a:lnTo>
                  <a:lnTo>
                    <a:pt x="4867212" y="0"/>
                  </a:lnTo>
                  <a:lnTo>
                    <a:pt x="4863789" y="0"/>
                  </a:lnTo>
                  <a:lnTo>
                    <a:pt x="4860366" y="0"/>
                  </a:lnTo>
                  <a:lnTo>
                    <a:pt x="4856943" y="0"/>
                  </a:lnTo>
                  <a:lnTo>
                    <a:pt x="4853521" y="0"/>
                  </a:lnTo>
                  <a:lnTo>
                    <a:pt x="4850098" y="0"/>
                  </a:lnTo>
                  <a:lnTo>
                    <a:pt x="4846675" y="0"/>
                  </a:lnTo>
                  <a:lnTo>
                    <a:pt x="4843252" y="0"/>
                  </a:lnTo>
                  <a:lnTo>
                    <a:pt x="4839830" y="0"/>
                  </a:lnTo>
                  <a:lnTo>
                    <a:pt x="4836407" y="0"/>
                  </a:lnTo>
                  <a:lnTo>
                    <a:pt x="4832984" y="0"/>
                  </a:lnTo>
                  <a:lnTo>
                    <a:pt x="4829561" y="0"/>
                  </a:lnTo>
                  <a:lnTo>
                    <a:pt x="4826138" y="0"/>
                  </a:lnTo>
                  <a:lnTo>
                    <a:pt x="4822716" y="0"/>
                  </a:lnTo>
                  <a:lnTo>
                    <a:pt x="4819293" y="0"/>
                  </a:lnTo>
                  <a:lnTo>
                    <a:pt x="4815870" y="0"/>
                  </a:lnTo>
                  <a:lnTo>
                    <a:pt x="4812447" y="0"/>
                  </a:lnTo>
                  <a:lnTo>
                    <a:pt x="4809024" y="0"/>
                  </a:lnTo>
                  <a:lnTo>
                    <a:pt x="4805602" y="0"/>
                  </a:lnTo>
                  <a:lnTo>
                    <a:pt x="4802179" y="0"/>
                  </a:lnTo>
                  <a:lnTo>
                    <a:pt x="4798756" y="0"/>
                  </a:lnTo>
                  <a:lnTo>
                    <a:pt x="4795333" y="0"/>
                  </a:lnTo>
                  <a:lnTo>
                    <a:pt x="4791910" y="0"/>
                  </a:lnTo>
                  <a:lnTo>
                    <a:pt x="4788488" y="0"/>
                  </a:lnTo>
                  <a:lnTo>
                    <a:pt x="4785065" y="0"/>
                  </a:lnTo>
                  <a:lnTo>
                    <a:pt x="4781642" y="0"/>
                  </a:lnTo>
                  <a:lnTo>
                    <a:pt x="4778219" y="0"/>
                  </a:lnTo>
                  <a:lnTo>
                    <a:pt x="4774796" y="0"/>
                  </a:lnTo>
                  <a:lnTo>
                    <a:pt x="4771374" y="0"/>
                  </a:lnTo>
                  <a:lnTo>
                    <a:pt x="4767951" y="0"/>
                  </a:lnTo>
                  <a:lnTo>
                    <a:pt x="4764528" y="0"/>
                  </a:lnTo>
                  <a:lnTo>
                    <a:pt x="4761105" y="0"/>
                  </a:lnTo>
                  <a:lnTo>
                    <a:pt x="4757682" y="0"/>
                  </a:lnTo>
                  <a:lnTo>
                    <a:pt x="4754260" y="0"/>
                  </a:lnTo>
                  <a:lnTo>
                    <a:pt x="4750837" y="0"/>
                  </a:lnTo>
                  <a:lnTo>
                    <a:pt x="4747414" y="0"/>
                  </a:lnTo>
                  <a:lnTo>
                    <a:pt x="4743991" y="0"/>
                  </a:lnTo>
                  <a:lnTo>
                    <a:pt x="4740569" y="0"/>
                  </a:lnTo>
                  <a:lnTo>
                    <a:pt x="4737146" y="0"/>
                  </a:lnTo>
                  <a:lnTo>
                    <a:pt x="4733723" y="0"/>
                  </a:lnTo>
                  <a:lnTo>
                    <a:pt x="4730300" y="0"/>
                  </a:lnTo>
                  <a:lnTo>
                    <a:pt x="4726877" y="0"/>
                  </a:lnTo>
                  <a:lnTo>
                    <a:pt x="4723455" y="0"/>
                  </a:lnTo>
                  <a:lnTo>
                    <a:pt x="4720032" y="0"/>
                  </a:lnTo>
                  <a:lnTo>
                    <a:pt x="4716609" y="0"/>
                  </a:lnTo>
                  <a:lnTo>
                    <a:pt x="4713186" y="0"/>
                  </a:lnTo>
                  <a:lnTo>
                    <a:pt x="4709763" y="0"/>
                  </a:lnTo>
                  <a:lnTo>
                    <a:pt x="4706341" y="0"/>
                  </a:lnTo>
                  <a:lnTo>
                    <a:pt x="4702918" y="0"/>
                  </a:lnTo>
                  <a:lnTo>
                    <a:pt x="4699495" y="0"/>
                  </a:lnTo>
                  <a:lnTo>
                    <a:pt x="4696072" y="0"/>
                  </a:lnTo>
                  <a:lnTo>
                    <a:pt x="4692649" y="0"/>
                  </a:lnTo>
                  <a:lnTo>
                    <a:pt x="4689227" y="0"/>
                  </a:lnTo>
                  <a:lnTo>
                    <a:pt x="4685804" y="0"/>
                  </a:lnTo>
                  <a:lnTo>
                    <a:pt x="4682381" y="0"/>
                  </a:lnTo>
                  <a:lnTo>
                    <a:pt x="4678958" y="0"/>
                  </a:lnTo>
                  <a:lnTo>
                    <a:pt x="4675535" y="0"/>
                  </a:lnTo>
                  <a:lnTo>
                    <a:pt x="4672113" y="0"/>
                  </a:lnTo>
                  <a:lnTo>
                    <a:pt x="4668690" y="0"/>
                  </a:lnTo>
                  <a:lnTo>
                    <a:pt x="4665267" y="0"/>
                  </a:lnTo>
                  <a:lnTo>
                    <a:pt x="4661844" y="0"/>
                  </a:lnTo>
                  <a:lnTo>
                    <a:pt x="4658421" y="0"/>
                  </a:lnTo>
                  <a:lnTo>
                    <a:pt x="4654999" y="0"/>
                  </a:lnTo>
                  <a:lnTo>
                    <a:pt x="4651576" y="0"/>
                  </a:lnTo>
                  <a:lnTo>
                    <a:pt x="4648153" y="0"/>
                  </a:lnTo>
                  <a:lnTo>
                    <a:pt x="4644730" y="0"/>
                  </a:lnTo>
                  <a:lnTo>
                    <a:pt x="4641307" y="0"/>
                  </a:lnTo>
                  <a:lnTo>
                    <a:pt x="4637885" y="0"/>
                  </a:lnTo>
                  <a:lnTo>
                    <a:pt x="4634462" y="0"/>
                  </a:lnTo>
                  <a:lnTo>
                    <a:pt x="4631039" y="0"/>
                  </a:lnTo>
                  <a:lnTo>
                    <a:pt x="4627616" y="0"/>
                  </a:lnTo>
                  <a:lnTo>
                    <a:pt x="4624194" y="0"/>
                  </a:lnTo>
                  <a:lnTo>
                    <a:pt x="4620771" y="0"/>
                  </a:lnTo>
                  <a:lnTo>
                    <a:pt x="4617348" y="0"/>
                  </a:lnTo>
                  <a:lnTo>
                    <a:pt x="4613925" y="0"/>
                  </a:lnTo>
                  <a:lnTo>
                    <a:pt x="4610502" y="0"/>
                  </a:lnTo>
                  <a:lnTo>
                    <a:pt x="4607080" y="0"/>
                  </a:lnTo>
                  <a:lnTo>
                    <a:pt x="4603657" y="0"/>
                  </a:lnTo>
                  <a:lnTo>
                    <a:pt x="4600234" y="0"/>
                  </a:lnTo>
                  <a:lnTo>
                    <a:pt x="4596811" y="0"/>
                  </a:lnTo>
                  <a:lnTo>
                    <a:pt x="4593388" y="0"/>
                  </a:lnTo>
                  <a:lnTo>
                    <a:pt x="4589966" y="0"/>
                  </a:lnTo>
                  <a:lnTo>
                    <a:pt x="4586543" y="0"/>
                  </a:lnTo>
                  <a:lnTo>
                    <a:pt x="4583120" y="0"/>
                  </a:lnTo>
                  <a:lnTo>
                    <a:pt x="4579697" y="0"/>
                  </a:lnTo>
                  <a:lnTo>
                    <a:pt x="4576274" y="0"/>
                  </a:lnTo>
                  <a:lnTo>
                    <a:pt x="4572852" y="0"/>
                  </a:lnTo>
                  <a:lnTo>
                    <a:pt x="4569429" y="0"/>
                  </a:lnTo>
                  <a:lnTo>
                    <a:pt x="4566006" y="0"/>
                  </a:lnTo>
                  <a:lnTo>
                    <a:pt x="4562583" y="0"/>
                  </a:lnTo>
                  <a:lnTo>
                    <a:pt x="4559160" y="0"/>
                  </a:lnTo>
                  <a:lnTo>
                    <a:pt x="4555738" y="0"/>
                  </a:lnTo>
                  <a:lnTo>
                    <a:pt x="4552315" y="0"/>
                  </a:lnTo>
                  <a:lnTo>
                    <a:pt x="4548892" y="0"/>
                  </a:lnTo>
                  <a:lnTo>
                    <a:pt x="4545469" y="0"/>
                  </a:lnTo>
                  <a:lnTo>
                    <a:pt x="4542046" y="0"/>
                  </a:lnTo>
                  <a:lnTo>
                    <a:pt x="4538624" y="0"/>
                  </a:lnTo>
                  <a:lnTo>
                    <a:pt x="4535201" y="0"/>
                  </a:lnTo>
                  <a:lnTo>
                    <a:pt x="4531778" y="0"/>
                  </a:lnTo>
                  <a:lnTo>
                    <a:pt x="4528355" y="0"/>
                  </a:lnTo>
                  <a:lnTo>
                    <a:pt x="4524933" y="0"/>
                  </a:lnTo>
                  <a:lnTo>
                    <a:pt x="4521510" y="0"/>
                  </a:lnTo>
                  <a:lnTo>
                    <a:pt x="4518087" y="0"/>
                  </a:lnTo>
                  <a:lnTo>
                    <a:pt x="4514664" y="0"/>
                  </a:lnTo>
                  <a:lnTo>
                    <a:pt x="4511241" y="0"/>
                  </a:lnTo>
                  <a:lnTo>
                    <a:pt x="4507819" y="0"/>
                  </a:lnTo>
                  <a:lnTo>
                    <a:pt x="4504396" y="0"/>
                  </a:lnTo>
                  <a:lnTo>
                    <a:pt x="4500973" y="0"/>
                  </a:lnTo>
                  <a:lnTo>
                    <a:pt x="4497550" y="0"/>
                  </a:lnTo>
                  <a:lnTo>
                    <a:pt x="4494127" y="0"/>
                  </a:lnTo>
                  <a:lnTo>
                    <a:pt x="4490705" y="0"/>
                  </a:lnTo>
                  <a:lnTo>
                    <a:pt x="4487282" y="0"/>
                  </a:lnTo>
                  <a:lnTo>
                    <a:pt x="4483859" y="0"/>
                  </a:lnTo>
                  <a:lnTo>
                    <a:pt x="4480436" y="0"/>
                  </a:lnTo>
                  <a:lnTo>
                    <a:pt x="4477013" y="0"/>
                  </a:lnTo>
                  <a:lnTo>
                    <a:pt x="4473591" y="0"/>
                  </a:lnTo>
                  <a:lnTo>
                    <a:pt x="4470168" y="0"/>
                  </a:lnTo>
                  <a:lnTo>
                    <a:pt x="4466745" y="0"/>
                  </a:lnTo>
                  <a:lnTo>
                    <a:pt x="4463322" y="0"/>
                  </a:lnTo>
                  <a:lnTo>
                    <a:pt x="4459899" y="0"/>
                  </a:lnTo>
                  <a:lnTo>
                    <a:pt x="4456477" y="0"/>
                  </a:lnTo>
                  <a:lnTo>
                    <a:pt x="4453054" y="0"/>
                  </a:lnTo>
                  <a:lnTo>
                    <a:pt x="4449631" y="0"/>
                  </a:lnTo>
                  <a:lnTo>
                    <a:pt x="4446208" y="0"/>
                  </a:lnTo>
                  <a:lnTo>
                    <a:pt x="4442785" y="0"/>
                  </a:lnTo>
                  <a:lnTo>
                    <a:pt x="4439363" y="0"/>
                  </a:lnTo>
                  <a:lnTo>
                    <a:pt x="4435940" y="0"/>
                  </a:lnTo>
                  <a:lnTo>
                    <a:pt x="4432517" y="0"/>
                  </a:lnTo>
                  <a:lnTo>
                    <a:pt x="4429094" y="0"/>
                  </a:lnTo>
                  <a:lnTo>
                    <a:pt x="4425672" y="0"/>
                  </a:lnTo>
                  <a:lnTo>
                    <a:pt x="4422249" y="0"/>
                  </a:lnTo>
                  <a:lnTo>
                    <a:pt x="4418826" y="0"/>
                  </a:lnTo>
                  <a:lnTo>
                    <a:pt x="4415403" y="0"/>
                  </a:lnTo>
                  <a:lnTo>
                    <a:pt x="4411980" y="0"/>
                  </a:lnTo>
                  <a:lnTo>
                    <a:pt x="4408558" y="0"/>
                  </a:lnTo>
                  <a:lnTo>
                    <a:pt x="4405135" y="0"/>
                  </a:lnTo>
                  <a:lnTo>
                    <a:pt x="4401712" y="0"/>
                  </a:lnTo>
                  <a:lnTo>
                    <a:pt x="4398289" y="0"/>
                  </a:lnTo>
                  <a:lnTo>
                    <a:pt x="4394866" y="0"/>
                  </a:lnTo>
                  <a:lnTo>
                    <a:pt x="4391444" y="0"/>
                  </a:lnTo>
                  <a:lnTo>
                    <a:pt x="4388021" y="0"/>
                  </a:lnTo>
                  <a:lnTo>
                    <a:pt x="4384598" y="0"/>
                  </a:lnTo>
                  <a:lnTo>
                    <a:pt x="4381175" y="0"/>
                  </a:lnTo>
                  <a:lnTo>
                    <a:pt x="4377752" y="0"/>
                  </a:lnTo>
                  <a:lnTo>
                    <a:pt x="4374330" y="0"/>
                  </a:lnTo>
                  <a:lnTo>
                    <a:pt x="4370907" y="0"/>
                  </a:lnTo>
                  <a:lnTo>
                    <a:pt x="4367484" y="0"/>
                  </a:lnTo>
                  <a:lnTo>
                    <a:pt x="4364061" y="0"/>
                  </a:lnTo>
                  <a:lnTo>
                    <a:pt x="4360638" y="0"/>
                  </a:lnTo>
                  <a:lnTo>
                    <a:pt x="4357216" y="0"/>
                  </a:lnTo>
                  <a:lnTo>
                    <a:pt x="4353793" y="0"/>
                  </a:lnTo>
                  <a:lnTo>
                    <a:pt x="4350370" y="0"/>
                  </a:lnTo>
                  <a:lnTo>
                    <a:pt x="4346947" y="0"/>
                  </a:lnTo>
                  <a:lnTo>
                    <a:pt x="4343524" y="0"/>
                  </a:lnTo>
                  <a:lnTo>
                    <a:pt x="4340102" y="0"/>
                  </a:lnTo>
                  <a:lnTo>
                    <a:pt x="4336679" y="0"/>
                  </a:lnTo>
                  <a:lnTo>
                    <a:pt x="4333256" y="0"/>
                  </a:lnTo>
                  <a:lnTo>
                    <a:pt x="4329833" y="0"/>
                  </a:lnTo>
                  <a:lnTo>
                    <a:pt x="4326410" y="0"/>
                  </a:lnTo>
                  <a:lnTo>
                    <a:pt x="4322988" y="0"/>
                  </a:lnTo>
                  <a:lnTo>
                    <a:pt x="4319565" y="0"/>
                  </a:lnTo>
                  <a:lnTo>
                    <a:pt x="4316142" y="0"/>
                  </a:lnTo>
                  <a:lnTo>
                    <a:pt x="4312719" y="0"/>
                  </a:lnTo>
                  <a:lnTo>
                    <a:pt x="4309297" y="0"/>
                  </a:lnTo>
                  <a:lnTo>
                    <a:pt x="4305874" y="0"/>
                  </a:lnTo>
                  <a:lnTo>
                    <a:pt x="4302451" y="0"/>
                  </a:lnTo>
                  <a:lnTo>
                    <a:pt x="4299028" y="0"/>
                  </a:lnTo>
                  <a:lnTo>
                    <a:pt x="4295605" y="0"/>
                  </a:lnTo>
                  <a:lnTo>
                    <a:pt x="4292183" y="0"/>
                  </a:lnTo>
                  <a:lnTo>
                    <a:pt x="4288760" y="0"/>
                  </a:lnTo>
                  <a:lnTo>
                    <a:pt x="4285337" y="0"/>
                  </a:lnTo>
                  <a:lnTo>
                    <a:pt x="4281914" y="0"/>
                  </a:lnTo>
                  <a:lnTo>
                    <a:pt x="4278491" y="0"/>
                  </a:lnTo>
                  <a:lnTo>
                    <a:pt x="4275069" y="0"/>
                  </a:lnTo>
                  <a:lnTo>
                    <a:pt x="4271646" y="0"/>
                  </a:lnTo>
                  <a:lnTo>
                    <a:pt x="4268223" y="0"/>
                  </a:lnTo>
                  <a:lnTo>
                    <a:pt x="4264800" y="0"/>
                  </a:lnTo>
                  <a:lnTo>
                    <a:pt x="4261377" y="0"/>
                  </a:lnTo>
                  <a:lnTo>
                    <a:pt x="4257955" y="0"/>
                  </a:lnTo>
                  <a:lnTo>
                    <a:pt x="4254532" y="0"/>
                  </a:lnTo>
                  <a:lnTo>
                    <a:pt x="4251109" y="0"/>
                  </a:lnTo>
                  <a:lnTo>
                    <a:pt x="4247686" y="0"/>
                  </a:lnTo>
                  <a:lnTo>
                    <a:pt x="4244263" y="0"/>
                  </a:lnTo>
                  <a:lnTo>
                    <a:pt x="4240841" y="0"/>
                  </a:lnTo>
                  <a:lnTo>
                    <a:pt x="4237418" y="0"/>
                  </a:lnTo>
                  <a:lnTo>
                    <a:pt x="4233995" y="0"/>
                  </a:lnTo>
                  <a:lnTo>
                    <a:pt x="4230572" y="0"/>
                  </a:lnTo>
                  <a:lnTo>
                    <a:pt x="4227149" y="0"/>
                  </a:lnTo>
                  <a:lnTo>
                    <a:pt x="4223727" y="0"/>
                  </a:lnTo>
                  <a:lnTo>
                    <a:pt x="4220304" y="0"/>
                  </a:lnTo>
                  <a:lnTo>
                    <a:pt x="4216881" y="0"/>
                  </a:lnTo>
                  <a:lnTo>
                    <a:pt x="4213458" y="0"/>
                  </a:lnTo>
                  <a:lnTo>
                    <a:pt x="4210036" y="0"/>
                  </a:lnTo>
                  <a:lnTo>
                    <a:pt x="4206613" y="0"/>
                  </a:lnTo>
                  <a:lnTo>
                    <a:pt x="4203190" y="0"/>
                  </a:lnTo>
                  <a:lnTo>
                    <a:pt x="4199767" y="0"/>
                  </a:lnTo>
                  <a:lnTo>
                    <a:pt x="4196344" y="0"/>
                  </a:lnTo>
                  <a:lnTo>
                    <a:pt x="4192922" y="0"/>
                  </a:lnTo>
                  <a:lnTo>
                    <a:pt x="4189499" y="0"/>
                  </a:lnTo>
                  <a:lnTo>
                    <a:pt x="4186076" y="0"/>
                  </a:lnTo>
                  <a:lnTo>
                    <a:pt x="4182653" y="0"/>
                  </a:lnTo>
                  <a:lnTo>
                    <a:pt x="4179230" y="0"/>
                  </a:lnTo>
                  <a:lnTo>
                    <a:pt x="4175808" y="0"/>
                  </a:lnTo>
                  <a:lnTo>
                    <a:pt x="4172385" y="0"/>
                  </a:lnTo>
                  <a:lnTo>
                    <a:pt x="4168962" y="0"/>
                  </a:lnTo>
                  <a:lnTo>
                    <a:pt x="4165539" y="0"/>
                  </a:lnTo>
                  <a:lnTo>
                    <a:pt x="4162116" y="0"/>
                  </a:lnTo>
                  <a:lnTo>
                    <a:pt x="4158694" y="0"/>
                  </a:lnTo>
                  <a:lnTo>
                    <a:pt x="4155271" y="0"/>
                  </a:lnTo>
                  <a:lnTo>
                    <a:pt x="4151848" y="0"/>
                  </a:lnTo>
                  <a:lnTo>
                    <a:pt x="4148425" y="0"/>
                  </a:lnTo>
                  <a:lnTo>
                    <a:pt x="4145002" y="0"/>
                  </a:lnTo>
                  <a:lnTo>
                    <a:pt x="4141580" y="0"/>
                  </a:lnTo>
                  <a:lnTo>
                    <a:pt x="4138157" y="0"/>
                  </a:lnTo>
                  <a:lnTo>
                    <a:pt x="4134734" y="0"/>
                  </a:lnTo>
                  <a:lnTo>
                    <a:pt x="4131311" y="0"/>
                  </a:lnTo>
                  <a:lnTo>
                    <a:pt x="4127888" y="0"/>
                  </a:lnTo>
                  <a:lnTo>
                    <a:pt x="4124466" y="0"/>
                  </a:lnTo>
                  <a:lnTo>
                    <a:pt x="4121043" y="0"/>
                  </a:lnTo>
                  <a:lnTo>
                    <a:pt x="4117620" y="0"/>
                  </a:lnTo>
                  <a:lnTo>
                    <a:pt x="4114197" y="0"/>
                  </a:lnTo>
                  <a:lnTo>
                    <a:pt x="4110775" y="0"/>
                  </a:lnTo>
                  <a:lnTo>
                    <a:pt x="4107352" y="0"/>
                  </a:lnTo>
                  <a:lnTo>
                    <a:pt x="4103929" y="0"/>
                  </a:lnTo>
                  <a:lnTo>
                    <a:pt x="4100506" y="0"/>
                  </a:lnTo>
                  <a:lnTo>
                    <a:pt x="4097083" y="0"/>
                  </a:lnTo>
                  <a:lnTo>
                    <a:pt x="4093661" y="0"/>
                  </a:lnTo>
                  <a:lnTo>
                    <a:pt x="4090238" y="0"/>
                  </a:lnTo>
                  <a:lnTo>
                    <a:pt x="4086815" y="0"/>
                  </a:lnTo>
                  <a:lnTo>
                    <a:pt x="4083392" y="0"/>
                  </a:lnTo>
                  <a:lnTo>
                    <a:pt x="4079969" y="0"/>
                  </a:lnTo>
                  <a:lnTo>
                    <a:pt x="4076547" y="0"/>
                  </a:lnTo>
                  <a:lnTo>
                    <a:pt x="4073124" y="0"/>
                  </a:lnTo>
                  <a:lnTo>
                    <a:pt x="4069701" y="0"/>
                  </a:lnTo>
                  <a:lnTo>
                    <a:pt x="4066278" y="0"/>
                  </a:lnTo>
                  <a:lnTo>
                    <a:pt x="4062855" y="0"/>
                  </a:lnTo>
                  <a:lnTo>
                    <a:pt x="4059433" y="0"/>
                  </a:lnTo>
                  <a:lnTo>
                    <a:pt x="4056010" y="0"/>
                  </a:lnTo>
                  <a:lnTo>
                    <a:pt x="4052587" y="0"/>
                  </a:lnTo>
                  <a:lnTo>
                    <a:pt x="4049164" y="0"/>
                  </a:lnTo>
                  <a:lnTo>
                    <a:pt x="4045741" y="0"/>
                  </a:lnTo>
                  <a:lnTo>
                    <a:pt x="4042319" y="0"/>
                  </a:lnTo>
                  <a:lnTo>
                    <a:pt x="4038896" y="0"/>
                  </a:lnTo>
                  <a:lnTo>
                    <a:pt x="4035473" y="0"/>
                  </a:lnTo>
                  <a:lnTo>
                    <a:pt x="4032050" y="0"/>
                  </a:lnTo>
                  <a:lnTo>
                    <a:pt x="4028627" y="0"/>
                  </a:lnTo>
                  <a:lnTo>
                    <a:pt x="4025205" y="0"/>
                  </a:lnTo>
                  <a:lnTo>
                    <a:pt x="4021782" y="0"/>
                  </a:lnTo>
                  <a:lnTo>
                    <a:pt x="4018359" y="0"/>
                  </a:lnTo>
                  <a:lnTo>
                    <a:pt x="4014936" y="0"/>
                  </a:lnTo>
                  <a:lnTo>
                    <a:pt x="4011513" y="0"/>
                  </a:lnTo>
                  <a:lnTo>
                    <a:pt x="4008091" y="0"/>
                  </a:lnTo>
                  <a:lnTo>
                    <a:pt x="4004668" y="0"/>
                  </a:lnTo>
                  <a:lnTo>
                    <a:pt x="4001245" y="0"/>
                  </a:lnTo>
                  <a:lnTo>
                    <a:pt x="3997822" y="0"/>
                  </a:lnTo>
                  <a:lnTo>
                    <a:pt x="3994400" y="0"/>
                  </a:lnTo>
                  <a:lnTo>
                    <a:pt x="3990977" y="0"/>
                  </a:lnTo>
                  <a:lnTo>
                    <a:pt x="3987554" y="0"/>
                  </a:lnTo>
                  <a:lnTo>
                    <a:pt x="3984131" y="0"/>
                  </a:lnTo>
                  <a:lnTo>
                    <a:pt x="3980708" y="0"/>
                  </a:lnTo>
                  <a:lnTo>
                    <a:pt x="3977286" y="0"/>
                  </a:lnTo>
                  <a:lnTo>
                    <a:pt x="3973863" y="0"/>
                  </a:lnTo>
                  <a:lnTo>
                    <a:pt x="3970440" y="0"/>
                  </a:lnTo>
                  <a:lnTo>
                    <a:pt x="3967017" y="0"/>
                  </a:lnTo>
                  <a:lnTo>
                    <a:pt x="3963594" y="0"/>
                  </a:lnTo>
                  <a:lnTo>
                    <a:pt x="3960172" y="0"/>
                  </a:lnTo>
                  <a:lnTo>
                    <a:pt x="3956749" y="0"/>
                  </a:lnTo>
                  <a:lnTo>
                    <a:pt x="3953326" y="0"/>
                  </a:lnTo>
                  <a:lnTo>
                    <a:pt x="3949903" y="0"/>
                  </a:lnTo>
                  <a:lnTo>
                    <a:pt x="3946480" y="0"/>
                  </a:lnTo>
                  <a:lnTo>
                    <a:pt x="3943058" y="0"/>
                  </a:lnTo>
                  <a:lnTo>
                    <a:pt x="3939635" y="0"/>
                  </a:lnTo>
                  <a:lnTo>
                    <a:pt x="3936212" y="0"/>
                  </a:lnTo>
                  <a:lnTo>
                    <a:pt x="3932789" y="0"/>
                  </a:lnTo>
                  <a:lnTo>
                    <a:pt x="3929366" y="0"/>
                  </a:lnTo>
                  <a:lnTo>
                    <a:pt x="3925944" y="0"/>
                  </a:lnTo>
                  <a:lnTo>
                    <a:pt x="3922521" y="0"/>
                  </a:lnTo>
                  <a:lnTo>
                    <a:pt x="3919098" y="0"/>
                  </a:lnTo>
                  <a:lnTo>
                    <a:pt x="3915675" y="0"/>
                  </a:lnTo>
                  <a:lnTo>
                    <a:pt x="3912252" y="0"/>
                  </a:lnTo>
                  <a:lnTo>
                    <a:pt x="3908830" y="0"/>
                  </a:lnTo>
                  <a:lnTo>
                    <a:pt x="3905407" y="0"/>
                  </a:lnTo>
                  <a:lnTo>
                    <a:pt x="3901984" y="0"/>
                  </a:lnTo>
                  <a:lnTo>
                    <a:pt x="3898561" y="0"/>
                  </a:lnTo>
                  <a:lnTo>
                    <a:pt x="3895139" y="0"/>
                  </a:lnTo>
                  <a:lnTo>
                    <a:pt x="3891716" y="0"/>
                  </a:lnTo>
                  <a:lnTo>
                    <a:pt x="3888293" y="0"/>
                  </a:lnTo>
                  <a:lnTo>
                    <a:pt x="3884870" y="0"/>
                  </a:lnTo>
                  <a:lnTo>
                    <a:pt x="3881447" y="0"/>
                  </a:lnTo>
                  <a:lnTo>
                    <a:pt x="3878025" y="0"/>
                  </a:lnTo>
                  <a:lnTo>
                    <a:pt x="3874602" y="0"/>
                  </a:lnTo>
                  <a:lnTo>
                    <a:pt x="3871179" y="0"/>
                  </a:lnTo>
                  <a:lnTo>
                    <a:pt x="3867756" y="0"/>
                  </a:lnTo>
                  <a:lnTo>
                    <a:pt x="3864333" y="0"/>
                  </a:lnTo>
                  <a:lnTo>
                    <a:pt x="3860911" y="0"/>
                  </a:lnTo>
                  <a:lnTo>
                    <a:pt x="3857488" y="0"/>
                  </a:lnTo>
                  <a:lnTo>
                    <a:pt x="3854065" y="0"/>
                  </a:lnTo>
                  <a:lnTo>
                    <a:pt x="3850642" y="0"/>
                  </a:lnTo>
                  <a:lnTo>
                    <a:pt x="3847219" y="0"/>
                  </a:lnTo>
                  <a:lnTo>
                    <a:pt x="3843797" y="0"/>
                  </a:lnTo>
                  <a:lnTo>
                    <a:pt x="3840374" y="0"/>
                  </a:lnTo>
                  <a:lnTo>
                    <a:pt x="3836951" y="0"/>
                  </a:lnTo>
                  <a:lnTo>
                    <a:pt x="3833528" y="0"/>
                  </a:lnTo>
                  <a:lnTo>
                    <a:pt x="3830105" y="0"/>
                  </a:lnTo>
                  <a:lnTo>
                    <a:pt x="3826683" y="0"/>
                  </a:lnTo>
                  <a:lnTo>
                    <a:pt x="3823260" y="0"/>
                  </a:lnTo>
                  <a:lnTo>
                    <a:pt x="3819837" y="0"/>
                  </a:lnTo>
                  <a:lnTo>
                    <a:pt x="3816414" y="0"/>
                  </a:lnTo>
                  <a:lnTo>
                    <a:pt x="3812991" y="0"/>
                  </a:lnTo>
                  <a:lnTo>
                    <a:pt x="3809569" y="0"/>
                  </a:lnTo>
                  <a:lnTo>
                    <a:pt x="3806146" y="0"/>
                  </a:lnTo>
                  <a:lnTo>
                    <a:pt x="3802723" y="0"/>
                  </a:lnTo>
                  <a:lnTo>
                    <a:pt x="3799300" y="0"/>
                  </a:lnTo>
                  <a:lnTo>
                    <a:pt x="3795877" y="0"/>
                  </a:lnTo>
                  <a:lnTo>
                    <a:pt x="3792455" y="0"/>
                  </a:lnTo>
                  <a:lnTo>
                    <a:pt x="3789032" y="0"/>
                  </a:lnTo>
                  <a:lnTo>
                    <a:pt x="3785609" y="0"/>
                  </a:lnTo>
                  <a:lnTo>
                    <a:pt x="3782186" y="0"/>
                  </a:lnTo>
                  <a:lnTo>
                    <a:pt x="3778764" y="0"/>
                  </a:lnTo>
                  <a:lnTo>
                    <a:pt x="3775341" y="0"/>
                  </a:lnTo>
                  <a:lnTo>
                    <a:pt x="3771918" y="0"/>
                  </a:lnTo>
                  <a:lnTo>
                    <a:pt x="3768495" y="0"/>
                  </a:lnTo>
                  <a:lnTo>
                    <a:pt x="3765072" y="0"/>
                  </a:lnTo>
                  <a:lnTo>
                    <a:pt x="3761650" y="0"/>
                  </a:lnTo>
                  <a:lnTo>
                    <a:pt x="3758227" y="0"/>
                  </a:lnTo>
                  <a:lnTo>
                    <a:pt x="3754804" y="0"/>
                  </a:lnTo>
                  <a:lnTo>
                    <a:pt x="3751381" y="0"/>
                  </a:lnTo>
                  <a:lnTo>
                    <a:pt x="3747958" y="0"/>
                  </a:lnTo>
                  <a:lnTo>
                    <a:pt x="3744536" y="0"/>
                  </a:lnTo>
                  <a:lnTo>
                    <a:pt x="3741113" y="0"/>
                  </a:lnTo>
                  <a:lnTo>
                    <a:pt x="3737690" y="0"/>
                  </a:lnTo>
                  <a:lnTo>
                    <a:pt x="3734267" y="0"/>
                  </a:lnTo>
                  <a:lnTo>
                    <a:pt x="3730844" y="0"/>
                  </a:lnTo>
                  <a:lnTo>
                    <a:pt x="3727422" y="0"/>
                  </a:lnTo>
                  <a:lnTo>
                    <a:pt x="3723999" y="0"/>
                  </a:lnTo>
                  <a:lnTo>
                    <a:pt x="3720576" y="0"/>
                  </a:lnTo>
                  <a:lnTo>
                    <a:pt x="3717153" y="0"/>
                  </a:lnTo>
                  <a:lnTo>
                    <a:pt x="3713730" y="0"/>
                  </a:lnTo>
                  <a:lnTo>
                    <a:pt x="3710308" y="0"/>
                  </a:lnTo>
                  <a:lnTo>
                    <a:pt x="3706885" y="0"/>
                  </a:lnTo>
                  <a:lnTo>
                    <a:pt x="3703462" y="0"/>
                  </a:lnTo>
                  <a:lnTo>
                    <a:pt x="3700039" y="0"/>
                  </a:lnTo>
                  <a:lnTo>
                    <a:pt x="3696616" y="0"/>
                  </a:lnTo>
                  <a:lnTo>
                    <a:pt x="3693194" y="0"/>
                  </a:lnTo>
                  <a:lnTo>
                    <a:pt x="3689771" y="0"/>
                  </a:lnTo>
                  <a:lnTo>
                    <a:pt x="3686348" y="0"/>
                  </a:lnTo>
                  <a:lnTo>
                    <a:pt x="3682925" y="0"/>
                  </a:lnTo>
                  <a:lnTo>
                    <a:pt x="3679503" y="0"/>
                  </a:lnTo>
                  <a:lnTo>
                    <a:pt x="3676080" y="0"/>
                  </a:lnTo>
                  <a:lnTo>
                    <a:pt x="3672657" y="0"/>
                  </a:lnTo>
                  <a:lnTo>
                    <a:pt x="3669234" y="0"/>
                  </a:lnTo>
                  <a:lnTo>
                    <a:pt x="3665811" y="0"/>
                  </a:lnTo>
                  <a:lnTo>
                    <a:pt x="3662389" y="0"/>
                  </a:lnTo>
                  <a:lnTo>
                    <a:pt x="3658966" y="0"/>
                  </a:lnTo>
                  <a:lnTo>
                    <a:pt x="3655543" y="0"/>
                  </a:lnTo>
                  <a:lnTo>
                    <a:pt x="3652120" y="0"/>
                  </a:lnTo>
                  <a:lnTo>
                    <a:pt x="3648697" y="0"/>
                  </a:lnTo>
                  <a:lnTo>
                    <a:pt x="3645275" y="0"/>
                  </a:lnTo>
                  <a:lnTo>
                    <a:pt x="3641852" y="0"/>
                  </a:lnTo>
                  <a:lnTo>
                    <a:pt x="3638429" y="0"/>
                  </a:lnTo>
                  <a:lnTo>
                    <a:pt x="3635006" y="0"/>
                  </a:lnTo>
                  <a:lnTo>
                    <a:pt x="3631583" y="0"/>
                  </a:lnTo>
                  <a:lnTo>
                    <a:pt x="3628161" y="0"/>
                  </a:lnTo>
                  <a:lnTo>
                    <a:pt x="3624738" y="0"/>
                  </a:lnTo>
                  <a:lnTo>
                    <a:pt x="3621315" y="0"/>
                  </a:lnTo>
                  <a:lnTo>
                    <a:pt x="3617892" y="0"/>
                  </a:lnTo>
                  <a:lnTo>
                    <a:pt x="3614469" y="0"/>
                  </a:lnTo>
                  <a:lnTo>
                    <a:pt x="3611047" y="0"/>
                  </a:lnTo>
                  <a:lnTo>
                    <a:pt x="3607624" y="0"/>
                  </a:lnTo>
                  <a:lnTo>
                    <a:pt x="3604201" y="0"/>
                  </a:lnTo>
                  <a:lnTo>
                    <a:pt x="3600778" y="0"/>
                  </a:lnTo>
                  <a:lnTo>
                    <a:pt x="3597355" y="0"/>
                  </a:lnTo>
                  <a:lnTo>
                    <a:pt x="3593933" y="0"/>
                  </a:lnTo>
                  <a:lnTo>
                    <a:pt x="3590510" y="0"/>
                  </a:lnTo>
                  <a:lnTo>
                    <a:pt x="3587087" y="0"/>
                  </a:lnTo>
                  <a:lnTo>
                    <a:pt x="3583664" y="0"/>
                  </a:lnTo>
                  <a:lnTo>
                    <a:pt x="3580242" y="0"/>
                  </a:lnTo>
                  <a:lnTo>
                    <a:pt x="3576819" y="0"/>
                  </a:lnTo>
                  <a:lnTo>
                    <a:pt x="3573396" y="0"/>
                  </a:lnTo>
                  <a:lnTo>
                    <a:pt x="3569973" y="0"/>
                  </a:lnTo>
                  <a:lnTo>
                    <a:pt x="3566550" y="0"/>
                  </a:lnTo>
                  <a:lnTo>
                    <a:pt x="3563128" y="0"/>
                  </a:lnTo>
                  <a:lnTo>
                    <a:pt x="3559705" y="0"/>
                  </a:lnTo>
                  <a:lnTo>
                    <a:pt x="3556282" y="0"/>
                  </a:lnTo>
                  <a:lnTo>
                    <a:pt x="3552859" y="0"/>
                  </a:lnTo>
                  <a:lnTo>
                    <a:pt x="3549436" y="0"/>
                  </a:lnTo>
                  <a:lnTo>
                    <a:pt x="3546014" y="0"/>
                  </a:lnTo>
                  <a:lnTo>
                    <a:pt x="3542591" y="0"/>
                  </a:lnTo>
                  <a:lnTo>
                    <a:pt x="3539168" y="0"/>
                  </a:lnTo>
                  <a:lnTo>
                    <a:pt x="3535745" y="0"/>
                  </a:lnTo>
                  <a:lnTo>
                    <a:pt x="3532322" y="0"/>
                  </a:lnTo>
                  <a:lnTo>
                    <a:pt x="3528900" y="0"/>
                  </a:lnTo>
                  <a:lnTo>
                    <a:pt x="3525477" y="0"/>
                  </a:lnTo>
                  <a:lnTo>
                    <a:pt x="3522054" y="0"/>
                  </a:lnTo>
                  <a:lnTo>
                    <a:pt x="3518631" y="0"/>
                  </a:lnTo>
                  <a:lnTo>
                    <a:pt x="3515208" y="0"/>
                  </a:lnTo>
                  <a:lnTo>
                    <a:pt x="3511786" y="0"/>
                  </a:lnTo>
                  <a:lnTo>
                    <a:pt x="3508363" y="0"/>
                  </a:lnTo>
                  <a:lnTo>
                    <a:pt x="3504940" y="0"/>
                  </a:lnTo>
                  <a:lnTo>
                    <a:pt x="3501517" y="0"/>
                  </a:lnTo>
                  <a:lnTo>
                    <a:pt x="3498094" y="0"/>
                  </a:lnTo>
                  <a:lnTo>
                    <a:pt x="3494672" y="0"/>
                  </a:lnTo>
                  <a:lnTo>
                    <a:pt x="3491249" y="0"/>
                  </a:lnTo>
                  <a:lnTo>
                    <a:pt x="3487826" y="0"/>
                  </a:lnTo>
                  <a:lnTo>
                    <a:pt x="3484403" y="0"/>
                  </a:lnTo>
                  <a:lnTo>
                    <a:pt x="3480980" y="0"/>
                  </a:lnTo>
                  <a:lnTo>
                    <a:pt x="3477558" y="0"/>
                  </a:lnTo>
                  <a:lnTo>
                    <a:pt x="3474135" y="0"/>
                  </a:lnTo>
                  <a:lnTo>
                    <a:pt x="3470712" y="0"/>
                  </a:lnTo>
                  <a:lnTo>
                    <a:pt x="3467289" y="0"/>
                  </a:lnTo>
                  <a:lnTo>
                    <a:pt x="3463867" y="0"/>
                  </a:lnTo>
                  <a:lnTo>
                    <a:pt x="3460444" y="0"/>
                  </a:lnTo>
                  <a:lnTo>
                    <a:pt x="3457021" y="0"/>
                  </a:lnTo>
                  <a:lnTo>
                    <a:pt x="3453598" y="0"/>
                  </a:lnTo>
                  <a:lnTo>
                    <a:pt x="3450175" y="0"/>
                  </a:lnTo>
                  <a:lnTo>
                    <a:pt x="3446753" y="0"/>
                  </a:lnTo>
                  <a:lnTo>
                    <a:pt x="3443330" y="0"/>
                  </a:lnTo>
                  <a:lnTo>
                    <a:pt x="3439907" y="0"/>
                  </a:lnTo>
                  <a:lnTo>
                    <a:pt x="3436484" y="0"/>
                  </a:lnTo>
                  <a:lnTo>
                    <a:pt x="3433061" y="0"/>
                  </a:lnTo>
                  <a:lnTo>
                    <a:pt x="3429639" y="0"/>
                  </a:lnTo>
                  <a:lnTo>
                    <a:pt x="3426216" y="0"/>
                  </a:lnTo>
                  <a:lnTo>
                    <a:pt x="3422793" y="0"/>
                  </a:lnTo>
                  <a:lnTo>
                    <a:pt x="3419370" y="0"/>
                  </a:lnTo>
                  <a:lnTo>
                    <a:pt x="3415947" y="0"/>
                  </a:lnTo>
                  <a:lnTo>
                    <a:pt x="3412525" y="0"/>
                  </a:lnTo>
                  <a:lnTo>
                    <a:pt x="3409102" y="0"/>
                  </a:lnTo>
                  <a:lnTo>
                    <a:pt x="3405679" y="0"/>
                  </a:lnTo>
                  <a:lnTo>
                    <a:pt x="3402256" y="0"/>
                  </a:lnTo>
                  <a:lnTo>
                    <a:pt x="3398833" y="0"/>
                  </a:lnTo>
                  <a:lnTo>
                    <a:pt x="3395411" y="0"/>
                  </a:lnTo>
                  <a:lnTo>
                    <a:pt x="3391988" y="0"/>
                  </a:lnTo>
                  <a:lnTo>
                    <a:pt x="3388565" y="0"/>
                  </a:lnTo>
                  <a:lnTo>
                    <a:pt x="3385142" y="0"/>
                  </a:lnTo>
                  <a:lnTo>
                    <a:pt x="3381719" y="0"/>
                  </a:lnTo>
                  <a:lnTo>
                    <a:pt x="3378297" y="0"/>
                  </a:lnTo>
                  <a:lnTo>
                    <a:pt x="3374874" y="0"/>
                  </a:lnTo>
                  <a:lnTo>
                    <a:pt x="3371451" y="0"/>
                  </a:lnTo>
                  <a:lnTo>
                    <a:pt x="3368028" y="0"/>
                  </a:lnTo>
                  <a:lnTo>
                    <a:pt x="3364606" y="0"/>
                  </a:lnTo>
                  <a:lnTo>
                    <a:pt x="3361183" y="0"/>
                  </a:lnTo>
                  <a:lnTo>
                    <a:pt x="3357760" y="0"/>
                  </a:lnTo>
                  <a:lnTo>
                    <a:pt x="3354337" y="0"/>
                  </a:lnTo>
                  <a:lnTo>
                    <a:pt x="3350914" y="0"/>
                  </a:lnTo>
                  <a:lnTo>
                    <a:pt x="3347492" y="0"/>
                  </a:lnTo>
                  <a:lnTo>
                    <a:pt x="3344069" y="0"/>
                  </a:lnTo>
                  <a:lnTo>
                    <a:pt x="3340646" y="0"/>
                  </a:lnTo>
                  <a:lnTo>
                    <a:pt x="3337223" y="0"/>
                  </a:lnTo>
                  <a:lnTo>
                    <a:pt x="3333800" y="0"/>
                  </a:lnTo>
                  <a:lnTo>
                    <a:pt x="3330378" y="0"/>
                  </a:lnTo>
                  <a:lnTo>
                    <a:pt x="3326955" y="0"/>
                  </a:lnTo>
                  <a:lnTo>
                    <a:pt x="3323532" y="0"/>
                  </a:lnTo>
                  <a:lnTo>
                    <a:pt x="3320109" y="0"/>
                  </a:lnTo>
                  <a:lnTo>
                    <a:pt x="3316686" y="0"/>
                  </a:lnTo>
                  <a:lnTo>
                    <a:pt x="3313264" y="0"/>
                  </a:lnTo>
                  <a:lnTo>
                    <a:pt x="3309841" y="0"/>
                  </a:lnTo>
                  <a:lnTo>
                    <a:pt x="3306418" y="0"/>
                  </a:lnTo>
                  <a:lnTo>
                    <a:pt x="3302995" y="0"/>
                  </a:lnTo>
                  <a:lnTo>
                    <a:pt x="3299572" y="0"/>
                  </a:lnTo>
                  <a:lnTo>
                    <a:pt x="3296150" y="0"/>
                  </a:lnTo>
                  <a:lnTo>
                    <a:pt x="3292727" y="0"/>
                  </a:lnTo>
                  <a:lnTo>
                    <a:pt x="3289304" y="0"/>
                  </a:lnTo>
                  <a:lnTo>
                    <a:pt x="3285881" y="0"/>
                  </a:lnTo>
                  <a:lnTo>
                    <a:pt x="3282458" y="0"/>
                  </a:lnTo>
                  <a:lnTo>
                    <a:pt x="3279036" y="0"/>
                  </a:lnTo>
                  <a:lnTo>
                    <a:pt x="3275613" y="0"/>
                  </a:lnTo>
                  <a:lnTo>
                    <a:pt x="3272190" y="0"/>
                  </a:lnTo>
                  <a:lnTo>
                    <a:pt x="3268767" y="0"/>
                  </a:lnTo>
                  <a:lnTo>
                    <a:pt x="3265345" y="0"/>
                  </a:lnTo>
                  <a:lnTo>
                    <a:pt x="3261922" y="0"/>
                  </a:lnTo>
                  <a:lnTo>
                    <a:pt x="3258499" y="0"/>
                  </a:lnTo>
                  <a:lnTo>
                    <a:pt x="3255076" y="0"/>
                  </a:lnTo>
                  <a:lnTo>
                    <a:pt x="3251653" y="0"/>
                  </a:lnTo>
                  <a:lnTo>
                    <a:pt x="3248231" y="0"/>
                  </a:lnTo>
                  <a:lnTo>
                    <a:pt x="3244808" y="0"/>
                  </a:lnTo>
                  <a:lnTo>
                    <a:pt x="3241385" y="0"/>
                  </a:lnTo>
                  <a:lnTo>
                    <a:pt x="3237962" y="0"/>
                  </a:lnTo>
                  <a:lnTo>
                    <a:pt x="3234539" y="0"/>
                  </a:lnTo>
                  <a:lnTo>
                    <a:pt x="3231117" y="0"/>
                  </a:lnTo>
                  <a:lnTo>
                    <a:pt x="3227694" y="0"/>
                  </a:lnTo>
                  <a:lnTo>
                    <a:pt x="3224271" y="0"/>
                  </a:lnTo>
                  <a:lnTo>
                    <a:pt x="3220848" y="0"/>
                  </a:lnTo>
                  <a:lnTo>
                    <a:pt x="3217425" y="0"/>
                  </a:lnTo>
                  <a:lnTo>
                    <a:pt x="3214003" y="0"/>
                  </a:lnTo>
                  <a:lnTo>
                    <a:pt x="3210580" y="0"/>
                  </a:lnTo>
                  <a:lnTo>
                    <a:pt x="3207157" y="0"/>
                  </a:lnTo>
                  <a:lnTo>
                    <a:pt x="3203734" y="0"/>
                  </a:lnTo>
                  <a:lnTo>
                    <a:pt x="3200311" y="0"/>
                  </a:lnTo>
                  <a:lnTo>
                    <a:pt x="3196889" y="0"/>
                  </a:lnTo>
                  <a:lnTo>
                    <a:pt x="3193466" y="0"/>
                  </a:lnTo>
                  <a:lnTo>
                    <a:pt x="3190043" y="0"/>
                  </a:lnTo>
                  <a:lnTo>
                    <a:pt x="3186620" y="0"/>
                  </a:lnTo>
                  <a:lnTo>
                    <a:pt x="3183197" y="0"/>
                  </a:lnTo>
                  <a:lnTo>
                    <a:pt x="3179775" y="0"/>
                  </a:lnTo>
                  <a:lnTo>
                    <a:pt x="3176352" y="0"/>
                  </a:lnTo>
                  <a:lnTo>
                    <a:pt x="3172929" y="0"/>
                  </a:lnTo>
                  <a:lnTo>
                    <a:pt x="3169506" y="0"/>
                  </a:lnTo>
                  <a:lnTo>
                    <a:pt x="3166083" y="0"/>
                  </a:lnTo>
                  <a:lnTo>
                    <a:pt x="3162661" y="0"/>
                  </a:lnTo>
                  <a:lnTo>
                    <a:pt x="3159238" y="0"/>
                  </a:lnTo>
                  <a:lnTo>
                    <a:pt x="3155815" y="0"/>
                  </a:lnTo>
                  <a:lnTo>
                    <a:pt x="3152392" y="0"/>
                  </a:lnTo>
                  <a:lnTo>
                    <a:pt x="3148970" y="0"/>
                  </a:lnTo>
                  <a:lnTo>
                    <a:pt x="3145547" y="0"/>
                  </a:lnTo>
                  <a:lnTo>
                    <a:pt x="3142124" y="0"/>
                  </a:lnTo>
                  <a:lnTo>
                    <a:pt x="3138701" y="0"/>
                  </a:lnTo>
                  <a:lnTo>
                    <a:pt x="3135278" y="0"/>
                  </a:lnTo>
                  <a:lnTo>
                    <a:pt x="3131856" y="0"/>
                  </a:lnTo>
                  <a:lnTo>
                    <a:pt x="3128433" y="0"/>
                  </a:lnTo>
                  <a:lnTo>
                    <a:pt x="3125010" y="0"/>
                  </a:lnTo>
                  <a:lnTo>
                    <a:pt x="3121587" y="0"/>
                  </a:lnTo>
                  <a:lnTo>
                    <a:pt x="3118164" y="0"/>
                  </a:lnTo>
                  <a:lnTo>
                    <a:pt x="3114742" y="0"/>
                  </a:lnTo>
                  <a:lnTo>
                    <a:pt x="3111319" y="0"/>
                  </a:lnTo>
                  <a:lnTo>
                    <a:pt x="3107896" y="0"/>
                  </a:lnTo>
                  <a:lnTo>
                    <a:pt x="3104473" y="0"/>
                  </a:lnTo>
                  <a:lnTo>
                    <a:pt x="3101050" y="0"/>
                  </a:lnTo>
                  <a:lnTo>
                    <a:pt x="3097628" y="0"/>
                  </a:lnTo>
                  <a:lnTo>
                    <a:pt x="3094205" y="0"/>
                  </a:lnTo>
                  <a:lnTo>
                    <a:pt x="3090782" y="0"/>
                  </a:lnTo>
                  <a:lnTo>
                    <a:pt x="3087359" y="0"/>
                  </a:lnTo>
                  <a:lnTo>
                    <a:pt x="3083936" y="0"/>
                  </a:lnTo>
                  <a:lnTo>
                    <a:pt x="3080514" y="0"/>
                  </a:lnTo>
                  <a:lnTo>
                    <a:pt x="3077091" y="0"/>
                  </a:lnTo>
                  <a:lnTo>
                    <a:pt x="3073668" y="0"/>
                  </a:lnTo>
                  <a:lnTo>
                    <a:pt x="3070245" y="0"/>
                  </a:lnTo>
                  <a:lnTo>
                    <a:pt x="3066822" y="0"/>
                  </a:lnTo>
                  <a:lnTo>
                    <a:pt x="3063400" y="0"/>
                  </a:lnTo>
                  <a:lnTo>
                    <a:pt x="3059977" y="0"/>
                  </a:lnTo>
                  <a:lnTo>
                    <a:pt x="3056554" y="0"/>
                  </a:lnTo>
                  <a:lnTo>
                    <a:pt x="3053131" y="0"/>
                  </a:lnTo>
                  <a:lnTo>
                    <a:pt x="3049709" y="0"/>
                  </a:lnTo>
                  <a:lnTo>
                    <a:pt x="3046286" y="0"/>
                  </a:lnTo>
                  <a:lnTo>
                    <a:pt x="3042863" y="0"/>
                  </a:lnTo>
                  <a:lnTo>
                    <a:pt x="3039440" y="0"/>
                  </a:lnTo>
                  <a:lnTo>
                    <a:pt x="3036017" y="0"/>
                  </a:lnTo>
                  <a:lnTo>
                    <a:pt x="3032595" y="0"/>
                  </a:lnTo>
                  <a:lnTo>
                    <a:pt x="3029172" y="0"/>
                  </a:lnTo>
                  <a:lnTo>
                    <a:pt x="3025749" y="0"/>
                  </a:lnTo>
                  <a:lnTo>
                    <a:pt x="3022326" y="0"/>
                  </a:lnTo>
                  <a:lnTo>
                    <a:pt x="3018903" y="0"/>
                  </a:lnTo>
                  <a:lnTo>
                    <a:pt x="3015481" y="0"/>
                  </a:lnTo>
                  <a:lnTo>
                    <a:pt x="3012058" y="0"/>
                  </a:lnTo>
                  <a:lnTo>
                    <a:pt x="3008635" y="0"/>
                  </a:lnTo>
                  <a:lnTo>
                    <a:pt x="3005212" y="0"/>
                  </a:lnTo>
                  <a:lnTo>
                    <a:pt x="3001789" y="0"/>
                  </a:lnTo>
                  <a:lnTo>
                    <a:pt x="2998367" y="0"/>
                  </a:lnTo>
                  <a:lnTo>
                    <a:pt x="2994944" y="0"/>
                  </a:lnTo>
                  <a:lnTo>
                    <a:pt x="2991521" y="0"/>
                  </a:lnTo>
                  <a:lnTo>
                    <a:pt x="2988098" y="0"/>
                  </a:lnTo>
                  <a:lnTo>
                    <a:pt x="2984675" y="0"/>
                  </a:lnTo>
                  <a:lnTo>
                    <a:pt x="2981253" y="0"/>
                  </a:lnTo>
                  <a:lnTo>
                    <a:pt x="2977830" y="0"/>
                  </a:lnTo>
                  <a:lnTo>
                    <a:pt x="2974407" y="0"/>
                  </a:lnTo>
                  <a:lnTo>
                    <a:pt x="2970984" y="0"/>
                  </a:lnTo>
                  <a:lnTo>
                    <a:pt x="2967561" y="0"/>
                  </a:lnTo>
                  <a:lnTo>
                    <a:pt x="2964139" y="0"/>
                  </a:lnTo>
                  <a:lnTo>
                    <a:pt x="2960716" y="0"/>
                  </a:lnTo>
                  <a:lnTo>
                    <a:pt x="2957293" y="0"/>
                  </a:lnTo>
                  <a:lnTo>
                    <a:pt x="2953870" y="0"/>
                  </a:lnTo>
                  <a:lnTo>
                    <a:pt x="2950448" y="0"/>
                  </a:lnTo>
                  <a:lnTo>
                    <a:pt x="2947025" y="0"/>
                  </a:lnTo>
                  <a:lnTo>
                    <a:pt x="2943602" y="0"/>
                  </a:lnTo>
                  <a:lnTo>
                    <a:pt x="2940179" y="0"/>
                  </a:lnTo>
                  <a:lnTo>
                    <a:pt x="2936756" y="0"/>
                  </a:lnTo>
                  <a:lnTo>
                    <a:pt x="2933334" y="0"/>
                  </a:lnTo>
                  <a:lnTo>
                    <a:pt x="2929911" y="0"/>
                  </a:lnTo>
                  <a:lnTo>
                    <a:pt x="2926488" y="0"/>
                  </a:lnTo>
                  <a:lnTo>
                    <a:pt x="2923065" y="0"/>
                  </a:lnTo>
                  <a:lnTo>
                    <a:pt x="2919642" y="0"/>
                  </a:lnTo>
                  <a:lnTo>
                    <a:pt x="2916220" y="0"/>
                  </a:lnTo>
                  <a:lnTo>
                    <a:pt x="2912797" y="0"/>
                  </a:lnTo>
                  <a:lnTo>
                    <a:pt x="2909374" y="0"/>
                  </a:lnTo>
                  <a:lnTo>
                    <a:pt x="2905951" y="0"/>
                  </a:lnTo>
                  <a:lnTo>
                    <a:pt x="2902528" y="0"/>
                  </a:lnTo>
                  <a:lnTo>
                    <a:pt x="2899106" y="0"/>
                  </a:lnTo>
                  <a:lnTo>
                    <a:pt x="2895683" y="0"/>
                  </a:lnTo>
                  <a:lnTo>
                    <a:pt x="2892260" y="0"/>
                  </a:lnTo>
                  <a:lnTo>
                    <a:pt x="2888837" y="0"/>
                  </a:lnTo>
                  <a:lnTo>
                    <a:pt x="2885414" y="0"/>
                  </a:lnTo>
                  <a:lnTo>
                    <a:pt x="2881992" y="0"/>
                  </a:lnTo>
                  <a:lnTo>
                    <a:pt x="2878569" y="0"/>
                  </a:lnTo>
                  <a:lnTo>
                    <a:pt x="2875146" y="0"/>
                  </a:lnTo>
                  <a:lnTo>
                    <a:pt x="2871723" y="0"/>
                  </a:lnTo>
                  <a:lnTo>
                    <a:pt x="2868300" y="0"/>
                  </a:lnTo>
                  <a:lnTo>
                    <a:pt x="2864878" y="0"/>
                  </a:lnTo>
                  <a:lnTo>
                    <a:pt x="2861455" y="0"/>
                  </a:lnTo>
                  <a:lnTo>
                    <a:pt x="2858032" y="0"/>
                  </a:lnTo>
                  <a:lnTo>
                    <a:pt x="2854609" y="0"/>
                  </a:lnTo>
                  <a:lnTo>
                    <a:pt x="2851186" y="0"/>
                  </a:lnTo>
                  <a:lnTo>
                    <a:pt x="2847764" y="0"/>
                  </a:lnTo>
                  <a:lnTo>
                    <a:pt x="2844341" y="0"/>
                  </a:lnTo>
                  <a:lnTo>
                    <a:pt x="2840918" y="0"/>
                  </a:lnTo>
                  <a:lnTo>
                    <a:pt x="2837495" y="0"/>
                  </a:lnTo>
                  <a:lnTo>
                    <a:pt x="2834073" y="0"/>
                  </a:lnTo>
                  <a:lnTo>
                    <a:pt x="2830650" y="0"/>
                  </a:lnTo>
                  <a:lnTo>
                    <a:pt x="2827227" y="0"/>
                  </a:lnTo>
                  <a:lnTo>
                    <a:pt x="2823804" y="0"/>
                  </a:lnTo>
                  <a:lnTo>
                    <a:pt x="2820381" y="0"/>
                  </a:lnTo>
                  <a:lnTo>
                    <a:pt x="2816959" y="0"/>
                  </a:lnTo>
                  <a:lnTo>
                    <a:pt x="2813536" y="0"/>
                  </a:lnTo>
                  <a:lnTo>
                    <a:pt x="2810113" y="0"/>
                  </a:lnTo>
                  <a:lnTo>
                    <a:pt x="2806690" y="0"/>
                  </a:lnTo>
                  <a:lnTo>
                    <a:pt x="2803267" y="0"/>
                  </a:lnTo>
                  <a:lnTo>
                    <a:pt x="2799845" y="0"/>
                  </a:lnTo>
                  <a:lnTo>
                    <a:pt x="2796422" y="0"/>
                  </a:lnTo>
                  <a:lnTo>
                    <a:pt x="2792999" y="0"/>
                  </a:lnTo>
                  <a:lnTo>
                    <a:pt x="2789576" y="0"/>
                  </a:lnTo>
                  <a:lnTo>
                    <a:pt x="2786153" y="0"/>
                  </a:lnTo>
                  <a:lnTo>
                    <a:pt x="2782731" y="0"/>
                  </a:lnTo>
                  <a:lnTo>
                    <a:pt x="2779308" y="0"/>
                  </a:lnTo>
                  <a:lnTo>
                    <a:pt x="2775885" y="0"/>
                  </a:lnTo>
                  <a:lnTo>
                    <a:pt x="2772462" y="0"/>
                  </a:lnTo>
                  <a:lnTo>
                    <a:pt x="2769039" y="0"/>
                  </a:lnTo>
                  <a:lnTo>
                    <a:pt x="2765617" y="0"/>
                  </a:lnTo>
                  <a:lnTo>
                    <a:pt x="2762194" y="0"/>
                  </a:lnTo>
                  <a:lnTo>
                    <a:pt x="2758771" y="0"/>
                  </a:lnTo>
                  <a:lnTo>
                    <a:pt x="2755348" y="0"/>
                  </a:lnTo>
                  <a:lnTo>
                    <a:pt x="2751925" y="0"/>
                  </a:lnTo>
                  <a:lnTo>
                    <a:pt x="2748503" y="0"/>
                  </a:lnTo>
                  <a:lnTo>
                    <a:pt x="2745080" y="0"/>
                  </a:lnTo>
                  <a:lnTo>
                    <a:pt x="2741657" y="0"/>
                  </a:lnTo>
                  <a:lnTo>
                    <a:pt x="2738234" y="0"/>
                  </a:lnTo>
                  <a:lnTo>
                    <a:pt x="2734812" y="0"/>
                  </a:lnTo>
                  <a:lnTo>
                    <a:pt x="2731389" y="0"/>
                  </a:lnTo>
                  <a:lnTo>
                    <a:pt x="2727966" y="0"/>
                  </a:lnTo>
                  <a:lnTo>
                    <a:pt x="2724543" y="0"/>
                  </a:lnTo>
                  <a:lnTo>
                    <a:pt x="2721120" y="0"/>
                  </a:lnTo>
                  <a:lnTo>
                    <a:pt x="2717698" y="0"/>
                  </a:lnTo>
                  <a:lnTo>
                    <a:pt x="2714275" y="0"/>
                  </a:lnTo>
                  <a:lnTo>
                    <a:pt x="2710852" y="0"/>
                  </a:lnTo>
                  <a:lnTo>
                    <a:pt x="2707429" y="0"/>
                  </a:lnTo>
                  <a:lnTo>
                    <a:pt x="2704006" y="0"/>
                  </a:lnTo>
                  <a:lnTo>
                    <a:pt x="2700584" y="0"/>
                  </a:lnTo>
                  <a:lnTo>
                    <a:pt x="2697161" y="0"/>
                  </a:lnTo>
                  <a:lnTo>
                    <a:pt x="2693738" y="0"/>
                  </a:lnTo>
                  <a:lnTo>
                    <a:pt x="2690315" y="0"/>
                  </a:lnTo>
                  <a:lnTo>
                    <a:pt x="2686892" y="0"/>
                  </a:lnTo>
                  <a:lnTo>
                    <a:pt x="2683470" y="0"/>
                  </a:lnTo>
                  <a:lnTo>
                    <a:pt x="2680047" y="0"/>
                  </a:lnTo>
                  <a:lnTo>
                    <a:pt x="2676624" y="0"/>
                  </a:lnTo>
                  <a:lnTo>
                    <a:pt x="2673201" y="0"/>
                  </a:lnTo>
                  <a:lnTo>
                    <a:pt x="2669778" y="0"/>
                  </a:lnTo>
                  <a:lnTo>
                    <a:pt x="2666356" y="0"/>
                  </a:lnTo>
                  <a:lnTo>
                    <a:pt x="2662933" y="0"/>
                  </a:lnTo>
                  <a:lnTo>
                    <a:pt x="2659510" y="0"/>
                  </a:lnTo>
                  <a:lnTo>
                    <a:pt x="2656087" y="0"/>
                  </a:lnTo>
                  <a:lnTo>
                    <a:pt x="2652664" y="0"/>
                  </a:lnTo>
                  <a:lnTo>
                    <a:pt x="2649242" y="0"/>
                  </a:lnTo>
                  <a:lnTo>
                    <a:pt x="2645819" y="0"/>
                  </a:lnTo>
                  <a:lnTo>
                    <a:pt x="2642396" y="0"/>
                  </a:lnTo>
                  <a:lnTo>
                    <a:pt x="2638973" y="0"/>
                  </a:lnTo>
                  <a:lnTo>
                    <a:pt x="2635550" y="0"/>
                  </a:lnTo>
                  <a:lnTo>
                    <a:pt x="2632128" y="0"/>
                  </a:lnTo>
                  <a:lnTo>
                    <a:pt x="2628705" y="0"/>
                  </a:lnTo>
                  <a:lnTo>
                    <a:pt x="2625282" y="0"/>
                  </a:lnTo>
                  <a:lnTo>
                    <a:pt x="2621859" y="0"/>
                  </a:lnTo>
                  <a:lnTo>
                    <a:pt x="2618437" y="0"/>
                  </a:lnTo>
                  <a:lnTo>
                    <a:pt x="2615014" y="0"/>
                  </a:lnTo>
                  <a:lnTo>
                    <a:pt x="2611591" y="0"/>
                  </a:lnTo>
                  <a:lnTo>
                    <a:pt x="2608168" y="0"/>
                  </a:lnTo>
                  <a:lnTo>
                    <a:pt x="2604745" y="0"/>
                  </a:lnTo>
                  <a:lnTo>
                    <a:pt x="2601323" y="0"/>
                  </a:lnTo>
                  <a:lnTo>
                    <a:pt x="2597900" y="0"/>
                  </a:lnTo>
                  <a:lnTo>
                    <a:pt x="2594477" y="0"/>
                  </a:lnTo>
                  <a:lnTo>
                    <a:pt x="2591054" y="0"/>
                  </a:lnTo>
                  <a:lnTo>
                    <a:pt x="2587631" y="0"/>
                  </a:lnTo>
                  <a:lnTo>
                    <a:pt x="2584209" y="0"/>
                  </a:lnTo>
                  <a:lnTo>
                    <a:pt x="2580786" y="0"/>
                  </a:lnTo>
                  <a:lnTo>
                    <a:pt x="2577363" y="0"/>
                  </a:lnTo>
                  <a:lnTo>
                    <a:pt x="2573940" y="0"/>
                  </a:lnTo>
                  <a:lnTo>
                    <a:pt x="2570517" y="0"/>
                  </a:lnTo>
                  <a:lnTo>
                    <a:pt x="2567095" y="0"/>
                  </a:lnTo>
                  <a:lnTo>
                    <a:pt x="2563672" y="0"/>
                  </a:lnTo>
                  <a:lnTo>
                    <a:pt x="2560249" y="0"/>
                  </a:lnTo>
                  <a:lnTo>
                    <a:pt x="2556826" y="0"/>
                  </a:lnTo>
                  <a:lnTo>
                    <a:pt x="2553403" y="0"/>
                  </a:lnTo>
                  <a:lnTo>
                    <a:pt x="2549981" y="0"/>
                  </a:lnTo>
                  <a:lnTo>
                    <a:pt x="2546558" y="0"/>
                  </a:lnTo>
                  <a:lnTo>
                    <a:pt x="2543135" y="0"/>
                  </a:lnTo>
                  <a:lnTo>
                    <a:pt x="2539712" y="0"/>
                  </a:lnTo>
                  <a:lnTo>
                    <a:pt x="2536289" y="0"/>
                  </a:lnTo>
                  <a:lnTo>
                    <a:pt x="2532867" y="0"/>
                  </a:lnTo>
                  <a:lnTo>
                    <a:pt x="2529444" y="0"/>
                  </a:lnTo>
                  <a:lnTo>
                    <a:pt x="2526021" y="0"/>
                  </a:lnTo>
                  <a:lnTo>
                    <a:pt x="2522598" y="0"/>
                  </a:lnTo>
                  <a:lnTo>
                    <a:pt x="2519176" y="0"/>
                  </a:lnTo>
                  <a:lnTo>
                    <a:pt x="2515753" y="0"/>
                  </a:lnTo>
                  <a:lnTo>
                    <a:pt x="2512330" y="0"/>
                  </a:lnTo>
                  <a:lnTo>
                    <a:pt x="2508907" y="0"/>
                  </a:lnTo>
                  <a:lnTo>
                    <a:pt x="2505484" y="0"/>
                  </a:lnTo>
                  <a:lnTo>
                    <a:pt x="2502062" y="0"/>
                  </a:lnTo>
                  <a:lnTo>
                    <a:pt x="2498639" y="0"/>
                  </a:lnTo>
                  <a:lnTo>
                    <a:pt x="2495216" y="0"/>
                  </a:lnTo>
                  <a:lnTo>
                    <a:pt x="2491793" y="0"/>
                  </a:lnTo>
                  <a:lnTo>
                    <a:pt x="2488370" y="0"/>
                  </a:lnTo>
                  <a:lnTo>
                    <a:pt x="2484948" y="0"/>
                  </a:lnTo>
                  <a:lnTo>
                    <a:pt x="2481525" y="0"/>
                  </a:lnTo>
                  <a:lnTo>
                    <a:pt x="2478102" y="0"/>
                  </a:lnTo>
                  <a:lnTo>
                    <a:pt x="2474679" y="0"/>
                  </a:lnTo>
                  <a:lnTo>
                    <a:pt x="2471256" y="0"/>
                  </a:lnTo>
                  <a:lnTo>
                    <a:pt x="2467834" y="0"/>
                  </a:lnTo>
                  <a:lnTo>
                    <a:pt x="2464411" y="0"/>
                  </a:lnTo>
                  <a:lnTo>
                    <a:pt x="2460988" y="0"/>
                  </a:lnTo>
                  <a:lnTo>
                    <a:pt x="2457565" y="0"/>
                  </a:lnTo>
                  <a:lnTo>
                    <a:pt x="2454142" y="0"/>
                  </a:lnTo>
                  <a:lnTo>
                    <a:pt x="2450720" y="0"/>
                  </a:lnTo>
                  <a:lnTo>
                    <a:pt x="2447297" y="0"/>
                  </a:lnTo>
                  <a:lnTo>
                    <a:pt x="2443874" y="0"/>
                  </a:lnTo>
                  <a:lnTo>
                    <a:pt x="2440451" y="0"/>
                  </a:lnTo>
                  <a:lnTo>
                    <a:pt x="2437028" y="0"/>
                  </a:lnTo>
                  <a:lnTo>
                    <a:pt x="2433606" y="0"/>
                  </a:lnTo>
                  <a:lnTo>
                    <a:pt x="2430183" y="0"/>
                  </a:lnTo>
                  <a:lnTo>
                    <a:pt x="2426760" y="0"/>
                  </a:lnTo>
                  <a:lnTo>
                    <a:pt x="2423337" y="0"/>
                  </a:lnTo>
                  <a:lnTo>
                    <a:pt x="2419915" y="0"/>
                  </a:lnTo>
                  <a:lnTo>
                    <a:pt x="2416492" y="0"/>
                  </a:lnTo>
                  <a:lnTo>
                    <a:pt x="2413069" y="0"/>
                  </a:lnTo>
                  <a:lnTo>
                    <a:pt x="2409646" y="0"/>
                  </a:lnTo>
                  <a:lnTo>
                    <a:pt x="2406223" y="0"/>
                  </a:lnTo>
                  <a:lnTo>
                    <a:pt x="2402801" y="0"/>
                  </a:lnTo>
                  <a:lnTo>
                    <a:pt x="2399378" y="0"/>
                  </a:lnTo>
                  <a:lnTo>
                    <a:pt x="2395955" y="0"/>
                  </a:lnTo>
                  <a:lnTo>
                    <a:pt x="2392532" y="0"/>
                  </a:lnTo>
                  <a:lnTo>
                    <a:pt x="2389109" y="0"/>
                  </a:lnTo>
                  <a:lnTo>
                    <a:pt x="2385687" y="0"/>
                  </a:lnTo>
                  <a:lnTo>
                    <a:pt x="2382264" y="0"/>
                  </a:lnTo>
                  <a:lnTo>
                    <a:pt x="2378841" y="0"/>
                  </a:lnTo>
                  <a:lnTo>
                    <a:pt x="2375418" y="0"/>
                  </a:lnTo>
                  <a:lnTo>
                    <a:pt x="2371995" y="0"/>
                  </a:lnTo>
                  <a:lnTo>
                    <a:pt x="2368573" y="0"/>
                  </a:lnTo>
                  <a:lnTo>
                    <a:pt x="2365150" y="0"/>
                  </a:lnTo>
                  <a:lnTo>
                    <a:pt x="2361727" y="0"/>
                  </a:lnTo>
                  <a:lnTo>
                    <a:pt x="2358304" y="0"/>
                  </a:lnTo>
                  <a:lnTo>
                    <a:pt x="2354881" y="0"/>
                  </a:lnTo>
                  <a:lnTo>
                    <a:pt x="2351459" y="0"/>
                  </a:lnTo>
                  <a:lnTo>
                    <a:pt x="2348036" y="0"/>
                  </a:lnTo>
                  <a:lnTo>
                    <a:pt x="2344613" y="0"/>
                  </a:lnTo>
                  <a:lnTo>
                    <a:pt x="2341190" y="0"/>
                  </a:lnTo>
                  <a:lnTo>
                    <a:pt x="2337767" y="0"/>
                  </a:lnTo>
                  <a:lnTo>
                    <a:pt x="2334345" y="0"/>
                  </a:lnTo>
                  <a:lnTo>
                    <a:pt x="2330922" y="0"/>
                  </a:lnTo>
                  <a:lnTo>
                    <a:pt x="2327499" y="0"/>
                  </a:lnTo>
                  <a:lnTo>
                    <a:pt x="2324076" y="0"/>
                  </a:lnTo>
                  <a:lnTo>
                    <a:pt x="2320653" y="0"/>
                  </a:lnTo>
                  <a:lnTo>
                    <a:pt x="2317231" y="0"/>
                  </a:lnTo>
                  <a:lnTo>
                    <a:pt x="2313808" y="0"/>
                  </a:lnTo>
                  <a:lnTo>
                    <a:pt x="2310385" y="0"/>
                  </a:lnTo>
                  <a:lnTo>
                    <a:pt x="2306962" y="0"/>
                  </a:lnTo>
                  <a:lnTo>
                    <a:pt x="2303540" y="0"/>
                  </a:lnTo>
                  <a:lnTo>
                    <a:pt x="2300117" y="0"/>
                  </a:lnTo>
                  <a:lnTo>
                    <a:pt x="2296694" y="0"/>
                  </a:lnTo>
                  <a:lnTo>
                    <a:pt x="2293271" y="0"/>
                  </a:lnTo>
                  <a:lnTo>
                    <a:pt x="2289848" y="0"/>
                  </a:lnTo>
                  <a:lnTo>
                    <a:pt x="2286426" y="0"/>
                  </a:lnTo>
                  <a:lnTo>
                    <a:pt x="2283003" y="0"/>
                  </a:lnTo>
                  <a:lnTo>
                    <a:pt x="2279580" y="0"/>
                  </a:lnTo>
                  <a:lnTo>
                    <a:pt x="2276157" y="0"/>
                  </a:lnTo>
                  <a:lnTo>
                    <a:pt x="2272734" y="0"/>
                  </a:lnTo>
                  <a:lnTo>
                    <a:pt x="2269312" y="0"/>
                  </a:lnTo>
                  <a:lnTo>
                    <a:pt x="2265889" y="0"/>
                  </a:lnTo>
                  <a:lnTo>
                    <a:pt x="2262466" y="0"/>
                  </a:lnTo>
                  <a:lnTo>
                    <a:pt x="2259043" y="0"/>
                  </a:lnTo>
                  <a:lnTo>
                    <a:pt x="2255620" y="0"/>
                  </a:lnTo>
                  <a:lnTo>
                    <a:pt x="2252198" y="0"/>
                  </a:lnTo>
                  <a:lnTo>
                    <a:pt x="2248775" y="0"/>
                  </a:lnTo>
                  <a:lnTo>
                    <a:pt x="2245352" y="0"/>
                  </a:lnTo>
                  <a:lnTo>
                    <a:pt x="2241929" y="0"/>
                  </a:lnTo>
                  <a:lnTo>
                    <a:pt x="2238506" y="0"/>
                  </a:lnTo>
                  <a:lnTo>
                    <a:pt x="2235084" y="0"/>
                  </a:lnTo>
                  <a:lnTo>
                    <a:pt x="2231661" y="0"/>
                  </a:lnTo>
                  <a:lnTo>
                    <a:pt x="2228238" y="0"/>
                  </a:lnTo>
                  <a:lnTo>
                    <a:pt x="2224815" y="0"/>
                  </a:lnTo>
                  <a:lnTo>
                    <a:pt x="2221392" y="0"/>
                  </a:lnTo>
                  <a:lnTo>
                    <a:pt x="2217970" y="0"/>
                  </a:lnTo>
                  <a:lnTo>
                    <a:pt x="2214547" y="0"/>
                  </a:lnTo>
                  <a:lnTo>
                    <a:pt x="2211124" y="0"/>
                  </a:lnTo>
                  <a:lnTo>
                    <a:pt x="2207701" y="0"/>
                  </a:lnTo>
                  <a:lnTo>
                    <a:pt x="2204279" y="0"/>
                  </a:lnTo>
                  <a:lnTo>
                    <a:pt x="2200856" y="0"/>
                  </a:lnTo>
                  <a:lnTo>
                    <a:pt x="2197433" y="0"/>
                  </a:lnTo>
                  <a:lnTo>
                    <a:pt x="2194010" y="0"/>
                  </a:lnTo>
                  <a:lnTo>
                    <a:pt x="2190587" y="0"/>
                  </a:lnTo>
                  <a:lnTo>
                    <a:pt x="2187165" y="0"/>
                  </a:lnTo>
                  <a:lnTo>
                    <a:pt x="2183742" y="0"/>
                  </a:lnTo>
                  <a:lnTo>
                    <a:pt x="2180319" y="0"/>
                  </a:lnTo>
                  <a:lnTo>
                    <a:pt x="2176896" y="0"/>
                  </a:lnTo>
                  <a:lnTo>
                    <a:pt x="2173473" y="0"/>
                  </a:lnTo>
                  <a:lnTo>
                    <a:pt x="2170051" y="0"/>
                  </a:lnTo>
                  <a:lnTo>
                    <a:pt x="2166628" y="0"/>
                  </a:lnTo>
                  <a:lnTo>
                    <a:pt x="2163205" y="0"/>
                  </a:lnTo>
                  <a:lnTo>
                    <a:pt x="2159782" y="0"/>
                  </a:lnTo>
                  <a:lnTo>
                    <a:pt x="2156359" y="0"/>
                  </a:lnTo>
                  <a:lnTo>
                    <a:pt x="2152937" y="0"/>
                  </a:lnTo>
                  <a:lnTo>
                    <a:pt x="2149514" y="0"/>
                  </a:lnTo>
                  <a:lnTo>
                    <a:pt x="2146091" y="0"/>
                  </a:lnTo>
                  <a:lnTo>
                    <a:pt x="2142668" y="0"/>
                  </a:lnTo>
                  <a:lnTo>
                    <a:pt x="2139245" y="0"/>
                  </a:lnTo>
                  <a:lnTo>
                    <a:pt x="2135823" y="0"/>
                  </a:lnTo>
                  <a:lnTo>
                    <a:pt x="2132400" y="0"/>
                  </a:lnTo>
                  <a:lnTo>
                    <a:pt x="2128977" y="0"/>
                  </a:lnTo>
                  <a:lnTo>
                    <a:pt x="2125554" y="0"/>
                  </a:lnTo>
                  <a:lnTo>
                    <a:pt x="2122131" y="0"/>
                  </a:lnTo>
                  <a:lnTo>
                    <a:pt x="2118709" y="0"/>
                  </a:lnTo>
                  <a:lnTo>
                    <a:pt x="2115286" y="0"/>
                  </a:lnTo>
                  <a:lnTo>
                    <a:pt x="2111863" y="0"/>
                  </a:lnTo>
                  <a:lnTo>
                    <a:pt x="2108440" y="0"/>
                  </a:lnTo>
                  <a:lnTo>
                    <a:pt x="2105018" y="0"/>
                  </a:lnTo>
                  <a:lnTo>
                    <a:pt x="2101595" y="0"/>
                  </a:lnTo>
                  <a:lnTo>
                    <a:pt x="2098172" y="0"/>
                  </a:lnTo>
                  <a:lnTo>
                    <a:pt x="2094749" y="0"/>
                  </a:lnTo>
                  <a:lnTo>
                    <a:pt x="2091326" y="0"/>
                  </a:lnTo>
                  <a:lnTo>
                    <a:pt x="2087904" y="0"/>
                  </a:lnTo>
                  <a:lnTo>
                    <a:pt x="2084481" y="0"/>
                  </a:lnTo>
                  <a:lnTo>
                    <a:pt x="2081058" y="0"/>
                  </a:lnTo>
                  <a:lnTo>
                    <a:pt x="2077635" y="0"/>
                  </a:lnTo>
                  <a:lnTo>
                    <a:pt x="2074212" y="0"/>
                  </a:lnTo>
                  <a:lnTo>
                    <a:pt x="2070790" y="0"/>
                  </a:lnTo>
                  <a:lnTo>
                    <a:pt x="2067367" y="0"/>
                  </a:lnTo>
                  <a:lnTo>
                    <a:pt x="2063944" y="0"/>
                  </a:lnTo>
                  <a:lnTo>
                    <a:pt x="2060521" y="0"/>
                  </a:lnTo>
                  <a:lnTo>
                    <a:pt x="2057098" y="0"/>
                  </a:lnTo>
                  <a:lnTo>
                    <a:pt x="2053676" y="0"/>
                  </a:lnTo>
                  <a:lnTo>
                    <a:pt x="2050253" y="0"/>
                  </a:lnTo>
                  <a:lnTo>
                    <a:pt x="2046830" y="0"/>
                  </a:lnTo>
                  <a:lnTo>
                    <a:pt x="2043407" y="0"/>
                  </a:lnTo>
                  <a:lnTo>
                    <a:pt x="2039984" y="0"/>
                  </a:lnTo>
                  <a:lnTo>
                    <a:pt x="2036562" y="0"/>
                  </a:lnTo>
                  <a:lnTo>
                    <a:pt x="2033139" y="0"/>
                  </a:lnTo>
                  <a:lnTo>
                    <a:pt x="2029716" y="0"/>
                  </a:lnTo>
                  <a:lnTo>
                    <a:pt x="2026293" y="0"/>
                  </a:lnTo>
                  <a:lnTo>
                    <a:pt x="2022870" y="0"/>
                  </a:lnTo>
                  <a:lnTo>
                    <a:pt x="2019448" y="0"/>
                  </a:lnTo>
                  <a:lnTo>
                    <a:pt x="2016025" y="0"/>
                  </a:lnTo>
                  <a:lnTo>
                    <a:pt x="2012602" y="0"/>
                  </a:lnTo>
                  <a:lnTo>
                    <a:pt x="2009179" y="0"/>
                  </a:lnTo>
                  <a:lnTo>
                    <a:pt x="2005756" y="0"/>
                  </a:lnTo>
                  <a:lnTo>
                    <a:pt x="2002334" y="0"/>
                  </a:lnTo>
                  <a:lnTo>
                    <a:pt x="1998911" y="0"/>
                  </a:lnTo>
                  <a:lnTo>
                    <a:pt x="1995488" y="0"/>
                  </a:lnTo>
                  <a:lnTo>
                    <a:pt x="1992065" y="0"/>
                  </a:lnTo>
                  <a:lnTo>
                    <a:pt x="1988643" y="0"/>
                  </a:lnTo>
                  <a:lnTo>
                    <a:pt x="1985220" y="0"/>
                  </a:lnTo>
                  <a:lnTo>
                    <a:pt x="1981797" y="0"/>
                  </a:lnTo>
                  <a:lnTo>
                    <a:pt x="1978374" y="0"/>
                  </a:lnTo>
                  <a:lnTo>
                    <a:pt x="1974951" y="0"/>
                  </a:lnTo>
                  <a:lnTo>
                    <a:pt x="1971529" y="0"/>
                  </a:lnTo>
                  <a:lnTo>
                    <a:pt x="1968106" y="0"/>
                  </a:lnTo>
                  <a:lnTo>
                    <a:pt x="1964683" y="0"/>
                  </a:lnTo>
                  <a:lnTo>
                    <a:pt x="1961260" y="0"/>
                  </a:lnTo>
                  <a:lnTo>
                    <a:pt x="1957837" y="0"/>
                  </a:lnTo>
                  <a:lnTo>
                    <a:pt x="1954415" y="0"/>
                  </a:lnTo>
                  <a:lnTo>
                    <a:pt x="1950992" y="0"/>
                  </a:lnTo>
                  <a:lnTo>
                    <a:pt x="1947569" y="0"/>
                  </a:lnTo>
                  <a:lnTo>
                    <a:pt x="1944146" y="0"/>
                  </a:lnTo>
                  <a:lnTo>
                    <a:pt x="1940723" y="0"/>
                  </a:lnTo>
                  <a:lnTo>
                    <a:pt x="1937301" y="0"/>
                  </a:lnTo>
                  <a:lnTo>
                    <a:pt x="1933878" y="0"/>
                  </a:lnTo>
                  <a:lnTo>
                    <a:pt x="1930455" y="0"/>
                  </a:lnTo>
                  <a:lnTo>
                    <a:pt x="1927032" y="0"/>
                  </a:lnTo>
                  <a:lnTo>
                    <a:pt x="1923609" y="0"/>
                  </a:lnTo>
                  <a:lnTo>
                    <a:pt x="1920187" y="0"/>
                  </a:lnTo>
                  <a:lnTo>
                    <a:pt x="1916764" y="0"/>
                  </a:lnTo>
                  <a:lnTo>
                    <a:pt x="1913341" y="0"/>
                  </a:lnTo>
                  <a:lnTo>
                    <a:pt x="1909918" y="0"/>
                  </a:lnTo>
                  <a:lnTo>
                    <a:pt x="1906495" y="0"/>
                  </a:lnTo>
                  <a:lnTo>
                    <a:pt x="1903073" y="0"/>
                  </a:lnTo>
                  <a:lnTo>
                    <a:pt x="1899650" y="0"/>
                  </a:lnTo>
                  <a:lnTo>
                    <a:pt x="1896227" y="0"/>
                  </a:lnTo>
                  <a:lnTo>
                    <a:pt x="1892804" y="0"/>
                  </a:lnTo>
                  <a:lnTo>
                    <a:pt x="1889382" y="0"/>
                  </a:lnTo>
                  <a:lnTo>
                    <a:pt x="1885959" y="0"/>
                  </a:lnTo>
                  <a:lnTo>
                    <a:pt x="1882536" y="0"/>
                  </a:lnTo>
                  <a:lnTo>
                    <a:pt x="1879113" y="0"/>
                  </a:lnTo>
                  <a:lnTo>
                    <a:pt x="1875690" y="0"/>
                  </a:lnTo>
                  <a:lnTo>
                    <a:pt x="1872268" y="0"/>
                  </a:lnTo>
                  <a:lnTo>
                    <a:pt x="1868845" y="0"/>
                  </a:lnTo>
                  <a:lnTo>
                    <a:pt x="1865422" y="0"/>
                  </a:lnTo>
                  <a:lnTo>
                    <a:pt x="1861999" y="0"/>
                  </a:lnTo>
                  <a:lnTo>
                    <a:pt x="1858576" y="0"/>
                  </a:lnTo>
                  <a:lnTo>
                    <a:pt x="1855154" y="0"/>
                  </a:lnTo>
                  <a:lnTo>
                    <a:pt x="1851731" y="0"/>
                  </a:lnTo>
                  <a:lnTo>
                    <a:pt x="1848308" y="0"/>
                  </a:lnTo>
                  <a:lnTo>
                    <a:pt x="1844885" y="0"/>
                  </a:lnTo>
                  <a:lnTo>
                    <a:pt x="1841462" y="0"/>
                  </a:lnTo>
                  <a:lnTo>
                    <a:pt x="1838040" y="0"/>
                  </a:lnTo>
                  <a:lnTo>
                    <a:pt x="1834617" y="0"/>
                  </a:lnTo>
                  <a:lnTo>
                    <a:pt x="1831194" y="0"/>
                  </a:lnTo>
                  <a:lnTo>
                    <a:pt x="1827771" y="0"/>
                  </a:lnTo>
                  <a:lnTo>
                    <a:pt x="1824348" y="0"/>
                  </a:lnTo>
                  <a:lnTo>
                    <a:pt x="1820926" y="0"/>
                  </a:lnTo>
                  <a:lnTo>
                    <a:pt x="1817503" y="0"/>
                  </a:lnTo>
                  <a:lnTo>
                    <a:pt x="1814080" y="0"/>
                  </a:lnTo>
                  <a:lnTo>
                    <a:pt x="1810657" y="0"/>
                  </a:lnTo>
                  <a:lnTo>
                    <a:pt x="1807234" y="0"/>
                  </a:lnTo>
                  <a:lnTo>
                    <a:pt x="1803812" y="0"/>
                  </a:lnTo>
                  <a:lnTo>
                    <a:pt x="1800389" y="0"/>
                  </a:lnTo>
                  <a:lnTo>
                    <a:pt x="1796966" y="0"/>
                  </a:lnTo>
                  <a:lnTo>
                    <a:pt x="1793543" y="0"/>
                  </a:lnTo>
                  <a:lnTo>
                    <a:pt x="1790121" y="0"/>
                  </a:lnTo>
                  <a:lnTo>
                    <a:pt x="1786698" y="0"/>
                  </a:lnTo>
                  <a:lnTo>
                    <a:pt x="1783275" y="0"/>
                  </a:lnTo>
                  <a:lnTo>
                    <a:pt x="1779852" y="0"/>
                  </a:lnTo>
                  <a:lnTo>
                    <a:pt x="1776429" y="0"/>
                  </a:lnTo>
                  <a:lnTo>
                    <a:pt x="1773007" y="0"/>
                  </a:lnTo>
                  <a:lnTo>
                    <a:pt x="1769584" y="0"/>
                  </a:lnTo>
                  <a:lnTo>
                    <a:pt x="1766161" y="0"/>
                  </a:lnTo>
                  <a:lnTo>
                    <a:pt x="1762738" y="0"/>
                  </a:lnTo>
                  <a:lnTo>
                    <a:pt x="1759315" y="0"/>
                  </a:lnTo>
                  <a:lnTo>
                    <a:pt x="1755893" y="0"/>
                  </a:lnTo>
                  <a:lnTo>
                    <a:pt x="1752470" y="0"/>
                  </a:lnTo>
                  <a:lnTo>
                    <a:pt x="1749047" y="0"/>
                  </a:lnTo>
                  <a:lnTo>
                    <a:pt x="1745624" y="0"/>
                  </a:lnTo>
                  <a:lnTo>
                    <a:pt x="1742201" y="0"/>
                  </a:lnTo>
                  <a:lnTo>
                    <a:pt x="1738779" y="0"/>
                  </a:lnTo>
                  <a:lnTo>
                    <a:pt x="1735356" y="0"/>
                  </a:lnTo>
                  <a:lnTo>
                    <a:pt x="1731933" y="0"/>
                  </a:lnTo>
                  <a:lnTo>
                    <a:pt x="1728510" y="0"/>
                  </a:lnTo>
                  <a:lnTo>
                    <a:pt x="1725087" y="0"/>
                  </a:lnTo>
                  <a:lnTo>
                    <a:pt x="1721665" y="0"/>
                  </a:lnTo>
                  <a:lnTo>
                    <a:pt x="1718242" y="0"/>
                  </a:lnTo>
                  <a:lnTo>
                    <a:pt x="1714819" y="0"/>
                  </a:lnTo>
                  <a:lnTo>
                    <a:pt x="1711396" y="0"/>
                  </a:lnTo>
                  <a:lnTo>
                    <a:pt x="1707973" y="0"/>
                  </a:lnTo>
                  <a:lnTo>
                    <a:pt x="1704551" y="0"/>
                  </a:lnTo>
                  <a:lnTo>
                    <a:pt x="1701128" y="0"/>
                  </a:lnTo>
                  <a:lnTo>
                    <a:pt x="1697705" y="0"/>
                  </a:lnTo>
                  <a:lnTo>
                    <a:pt x="1694282" y="0"/>
                  </a:lnTo>
                  <a:lnTo>
                    <a:pt x="1690859" y="0"/>
                  </a:lnTo>
                  <a:lnTo>
                    <a:pt x="1687437" y="0"/>
                  </a:lnTo>
                  <a:lnTo>
                    <a:pt x="1684014" y="0"/>
                  </a:lnTo>
                  <a:lnTo>
                    <a:pt x="1680591" y="0"/>
                  </a:lnTo>
                  <a:lnTo>
                    <a:pt x="1677168" y="0"/>
                  </a:lnTo>
                  <a:lnTo>
                    <a:pt x="1673746" y="0"/>
                  </a:lnTo>
                  <a:lnTo>
                    <a:pt x="1670323" y="0"/>
                  </a:lnTo>
                  <a:lnTo>
                    <a:pt x="1666900" y="0"/>
                  </a:lnTo>
                  <a:lnTo>
                    <a:pt x="1663477" y="0"/>
                  </a:lnTo>
                  <a:lnTo>
                    <a:pt x="1660054" y="0"/>
                  </a:lnTo>
                  <a:lnTo>
                    <a:pt x="1656632" y="0"/>
                  </a:lnTo>
                  <a:lnTo>
                    <a:pt x="1653209" y="0"/>
                  </a:lnTo>
                  <a:lnTo>
                    <a:pt x="1649786" y="0"/>
                  </a:lnTo>
                  <a:lnTo>
                    <a:pt x="1646363" y="0"/>
                  </a:lnTo>
                  <a:lnTo>
                    <a:pt x="1642940" y="0"/>
                  </a:lnTo>
                  <a:lnTo>
                    <a:pt x="1639518" y="0"/>
                  </a:lnTo>
                  <a:lnTo>
                    <a:pt x="1636095" y="0"/>
                  </a:lnTo>
                  <a:lnTo>
                    <a:pt x="1632672" y="0"/>
                  </a:lnTo>
                  <a:lnTo>
                    <a:pt x="1629249" y="0"/>
                  </a:lnTo>
                  <a:lnTo>
                    <a:pt x="1625826" y="0"/>
                  </a:lnTo>
                  <a:lnTo>
                    <a:pt x="1622404" y="0"/>
                  </a:lnTo>
                  <a:lnTo>
                    <a:pt x="1618981" y="0"/>
                  </a:lnTo>
                  <a:lnTo>
                    <a:pt x="1615558" y="0"/>
                  </a:lnTo>
                  <a:lnTo>
                    <a:pt x="1612135" y="0"/>
                  </a:lnTo>
                  <a:lnTo>
                    <a:pt x="1608712" y="0"/>
                  </a:lnTo>
                  <a:lnTo>
                    <a:pt x="1605290" y="0"/>
                  </a:lnTo>
                  <a:lnTo>
                    <a:pt x="1601867" y="0"/>
                  </a:lnTo>
                  <a:lnTo>
                    <a:pt x="1598444" y="0"/>
                  </a:lnTo>
                  <a:lnTo>
                    <a:pt x="1595021" y="0"/>
                  </a:lnTo>
                  <a:lnTo>
                    <a:pt x="1591598" y="0"/>
                  </a:lnTo>
                  <a:lnTo>
                    <a:pt x="1588176" y="0"/>
                  </a:lnTo>
                  <a:lnTo>
                    <a:pt x="1584753" y="0"/>
                  </a:lnTo>
                  <a:lnTo>
                    <a:pt x="1581330" y="0"/>
                  </a:lnTo>
                  <a:lnTo>
                    <a:pt x="1577907" y="0"/>
                  </a:lnTo>
                  <a:lnTo>
                    <a:pt x="1574485" y="0"/>
                  </a:lnTo>
                  <a:lnTo>
                    <a:pt x="1571062" y="0"/>
                  </a:lnTo>
                  <a:lnTo>
                    <a:pt x="1567639" y="0"/>
                  </a:lnTo>
                  <a:lnTo>
                    <a:pt x="1564216" y="0"/>
                  </a:lnTo>
                  <a:lnTo>
                    <a:pt x="1560793" y="0"/>
                  </a:lnTo>
                  <a:lnTo>
                    <a:pt x="1557371" y="0"/>
                  </a:lnTo>
                  <a:lnTo>
                    <a:pt x="1553948" y="0"/>
                  </a:lnTo>
                  <a:lnTo>
                    <a:pt x="1550525" y="0"/>
                  </a:lnTo>
                  <a:lnTo>
                    <a:pt x="1547102" y="0"/>
                  </a:lnTo>
                  <a:lnTo>
                    <a:pt x="1543679" y="0"/>
                  </a:lnTo>
                  <a:lnTo>
                    <a:pt x="1540257" y="0"/>
                  </a:lnTo>
                  <a:lnTo>
                    <a:pt x="1536834" y="0"/>
                  </a:lnTo>
                  <a:lnTo>
                    <a:pt x="1533411" y="0"/>
                  </a:lnTo>
                  <a:lnTo>
                    <a:pt x="1529988" y="0"/>
                  </a:lnTo>
                  <a:lnTo>
                    <a:pt x="1526565" y="0"/>
                  </a:lnTo>
                  <a:lnTo>
                    <a:pt x="1523143" y="0"/>
                  </a:lnTo>
                  <a:lnTo>
                    <a:pt x="1519720" y="0"/>
                  </a:lnTo>
                  <a:lnTo>
                    <a:pt x="1516297" y="0"/>
                  </a:lnTo>
                  <a:lnTo>
                    <a:pt x="1512874" y="0"/>
                  </a:lnTo>
                  <a:lnTo>
                    <a:pt x="1509451" y="0"/>
                  </a:lnTo>
                  <a:lnTo>
                    <a:pt x="1506029" y="0"/>
                  </a:lnTo>
                  <a:lnTo>
                    <a:pt x="1502606" y="0"/>
                  </a:lnTo>
                  <a:lnTo>
                    <a:pt x="1499183" y="0"/>
                  </a:lnTo>
                  <a:lnTo>
                    <a:pt x="1495760" y="0"/>
                  </a:lnTo>
                  <a:lnTo>
                    <a:pt x="1492337" y="0"/>
                  </a:lnTo>
                  <a:lnTo>
                    <a:pt x="1488915" y="0"/>
                  </a:lnTo>
                  <a:lnTo>
                    <a:pt x="1485492" y="0"/>
                  </a:lnTo>
                  <a:lnTo>
                    <a:pt x="1482069" y="0"/>
                  </a:lnTo>
                  <a:lnTo>
                    <a:pt x="1478646" y="0"/>
                  </a:lnTo>
                  <a:lnTo>
                    <a:pt x="1475224" y="0"/>
                  </a:lnTo>
                  <a:lnTo>
                    <a:pt x="1471801" y="0"/>
                  </a:lnTo>
                  <a:lnTo>
                    <a:pt x="1468378" y="0"/>
                  </a:lnTo>
                  <a:lnTo>
                    <a:pt x="1464955" y="0"/>
                  </a:lnTo>
                  <a:lnTo>
                    <a:pt x="1461532" y="0"/>
                  </a:lnTo>
                  <a:lnTo>
                    <a:pt x="1458110" y="0"/>
                  </a:lnTo>
                  <a:lnTo>
                    <a:pt x="1454687" y="0"/>
                  </a:lnTo>
                  <a:lnTo>
                    <a:pt x="1451264" y="0"/>
                  </a:lnTo>
                  <a:lnTo>
                    <a:pt x="1447841" y="0"/>
                  </a:lnTo>
                  <a:lnTo>
                    <a:pt x="1444418" y="0"/>
                  </a:lnTo>
                  <a:lnTo>
                    <a:pt x="1440996" y="0"/>
                  </a:lnTo>
                  <a:lnTo>
                    <a:pt x="1437573" y="0"/>
                  </a:lnTo>
                  <a:lnTo>
                    <a:pt x="1434150" y="0"/>
                  </a:lnTo>
                  <a:lnTo>
                    <a:pt x="1430727" y="0"/>
                  </a:lnTo>
                  <a:lnTo>
                    <a:pt x="1427304" y="0"/>
                  </a:lnTo>
                  <a:lnTo>
                    <a:pt x="1423882" y="0"/>
                  </a:lnTo>
                  <a:lnTo>
                    <a:pt x="1420459" y="0"/>
                  </a:lnTo>
                  <a:lnTo>
                    <a:pt x="1417036" y="0"/>
                  </a:lnTo>
                  <a:lnTo>
                    <a:pt x="1413613" y="0"/>
                  </a:lnTo>
                  <a:lnTo>
                    <a:pt x="1410190" y="0"/>
                  </a:lnTo>
                  <a:lnTo>
                    <a:pt x="1406768" y="0"/>
                  </a:lnTo>
                  <a:lnTo>
                    <a:pt x="1403345" y="0"/>
                  </a:lnTo>
                  <a:lnTo>
                    <a:pt x="1399922" y="0"/>
                  </a:lnTo>
                  <a:lnTo>
                    <a:pt x="1396499" y="0"/>
                  </a:lnTo>
                  <a:lnTo>
                    <a:pt x="1393076" y="0"/>
                  </a:lnTo>
                  <a:lnTo>
                    <a:pt x="1389654" y="0"/>
                  </a:lnTo>
                  <a:lnTo>
                    <a:pt x="1386231" y="0"/>
                  </a:lnTo>
                  <a:lnTo>
                    <a:pt x="1382808" y="0"/>
                  </a:lnTo>
                  <a:lnTo>
                    <a:pt x="1379385" y="0"/>
                  </a:lnTo>
                  <a:lnTo>
                    <a:pt x="1375962" y="0"/>
                  </a:lnTo>
                  <a:lnTo>
                    <a:pt x="1372540" y="0"/>
                  </a:lnTo>
                  <a:lnTo>
                    <a:pt x="1369117" y="0"/>
                  </a:lnTo>
                  <a:lnTo>
                    <a:pt x="1365694" y="0"/>
                  </a:lnTo>
                  <a:lnTo>
                    <a:pt x="1362271" y="0"/>
                  </a:lnTo>
                  <a:lnTo>
                    <a:pt x="1358849" y="0"/>
                  </a:lnTo>
                  <a:lnTo>
                    <a:pt x="1355426" y="0"/>
                  </a:lnTo>
                  <a:lnTo>
                    <a:pt x="1352003" y="0"/>
                  </a:lnTo>
                  <a:lnTo>
                    <a:pt x="1348580" y="0"/>
                  </a:lnTo>
                  <a:lnTo>
                    <a:pt x="1345157" y="0"/>
                  </a:lnTo>
                  <a:lnTo>
                    <a:pt x="1341735" y="0"/>
                  </a:lnTo>
                  <a:lnTo>
                    <a:pt x="1338312" y="0"/>
                  </a:lnTo>
                  <a:lnTo>
                    <a:pt x="1334889" y="0"/>
                  </a:lnTo>
                  <a:lnTo>
                    <a:pt x="1331466" y="0"/>
                  </a:lnTo>
                  <a:lnTo>
                    <a:pt x="1328043" y="0"/>
                  </a:lnTo>
                  <a:lnTo>
                    <a:pt x="1324621" y="0"/>
                  </a:lnTo>
                  <a:lnTo>
                    <a:pt x="1321198" y="0"/>
                  </a:lnTo>
                  <a:lnTo>
                    <a:pt x="1317775" y="0"/>
                  </a:lnTo>
                  <a:lnTo>
                    <a:pt x="1314352" y="0"/>
                  </a:lnTo>
                  <a:lnTo>
                    <a:pt x="1310929" y="0"/>
                  </a:lnTo>
                  <a:lnTo>
                    <a:pt x="1307507" y="0"/>
                  </a:lnTo>
                  <a:lnTo>
                    <a:pt x="1304084" y="0"/>
                  </a:lnTo>
                  <a:lnTo>
                    <a:pt x="1300661" y="0"/>
                  </a:lnTo>
                  <a:lnTo>
                    <a:pt x="1297238" y="0"/>
                  </a:lnTo>
                  <a:lnTo>
                    <a:pt x="1293815" y="0"/>
                  </a:lnTo>
                  <a:lnTo>
                    <a:pt x="1290393" y="0"/>
                  </a:lnTo>
                  <a:lnTo>
                    <a:pt x="1286970" y="0"/>
                  </a:lnTo>
                  <a:lnTo>
                    <a:pt x="1283547" y="0"/>
                  </a:lnTo>
                  <a:lnTo>
                    <a:pt x="1280124" y="0"/>
                  </a:lnTo>
                  <a:lnTo>
                    <a:pt x="1276701" y="0"/>
                  </a:lnTo>
                  <a:lnTo>
                    <a:pt x="1273279" y="0"/>
                  </a:lnTo>
                  <a:lnTo>
                    <a:pt x="1269856" y="0"/>
                  </a:lnTo>
                  <a:lnTo>
                    <a:pt x="1266433" y="0"/>
                  </a:lnTo>
                  <a:lnTo>
                    <a:pt x="1263010" y="0"/>
                  </a:lnTo>
                  <a:lnTo>
                    <a:pt x="1259588" y="0"/>
                  </a:lnTo>
                  <a:lnTo>
                    <a:pt x="1256165" y="0"/>
                  </a:lnTo>
                  <a:lnTo>
                    <a:pt x="1252742" y="0"/>
                  </a:lnTo>
                  <a:lnTo>
                    <a:pt x="1249319" y="0"/>
                  </a:lnTo>
                  <a:lnTo>
                    <a:pt x="1245896" y="0"/>
                  </a:lnTo>
                  <a:lnTo>
                    <a:pt x="1242474" y="0"/>
                  </a:lnTo>
                  <a:lnTo>
                    <a:pt x="1239051" y="0"/>
                  </a:lnTo>
                  <a:lnTo>
                    <a:pt x="1235628" y="0"/>
                  </a:lnTo>
                  <a:lnTo>
                    <a:pt x="1232205" y="0"/>
                  </a:lnTo>
                  <a:lnTo>
                    <a:pt x="1228782" y="0"/>
                  </a:lnTo>
                  <a:lnTo>
                    <a:pt x="1225360" y="0"/>
                  </a:lnTo>
                  <a:lnTo>
                    <a:pt x="1221937" y="0"/>
                  </a:lnTo>
                  <a:lnTo>
                    <a:pt x="1218514" y="0"/>
                  </a:lnTo>
                  <a:lnTo>
                    <a:pt x="1215091" y="0"/>
                  </a:lnTo>
                  <a:lnTo>
                    <a:pt x="1211668" y="0"/>
                  </a:lnTo>
                  <a:lnTo>
                    <a:pt x="1208246" y="0"/>
                  </a:lnTo>
                  <a:lnTo>
                    <a:pt x="1204823" y="0"/>
                  </a:lnTo>
                  <a:lnTo>
                    <a:pt x="1201400" y="0"/>
                  </a:lnTo>
                  <a:lnTo>
                    <a:pt x="1197977" y="0"/>
                  </a:lnTo>
                  <a:lnTo>
                    <a:pt x="1194554" y="0"/>
                  </a:lnTo>
                  <a:lnTo>
                    <a:pt x="1191132" y="0"/>
                  </a:lnTo>
                  <a:lnTo>
                    <a:pt x="1187709" y="0"/>
                  </a:lnTo>
                  <a:lnTo>
                    <a:pt x="1184286" y="0"/>
                  </a:lnTo>
                  <a:lnTo>
                    <a:pt x="1180863" y="0"/>
                  </a:lnTo>
                  <a:lnTo>
                    <a:pt x="1177440" y="0"/>
                  </a:lnTo>
                  <a:lnTo>
                    <a:pt x="1174018" y="0"/>
                  </a:lnTo>
                  <a:lnTo>
                    <a:pt x="1170595" y="0"/>
                  </a:lnTo>
                  <a:lnTo>
                    <a:pt x="1167172" y="0"/>
                  </a:lnTo>
                  <a:lnTo>
                    <a:pt x="1163749" y="0"/>
                  </a:lnTo>
                  <a:lnTo>
                    <a:pt x="1160326" y="0"/>
                  </a:lnTo>
                  <a:lnTo>
                    <a:pt x="1156904" y="0"/>
                  </a:lnTo>
                  <a:lnTo>
                    <a:pt x="1153481" y="0"/>
                  </a:lnTo>
                  <a:lnTo>
                    <a:pt x="1150058" y="0"/>
                  </a:lnTo>
                  <a:lnTo>
                    <a:pt x="1146635" y="0"/>
                  </a:lnTo>
                  <a:lnTo>
                    <a:pt x="1143213" y="0"/>
                  </a:lnTo>
                  <a:lnTo>
                    <a:pt x="1139790" y="0"/>
                  </a:lnTo>
                  <a:lnTo>
                    <a:pt x="1136367" y="0"/>
                  </a:lnTo>
                  <a:lnTo>
                    <a:pt x="1132944" y="0"/>
                  </a:lnTo>
                  <a:lnTo>
                    <a:pt x="1129521" y="0"/>
                  </a:lnTo>
                  <a:lnTo>
                    <a:pt x="1126099" y="0"/>
                  </a:lnTo>
                  <a:lnTo>
                    <a:pt x="1122676" y="0"/>
                  </a:lnTo>
                  <a:lnTo>
                    <a:pt x="1119253" y="0"/>
                  </a:lnTo>
                  <a:lnTo>
                    <a:pt x="1115830" y="0"/>
                  </a:lnTo>
                  <a:lnTo>
                    <a:pt x="1112407" y="0"/>
                  </a:lnTo>
                  <a:lnTo>
                    <a:pt x="1108985" y="0"/>
                  </a:lnTo>
                  <a:lnTo>
                    <a:pt x="1105562" y="0"/>
                  </a:lnTo>
                  <a:lnTo>
                    <a:pt x="1102139" y="0"/>
                  </a:lnTo>
                  <a:lnTo>
                    <a:pt x="1098716" y="0"/>
                  </a:lnTo>
                  <a:lnTo>
                    <a:pt x="1095293" y="0"/>
                  </a:lnTo>
                  <a:lnTo>
                    <a:pt x="1091871" y="0"/>
                  </a:lnTo>
                  <a:lnTo>
                    <a:pt x="1088448" y="0"/>
                  </a:lnTo>
                  <a:lnTo>
                    <a:pt x="1085025" y="0"/>
                  </a:lnTo>
                  <a:lnTo>
                    <a:pt x="1081602" y="0"/>
                  </a:lnTo>
                  <a:lnTo>
                    <a:pt x="1078179" y="0"/>
                  </a:lnTo>
                  <a:lnTo>
                    <a:pt x="1074757" y="0"/>
                  </a:lnTo>
                  <a:lnTo>
                    <a:pt x="1071334" y="0"/>
                  </a:lnTo>
                  <a:lnTo>
                    <a:pt x="1067911" y="0"/>
                  </a:lnTo>
                  <a:lnTo>
                    <a:pt x="1064488" y="0"/>
                  </a:lnTo>
                  <a:lnTo>
                    <a:pt x="1061065" y="0"/>
                  </a:lnTo>
                  <a:lnTo>
                    <a:pt x="1057643" y="0"/>
                  </a:lnTo>
                  <a:lnTo>
                    <a:pt x="1054220" y="0"/>
                  </a:lnTo>
                  <a:lnTo>
                    <a:pt x="1050797" y="0"/>
                  </a:lnTo>
                  <a:lnTo>
                    <a:pt x="1047374" y="0"/>
                  </a:lnTo>
                  <a:lnTo>
                    <a:pt x="1043952" y="0"/>
                  </a:lnTo>
                  <a:lnTo>
                    <a:pt x="1040529" y="0"/>
                  </a:lnTo>
                  <a:lnTo>
                    <a:pt x="1037106" y="0"/>
                  </a:lnTo>
                  <a:lnTo>
                    <a:pt x="1033683" y="0"/>
                  </a:lnTo>
                  <a:lnTo>
                    <a:pt x="1030260" y="0"/>
                  </a:lnTo>
                  <a:lnTo>
                    <a:pt x="1026838" y="0"/>
                  </a:lnTo>
                  <a:lnTo>
                    <a:pt x="1023415" y="0"/>
                  </a:lnTo>
                  <a:lnTo>
                    <a:pt x="1019992" y="0"/>
                  </a:lnTo>
                  <a:lnTo>
                    <a:pt x="1016569" y="0"/>
                  </a:lnTo>
                  <a:lnTo>
                    <a:pt x="1013146" y="0"/>
                  </a:lnTo>
                  <a:lnTo>
                    <a:pt x="1009724" y="0"/>
                  </a:lnTo>
                  <a:lnTo>
                    <a:pt x="1006301" y="0"/>
                  </a:lnTo>
                  <a:lnTo>
                    <a:pt x="1002878" y="0"/>
                  </a:lnTo>
                  <a:lnTo>
                    <a:pt x="999455" y="0"/>
                  </a:lnTo>
                  <a:lnTo>
                    <a:pt x="996032" y="0"/>
                  </a:lnTo>
                  <a:lnTo>
                    <a:pt x="992610" y="0"/>
                  </a:lnTo>
                  <a:lnTo>
                    <a:pt x="989187" y="0"/>
                  </a:lnTo>
                  <a:lnTo>
                    <a:pt x="985764" y="0"/>
                  </a:lnTo>
                  <a:lnTo>
                    <a:pt x="982341" y="0"/>
                  </a:lnTo>
                  <a:lnTo>
                    <a:pt x="978918" y="0"/>
                  </a:lnTo>
                  <a:lnTo>
                    <a:pt x="975496" y="0"/>
                  </a:lnTo>
                  <a:lnTo>
                    <a:pt x="972073" y="0"/>
                  </a:lnTo>
                  <a:lnTo>
                    <a:pt x="968650" y="0"/>
                  </a:lnTo>
                  <a:lnTo>
                    <a:pt x="965227" y="0"/>
                  </a:lnTo>
                  <a:lnTo>
                    <a:pt x="961804" y="0"/>
                  </a:lnTo>
                  <a:lnTo>
                    <a:pt x="958382" y="0"/>
                  </a:lnTo>
                  <a:lnTo>
                    <a:pt x="954959" y="0"/>
                  </a:lnTo>
                  <a:lnTo>
                    <a:pt x="951536" y="0"/>
                  </a:lnTo>
                  <a:lnTo>
                    <a:pt x="948113" y="0"/>
                  </a:lnTo>
                  <a:lnTo>
                    <a:pt x="944691" y="0"/>
                  </a:lnTo>
                  <a:lnTo>
                    <a:pt x="941268" y="0"/>
                  </a:lnTo>
                  <a:lnTo>
                    <a:pt x="937845" y="0"/>
                  </a:lnTo>
                  <a:lnTo>
                    <a:pt x="934422" y="0"/>
                  </a:lnTo>
                  <a:lnTo>
                    <a:pt x="930999" y="0"/>
                  </a:lnTo>
                  <a:lnTo>
                    <a:pt x="927577" y="0"/>
                  </a:lnTo>
                  <a:lnTo>
                    <a:pt x="924154" y="0"/>
                  </a:lnTo>
                  <a:lnTo>
                    <a:pt x="920731" y="0"/>
                  </a:lnTo>
                  <a:lnTo>
                    <a:pt x="917308" y="0"/>
                  </a:lnTo>
                  <a:lnTo>
                    <a:pt x="913885" y="0"/>
                  </a:lnTo>
                  <a:lnTo>
                    <a:pt x="910463" y="0"/>
                  </a:lnTo>
                  <a:lnTo>
                    <a:pt x="907040" y="0"/>
                  </a:lnTo>
                  <a:lnTo>
                    <a:pt x="903617" y="0"/>
                  </a:lnTo>
                  <a:lnTo>
                    <a:pt x="900194" y="0"/>
                  </a:lnTo>
                  <a:lnTo>
                    <a:pt x="896771" y="0"/>
                  </a:lnTo>
                  <a:lnTo>
                    <a:pt x="893349" y="0"/>
                  </a:lnTo>
                  <a:lnTo>
                    <a:pt x="889926" y="0"/>
                  </a:lnTo>
                  <a:lnTo>
                    <a:pt x="886503" y="0"/>
                  </a:lnTo>
                  <a:lnTo>
                    <a:pt x="883080" y="0"/>
                  </a:lnTo>
                  <a:lnTo>
                    <a:pt x="879657" y="0"/>
                  </a:lnTo>
                  <a:lnTo>
                    <a:pt x="876235" y="0"/>
                  </a:lnTo>
                  <a:lnTo>
                    <a:pt x="872812" y="0"/>
                  </a:lnTo>
                  <a:lnTo>
                    <a:pt x="869389" y="0"/>
                  </a:lnTo>
                  <a:lnTo>
                    <a:pt x="865966" y="0"/>
                  </a:lnTo>
                  <a:lnTo>
                    <a:pt x="862543" y="0"/>
                  </a:lnTo>
                  <a:lnTo>
                    <a:pt x="859121" y="0"/>
                  </a:lnTo>
                  <a:lnTo>
                    <a:pt x="855698" y="0"/>
                  </a:lnTo>
                  <a:lnTo>
                    <a:pt x="852275" y="0"/>
                  </a:lnTo>
                  <a:lnTo>
                    <a:pt x="848852" y="0"/>
                  </a:lnTo>
                  <a:lnTo>
                    <a:pt x="845429" y="0"/>
                  </a:lnTo>
                  <a:lnTo>
                    <a:pt x="842007" y="0"/>
                  </a:lnTo>
                  <a:lnTo>
                    <a:pt x="838584" y="0"/>
                  </a:lnTo>
                  <a:lnTo>
                    <a:pt x="835161" y="0"/>
                  </a:lnTo>
                  <a:lnTo>
                    <a:pt x="831738" y="0"/>
                  </a:lnTo>
                  <a:lnTo>
                    <a:pt x="828316" y="0"/>
                  </a:lnTo>
                  <a:lnTo>
                    <a:pt x="824893" y="0"/>
                  </a:lnTo>
                  <a:lnTo>
                    <a:pt x="821470" y="0"/>
                  </a:lnTo>
                  <a:lnTo>
                    <a:pt x="818047" y="0"/>
                  </a:lnTo>
                  <a:lnTo>
                    <a:pt x="814624" y="0"/>
                  </a:lnTo>
                  <a:lnTo>
                    <a:pt x="811202" y="0"/>
                  </a:lnTo>
                  <a:lnTo>
                    <a:pt x="807779" y="0"/>
                  </a:lnTo>
                  <a:lnTo>
                    <a:pt x="804356" y="0"/>
                  </a:lnTo>
                  <a:lnTo>
                    <a:pt x="800933" y="0"/>
                  </a:lnTo>
                  <a:lnTo>
                    <a:pt x="797510" y="0"/>
                  </a:lnTo>
                  <a:lnTo>
                    <a:pt x="794088" y="0"/>
                  </a:lnTo>
                  <a:lnTo>
                    <a:pt x="790665" y="0"/>
                  </a:lnTo>
                  <a:lnTo>
                    <a:pt x="787242" y="0"/>
                  </a:lnTo>
                  <a:lnTo>
                    <a:pt x="783819" y="0"/>
                  </a:lnTo>
                  <a:lnTo>
                    <a:pt x="780396" y="0"/>
                  </a:lnTo>
                  <a:lnTo>
                    <a:pt x="776974" y="0"/>
                  </a:lnTo>
                  <a:lnTo>
                    <a:pt x="773551" y="0"/>
                  </a:lnTo>
                  <a:lnTo>
                    <a:pt x="770128" y="0"/>
                  </a:lnTo>
                  <a:lnTo>
                    <a:pt x="766705" y="0"/>
                  </a:lnTo>
                  <a:lnTo>
                    <a:pt x="763282" y="0"/>
                  </a:lnTo>
                  <a:lnTo>
                    <a:pt x="759860" y="0"/>
                  </a:lnTo>
                  <a:lnTo>
                    <a:pt x="756437" y="0"/>
                  </a:lnTo>
                  <a:lnTo>
                    <a:pt x="753014" y="0"/>
                  </a:lnTo>
                  <a:lnTo>
                    <a:pt x="749591" y="0"/>
                  </a:lnTo>
                  <a:lnTo>
                    <a:pt x="746168" y="0"/>
                  </a:lnTo>
                  <a:lnTo>
                    <a:pt x="742746" y="0"/>
                  </a:lnTo>
                  <a:lnTo>
                    <a:pt x="739323" y="0"/>
                  </a:lnTo>
                  <a:lnTo>
                    <a:pt x="735900" y="0"/>
                  </a:lnTo>
                  <a:lnTo>
                    <a:pt x="732477" y="0"/>
                  </a:lnTo>
                  <a:lnTo>
                    <a:pt x="729055" y="0"/>
                  </a:lnTo>
                  <a:lnTo>
                    <a:pt x="725632" y="0"/>
                  </a:lnTo>
                  <a:lnTo>
                    <a:pt x="722209" y="0"/>
                  </a:lnTo>
                  <a:lnTo>
                    <a:pt x="718786" y="0"/>
                  </a:lnTo>
                  <a:lnTo>
                    <a:pt x="715363" y="0"/>
                  </a:lnTo>
                  <a:lnTo>
                    <a:pt x="711941" y="0"/>
                  </a:lnTo>
                  <a:lnTo>
                    <a:pt x="708518" y="0"/>
                  </a:lnTo>
                  <a:lnTo>
                    <a:pt x="705095" y="0"/>
                  </a:lnTo>
                  <a:lnTo>
                    <a:pt x="701672" y="0"/>
                  </a:lnTo>
                  <a:lnTo>
                    <a:pt x="698249" y="0"/>
                  </a:lnTo>
                  <a:lnTo>
                    <a:pt x="694827" y="0"/>
                  </a:lnTo>
                  <a:lnTo>
                    <a:pt x="691404" y="0"/>
                  </a:lnTo>
                  <a:lnTo>
                    <a:pt x="687981" y="0"/>
                  </a:lnTo>
                  <a:lnTo>
                    <a:pt x="684558" y="0"/>
                  </a:lnTo>
                  <a:lnTo>
                    <a:pt x="681135" y="0"/>
                  </a:lnTo>
                  <a:lnTo>
                    <a:pt x="677713" y="0"/>
                  </a:lnTo>
                  <a:lnTo>
                    <a:pt x="674290" y="0"/>
                  </a:lnTo>
                  <a:lnTo>
                    <a:pt x="670867" y="0"/>
                  </a:lnTo>
                  <a:lnTo>
                    <a:pt x="667444" y="0"/>
                  </a:lnTo>
                  <a:lnTo>
                    <a:pt x="664021" y="0"/>
                  </a:lnTo>
                  <a:lnTo>
                    <a:pt x="660599" y="0"/>
                  </a:lnTo>
                  <a:lnTo>
                    <a:pt x="657176" y="0"/>
                  </a:lnTo>
                  <a:lnTo>
                    <a:pt x="653753" y="0"/>
                  </a:lnTo>
                  <a:lnTo>
                    <a:pt x="650330" y="0"/>
                  </a:lnTo>
                  <a:lnTo>
                    <a:pt x="646907" y="0"/>
                  </a:lnTo>
                  <a:lnTo>
                    <a:pt x="643485" y="0"/>
                  </a:lnTo>
                  <a:lnTo>
                    <a:pt x="640062" y="0"/>
                  </a:lnTo>
                  <a:lnTo>
                    <a:pt x="636639" y="0"/>
                  </a:lnTo>
                  <a:lnTo>
                    <a:pt x="633216" y="0"/>
                  </a:lnTo>
                  <a:lnTo>
                    <a:pt x="629794" y="0"/>
                  </a:lnTo>
                  <a:lnTo>
                    <a:pt x="626371" y="0"/>
                  </a:lnTo>
                  <a:lnTo>
                    <a:pt x="622948" y="0"/>
                  </a:lnTo>
                  <a:lnTo>
                    <a:pt x="619525" y="0"/>
                  </a:lnTo>
                  <a:lnTo>
                    <a:pt x="616102" y="0"/>
                  </a:lnTo>
                  <a:lnTo>
                    <a:pt x="612680" y="0"/>
                  </a:lnTo>
                  <a:lnTo>
                    <a:pt x="609257" y="0"/>
                  </a:lnTo>
                  <a:lnTo>
                    <a:pt x="605834" y="0"/>
                  </a:lnTo>
                  <a:lnTo>
                    <a:pt x="602411" y="0"/>
                  </a:lnTo>
                  <a:lnTo>
                    <a:pt x="598988" y="0"/>
                  </a:lnTo>
                  <a:lnTo>
                    <a:pt x="595566" y="0"/>
                  </a:lnTo>
                  <a:lnTo>
                    <a:pt x="592143" y="0"/>
                  </a:lnTo>
                  <a:lnTo>
                    <a:pt x="588720" y="0"/>
                  </a:lnTo>
                  <a:lnTo>
                    <a:pt x="585297" y="0"/>
                  </a:lnTo>
                  <a:lnTo>
                    <a:pt x="581874" y="0"/>
                  </a:lnTo>
                  <a:lnTo>
                    <a:pt x="578452" y="0"/>
                  </a:lnTo>
                  <a:lnTo>
                    <a:pt x="575029" y="0"/>
                  </a:lnTo>
                  <a:lnTo>
                    <a:pt x="571606" y="0"/>
                  </a:lnTo>
                  <a:lnTo>
                    <a:pt x="568183" y="0"/>
                  </a:lnTo>
                  <a:lnTo>
                    <a:pt x="564760" y="0"/>
                  </a:lnTo>
                  <a:lnTo>
                    <a:pt x="561338" y="0"/>
                  </a:lnTo>
                  <a:lnTo>
                    <a:pt x="557915" y="0"/>
                  </a:lnTo>
                  <a:lnTo>
                    <a:pt x="554492" y="0"/>
                  </a:lnTo>
                  <a:lnTo>
                    <a:pt x="551069" y="0"/>
                  </a:lnTo>
                  <a:lnTo>
                    <a:pt x="547646" y="0"/>
                  </a:lnTo>
                  <a:lnTo>
                    <a:pt x="544224" y="0"/>
                  </a:lnTo>
                  <a:lnTo>
                    <a:pt x="540801" y="0"/>
                  </a:lnTo>
                  <a:lnTo>
                    <a:pt x="537378" y="0"/>
                  </a:lnTo>
                  <a:lnTo>
                    <a:pt x="533955" y="0"/>
                  </a:lnTo>
                  <a:lnTo>
                    <a:pt x="530532" y="0"/>
                  </a:lnTo>
                  <a:lnTo>
                    <a:pt x="527110" y="0"/>
                  </a:lnTo>
                  <a:lnTo>
                    <a:pt x="523687" y="0"/>
                  </a:lnTo>
                  <a:lnTo>
                    <a:pt x="520264" y="0"/>
                  </a:lnTo>
                  <a:lnTo>
                    <a:pt x="516841" y="0"/>
                  </a:lnTo>
                  <a:lnTo>
                    <a:pt x="513419" y="0"/>
                  </a:lnTo>
                  <a:lnTo>
                    <a:pt x="509996" y="0"/>
                  </a:lnTo>
                  <a:lnTo>
                    <a:pt x="506573" y="0"/>
                  </a:lnTo>
                  <a:lnTo>
                    <a:pt x="503150" y="0"/>
                  </a:lnTo>
                  <a:lnTo>
                    <a:pt x="499727" y="0"/>
                  </a:lnTo>
                  <a:lnTo>
                    <a:pt x="496305" y="0"/>
                  </a:lnTo>
                  <a:lnTo>
                    <a:pt x="492882" y="0"/>
                  </a:lnTo>
                  <a:lnTo>
                    <a:pt x="489459" y="0"/>
                  </a:lnTo>
                  <a:lnTo>
                    <a:pt x="486036" y="0"/>
                  </a:lnTo>
                  <a:lnTo>
                    <a:pt x="482613" y="0"/>
                  </a:lnTo>
                  <a:lnTo>
                    <a:pt x="479191" y="0"/>
                  </a:lnTo>
                  <a:lnTo>
                    <a:pt x="475768" y="0"/>
                  </a:lnTo>
                  <a:lnTo>
                    <a:pt x="472345" y="0"/>
                  </a:lnTo>
                  <a:lnTo>
                    <a:pt x="468922" y="0"/>
                  </a:lnTo>
                  <a:lnTo>
                    <a:pt x="465499" y="0"/>
                  </a:lnTo>
                  <a:lnTo>
                    <a:pt x="462077" y="0"/>
                  </a:lnTo>
                  <a:lnTo>
                    <a:pt x="458654" y="0"/>
                  </a:lnTo>
                  <a:lnTo>
                    <a:pt x="455231" y="0"/>
                  </a:lnTo>
                  <a:lnTo>
                    <a:pt x="451808" y="0"/>
                  </a:lnTo>
                  <a:lnTo>
                    <a:pt x="448385" y="0"/>
                  </a:lnTo>
                  <a:lnTo>
                    <a:pt x="444963" y="0"/>
                  </a:lnTo>
                  <a:lnTo>
                    <a:pt x="441540" y="0"/>
                  </a:lnTo>
                  <a:lnTo>
                    <a:pt x="438117" y="0"/>
                  </a:lnTo>
                  <a:lnTo>
                    <a:pt x="434694" y="0"/>
                  </a:lnTo>
                  <a:lnTo>
                    <a:pt x="431271" y="0"/>
                  </a:lnTo>
                  <a:lnTo>
                    <a:pt x="427849" y="0"/>
                  </a:lnTo>
                  <a:lnTo>
                    <a:pt x="424426" y="0"/>
                  </a:lnTo>
                  <a:lnTo>
                    <a:pt x="421003" y="0"/>
                  </a:lnTo>
                  <a:lnTo>
                    <a:pt x="417580" y="0"/>
                  </a:lnTo>
                  <a:lnTo>
                    <a:pt x="414158" y="0"/>
                  </a:lnTo>
                  <a:lnTo>
                    <a:pt x="410735" y="0"/>
                  </a:lnTo>
                  <a:lnTo>
                    <a:pt x="407312" y="0"/>
                  </a:lnTo>
                  <a:lnTo>
                    <a:pt x="403889" y="0"/>
                  </a:lnTo>
                  <a:lnTo>
                    <a:pt x="400466" y="0"/>
                  </a:lnTo>
                  <a:lnTo>
                    <a:pt x="397044" y="0"/>
                  </a:lnTo>
                  <a:lnTo>
                    <a:pt x="393621" y="0"/>
                  </a:lnTo>
                  <a:lnTo>
                    <a:pt x="390198" y="0"/>
                  </a:lnTo>
                  <a:lnTo>
                    <a:pt x="386775" y="0"/>
                  </a:lnTo>
                  <a:lnTo>
                    <a:pt x="383352" y="0"/>
                  </a:lnTo>
                  <a:lnTo>
                    <a:pt x="379930" y="0"/>
                  </a:lnTo>
                  <a:lnTo>
                    <a:pt x="376507" y="0"/>
                  </a:lnTo>
                  <a:lnTo>
                    <a:pt x="373084" y="0"/>
                  </a:lnTo>
                  <a:lnTo>
                    <a:pt x="369661" y="0"/>
                  </a:lnTo>
                  <a:lnTo>
                    <a:pt x="366238" y="0"/>
                  </a:lnTo>
                  <a:lnTo>
                    <a:pt x="362816" y="0"/>
                  </a:lnTo>
                  <a:lnTo>
                    <a:pt x="359393" y="0"/>
                  </a:lnTo>
                  <a:lnTo>
                    <a:pt x="355970" y="0"/>
                  </a:lnTo>
                  <a:lnTo>
                    <a:pt x="352547" y="0"/>
                  </a:lnTo>
                  <a:lnTo>
                    <a:pt x="349124" y="0"/>
                  </a:lnTo>
                  <a:lnTo>
                    <a:pt x="345702" y="0"/>
                  </a:lnTo>
                  <a:lnTo>
                    <a:pt x="342279" y="0"/>
                  </a:lnTo>
                  <a:lnTo>
                    <a:pt x="338856" y="0"/>
                  </a:lnTo>
                  <a:lnTo>
                    <a:pt x="335433" y="0"/>
                  </a:lnTo>
                  <a:lnTo>
                    <a:pt x="332010" y="0"/>
                  </a:lnTo>
                  <a:lnTo>
                    <a:pt x="328588" y="0"/>
                  </a:lnTo>
                  <a:lnTo>
                    <a:pt x="325165" y="0"/>
                  </a:lnTo>
                  <a:lnTo>
                    <a:pt x="321742" y="0"/>
                  </a:lnTo>
                  <a:lnTo>
                    <a:pt x="318319" y="0"/>
                  </a:lnTo>
                  <a:lnTo>
                    <a:pt x="314897" y="0"/>
                  </a:lnTo>
                  <a:lnTo>
                    <a:pt x="311474" y="0"/>
                  </a:lnTo>
                  <a:lnTo>
                    <a:pt x="308051" y="0"/>
                  </a:lnTo>
                  <a:lnTo>
                    <a:pt x="304628" y="0"/>
                  </a:lnTo>
                  <a:lnTo>
                    <a:pt x="301205" y="0"/>
                  </a:lnTo>
                  <a:lnTo>
                    <a:pt x="297783" y="0"/>
                  </a:lnTo>
                  <a:lnTo>
                    <a:pt x="294360" y="0"/>
                  </a:lnTo>
                  <a:lnTo>
                    <a:pt x="290937" y="0"/>
                  </a:lnTo>
                  <a:lnTo>
                    <a:pt x="287514" y="0"/>
                  </a:lnTo>
                  <a:lnTo>
                    <a:pt x="284091" y="0"/>
                  </a:lnTo>
                  <a:lnTo>
                    <a:pt x="280669" y="0"/>
                  </a:lnTo>
                  <a:lnTo>
                    <a:pt x="277246" y="0"/>
                  </a:lnTo>
                  <a:lnTo>
                    <a:pt x="273823" y="0"/>
                  </a:lnTo>
                  <a:lnTo>
                    <a:pt x="270400" y="0"/>
                  </a:lnTo>
                  <a:lnTo>
                    <a:pt x="266977" y="0"/>
                  </a:lnTo>
                  <a:lnTo>
                    <a:pt x="263555" y="0"/>
                  </a:lnTo>
                  <a:lnTo>
                    <a:pt x="260132" y="0"/>
                  </a:lnTo>
                  <a:lnTo>
                    <a:pt x="256709" y="0"/>
                  </a:lnTo>
                  <a:lnTo>
                    <a:pt x="253286" y="0"/>
                  </a:lnTo>
                  <a:lnTo>
                    <a:pt x="249863" y="0"/>
                  </a:lnTo>
                  <a:lnTo>
                    <a:pt x="246441" y="0"/>
                  </a:lnTo>
                  <a:lnTo>
                    <a:pt x="243018" y="0"/>
                  </a:lnTo>
                  <a:lnTo>
                    <a:pt x="239595" y="0"/>
                  </a:lnTo>
                  <a:lnTo>
                    <a:pt x="236172" y="0"/>
                  </a:lnTo>
                  <a:lnTo>
                    <a:pt x="232749" y="0"/>
                  </a:lnTo>
                  <a:lnTo>
                    <a:pt x="229327" y="0"/>
                  </a:lnTo>
                  <a:lnTo>
                    <a:pt x="225904" y="0"/>
                  </a:lnTo>
                  <a:lnTo>
                    <a:pt x="222481" y="0"/>
                  </a:lnTo>
                  <a:lnTo>
                    <a:pt x="219058" y="0"/>
                  </a:lnTo>
                  <a:lnTo>
                    <a:pt x="215635" y="0"/>
                  </a:lnTo>
                  <a:lnTo>
                    <a:pt x="212213" y="0"/>
                  </a:lnTo>
                  <a:lnTo>
                    <a:pt x="208790" y="0"/>
                  </a:lnTo>
                  <a:lnTo>
                    <a:pt x="205367" y="0"/>
                  </a:lnTo>
                  <a:lnTo>
                    <a:pt x="201944" y="0"/>
                  </a:lnTo>
                  <a:lnTo>
                    <a:pt x="198522" y="0"/>
                  </a:lnTo>
                  <a:lnTo>
                    <a:pt x="195099" y="0"/>
                  </a:lnTo>
                  <a:lnTo>
                    <a:pt x="191676" y="0"/>
                  </a:lnTo>
                  <a:lnTo>
                    <a:pt x="188253" y="0"/>
                  </a:lnTo>
                  <a:lnTo>
                    <a:pt x="184830" y="0"/>
                  </a:lnTo>
                  <a:lnTo>
                    <a:pt x="181408" y="0"/>
                  </a:lnTo>
                  <a:lnTo>
                    <a:pt x="177985" y="0"/>
                  </a:lnTo>
                  <a:lnTo>
                    <a:pt x="174562" y="0"/>
                  </a:lnTo>
                  <a:lnTo>
                    <a:pt x="171139" y="0"/>
                  </a:lnTo>
                  <a:lnTo>
                    <a:pt x="167716" y="0"/>
                  </a:lnTo>
                  <a:lnTo>
                    <a:pt x="164294" y="0"/>
                  </a:lnTo>
                  <a:lnTo>
                    <a:pt x="160871" y="0"/>
                  </a:lnTo>
                  <a:lnTo>
                    <a:pt x="157448" y="0"/>
                  </a:lnTo>
                  <a:lnTo>
                    <a:pt x="154025" y="0"/>
                  </a:lnTo>
                  <a:lnTo>
                    <a:pt x="150602" y="0"/>
                  </a:lnTo>
                  <a:lnTo>
                    <a:pt x="147180" y="0"/>
                  </a:lnTo>
                  <a:lnTo>
                    <a:pt x="143757" y="0"/>
                  </a:lnTo>
                  <a:lnTo>
                    <a:pt x="140334" y="0"/>
                  </a:lnTo>
                  <a:lnTo>
                    <a:pt x="136911" y="0"/>
                  </a:lnTo>
                  <a:lnTo>
                    <a:pt x="133488" y="0"/>
                  </a:lnTo>
                  <a:lnTo>
                    <a:pt x="130066" y="0"/>
                  </a:lnTo>
                  <a:lnTo>
                    <a:pt x="126643" y="0"/>
                  </a:lnTo>
                  <a:lnTo>
                    <a:pt x="123220" y="0"/>
                  </a:lnTo>
                  <a:lnTo>
                    <a:pt x="119797" y="0"/>
                  </a:lnTo>
                  <a:lnTo>
                    <a:pt x="116374" y="0"/>
                  </a:lnTo>
                  <a:lnTo>
                    <a:pt x="112952" y="0"/>
                  </a:lnTo>
                  <a:lnTo>
                    <a:pt x="109529" y="0"/>
                  </a:lnTo>
                  <a:lnTo>
                    <a:pt x="106106" y="0"/>
                  </a:lnTo>
                  <a:lnTo>
                    <a:pt x="102683" y="0"/>
                  </a:lnTo>
                  <a:lnTo>
                    <a:pt x="99261" y="0"/>
                  </a:lnTo>
                  <a:lnTo>
                    <a:pt x="95838" y="0"/>
                  </a:lnTo>
                  <a:lnTo>
                    <a:pt x="92415" y="0"/>
                  </a:lnTo>
                  <a:lnTo>
                    <a:pt x="88992" y="0"/>
                  </a:lnTo>
                  <a:lnTo>
                    <a:pt x="85569" y="0"/>
                  </a:lnTo>
                  <a:lnTo>
                    <a:pt x="82147" y="0"/>
                  </a:lnTo>
                  <a:lnTo>
                    <a:pt x="78724" y="0"/>
                  </a:lnTo>
                  <a:lnTo>
                    <a:pt x="75301" y="0"/>
                  </a:lnTo>
                  <a:lnTo>
                    <a:pt x="71878" y="0"/>
                  </a:lnTo>
                  <a:lnTo>
                    <a:pt x="68455" y="0"/>
                  </a:lnTo>
                  <a:lnTo>
                    <a:pt x="65033" y="0"/>
                  </a:lnTo>
                  <a:lnTo>
                    <a:pt x="61610" y="0"/>
                  </a:lnTo>
                  <a:lnTo>
                    <a:pt x="58187" y="0"/>
                  </a:lnTo>
                  <a:lnTo>
                    <a:pt x="54764" y="0"/>
                  </a:lnTo>
                  <a:lnTo>
                    <a:pt x="51341" y="0"/>
                  </a:lnTo>
                  <a:lnTo>
                    <a:pt x="47919" y="0"/>
                  </a:lnTo>
                  <a:lnTo>
                    <a:pt x="44496" y="0"/>
                  </a:lnTo>
                  <a:lnTo>
                    <a:pt x="41073" y="0"/>
                  </a:lnTo>
                  <a:lnTo>
                    <a:pt x="37650" y="0"/>
                  </a:lnTo>
                  <a:lnTo>
                    <a:pt x="34227" y="0"/>
                  </a:lnTo>
                  <a:lnTo>
                    <a:pt x="30805" y="0"/>
                  </a:lnTo>
                  <a:lnTo>
                    <a:pt x="27382" y="0"/>
                  </a:lnTo>
                  <a:lnTo>
                    <a:pt x="23959" y="0"/>
                  </a:lnTo>
                  <a:lnTo>
                    <a:pt x="20536" y="0"/>
                  </a:lnTo>
                  <a:lnTo>
                    <a:pt x="17113" y="0"/>
                  </a:lnTo>
                  <a:lnTo>
                    <a:pt x="13691" y="0"/>
                  </a:lnTo>
                  <a:lnTo>
                    <a:pt x="10268" y="0"/>
                  </a:lnTo>
                  <a:lnTo>
                    <a:pt x="6845" y="0"/>
                  </a:lnTo>
                  <a:lnTo>
                    <a:pt x="3422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444934" y="5430316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444934" y="3262477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311199" y="6221049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11199" y="5536746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11199" y="4856971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11199" y="4171085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311199" y="3488255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59" name="pl59"/>
            <p:cNvSpPr/>
            <p:nvPr/>
          </p:nvSpPr>
          <p:spPr>
            <a:xfrm>
              <a:off x="410140" y="626336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410140" y="558053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410140" y="489770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10140" y="421487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410140" y="353204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571033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82430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993827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6705223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8416620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70"/>
            <p:cNvSpPr/>
            <p:nvPr/>
          </p:nvSpPr>
          <p:spPr>
            <a:xfrm>
              <a:off x="1286613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96100000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2998010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96200000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4709406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96300000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420803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96400000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8132200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96500000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680378" y="6607038"/>
              <a:ext cx="82674" cy="76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x</a:t>
              </a:r>
            </a:p>
          </p:txBody>
        </p:sp>
        <p:sp>
          <p:nvSpPr>
            <p:cNvPr id="76" name="tx76"/>
            <p:cNvSpPr/>
            <p:nvPr/>
          </p:nvSpPr>
          <p:spPr>
            <a:xfrm rot="-5400000">
              <a:off x="19378" y="4753364"/>
              <a:ext cx="320737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2026-03-09T09:14:54Z</dcterms:modified>
  <cp:category/>
</cp:coreProperties>
</file>