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613668"/>
              <a:ext cx="1924134" cy="452620"/>
            </a:xfrm>
            <a:custGeom>
              <a:avLst/>
              <a:pathLst>
                <a:path w="1924134" h="452620">
                  <a:moveTo>
                    <a:pt x="0" y="4814"/>
                  </a:moveTo>
                  <a:lnTo>
                    <a:pt x="31804" y="19256"/>
                  </a:lnTo>
                  <a:lnTo>
                    <a:pt x="69221" y="19256"/>
                  </a:lnTo>
                  <a:lnTo>
                    <a:pt x="106638" y="7221"/>
                  </a:lnTo>
                  <a:lnTo>
                    <a:pt x="144055" y="0"/>
                  </a:lnTo>
                  <a:lnTo>
                    <a:pt x="181473" y="67395"/>
                  </a:lnTo>
                  <a:lnTo>
                    <a:pt x="218890" y="115535"/>
                  </a:lnTo>
                  <a:lnTo>
                    <a:pt x="256307" y="175710"/>
                  </a:lnTo>
                  <a:lnTo>
                    <a:pt x="293724" y="267176"/>
                  </a:lnTo>
                  <a:lnTo>
                    <a:pt x="331141" y="339386"/>
                  </a:lnTo>
                  <a:lnTo>
                    <a:pt x="368558" y="356235"/>
                  </a:lnTo>
                  <a:lnTo>
                    <a:pt x="405975" y="389933"/>
                  </a:lnTo>
                  <a:lnTo>
                    <a:pt x="443393" y="404374"/>
                  </a:lnTo>
                  <a:lnTo>
                    <a:pt x="480810" y="404374"/>
                  </a:lnTo>
                  <a:lnTo>
                    <a:pt x="518227" y="404374"/>
                  </a:lnTo>
                  <a:lnTo>
                    <a:pt x="555644" y="404374"/>
                  </a:lnTo>
                  <a:lnTo>
                    <a:pt x="593061" y="448728"/>
                  </a:lnTo>
                  <a:lnTo>
                    <a:pt x="630478" y="441146"/>
                  </a:lnTo>
                  <a:lnTo>
                    <a:pt x="667895" y="431985"/>
                  </a:lnTo>
                  <a:lnTo>
                    <a:pt x="705312" y="445120"/>
                  </a:lnTo>
                  <a:lnTo>
                    <a:pt x="742730" y="381924"/>
                  </a:lnTo>
                  <a:lnTo>
                    <a:pt x="780147" y="346376"/>
                  </a:lnTo>
                  <a:lnTo>
                    <a:pt x="817564" y="346376"/>
                  </a:lnTo>
                  <a:lnTo>
                    <a:pt x="854981" y="346376"/>
                  </a:lnTo>
                  <a:lnTo>
                    <a:pt x="892398" y="346376"/>
                  </a:lnTo>
                  <a:lnTo>
                    <a:pt x="929815" y="346376"/>
                  </a:lnTo>
                  <a:lnTo>
                    <a:pt x="967232" y="346376"/>
                  </a:lnTo>
                  <a:lnTo>
                    <a:pt x="1004650" y="346376"/>
                  </a:lnTo>
                  <a:lnTo>
                    <a:pt x="1042067" y="346376"/>
                  </a:lnTo>
                  <a:lnTo>
                    <a:pt x="1079484" y="332552"/>
                  </a:lnTo>
                  <a:lnTo>
                    <a:pt x="1116901" y="271330"/>
                  </a:lnTo>
                  <a:lnTo>
                    <a:pt x="1154318" y="227883"/>
                  </a:lnTo>
                  <a:lnTo>
                    <a:pt x="1191735" y="282110"/>
                  </a:lnTo>
                  <a:lnTo>
                    <a:pt x="1229152" y="288989"/>
                  </a:lnTo>
                  <a:lnTo>
                    <a:pt x="1266569" y="304018"/>
                  </a:lnTo>
                  <a:lnTo>
                    <a:pt x="1303987" y="328294"/>
                  </a:lnTo>
                  <a:lnTo>
                    <a:pt x="1341404" y="339123"/>
                  </a:lnTo>
                  <a:lnTo>
                    <a:pt x="1378821" y="309730"/>
                  </a:lnTo>
                  <a:lnTo>
                    <a:pt x="1416238" y="308183"/>
                  </a:lnTo>
                  <a:lnTo>
                    <a:pt x="1453655" y="308183"/>
                  </a:lnTo>
                  <a:lnTo>
                    <a:pt x="1491072" y="308183"/>
                  </a:lnTo>
                  <a:lnTo>
                    <a:pt x="1528489" y="308183"/>
                  </a:lnTo>
                  <a:lnTo>
                    <a:pt x="1565907" y="308183"/>
                  </a:lnTo>
                  <a:lnTo>
                    <a:pt x="1603324" y="308183"/>
                  </a:lnTo>
                  <a:lnTo>
                    <a:pt x="1640741" y="319012"/>
                  </a:lnTo>
                  <a:lnTo>
                    <a:pt x="1678158" y="366970"/>
                  </a:lnTo>
                  <a:lnTo>
                    <a:pt x="1715575" y="400170"/>
                  </a:lnTo>
                  <a:lnTo>
                    <a:pt x="1752992" y="379157"/>
                  </a:lnTo>
                  <a:lnTo>
                    <a:pt x="1790409" y="391757"/>
                  </a:lnTo>
                  <a:lnTo>
                    <a:pt x="1827826" y="395910"/>
                  </a:lnTo>
                  <a:lnTo>
                    <a:pt x="1865244" y="423848"/>
                  </a:lnTo>
                  <a:lnTo>
                    <a:pt x="1902661" y="404374"/>
                  </a:lnTo>
                  <a:lnTo>
                    <a:pt x="1924134" y="45262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53700" y="1536644"/>
              <a:ext cx="1612743" cy="529644"/>
            </a:xfrm>
            <a:custGeom>
              <a:avLst/>
              <a:pathLst>
                <a:path w="1612743" h="529644">
                  <a:moveTo>
                    <a:pt x="0" y="529644"/>
                  </a:moveTo>
                  <a:lnTo>
                    <a:pt x="20636" y="508774"/>
                  </a:lnTo>
                  <a:lnTo>
                    <a:pt x="58053" y="508774"/>
                  </a:lnTo>
                  <a:lnTo>
                    <a:pt x="95470" y="508774"/>
                  </a:lnTo>
                  <a:lnTo>
                    <a:pt x="132887" y="453734"/>
                  </a:lnTo>
                  <a:lnTo>
                    <a:pt x="170304" y="386861"/>
                  </a:lnTo>
                  <a:lnTo>
                    <a:pt x="207721" y="367798"/>
                  </a:lnTo>
                  <a:lnTo>
                    <a:pt x="245139" y="367798"/>
                  </a:lnTo>
                  <a:lnTo>
                    <a:pt x="282556" y="356981"/>
                  </a:lnTo>
                  <a:lnTo>
                    <a:pt x="319973" y="257509"/>
                  </a:lnTo>
                  <a:lnTo>
                    <a:pt x="357390" y="219600"/>
                  </a:lnTo>
                  <a:lnTo>
                    <a:pt x="394807" y="159970"/>
                  </a:lnTo>
                  <a:lnTo>
                    <a:pt x="432224" y="48139"/>
                  </a:lnTo>
                  <a:lnTo>
                    <a:pt x="469641" y="0"/>
                  </a:lnTo>
                  <a:lnTo>
                    <a:pt x="507058" y="0"/>
                  </a:lnTo>
                  <a:lnTo>
                    <a:pt x="544476" y="43325"/>
                  </a:lnTo>
                  <a:lnTo>
                    <a:pt x="581893" y="67396"/>
                  </a:lnTo>
                  <a:lnTo>
                    <a:pt x="619310" y="48139"/>
                  </a:lnTo>
                  <a:lnTo>
                    <a:pt x="656727" y="36105"/>
                  </a:lnTo>
                  <a:lnTo>
                    <a:pt x="694144" y="28884"/>
                  </a:lnTo>
                  <a:lnTo>
                    <a:pt x="731561" y="96279"/>
                  </a:lnTo>
                  <a:lnTo>
                    <a:pt x="768978" y="86651"/>
                  </a:lnTo>
                  <a:lnTo>
                    <a:pt x="806396" y="48139"/>
                  </a:lnTo>
                  <a:lnTo>
                    <a:pt x="843813" y="43325"/>
                  </a:lnTo>
                  <a:lnTo>
                    <a:pt x="881230" y="57767"/>
                  </a:lnTo>
                  <a:lnTo>
                    <a:pt x="918647" y="96279"/>
                  </a:lnTo>
                  <a:lnTo>
                    <a:pt x="956064" y="93872"/>
                  </a:lnTo>
                  <a:lnTo>
                    <a:pt x="993481" y="187572"/>
                  </a:lnTo>
                  <a:lnTo>
                    <a:pt x="1030898" y="242637"/>
                  </a:lnTo>
                  <a:lnTo>
                    <a:pt x="1068315" y="176539"/>
                  </a:lnTo>
                  <a:lnTo>
                    <a:pt x="1105733" y="214651"/>
                  </a:lnTo>
                  <a:lnTo>
                    <a:pt x="1143150" y="278687"/>
                  </a:lnTo>
                  <a:lnTo>
                    <a:pt x="1180567" y="284649"/>
                  </a:lnTo>
                  <a:lnTo>
                    <a:pt x="1217984" y="304956"/>
                  </a:lnTo>
                  <a:lnTo>
                    <a:pt x="1255401" y="355575"/>
                  </a:lnTo>
                  <a:lnTo>
                    <a:pt x="1292818" y="368592"/>
                  </a:lnTo>
                  <a:lnTo>
                    <a:pt x="1330235" y="390285"/>
                  </a:lnTo>
                  <a:lnTo>
                    <a:pt x="1367653" y="413425"/>
                  </a:lnTo>
                  <a:lnTo>
                    <a:pt x="1405070" y="416318"/>
                  </a:lnTo>
                  <a:lnTo>
                    <a:pt x="1442487" y="442351"/>
                  </a:lnTo>
                  <a:lnTo>
                    <a:pt x="1479904" y="442351"/>
                  </a:lnTo>
                  <a:lnTo>
                    <a:pt x="1517321" y="471276"/>
                  </a:lnTo>
                  <a:lnTo>
                    <a:pt x="1554738" y="500201"/>
                  </a:lnTo>
                  <a:lnTo>
                    <a:pt x="1592155" y="500201"/>
                  </a:lnTo>
                  <a:lnTo>
                    <a:pt x="1612743" y="52964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59058" y="1762556"/>
              <a:ext cx="2525868" cy="303732"/>
            </a:xfrm>
            <a:custGeom>
              <a:avLst/>
              <a:pathLst>
                <a:path w="2525868" h="303732">
                  <a:moveTo>
                    <a:pt x="0" y="303732"/>
                  </a:moveTo>
                  <a:lnTo>
                    <a:pt x="23552" y="292578"/>
                  </a:lnTo>
                  <a:lnTo>
                    <a:pt x="60969" y="292578"/>
                  </a:lnTo>
                  <a:lnTo>
                    <a:pt x="98386" y="243505"/>
                  </a:lnTo>
                  <a:lnTo>
                    <a:pt x="135803" y="184891"/>
                  </a:lnTo>
                  <a:lnTo>
                    <a:pt x="173221" y="207602"/>
                  </a:lnTo>
                  <a:lnTo>
                    <a:pt x="210638" y="198622"/>
                  </a:lnTo>
                  <a:lnTo>
                    <a:pt x="248055" y="181944"/>
                  </a:lnTo>
                  <a:lnTo>
                    <a:pt x="285472" y="167170"/>
                  </a:lnTo>
                  <a:lnTo>
                    <a:pt x="322889" y="167537"/>
                  </a:lnTo>
                  <a:lnTo>
                    <a:pt x="360306" y="63196"/>
                  </a:lnTo>
                  <a:lnTo>
                    <a:pt x="397723" y="0"/>
                  </a:lnTo>
                  <a:lnTo>
                    <a:pt x="435141" y="11849"/>
                  </a:lnTo>
                  <a:lnTo>
                    <a:pt x="472558" y="39497"/>
                  </a:lnTo>
                  <a:lnTo>
                    <a:pt x="509975" y="13824"/>
                  </a:lnTo>
                  <a:lnTo>
                    <a:pt x="547392" y="13824"/>
                  </a:lnTo>
                  <a:lnTo>
                    <a:pt x="584809" y="39497"/>
                  </a:lnTo>
                  <a:lnTo>
                    <a:pt x="622226" y="3949"/>
                  </a:lnTo>
                  <a:lnTo>
                    <a:pt x="659643" y="67146"/>
                  </a:lnTo>
                  <a:lnTo>
                    <a:pt x="697060" y="116518"/>
                  </a:lnTo>
                  <a:lnTo>
                    <a:pt x="734478" y="96918"/>
                  </a:lnTo>
                  <a:lnTo>
                    <a:pt x="771895" y="60487"/>
                  </a:lnTo>
                  <a:lnTo>
                    <a:pt x="809312" y="14787"/>
                  </a:lnTo>
                  <a:lnTo>
                    <a:pt x="846729" y="14787"/>
                  </a:lnTo>
                  <a:lnTo>
                    <a:pt x="884146" y="14787"/>
                  </a:lnTo>
                  <a:lnTo>
                    <a:pt x="921563" y="34043"/>
                  </a:lnTo>
                  <a:lnTo>
                    <a:pt x="958980" y="174429"/>
                  </a:lnTo>
                  <a:lnTo>
                    <a:pt x="996398" y="181223"/>
                  </a:lnTo>
                  <a:lnTo>
                    <a:pt x="1033815" y="173790"/>
                  </a:lnTo>
                  <a:lnTo>
                    <a:pt x="1071232" y="183664"/>
                  </a:lnTo>
                  <a:lnTo>
                    <a:pt x="1108649" y="197488"/>
                  </a:lnTo>
                  <a:lnTo>
                    <a:pt x="1146066" y="197488"/>
                  </a:lnTo>
                  <a:lnTo>
                    <a:pt x="1183483" y="233036"/>
                  </a:lnTo>
                  <a:lnTo>
                    <a:pt x="1220900" y="213287"/>
                  </a:lnTo>
                  <a:lnTo>
                    <a:pt x="1258317" y="246418"/>
                  </a:lnTo>
                  <a:lnTo>
                    <a:pt x="1295735" y="199076"/>
                  </a:lnTo>
                  <a:lnTo>
                    <a:pt x="1333152" y="251282"/>
                  </a:lnTo>
                  <a:lnTo>
                    <a:pt x="1370569" y="252117"/>
                  </a:lnTo>
                  <a:lnTo>
                    <a:pt x="1407986" y="252117"/>
                  </a:lnTo>
                  <a:lnTo>
                    <a:pt x="1445403" y="252117"/>
                  </a:lnTo>
                  <a:lnTo>
                    <a:pt x="1482820" y="291215"/>
                  </a:lnTo>
                  <a:lnTo>
                    <a:pt x="1520237" y="255774"/>
                  </a:lnTo>
                  <a:lnTo>
                    <a:pt x="1557655" y="261284"/>
                  </a:lnTo>
                  <a:lnTo>
                    <a:pt x="1595072" y="198622"/>
                  </a:lnTo>
                  <a:lnTo>
                    <a:pt x="1632489" y="208487"/>
                  </a:lnTo>
                  <a:lnTo>
                    <a:pt x="1669906" y="228450"/>
                  </a:lnTo>
                  <a:lnTo>
                    <a:pt x="1707323" y="186361"/>
                  </a:lnTo>
                  <a:lnTo>
                    <a:pt x="1744740" y="170435"/>
                  </a:lnTo>
                  <a:lnTo>
                    <a:pt x="1782157" y="201314"/>
                  </a:lnTo>
                  <a:lnTo>
                    <a:pt x="1819574" y="212757"/>
                  </a:lnTo>
                  <a:lnTo>
                    <a:pt x="1856992" y="240845"/>
                  </a:lnTo>
                  <a:lnTo>
                    <a:pt x="1894409" y="195072"/>
                  </a:lnTo>
                  <a:lnTo>
                    <a:pt x="1931826" y="116993"/>
                  </a:lnTo>
                  <a:lnTo>
                    <a:pt x="1969243" y="57559"/>
                  </a:lnTo>
                  <a:lnTo>
                    <a:pt x="2006660" y="30718"/>
                  </a:lnTo>
                  <a:lnTo>
                    <a:pt x="2044077" y="50445"/>
                  </a:lnTo>
                  <a:lnTo>
                    <a:pt x="2081494" y="74697"/>
                  </a:lnTo>
                  <a:lnTo>
                    <a:pt x="2118912" y="128716"/>
                  </a:lnTo>
                  <a:lnTo>
                    <a:pt x="2156329" y="177024"/>
                  </a:lnTo>
                  <a:lnTo>
                    <a:pt x="2193746" y="161167"/>
                  </a:lnTo>
                  <a:lnTo>
                    <a:pt x="2231163" y="160533"/>
                  </a:lnTo>
                  <a:lnTo>
                    <a:pt x="2268580" y="159899"/>
                  </a:lnTo>
                  <a:lnTo>
                    <a:pt x="2305997" y="168144"/>
                  </a:lnTo>
                  <a:lnTo>
                    <a:pt x="2343414" y="134355"/>
                  </a:lnTo>
                  <a:lnTo>
                    <a:pt x="2380832" y="141402"/>
                  </a:lnTo>
                  <a:lnTo>
                    <a:pt x="2418249" y="190343"/>
                  </a:lnTo>
                  <a:lnTo>
                    <a:pt x="2455666" y="185099"/>
                  </a:lnTo>
                  <a:lnTo>
                    <a:pt x="2493083" y="265445"/>
                  </a:lnTo>
                  <a:lnTo>
                    <a:pt x="2525868" y="30373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950711" y="2066183"/>
              <a:ext cx="748833" cy="105"/>
            </a:xfrm>
            <a:custGeom>
              <a:avLst/>
              <a:pathLst>
                <a:path w="748833" h="105">
                  <a:moveTo>
                    <a:pt x="0" y="105"/>
                  </a:moveTo>
                  <a:lnTo>
                    <a:pt x="104" y="0"/>
                  </a:lnTo>
                  <a:lnTo>
                    <a:pt x="37521" y="0"/>
                  </a:lnTo>
                  <a:lnTo>
                    <a:pt x="74938" y="0"/>
                  </a:lnTo>
                  <a:lnTo>
                    <a:pt x="112355" y="0"/>
                  </a:lnTo>
                  <a:lnTo>
                    <a:pt x="149772" y="0"/>
                  </a:lnTo>
                  <a:lnTo>
                    <a:pt x="187189" y="0"/>
                  </a:lnTo>
                  <a:lnTo>
                    <a:pt x="224606" y="0"/>
                  </a:lnTo>
                  <a:lnTo>
                    <a:pt x="262023" y="0"/>
                  </a:lnTo>
                  <a:lnTo>
                    <a:pt x="299441" y="0"/>
                  </a:lnTo>
                  <a:lnTo>
                    <a:pt x="336858" y="0"/>
                  </a:lnTo>
                  <a:lnTo>
                    <a:pt x="374275" y="0"/>
                  </a:lnTo>
                  <a:lnTo>
                    <a:pt x="411692" y="0"/>
                  </a:lnTo>
                  <a:lnTo>
                    <a:pt x="449109" y="0"/>
                  </a:lnTo>
                  <a:lnTo>
                    <a:pt x="486526" y="0"/>
                  </a:lnTo>
                  <a:lnTo>
                    <a:pt x="523943" y="0"/>
                  </a:lnTo>
                  <a:lnTo>
                    <a:pt x="561361" y="0"/>
                  </a:lnTo>
                  <a:lnTo>
                    <a:pt x="598778" y="0"/>
                  </a:lnTo>
                  <a:lnTo>
                    <a:pt x="636195" y="0"/>
                  </a:lnTo>
                  <a:lnTo>
                    <a:pt x="673612" y="0"/>
                  </a:lnTo>
                  <a:lnTo>
                    <a:pt x="711029" y="0"/>
                  </a:lnTo>
                  <a:lnTo>
                    <a:pt x="748446" y="0"/>
                  </a:lnTo>
                  <a:lnTo>
                    <a:pt x="748833" y="10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42057" y="2045419"/>
              <a:ext cx="56437" cy="20869"/>
            </a:xfrm>
            <a:custGeom>
              <a:avLst/>
              <a:pathLst>
                <a:path w="56437" h="20869">
                  <a:moveTo>
                    <a:pt x="0" y="20869"/>
                  </a:moveTo>
                  <a:lnTo>
                    <a:pt x="19020" y="6880"/>
                  </a:lnTo>
                  <a:lnTo>
                    <a:pt x="56437" y="0"/>
                  </a:lnTo>
                  <a:lnTo>
                    <a:pt x="56437" y="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22670" y="1536644"/>
              <a:ext cx="8375825" cy="529644"/>
            </a:xfrm>
            <a:custGeom>
              <a:avLst/>
              <a:pathLst>
                <a:path w="8375825" h="529644">
                  <a:moveTo>
                    <a:pt x="0" y="81837"/>
                  </a:moveTo>
                  <a:lnTo>
                    <a:pt x="31804" y="96279"/>
                  </a:lnTo>
                  <a:lnTo>
                    <a:pt x="69221" y="96279"/>
                  </a:lnTo>
                  <a:lnTo>
                    <a:pt x="106638" y="84244"/>
                  </a:lnTo>
                  <a:lnTo>
                    <a:pt x="144055" y="77023"/>
                  </a:lnTo>
                  <a:lnTo>
                    <a:pt x="181473" y="144419"/>
                  </a:lnTo>
                  <a:lnTo>
                    <a:pt x="218890" y="192559"/>
                  </a:lnTo>
                  <a:lnTo>
                    <a:pt x="256307" y="252734"/>
                  </a:lnTo>
                  <a:lnTo>
                    <a:pt x="293724" y="344200"/>
                  </a:lnTo>
                  <a:lnTo>
                    <a:pt x="331141" y="416409"/>
                  </a:lnTo>
                  <a:lnTo>
                    <a:pt x="368558" y="433258"/>
                  </a:lnTo>
                  <a:lnTo>
                    <a:pt x="405975" y="466956"/>
                  </a:lnTo>
                  <a:lnTo>
                    <a:pt x="443393" y="481398"/>
                  </a:lnTo>
                  <a:lnTo>
                    <a:pt x="480810" y="481398"/>
                  </a:lnTo>
                  <a:lnTo>
                    <a:pt x="518227" y="481398"/>
                  </a:lnTo>
                  <a:lnTo>
                    <a:pt x="555644" y="481398"/>
                  </a:lnTo>
                  <a:lnTo>
                    <a:pt x="593061" y="525752"/>
                  </a:lnTo>
                  <a:lnTo>
                    <a:pt x="630478" y="518170"/>
                  </a:lnTo>
                  <a:lnTo>
                    <a:pt x="667895" y="509009"/>
                  </a:lnTo>
                  <a:lnTo>
                    <a:pt x="705312" y="522144"/>
                  </a:lnTo>
                  <a:lnTo>
                    <a:pt x="742730" y="458948"/>
                  </a:lnTo>
                  <a:lnTo>
                    <a:pt x="780147" y="423400"/>
                  </a:lnTo>
                  <a:lnTo>
                    <a:pt x="817564" y="423400"/>
                  </a:lnTo>
                  <a:lnTo>
                    <a:pt x="854981" y="423400"/>
                  </a:lnTo>
                  <a:lnTo>
                    <a:pt x="892398" y="423400"/>
                  </a:lnTo>
                  <a:lnTo>
                    <a:pt x="929815" y="423400"/>
                  </a:lnTo>
                  <a:lnTo>
                    <a:pt x="967232" y="423400"/>
                  </a:lnTo>
                  <a:lnTo>
                    <a:pt x="1004650" y="423400"/>
                  </a:lnTo>
                  <a:lnTo>
                    <a:pt x="1042067" y="423400"/>
                  </a:lnTo>
                  <a:lnTo>
                    <a:pt x="1079484" y="409576"/>
                  </a:lnTo>
                  <a:lnTo>
                    <a:pt x="1116901" y="348354"/>
                  </a:lnTo>
                  <a:lnTo>
                    <a:pt x="1154318" y="304907"/>
                  </a:lnTo>
                  <a:lnTo>
                    <a:pt x="1191735" y="359133"/>
                  </a:lnTo>
                  <a:lnTo>
                    <a:pt x="1229152" y="366013"/>
                  </a:lnTo>
                  <a:lnTo>
                    <a:pt x="1266569" y="381042"/>
                  </a:lnTo>
                  <a:lnTo>
                    <a:pt x="1303987" y="405318"/>
                  </a:lnTo>
                  <a:lnTo>
                    <a:pt x="1341404" y="416147"/>
                  </a:lnTo>
                  <a:lnTo>
                    <a:pt x="1378821" y="386754"/>
                  </a:lnTo>
                  <a:lnTo>
                    <a:pt x="1416238" y="385207"/>
                  </a:lnTo>
                  <a:lnTo>
                    <a:pt x="1453655" y="385207"/>
                  </a:lnTo>
                  <a:lnTo>
                    <a:pt x="1491072" y="385207"/>
                  </a:lnTo>
                  <a:lnTo>
                    <a:pt x="1528489" y="385207"/>
                  </a:lnTo>
                  <a:lnTo>
                    <a:pt x="1565907" y="385207"/>
                  </a:lnTo>
                  <a:lnTo>
                    <a:pt x="1603324" y="385207"/>
                  </a:lnTo>
                  <a:lnTo>
                    <a:pt x="1640741" y="396036"/>
                  </a:lnTo>
                  <a:lnTo>
                    <a:pt x="1678158" y="443994"/>
                  </a:lnTo>
                  <a:lnTo>
                    <a:pt x="1715575" y="477194"/>
                  </a:lnTo>
                  <a:lnTo>
                    <a:pt x="1752992" y="456181"/>
                  </a:lnTo>
                  <a:lnTo>
                    <a:pt x="1790409" y="468781"/>
                  </a:lnTo>
                  <a:lnTo>
                    <a:pt x="1827826" y="472933"/>
                  </a:lnTo>
                  <a:lnTo>
                    <a:pt x="1865244" y="500872"/>
                  </a:lnTo>
                  <a:lnTo>
                    <a:pt x="1902661" y="481398"/>
                  </a:lnTo>
                  <a:lnTo>
                    <a:pt x="1940078" y="529644"/>
                  </a:lnTo>
                  <a:lnTo>
                    <a:pt x="1977495" y="529644"/>
                  </a:lnTo>
                  <a:lnTo>
                    <a:pt x="2014912" y="529644"/>
                  </a:lnTo>
                  <a:lnTo>
                    <a:pt x="2052329" y="529644"/>
                  </a:lnTo>
                  <a:lnTo>
                    <a:pt x="2089746" y="529644"/>
                  </a:lnTo>
                  <a:lnTo>
                    <a:pt x="2127164" y="529644"/>
                  </a:lnTo>
                  <a:lnTo>
                    <a:pt x="2164581" y="529644"/>
                  </a:lnTo>
                  <a:lnTo>
                    <a:pt x="2201998" y="529644"/>
                  </a:lnTo>
                  <a:lnTo>
                    <a:pt x="2239415" y="529644"/>
                  </a:lnTo>
                  <a:lnTo>
                    <a:pt x="2276832" y="529644"/>
                  </a:lnTo>
                  <a:lnTo>
                    <a:pt x="2314249" y="529644"/>
                  </a:lnTo>
                  <a:lnTo>
                    <a:pt x="2351666" y="508774"/>
                  </a:lnTo>
                  <a:lnTo>
                    <a:pt x="2389084" y="508774"/>
                  </a:lnTo>
                  <a:lnTo>
                    <a:pt x="2426501" y="508774"/>
                  </a:lnTo>
                  <a:lnTo>
                    <a:pt x="2463918" y="453734"/>
                  </a:lnTo>
                  <a:lnTo>
                    <a:pt x="2501335" y="386861"/>
                  </a:lnTo>
                  <a:lnTo>
                    <a:pt x="2538752" y="367798"/>
                  </a:lnTo>
                  <a:lnTo>
                    <a:pt x="2576169" y="367798"/>
                  </a:lnTo>
                  <a:lnTo>
                    <a:pt x="2613586" y="356981"/>
                  </a:lnTo>
                  <a:lnTo>
                    <a:pt x="2651003" y="257509"/>
                  </a:lnTo>
                  <a:lnTo>
                    <a:pt x="2688421" y="219600"/>
                  </a:lnTo>
                  <a:lnTo>
                    <a:pt x="2725838" y="159970"/>
                  </a:lnTo>
                  <a:lnTo>
                    <a:pt x="2763255" y="48139"/>
                  </a:lnTo>
                  <a:lnTo>
                    <a:pt x="2800672" y="0"/>
                  </a:lnTo>
                  <a:lnTo>
                    <a:pt x="2838089" y="0"/>
                  </a:lnTo>
                  <a:lnTo>
                    <a:pt x="2875506" y="43325"/>
                  </a:lnTo>
                  <a:lnTo>
                    <a:pt x="2912923" y="67396"/>
                  </a:lnTo>
                  <a:lnTo>
                    <a:pt x="2950341" y="48139"/>
                  </a:lnTo>
                  <a:lnTo>
                    <a:pt x="2987758" y="36105"/>
                  </a:lnTo>
                  <a:lnTo>
                    <a:pt x="3025175" y="28884"/>
                  </a:lnTo>
                  <a:lnTo>
                    <a:pt x="3062592" y="96279"/>
                  </a:lnTo>
                  <a:lnTo>
                    <a:pt x="3100009" y="86651"/>
                  </a:lnTo>
                  <a:lnTo>
                    <a:pt x="3137426" y="48139"/>
                  </a:lnTo>
                  <a:lnTo>
                    <a:pt x="3174843" y="43325"/>
                  </a:lnTo>
                  <a:lnTo>
                    <a:pt x="3212260" y="57767"/>
                  </a:lnTo>
                  <a:lnTo>
                    <a:pt x="3249678" y="96279"/>
                  </a:lnTo>
                  <a:lnTo>
                    <a:pt x="3287095" y="93872"/>
                  </a:lnTo>
                  <a:lnTo>
                    <a:pt x="3324512" y="187572"/>
                  </a:lnTo>
                  <a:lnTo>
                    <a:pt x="3361929" y="242637"/>
                  </a:lnTo>
                  <a:lnTo>
                    <a:pt x="3399346" y="176539"/>
                  </a:lnTo>
                  <a:lnTo>
                    <a:pt x="3436763" y="214651"/>
                  </a:lnTo>
                  <a:lnTo>
                    <a:pt x="3474180" y="278687"/>
                  </a:lnTo>
                  <a:lnTo>
                    <a:pt x="3511598" y="284649"/>
                  </a:lnTo>
                  <a:lnTo>
                    <a:pt x="3549015" y="304956"/>
                  </a:lnTo>
                  <a:lnTo>
                    <a:pt x="3586432" y="355575"/>
                  </a:lnTo>
                  <a:lnTo>
                    <a:pt x="3623849" y="368592"/>
                  </a:lnTo>
                  <a:lnTo>
                    <a:pt x="3661266" y="390285"/>
                  </a:lnTo>
                  <a:lnTo>
                    <a:pt x="3698683" y="413425"/>
                  </a:lnTo>
                  <a:lnTo>
                    <a:pt x="3736100" y="416318"/>
                  </a:lnTo>
                  <a:lnTo>
                    <a:pt x="3773517" y="442351"/>
                  </a:lnTo>
                  <a:lnTo>
                    <a:pt x="3810935" y="442351"/>
                  </a:lnTo>
                  <a:lnTo>
                    <a:pt x="3848352" y="471276"/>
                  </a:lnTo>
                  <a:lnTo>
                    <a:pt x="3885769" y="500201"/>
                  </a:lnTo>
                  <a:lnTo>
                    <a:pt x="3923186" y="500201"/>
                  </a:lnTo>
                  <a:lnTo>
                    <a:pt x="3960603" y="529644"/>
                  </a:lnTo>
                  <a:lnTo>
                    <a:pt x="3998020" y="529644"/>
                  </a:lnTo>
                  <a:lnTo>
                    <a:pt x="4035437" y="529644"/>
                  </a:lnTo>
                  <a:lnTo>
                    <a:pt x="4072855" y="529644"/>
                  </a:lnTo>
                  <a:lnTo>
                    <a:pt x="4110272" y="529644"/>
                  </a:lnTo>
                  <a:lnTo>
                    <a:pt x="4147689" y="529644"/>
                  </a:lnTo>
                  <a:lnTo>
                    <a:pt x="4185106" y="529644"/>
                  </a:lnTo>
                  <a:lnTo>
                    <a:pt x="4222523" y="529644"/>
                  </a:lnTo>
                  <a:lnTo>
                    <a:pt x="4259940" y="518489"/>
                  </a:lnTo>
                  <a:lnTo>
                    <a:pt x="4297357" y="518489"/>
                  </a:lnTo>
                  <a:lnTo>
                    <a:pt x="4334774" y="469417"/>
                  </a:lnTo>
                  <a:lnTo>
                    <a:pt x="4372192" y="410802"/>
                  </a:lnTo>
                  <a:lnTo>
                    <a:pt x="4409609" y="433513"/>
                  </a:lnTo>
                  <a:lnTo>
                    <a:pt x="4447026" y="424533"/>
                  </a:lnTo>
                  <a:lnTo>
                    <a:pt x="4484443" y="407856"/>
                  </a:lnTo>
                  <a:lnTo>
                    <a:pt x="4521860" y="393082"/>
                  </a:lnTo>
                  <a:lnTo>
                    <a:pt x="4559277" y="393449"/>
                  </a:lnTo>
                  <a:lnTo>
                    <a:pt x="4596694" y="289108"/>
                  </a:lnTo>
                  <a:lnTo>
                    <a:pt x="4634112" y="225911"/>
                  </a:lnTo>
                  <a:lnTo>
                    <a:pt x="4671529" y="237760"/>
                  </a:lnTo>
                  <a:lnTo>
                    <a:pt x="4708946" y="265409"/>
                  </a:lnTo>
                  <a:lnTo>
                    <a:pt x="4746363" y="239735"/>
                  </a:lnTo>
                  <a:lnTo>
                    <a:pt x="4783780" y="239735"/>
                  </a:lnTo>
                  <a:lnTo>
                    <a:pt x="4821197" y="265409"/>
                  </a:lnTo>
                  <a:lnTo>
                    <a:pt x="4858614" y="229861"/>
                  </a:lnTo>
                  <a:lnTo>
                    <a:pt x="4896031" y="293057"/>
                  </a:lnTo>
                  <a:lnTo>
                    <a:pt x="4933449" y="342429"/>
                  </a:lnTo>
                  <a:lnTo>
                    <a:pt x="4970866" y="322830"/>
                  </a:lnTo>
                  <a:lnTo>
                    <a:pt x="5008283" y="286399"/>
                  </a:lnTo>
                  <a:lnTo>
                    <a:pt x="5045700" y="240699"/>
                  </a:lnTo>
                  <a:lnTo>
                    <a:pt x="5083117" y="240699"/>
                  </a:lnTo>
                  <a:lnTo>
                    <a:pt x="5120534" y="240699"/>
                  </a:lnTo>
                  <a:lnTo>
                    <a:pt x="5157951" y="259955"/>
                  </a:lnTo>
                  <a:lnTo>
                    <a:pt x="5195369" y="400341"/>
                  </a:lnTo>
                  <a:lnTo>
                    <a:pt x="5232786" y="407134"/>
                  </a:lnTo>
                  <a:lnTo>
                    <a:pt x="5270203" y="399701"/>
                  </a:lnTo>
                  <a:lnTo>
                    <a:pt x="5307620" y="409576"/>
                  </a:lnTo>
                  <a:lnTo>
                    <a:pt x="5345037" y="423400"/>
                  </a:lnTo>
                  <a:lnTo>
                    <a:pt x="5382454" y="423400"/>
                  </a:lnTo>
                  <a:lnTo>
                    <a:pt x="5419871" y="458948"/>
                  </a:lnTo>
                  <a:lnTo>
                    <a:pt x="5457289" y="439199"/>
                  </a:lnTo>
                  <a:lnTo>
                    <a:pt x="5494706" y="472330"/>
                  </a:lnTo>
                  <a:lnTo>
                    <a:pt x="5532123" y="424987"/>
                  </a:lnTo>
                  <a:lnTo>
                    <a:pt x="5569540" y="477194"/>
                  </a:lnTo>
                  <a:lnTo>
                    <a:pt x="5606957" y="478029"/>
                  </a:lnTo>
                  <a:lnTo>
                    <a:pt x="5644374" y="478029"/>
                  </a:lnTo>
                  <a:lnTo>
                    <a:pt x="5681791" y="478029"/>
                  </a:lnTo>
                  <a:lnTo>
                    <a:pt x="5719208" y="517126"/>
                  </a:lnTo>
                  <a:lnTo>
                    <a:pt x="5756626" y="481685"/>
                  </a:lnTo>
                  <a:lnTo>
                    <a:pt x="5794043" y="487196"/>
                  </a:lnTo>
                  <a:lnTo>
                    <a:pt x="5831460" y="424533"/>
                  </a:lnTo>
                  <a:lnTo>
                    <a:pt x="5868877" y="434399"/>
                  </a:lnTo>
                  <a:lnTo>
                    <a:pt x="5906294" y="454361"/>
                  </a:lnTo>
                  <a:lnTo>
                    <a:pt x="5943711" y="412272"/>
                  </a:lnTo>
                  <a:lnTo>
                    <a:pt x="5981128" y="396346"/>
                  </a:lnTo>
                  <a:lnTo>
                    <a:pt x="6018546" y="427225"/>
                  </a:lnTo>
                  <a:lnTo>
                    <a:pt x="6055963" y="438669"/>
                  </a:lnTo>
                  <a:lnTo>
                    <a:pt x="6093380" y="466757"/>
                  </a:lnTo>
                  <a:lnTo>
                    <a:pt x="6130797" y="420984"/>
                  </a:lnTo>
                  <a:lnTo>
                    <a:pt x="6168214" y="342905"/>
                  </a:lnTo>
                  <a:lnTo>
                    <a:pt x="6205631" y="283471"/>
                  </a:lnTo>
                  <a:lnTo>
                    <a:pt x="6243048" y="256630"/>
                  </a:lnTo>
                  <a:lnTo>
                    <a:pt x="6280465" y="276356"/>
                  </a:lnTo>
                  <a:lnTo>
                    <a:pt x="6317883" y="300608"/>
                  </a:lnTo>
                  <a:lnTo>
                    <a:pt x="6355300" y="354628"/>
                  </a:lnTo>
                  <a:lnTo>
                    <a:pt x="6392717" y="402935"/>
                  </a:lnTo>
                  <a:lnTo>
                    <a:pt x="6430134" y="387079"/>
                  </a:lnTo>
                  <a:lnTo>
                    <a:pt x="6467551" y="386444"/>
                  </a:lnTo>
                  <a:lnTo>
                    <a:pt x="6504968" y="385810"/>
                  </a:lnTo>
                  <a:lnTo>
                    <a:pt x="6542385" y="394056"/>
                  </a:lnTo>
                  <a:lnTo>
                    <a:pt x="6579803" y="360266"/>
                  </a:lnTo>
                  <a:lnTo>
                    <a:pt x="6617220" y="367314"/>
                  </a:lnTo>
                  <a:lnTo>
                    <a:pt x="6654637" y="416255"/>
                  </a:lnTo>
                  <a:lnTo>
                    <a:pt x="6692054" y="411011"/>
                  </a:lnTo>
                  <a:lnTo>
                    <a:pt x="6729471" y="491356"/>
                  </a:lnTo>
                  <a:lnTo>
                    <a:pt x="6766888" y="529644"/>
                  </a:lnTo>
                  <a:lnTo>
                    <a:pt x="6804305" y="529644"/>
                  </a:lnTo>
                  <a:lnTo>
                    <a:pt x="6841722" y="529644"/>
                  </a:lnTo>
                  <a:lnTo>
                    <a:pt x="6879140" y="529644"/>
                  </a:lnTo>
                  <a:lnTo>
                    <a:pt x="6916557" y="529644"/>
                  </a:lnTo>
                  <a:lnTo>
                    <a:pt x="6953974" y="529644"/>
                  </a:lnTo>
                  <a:lnTo>
                    <a:pt x="6991391" y="529644"/>
                  </a:lnTo>
                  <a:lnTo>
                    <a:pt x="7028808" y="529644"/>
                  </a:lnTo>
                  <a:lnTo>
                    <a:pt x="7066225" y="529644"/>
                  </a:lnTo>
                  <a:lnTo>
                    <a:pt x="7103642" y="529644"/>
                  </a:lnTo>
                  <a:lnTo>
                    <a:pt x="7141060" y="529644"/>
                  </a:lnTo>
                  <a:lnTo>
                    <a:pt x="7178477" y="529644"/>
                  </a:lnTo>
                  <a:lnTo>
                    <a:pt x="7215894" y="529644"/>
                  </a:lnTo>
                  <a:lnTo>
                    <a:pt x="7253311" y="529644"/>
                  </a:lnTo>
                  <a:lnTo>
                    <a:pt x="7290728" y="529644"/>
                  </a:lnTo>
                  <a:lnTo>
                    <a:pt x="7328145" y="529538"/>
                  </a:lnTo>
                  <a:lnTo>
                    <a:pt x="7365562" y="529538"/>
                  </a:lnTo>
                  <a:lnTo>
                    <a:pt x="7402979" y="529538"/>
                  </a:lnTo>
                  <a:lnTo>
                    <a:pt x="7440397" y="529538"/>
                  </a:lnTo>
                  <a:lnTo>
                    <a:pt x="7477814" y="529538"/>
                  </a:lnTo>
                  <a:lnTo>
                    <a:pt x="7515231" y="529538"/>
                  </a:lnTo>
                  <a:lnTo>
                    <a:pt x="7552648" y="529538"/>
                  </a:lnTo>
                  <a:lnTo>
                    <a:pt x="7590065" y="529538"/>
                  </a:lnTo>
                  <a:lnTo>
                    <a:pt x="7627482" y="529538"/>
                  </a:lnTo>
                  <a:lnTo>
                    <a:pt x="7664899" y="529538"/>
                  </a:lnTo>
                  <a:lnTo>
                    <a:pt x="7702317" y="529538"/>
                  </a:lnTo>
                  <a:lnTo>
                    <a:pt x="7739734" y="529538"/>
                  </a:lnTo>
                  <a:lnTo>
                    <a:pt x="7777151" y="529538"/>
                  </a:lnTo>
                  <a:lnTo>
                    <a:pt x="7814568" y="529538"/>
                  </a:lnTo>
                  <a:lnTo>
                    <a:pt x="7851985" y="529538"/>
                  </a:lnTo>
                  <a:lnTo>
                    <a:pt x="7889402" y="529538"/>
                  </a:lnTo>
                  <a:lnTo>
                    <a:pt x="7926819" y="529538"/>
                  </a:lnTo>
                  <a:lnTo>
                    <a:pt x="7964236" y="529538"/>
                  </a:lnTo>
                  <a:lnTo>
                    <a:pt x="8001654" y="529538"/>
                  </a:lnTo>
                  <a:lnTo>
                    <a:pt x="8039071" y="529538"/>
                  </a:lnTo>
                  <a:lnTo>
                    <a:pt x="8076488" y="529538"/>
                  </a:lnTo>
                  <a:lnTo>
                    <a:pt x="8113905" y="529644"/>
                  </a:lnTo>
                  <a:lnTo>
                    <a:pt x="8151322" y="529644"/>
                  </a:lnTo>
                  <a:lnTo>
                    <a:pt x="8188739" y="529644"/>
                  </a:lnTo>
                  <a:lnTo>
                    <a:pt x="8226156" y="529644"/>
                  </a:lnTo>
                  <a:lnTo>
                    <a:pt x="8263574" y="529644"/>
                  </a:lnTo>
                  <a:lnTo>
                    <a:pt x="8300991" y="529644"/>
                  </a:lnTo>
                  <a:lnTo>
                    <a:pt x="8338408" y="515654"/>
                  </a:lnTo>
                  <a:lnTo>
                    <a:pt x="8375825" y="508774"/>
                  </a:lnTo>
                  <a:lnTo>
                    <a:pt x="8375825" y="529644"/>
                  </a:lnTo>
                  <a:lnTo>
                    <a:pt x="8338408" y="529644"/>
                  </a:lnTo>
                  <a:lnTo>
                    <a:pt x="8300991" y="529644"/>
                  </a:lnTo>
                  <a:lnTo>
                    <a:pt x="8263574" y="529644"/>
                  </a:lnTo>
                  <a:lnTo>
                    <a:pt x="8226156" y="529644"/>
                  </a:lnTo>
                  <a:lnTo>
                    <a:pt x="8188739" y="529644"/>
                  </a:lnTo>
                  <a:lnTo>
                    <a:pt x="8151322" y="529644"/>
                  </a:lnTo>
                  <a:lnTo>
                    <a:pt x="8113905" y="529644"/>
                  </a:lnTo>
                  <a:lnTo>
                    <a:pt x="8076488" y="529644"/>
                  </a:lnTo>
                  <a:lnTo>
                    <a:pt x="8039071" y="529644"/>
                  </a:lnTo>
                  <a:lnTo>
                    <a:pt x="8001654" y="529644"/>
                  </a:lnTo>
                  <a:lnTo>
                    <a:pt x="7964236" y="529644"/>
                  </a:lnTo>
                  <a:lnTo>
                    <a:pt x="7926819" y="529644"/>
                  </a:lnTo>
                  <a:lnTo>
                    <a:pt x="7889402" y="529644"/>
                  </a:lnTo>
                  <a:lnTo>
                    <a:pt x="7851985" y="529644"/>
                  </a:lnTo>
                  <a:lnTo>
                    <a:pt x="7814568" y="529644"/>
                  </a:lnTo>
                  <a:lnTo>
                    <a:pt x="7777151" y="529644"/>
                  </a:lnTo>
                  <a:lnTo>
                    <a:pt x="7739734" y="529644"/>
                  </a:lnTo>
                  <a:lnTo>
                    <a:pt x="7702317" y="529644"/>
                  </a:lnTo>
                  <a:lnTo>
                    <a:pt x="7664899" y="529644"/>
                  </a:lnTo>
                  <a:lnTo>
                    <a:pt x="7627482" y="529644"/>
                  </a:lnTo>
                  <a:lnTo>
                    <a:pt x="7590065" y="529644"/>
                  </a:lnTo>
                  <a:lnTo>
                    <a:pt x="7552648" y="529644"/>
                  </a:lnTo>
                  <a:lnTo>
                    <a:pt x="7515231" y="529644"/>
                  </a:lnTo>
                  <a:lnTo>
                    <a:pt x="7477814" y="529644"/>
                  </a:lnTo>
                  <a:lnTo>
                    <a:pt x="7440397" y="529644"/>
                  </a:lnTo>
                  <a:lnTo>
                    <a:pt x="7402979" y="529644"/>
                  </a:lnTo>
                  <a:lnTo>
                    <a:pt x="7365562" y="529644"/>
                  </a:lnTo>
                  <a:lnTo>
                    <a:pt x="7328145" y="529644"/>
                  </a:lnTo>
                  <a:lnTo>
                    <a:pt x="7290728" y="529644"/>
                  </a:lnTo>
                  <a:lnTo>
                    <a:pt x="7253311" y="529644"/>
                  </a:lnTo>
                  <a:lnTo>
                    <a:pt x="7215894" y="529644"/>
                  </a:lnTo>
                  <a:lnTo>
                    <a:pt x="7178477" y="529644"/>
                  </a:lnTo>
                  <a:lnTo>
                    <a:pt x="7141060" y="529644"/>
                  </a:lnTo>
                  <a:lnTo>
                    <a:pt x="7103642" y="529644"/>
                  </a:lnTo>
                  <a:lnTo>
                    <a:pt x="7066225" y="529644"/>
                  </a:lnTo>
                  <a:lnTo>
                    <a:pt x="7028808" y="529644"/>
                  </a:lnTo>
                  <a:lnTo>
                    <a:pt x="6991391" y="529644"/>
                  </a:lnTo>
                  <a:lnTo>
                    <a:pt x="6953974" y="529644"/>
                  </a:lnTo>
                  <a:lnTo>
                    <a:pt x="6916557" y="529644"/>
                  </a:lnTo>
                  <a:lnTo>
                    <a:pt x="6879140" y="529644"/>
                  </a:lnTo>
                  <a:lnTo>
                    <a:pt x="6841722" y="529644"/>
                  </a:lnTo>
                  <a:lnTo>
                    <a:pt x="6804305" y="529644"/>
                  </a:lnTo>
                  <a:lnTo>
                    <a:pt x="6766888" y="529644"/>
                  </a:lnTo>
                  <a:lnTo>
                    <a:pt x="6729471" y="529644"/>
                  </a:lnTo>
                  <a:lnTo>
                    <a:pt x="6692054" y="529644"/>
                  </a:lnTo>
                  <a:lnTo>
                    <a:pt x="6654637" y="529644"/>
                  </a:lnTo>
                  <a:lnTo>
                    <a:pt x="6617220" y="529644"/>
                  </a:lnTo>
                  <a:lnTo>
                    <a:pt x="6579803" y="529644"/>
                  </a:lnTo>
                  <a:lnTo>
                    <a:pt x="6542385" y="529644"/>
                  </a:lnTo>
                  <a:lnTo>
                    <a:pt x="6504968" y="529644"/>
                  </a:lnTo>
                  <a:lnTo>
                    <a:pt x="6467551" y="529644"/>
                  </a:lnTo>
                  <a:lnTo>
                    <a:pt x="6430134" y="529644"/>
                  </a:lnTo>
                  <a:lnTo>
                    <a:pt x="6392717" y="529644"/>
                  </a:lnTo>
                  <a:lnTo>
                    <a:pt x="6355300" y="529644"/>
                  </a:lnTo>
                  <a:lnTo>
                    <a:pt x="6317883" y="529644"/>
                  </a:lnTo>
                  <a:lnTo>
                    <a:pt x="6280465" y="529644"/>
                  </a:lnTo>
                  <a:lnTo>
                    <a:pt x="6243048" y="529644"/>
                  </a:lnTo>
                  <a:lnTo>
                    <a:pt x="6205631" y="529644"/>
                  </a:lnTo>
                  <a:lnTo>
                    <a:pt x="6168214" y="529644"/>
                  </a:lnTo>
                  <a:lnTo>
                    <a:pt x="6130797" y="529644"/>
                  </a:lnTo>
                  <a:lnTo>
                    <a:pt x="6093380" y="529644"/>
                  </a:lnTo>
                  <a:lnTo>
                    <a:pt x="6055963" y="529644"/>
                  </a:lnTo>
                  <a:lnTo>
                    <a:pt x="6018546" y="529644"/>
                  </a:lnTo>
                  <a:lnTo>
                    <a:pt x="5981128" y="529644"/>
                  </a:lnTo>
                  <a:lnTo>
                    <a:pt x="5943711" y="529644"/>
                  </a:lnTo>
                  <a:lnTo>
                    <a:pt x="5906294" y="529644"/>
                  </a:lnTo>
                  <a:lnTo>
                    <a:pt x="5868877" y="529644"/>
                  </a:lnTo>
                  <a:lnTo>
                    <a:pt x="5831460" y="529644"/>
                  </a:lnTo>
                  <a:lnTo>
                    <a:pt x="5794043" y="529644"/>
                  </a:lnTo>
                  <a:lnTo>
                    <a:pt x="5756626" y="529644"/>
                  </a:lnTo>
                  <a:lnTo>
                    <a:pt x="5719208" y="529644"/>
                  </a:lnTo>
                  <a:lnTo>
                    <a:pt x="5681791" y="529644"/>
                  </a:lnTo>
                  <a:lnTo>
                    <a:pt x="5644374" y="529644"/>
                  </a:lnTo>
                  <a:lnTo>
                    <a:pt x="5606957" y="529644"/>
                  </a:lnTo>
                  <a:lnTo>
                    <a:pt x="5569540" y="529644"/>
                  </a:lnTo>
                  <a:lnTo>
                    <a:pt x="5532123" y="529644"/>
                  </a:lnTo>
                  <a:lnTo>
                    <a:pt x="5494706" y="529644"/>
                  </a:lnTo>
                  <a:lnTo>
                    <a:pt x="5457289" y="529644"/>
                  </a:lnTo>
                  <a:lnTo>
                    <a:pt x="5419871" y="529644"/>
                  </a:lnTo>
                  <a:lnTo>
                    <a:pt x="5382454" y="529644"/>
                  </a:lnTo>
                  <a:lnTo>
                    <a:pt x="5345037" y="529644"/>
                  </a:lnTo>
                  <a:lnTo>
                    <a:pt x="5307620" y="529644"/>
                  </a:lnTo>
                  <a:lnTo>
                    <a:pt x="5270203" y="529644"/>
                  </a:lnTo>
                  <a:lnTo>
                    <a:pt x="5232786" y="529644"/>
                  </a:lnTo>
                  <a:lnTo>
                    <a:pt x="5195369" y="529644"/>
                  </a:lnTo>
                  <a:lnTo>
                    <a:pt x="5157951" y="529644"/>
                  </a:lnTo>
                  <a:lnTo>
                    <a:pt x="5120534" y="529644"/>
                  </a:lnTo>
                  <a:lnTo>
                    <a:pt x="5083117" y="529644"/>
                  </a:lnTo>
                  <a:lnTo>
                    <a:pt x="5045700" y="529644"/>
                  </a:lnTo>
                  <a:lnTo>
                    <a:pt x="5008283" y="529644"/>
                  </a:lnTo>
                  <a:lnTo>
                    <a:pt x="4970866" y="529644"/>
                  </a:lnTo>
                  <a:lnTo>
                    <a:pt x="4933449" y="529644"/>
                  </a:lnTo>
                  <a:lnTo>
                    <a:pt x="4896031" y="529644"/>
                  </a:lnTo>
                  <a:lnTo>
                    <a:pt x="4858614" y="529644"/>
                  </a:lnTo>
                  <a:lnTo>
                    <a:pt x="4821197" y="529644"/>
                  </a:lnTo>
                  <a:lnTo>
                    <a:pt x="4783780" y="529644"/>
                  </a:lnTo>
                  <a:lnTo>
                    <a:pt x="4746363" y="529644"/>
                  </a:lnTo>
                  <a:lnTo>
                    <a:pt x="4708946" y="529644"/>
                  </a:lnTo>
                  <a:lnTo>
                    <a:pt x="4671529" y="529644"/>
                  </a:lnTo>
                  <a:lnTo>
                    <a:pt x="4634112" y="529644"/>
                  </a:lnTo>
                  <a:lnTo>
                    <a:pt x="4596694" y="529644"/>
                  </a:lnTo>
                  <a:lnTo>
                    <a:pt x="4559277" y="529644"/>
                  </a:lnTo>
                  <a:lnTo>
                    <a:pt x="4521860" y="529644"/>
                  </a:lnTo>
                  <a:lnTo>
                    <a:pt x="4484443" y="529644"/>
                  </a:lnTo>
                  <a:lnTo>
                    <a:pt x="4447026" y="529644"/>
                  </a:lnTo>
                  <a:lnTo>
                    <a:pt x="4409609" y="529644"/>
                  </a:lnTo>
                  <a:lnTo>
                    <a:pt x="4372192" y="529644"/>
                  </a:lnTo>
                  <a:lnTo>
                    <a:pt x="4334774" y="529644"/>
                  </a:lnTo>
                  <a:lnTo>
                    <a:pt x="4297357" y="529644"/>
                  </a:lnTo>
                  <a:lnTo>
                    <a:pt x="4259940" y="529644"/>
                  </a:lnTo>
                  <a:lnTo>
                    <a:pt x="4222523" y="529644"/>
                  </a:lnTo>
                  <a:lnTo>
                    <a:pt x="4185106" y="529644"/>
                  </a:lnTo>
                  <a:lnTo>
                    <a:pt x="4147689" y="529644"/>
                  </a:lnTo>
                  <a:lnTo>
                    <a:pt x="4110272" y="529644"/>
                  </a:lnTo>
                  <a:lnTo>
                    <a:pt x="4072855" y="529644"/>
                  </a:lnTo>
                  <a:lnTo>
                    <a:pt x="4035437" y="529644"/>
                  </a:lnTo>
                  <a:lnTo>
                    <a:pt x="3998020" y="529644"/>
                  </a:lnTo>
                  <a:lnTo>
                    <a:pt x="3960603" y="529644"/>
                  </a:lnTo>
                  <a:lnTo>
                    <a:pt x="3923186" y="529644"/>
                  </a:lnTo>
                  <a:lnTo>
                    <a:pt x="3885769" y="529644"/>
                  </a:lnTo>
                  <a:lnTo>
                    <a:pt x="3848352" y="529644"/>
                  </a:lnTo>
                  <a:lnTo>
                    <a:pt x="3810935" y="529644"/>
                  </a:lnTo>
                  <a:lnTo>
                    <a:pt x="3773517" y="529644"/>
                  </a:lnTo>
                  <a:lnTo>
                    <a:pt x="3736100" y="529644"/>
                  </a:lnTo>
                  <a:lnTo>
                    <a:pt x="3698683" y="529644"/>
                  </a:lnTo>
                  <a:lnTo>
                    <a:pt x="3661266" y="529644"/>
                  </a:lnTo>
                  <a:lnTo>
                    <a:pt x="3623849" y="529644"/>
                  </a:lnTo>
                  <a:lnTo>
                    <a:pt x="3586432" y="529644"/>
                  </a:lnTo>
                  <a:lnTo>
                    <a:pt x="3549015" y="529644"/>
                  </a:lnTo>
                  <a:lnTo>
                    <a:pt x="3511598" y="529644"/>
                  </a:lnTo>
                  <a:lnTo>
                    <a:pt x="3474180" y="529644"/>
                  </a:lnTo>
                  <a:lnTo>
                    <a:pt x="3436763" y="529644"/>
                  </a:lnTo>
                  <a:lnTo>
                    <a:pt x="3399346" y="529644"/>
                  </a:lnTo>
                  <a:lnTo>
                    <a:pt x="3361929" y="529644"/>
                  </a:lnTo>
                  <a:lnTo>
                    <a:pt x="3324512" y="529644"/>
                  </a:lnTo>
                  <a:lnTo>
                    <a:pt x="3287095" y="529644"/>
                  </a:lnTo>
                  <a:lnTo>
                    <a:pt x="3249678" y="529644"/>
                  </a:lnTo>
                  <a:lnTo>
                    <a:pt x="3212260" y="529644"/>
                  </a:lnTo>
                  <a:lnTo>
                    <a:pt x="3174843" y="529644"/>
                  </a:lnTo>
                  <a:lnTo>
                    <a:pt x="3137426" y="529644"/>
                  </a:lnTo>
                  <a:lnTo>
                    <a:pt x="3100009" y="529644"/>
                  </a:lnTo>
                  <a:lnTo>
                    <a:pt x="3062592" y="529644"/>
                  </a:lnTo>
                  <a:lnTo>
                    <a:pt x="3025175" y="529644"/>
                  </a:lnTo>
                  <a:lnTo>
                    <a:pt x="2987758" y="529644"/>
                  </a:lnTo>
                  <a:lnTo>
                    <a:pt x="2950341" y="529644"/>
                  </a:lnTo>
                  <a:lnTo>
                    <a:pt x="2912923" y="529644"/>
                  </a:lnTo>
                  <a:lnTo>
                    <a:pt x="2875506" y="529644"/>
                  </a:lnTo>
                  <a:lnTo>
                    <a:pt x="2838089" y="529644"/>
                  </a:lnTo>
                  <a:lnTo>
                    <a:pt x="2800672" y="529644"/>
                  </a:lnTo>
                  <a:lnTo>
                    <a:pt x="2763255" y="529644"/>
                  </a:lnTo>
                  <a:lnTo>
                    <a:pt x="2725838" y="529644"/>
                  </a:lnTo>
                  <a:lnTo>
                    <a:pt x="2688421" y="529644"/>
                  </a:lnTo>
                  <a:lnTo>
                    <a:pt x="2651003" y="529644"/>
                  </a:lnTo>
                  <a:lnTo>
                    <a:pt x="2613586" y="529644"/>
                  </a:lnTo>
                  <a:lnTo>
                    <a:pt x="2576169" y="529644"/>
                  </a:lnTo>
                  <a:lnTo>
                    <a:pt x="2538752" y="529644"/>
                  </a:lnTo>
                  <a:lnTo>
                    <a:pt x="2501335" y="529644"/>
                  </a:lnTo>
                  <a:lnTo>
                    <a:pt x="2463918" y="529644"/>
                  </a:lnTo>
                  <a:lnTo>
                    <a:pt x="2426501" y="529644"/>
                  </a:lnTo>
                  <a:lnTo>
                    <a:pt x="2389084" y="529644"/>
                  </a:lnTo>
                  <a:lnTo>
                    <a:pt x="2351666" y="529644"/>
                  </a:lnTo>
                  <a:lnTo>
                    <a:pt x="2314249" y="529644"/>
                  </a:lnTo>
                  <a:lnTo>
                    <a:pt x="2276832" y="529644"/>
                  </a:lnTo>
                  <a:lnTo>
                    <a:pt x="2239415" y="529644"/>
                  </a:lnTo>
                  <a:lnTo>
                    <a:pt x="2201998" y="529644"/>
                  </a:lnTo>
                  <a:lnTo>
                    <a:pt x="2164581" y="529644"/>
                  </a:lnTo>
                  <a:lnTo>
                    <a:pt x="2127164" y="529644"/>
                  </a:lnTo>
                  <a:lnTo>
                    <a:pt x="2089746" y="529644"/>
                  </a:lnTo>
                  <a:lnTo>
                    <a:pt x="2052329" y="529644"/>
                  </a:lnTo>
                  <a:lnTo>
                    <a:pt x="2014912" y="529644"/>
                  </a:lnTo>
                  <a:lnTo>
                    <a:pt x="1977495" y="529644"/>
                  </a:lnTo>
                  <a:lnTo>
                    <a:pt x="1940078" y="529644"/>
                  </a:lnTo>
                  <a:lnTo>
                    <a:pt x="1902661" y="529644"/>
                  </a:lnTo>
                  <a:lnTo>
                    <a:pt x="1865244" y="529644"/>
                  </a:lnTo>
                  <a:lnTo>
                    <a:pt x="1827826" y="529644"/>
                  </a:lnTo>
                  <a:lnTo>
                    <a:pt x="1790409" y="529644"/>
                  </a:lnTo>
                  <a:lnTo>
                    <a:pt x="1752992" y="529644"/>
                  </a:lnTo>
                  <a:lnTo>
                    <a:pt x="1715575" y="529644"/>
                  </a:lnTo>
                  <a:lnTo>
                    <a:pt x="1678158" y="529644"/>
                  </a:lnTo>
                  <a:lnTo>
                    <a:pt x="1640741" y="529644"/>
                  </a:lnTo>
                  <a:lnTo>
                    <a:pt x="1603324" y="529644"/>
                  </a:lnTo>
                  <a:lnTo>
                    <a:pt x="1565907" y="529644"/>
                  </a:lnTo>
                  <a:lnTo>
                    <a:pt x="1528489" y="529644"/>
                  </a:lnTo>
                  <a:lnTo>
                    <a:pt x="1491072" y="529644"/>
                  </a:lnTo>
                  <a:lnTo>
                    <a:pt x="1453655" y="529644"/>
                  </a:lnTo>
                  <a:lnTo>
                    <a:pt x="1416238" y="529644"/>
                  </a:lnTo>
                  <a:lnTo>
                    <a:pt x="1378821" y="529644"/>
                  </a:lnTo>
                  <a:lnTo>
                    <a:pt x="1341404" y="529644"/>
                  </a:lnTo>
                  <a:lnTo>
                    <a:pt x="1303987" y="529644"/>
                  </a:lnTo>
                  <a:lnTo>
                    <a:pt x="1266569" y="529644"/>
                  </a:lnTo>
                  <a:lnTo>
                    <a:pt x="1229152" y="529644"/>
                  </a:lnTo>
                  <a:lnTo>
                    <a:pt x="1191735" y="529644"/>
                  </a:lnTo>
                  <a:lnTo>
                    <a:pt x="1154318" y="529644"/>
                  </a:lnTo>
                  <a:lnTo>
                    <a:pt x="1116901" y="529644"/>
                  </a:lnTo>
                  <a:lnTo>
                    <a:pt x="1079484" y="529644"/>
                  </a:lnTo>
                  <a:lnTo>
                    <a:pt x="1042067" y="529644"/>
                  </a:lnTo>
                  <a:lnTo>
                    <a:pt x="1004650" y="529644"/>
                  </a:lnTo>
                  <a:lnTo>
                    <a:pt x="967232" y="529644"/>
                  </a:lnTo>
                  <a:lnTo>
                    <a:pt x="929815" y="529644"/>
                  </a:lnTo>
                  <a:lnTo>
                    <a:pt x="892398" y="529644"/>
                  </a:lnTo>
                  <a:lnTo>
                    <a:pt x="854981" y="529644"/>
                  </a:lnTo>
                  <a:lnTo>
                    <a:pt x="817564" y="529644"/>
                  </a:lnTo>
                  <a:lnTo>
                    <a:pt x="780147" y="529644"/>
                  </a:lnTo>
                  <a:lnTo>
                    <a:pt x="742730" y="529644"/>
                  </a:lnTo>
                  <a:lnTo>
                    <a:pt x="705312" y="529644"/>
                  </a:lnTo>
                  <a:lnTo>
                    <a:pt x="667895" y="529644"/>
                  </a:lnTo>
                  <a:lnTo>
                    <a:pt x="630478" y="529644"/>
                  </a:lnTo>
                  <a:lnTo>
                    <a:pt x="593061" y="529644"/>
                  </a:lnTo>
                  <a:lnTo>
                    <a:pt x="555644" y="529644"/>
                  </a:lnTo>
                  <a:lnTo>
                    <a:pt x="518227" y="529644"/>
                  </a:lnTo>
                  <a:lnTo>
                    <a:pt x="480810" y="529644"/>
                  </a:lnTo>
                  <a:lnTo>
                    <a:pt x="443393" y="529644"/>
                  </a:lnTo>
                  <a:lnTo>
                    <a:pt x="405975" y="529644"/>
                  </a:lnTo>
                  <a:lnTo>
                    <a:pt x="368558" y="529644"/>
                  </a:lnTo>
                  <a:lnTo>
                    <a:pt x="331141" y="529644"/>
                  </a:lnTo>
                  <a:lnTo>
                    <a:pt x="293724" y="529644"/>
                  </a:lnTo>
                  <a:lnTo>
                    <a:pt x="256307" y="529644"/>
                  </a:lnTo>
                  <a:lnTo>
                    <a:pt x="218890" y="529644"/>
                  </a:lnTo>
                  <a:lnTo>
                    <a:pt x="181473" y="529644"/>
                  </a:lnTo>
                  <a:lnTo>
                    <a:pt x="144055" y="529644"/>
                  </a:lnTo>
                  <a:lnTo>
                    <a:pt x="106638" y="529644"/>
                  </a:lnTo>
                  <a:lnTo>
                    <a:pt x="69221" y="529644"/>
                  </a:lnTo>
                  <a:lnTo>
                    <a:pt x="31804" y="529644"/>
                  </a:lnTo>
                  <a:lnTo>
                    <a:pt x="0" y="52964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364383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68007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417829" y="1785686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46724" y="1260143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46724" y="73460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587875" y="18294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7875" y="13039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7875" y="7783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7765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48508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19365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9022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961078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22670" y="2355589"/>
              <a:ext cx="8114637" cy="1668810"/>
            </a:xfrm>
            <a:custGeom>
              <a:avLst/>
              <a:pathLst>
                <a:path w="8114637" h="1668810">
                  <a:moveTo>
                    <a:pt x="0" y="1407455"/>
                  </a:moveTo>
                  <a:lnTo>
                    <a:pt x="31804" y="1413996"/>
                  </a:lnTo>
                  <a:lnTo>
                    <a:pt x="69221" y="1445066"/>
                  </a:lnTo>
                  <a:lnTo>
                    <a:pt x="106638" y="1446702"/>
                  </a:lnTo>
                  <a:lnTo>
                    <a:pt x="144055" y="1452230"/>
                  </a:lnTo>
                  <a:lnTo>
                    <a:pt x="181473" y="1445326"/>
                  </a:lnTo>
                  <a:lnTo>
                    <a:pt x="218890" y="1450267"/>
                  </a:lnTo>
                  <a:lnTo>
                    <a:pt x="256307" y="1389549"/>
                  </a:lnTo>
                  <a:lnTo>
                    <a:pt x="293724" y="1420977"/>
                  </a:lnTo>
                  <a:lnTo>
                    <a:pt x="331141" y="1398529"/>
                  </a:lnTo>
                  <a:lnTo>
                    <a:pt x="368558" y="1463629"/>
                  </a:lnTo>
                  <a:lnTo>
                    <a:pt x="405975" y="1488322"/>
                  </a:lnTo>
                  <a:lnTo>
                    <a:pt x="443393" y="1488322"/>
                  </a:lnTo>
                  <a:lnTo>
                    <a:pt x="480810" y="1488322"/>
                  </a:lnTo>
                  <a:lnTo>
                    <a:pt x="518227" y="1508525"/>
                  </a:lnTo>
                  <a:lnTo>
                    <a:pt x="555644" y="1533219"/>
                  </a:lnTo>
                  <a:lnTo>
                    <a:pt x="593061" y="1533219"/>
                  </a:lnTo>
                  <a:lnTo>
                    <a:pt x="630478" y="1533219"/>
                  </a:lnTo>
                  <a:lnTo>
                    <a:pt x="667895" y="1501791"/>
                  </a:lnTo>
                  <a:lnTo>
                    <a:pt x="705312" y="1481588"/>
                  </a:lnTo>
                  <a:lnTo>
                    <a:pt x="742730" y="1445670"/>
                  </a:lnTo>
                  <a:lnTo>
                    <a:pt x="780147" y="1403018"/>
                  </a:lnTo>
                  <a:lnTo>
                    <a:pt x="817564" y="1353632"/>
                  </a:lnTo>
                  <a:lnTo>
                    <a:pt x="854981" y="1342408"/>
                  </a:lnTo>
                  <a:lnTo>
                    <a:pt x="892398" y="1353632"/>
                  </a:lnTo>
                  <a:lnTo>
                    <a:pt x="929815" y="1382815"/>
                  </a:lnTo>
                  <a:lnTo>
                    <a:pt x="967232" y="1398529"/>
                  </a:lnTo>
                  <a:lnTo>
                    <a:pt x="1004650" y="1382815"/>
                  </a:lnTo>
                  <a:lnTo>
                    <a:pt x="1042067" y="1353632"/>
                  </a:lnTo>
                  <a:lnTo>
                    <a:pt x="1079484" y="1326694"/>
                  </a:lnTo>
                  <a:lnTo>
                    <a:pt x="1116901" y="1225677"/>
                  </a:lnTo>
                  <a:lnTo>
                    <a:pt x="1154318" y="1389727"/>
                  </a:lnTo>
                  <a:lnTo>
                    <a:pt x="1191735" y="1428111"/>
                  </a:lnTo>
                  <a:lnTo>
                    <a:pt x="1229152" y="1457692"/>
                  </a:lnTo>
                  <a:lnTo>
                    <a:pt x="1266569" y="1433097"/>
                  </a:lnTo>
                  <a:lnTo>
                    <a:pt x="1303987" y="1400676"/>
                  </a:lnTo>
                  <a:lnTo>
                    <a:pt x="1341404" y="1424588"/>
                  </a:lnTo>
                  <a:lnTo>
                    <a:pt x="1378821" y="1444220"/>
                  </a:lnTo>
                  <a:lnTo>
                    <a:pt x="1416238" y="1426443"/>
                  </a:lnTo>
                  <a:lnTo>
                    <a:pt x="1453655" y="1432057"/>
                  </a:lnTo>
                  <a:lnTo>
                    <a:pt x="1491072" y="1432057"/>
                  </a:lnTo>
                  <a:lnTo>
                    <a:pt x="1528489" y="1432057"/>
                  </a:lnTo>
                  <a:lnTo>
                    <a:pt x="1565907" y="1430186"/>
                  </a:lnTo>
                  <a:lnTo>
                    <a:pt x="1603324" y="1417087"/>
                  </a:lnTo>
                  <a:lnTo>
                    <a:pt x="1640741" y="1424572"/>
                  </a:lnTo>
                  <a:lnTo>
                    <a:pt x="1678158" y="1466674"/>
                  </a:lnTo>
                  <a:lnTo>
                    <a:pt x="1715575" y="1474159"/>
                  </a:lnTo>
                  <a:lnTo>
                    <a:pt x="1752992" y="1491594"/>
                  </a:lnTo>
                  <a:lnTo>
                    <a:pt x="1790409" y="1446653"/>
                  </a:lnTo>
                  <a:lnTo>
                    <a:pt x="1827826" y="1472682"/>
                  </a:lnTo>
                  <a:lnTo>
                    <a:pt x="1865244" y="1549883"/>
                  </a:lnTo>
                  <a:lnTo>
                    <a:pt x="1902661" y="1445066"/>
                  </a:lnTo>
                  <a:lnTo>
                    <a:pt x="1940078" y="1477337"/>
                  </a:lnTo>
                  <a:lnTo>
                    <a:pt x="1977495" y="1519457"/>
                  </a:lnTo>
                  <a:lnTo>
                    <a:pt x="2014912" y="1499240"/>
                  </a:lnTo>
                  <a:lnTo>
                    <a:pt x="2052329" y="1465977"/>
                  </a:lnTo>
                  <a:lnTo>
                    <a:pt x="2089746" y="1302001"/>
                  </a:lnTo>
                  <a:lnTo>
                    <a:pt x="2127164" y="1429319"/>
                  </a:lnTo>
                  <a:lnTo>
                    <a:pt x="2164581" y="1429210"/>
                  </a:lnTo>
                  <a:lnTo>
                    <a:pt x="2201998" y="1369843"/>
                  </a:lnTo>
                  <a:lnTo>
                    <a:pt x="2239415" y="1310973"/>
                  </a:lnTo>
                  <a:lnTo>
                    <a:pt x="2276832" y="1278267"/>
                  </a:lnTo>
                  <a:lnTo>
                    <a:pt x="2314249" y="1346589"/>
                  </a:lnTo>
                  <a:lnTo>
                    <a:pt x="2351666" y="1286035"/>
                  </a:lnTo>
                  <a:lnTo>
                    <a:pt x="2389084" y="1238414"/>
                  </a:lnTo>
                  <a:lnTo>
                    <a:pt x="2426501" y="1156437"/>
                  </a:lnTo>
                  <a:lnTo>
                    <a:pt x="2463918" y="1143423"/>
                  </a:lnTo>
                  <a:lnTo>
                    <a:pt x="2501335" y="1035405"/>
                  </a:lnTo>
                  <a:lnTo>
                    <a:pt x="2538752" y="963827"/>
                  </a:lnTo>
                  <a:lnTo>
                    <a:pt x="2576169" y="943005"/>
                  </a:lnTo>
                  <a:lnTo>
                    <a:pt x="2613586" y="915675"/>
                  </a:lnTo>
                  <a:lnTo>
                    <a:pt x="2651003" y="862317"/>
                  </a:lnTo>
                  <a:lnTo>
                    <a:pt x="2688421" y="785369"/>
                  </a:lnTo>
                  <a:lnTo>
                    <a:pt x="2725838" y="742526"/>
                  </a:lnTo>
                  <a:lnTo>
                    <a:pt x="2763255" y="439364"/>
                  </a:lnTo>
                  <a:lnTo>
                    <a:pt x="2800672" y="383764"/>
                  </a:lnTo>
                  <a:lnTo>
                    <a:pt x="2838089" y="341247"/>
                  </a:lnTo>
                  <a:lnTo>
                    <a:pt x="2875506" y="333357"/>
                  </a:lnTo>
                  <a:lnTo>
                    <a:pt x="2912923" y="431075"/>
                  </a:lnTo>
                  <a:lnTo>
                    <a:pt x="2950341" y="466061"/>
                  </a:lnTo>
                  <a:lnTo>
                    <a:pt x="2987758" y="0"/>
                  </a:lnTo>
                  <a:lnTo>
                    <a:pt x="2987758" y="0"/>
                  </a:lnTo>
                  <a:lnTo>
                    <a:pt x="3025175" y="13469"/>
                  </a:lnTo>
                  <a:lnTo>
                    <a:pt x="3062592" y="71834"/>
                  </a:lnTo>
                  <a:lnTo>
                    <a:pt x="3100009" y="78569"/>
                  </a:lnTo>
                  <a:lnTo>
                    <a:pt x="3137426" y="121221"/>
                  </a:lnTo>
                  <a:lnTo>
                    <a:pt x="3174843" y="569229"/>
                  </a:lnTo>
                  <a:lnTo>
                    <a:pt x="3212260" y="658493"/>
                  </a:lnTo>
                  <a:lnTo>
                    <a:pt x="3249678" y="996446"/>
                  </a:lnTo>
                  <a:lnTo>
                    <a:pt x="3287095" y="947538"/>
                  </a:lnTo>
                  <a:lnTo>
                    <a:pt x="3324512" y="906565"/>
                  </a:lnTo>
                  <a:lnTo>
                    <a:pt x="3361929" y="1005797"/>
                  </a:lnTo>
                  <a:lnTo>
                    <a:pt x="3399346" y="995138"/>
                  </a:lnTo>
                  <a:lnTo>
                    <a:pt x="3436763" y="979338"/>
                  </a:lnTo>
                  <a:lnTo>
                    <a:pt x="3474180" y="941424"/>
                  </a:lnTo>
                  <a:lnTo>
                    <a:pt x="3511598" y="986610"/>
                  </a:lnTo>
                  <a:lnTo>
                    <a:pt x="3549015" y="976902"/>
                  </a:lnTo>
                  <a:lnTo>
                    <a:pt x="3586432" y="1055788"/>
                  </a:lnTo>
                  <a:lnTo>
                    <a:pt x="3623849" y="1088508"/>
                  </a:lnTo>
                  <a:lnTo>
                    <a:pt x="3661266" y="1082092"/>
                  </a:lnTo>
                  <a:lnTo>
                    <a:pt x="3698683" y="1012162"/>
                  </a:lnTo>
                  <a:lnTo>
                    <a:pt x="3736100" y="996765"/>
                  </a:lnTo>
                  <a:lnTo>
                    <a:pt x="3773517" y="981368"/>
                  </a:lnTo>
                  <a:lnTo>
                    <a:pt x="3810935" y="877050"/>
                  </a:lnTo>
                  <a:lnTo>
                    <a:pt x="3848352" y="914495"/>
                  </a:lnTo>
                  <a:lnTo>
                    <a:pt x="3885769" y="959567"/>
                  </a:lnTo>
                  <a:lnTo>
                    <a:pt x="3923186" y="1012267"/>
                  </a:lnTo>
                  <a:lnTo>
                    <a:pt x="3960603" y="964458"/>
                  </a:lnTo>
                  <a:lnTo>
                    <a:pt x="3998020" y="1052210"/>
                  </a:lnTo>
                  <a:lnTo>
                    <a:pt x="4035437" y="1020805"/>
                  </a:lnTo>
                  <a:lnTo>
                    <a:pt x="4072855" y="1042338"/>
                  </a:lnTo>
                  <a:lnTo>
                    <a:pt x="4110272" y="1115695"/>
                  </a:lnTo>
                  <a:lnTo>
                    <a:pt x="4147689" y="1065296"/>
                  </a:lnTo>
                  <a:lnTo>
                    <a:pt x="4185106" y="1049391"/>
                  </a:lnTo>
                  <a:lnTo>
                    <a:pt x="4222523" y="1103656"/>
                  </a:lnTo>
                  <a:lnTo>
                    <a:pt x="4259940" y="1109861"/>
                  </a:lnTo>
                  <a:lnTo>
                    <a:pt x="4297357" y="1138288"/>
                  </a:lnTo>
                  <a:lnTo>
                    <a:pt x="4334774" y="1171791"/>
                  </a:lnTo>
                  <a:lnTo>
                    <a:pt x="4372192" y="1160624"/>
                  </a:lnTo>
                  <a:lnTo>
                    <a:pt x="4409609" y="1148441"/>
                  </a:lnTo>
                  <a:lnTo>
                    <a:pt x="4447026" y="1162654"/>
                  </a:lnTo>
                  <a:lnTo>
                    <a:pt x="4484443" y="1201234"/>
                  </a:lnTo>
                  <a:lnTo>
                    <a:pt x="4521860" y="1280423"/>
                  </a:lnTo>
                  <a:lnTo>
                    <a:pt x="4559277" y="1294472"/>
                  </a:lnTo>
                  <a:lnTo>
                    <a:pt x="4596694" y="1275739"/>
                  </a:lnTo>
                  <a:lnTo>
                    <a:pt x="4634112" y="1010080"/>
                  </a:lnTo>
                  <a:lnTo>
                    <a:pt x="4671529" y="924842"/>
                  </a:lnTo>
                  <a:lnTo>
                    <a:pt x="4708946" y="673449"/>
                  </a:lnTo>
                  <a:lnTo>
                    <a:pt x="4746363" y="760997"/>
                  </a:lnTo>
                  <a:lnTo>
                    <a:pt x="4783780" y="769977"/>
                  </a:lnTo>
                  <a:lnTo>
                    <a:pt x="4821197" y="810383"/>
                  </a:lnTo>
                  <a:lnTo>
                    <a:pt x="4858614" y="835077"/>
                  </a:lnTo>
                  <a:lnTo>
                    <a:pt x="4896031" y="778956"/>
                  </a:lnTo>
                  <a:lnTo>
                    <a:pt x="4933449" y="841811"/>
                  </a:lnTo>
                  <a:lnTo>
                    <a:pt x="4970866" y="859770"/>
                  </a:lnTo>
                  <a:lnTo>
                    <a:pt x="5008283" y="787935"/>
                  </a:lnTo>
                  <a:lnTo>
                    <a:pt x="5045700" y="814873"/>
                  </a:lnTo>
                  <a:lnTo>
                    <a:pt x="5083117" y="814873"/>
                  </a:lnTo>
                  <a:lnTo>
                    <a:pt x="5120534" y="774466"/>
                  </a:lnTo>
                  <a:lnTo>
                    <a:pt x="5157951" y="812628"/>
                  </a:lnTo>
                  <a:lnTo>
                    <a:pt x="5195369" y="920380"/>
                  </a:lnTo>
                  <a:lnTo>
                    <a:pt x="5232786" y="911400"/>
                  </a:lnTo>
                  <a:lnTo>
                    <a:pt x="5270203" y="740794"/>
                  </a:lnTo>
                  <a:lnTo>
                    <a:pt x="5307620" y="960103"/>
                  </a:lnTo>
                  <a:lnTo>
                    <a:pt x="5345037" y="946624"/>
                  </a:lnTo>
                  <a:lnTo>
                    <a:pt x="5382454" y="1008444"/>
                  </a:lnTo>
                  <a:lnTo>
                    <a:pt x="5419871" y="1039515"/>
                  </a:lnTo>
                  <a:lnTo>
                    <a:pt x="5457289" y="1077126"/>
                  </a:lnTo>
                  <a:lnTo>
                    <a:pt x="5494706" y="1078762"/>
                  </a:lnTo>
                  <a:lnTo>
                    <a:pt x="5532123" y="1049326"/>
                  </a:lnTo>
                  <a:lnTo>
                    <a:pt x="5569540" y="1023162"/>
                  </a:lnTo>
                  <a:lnTo>
                    <a:pt x="5606957" y="959386"/>
                  </a:lnTo>
                  <a:lnTo>
                    <a:pt x="5644374" y="1110042"/>
                  </a:lnTo>
                  <a:lnTo>
                    <a:pt x="5681791" y="1116143"/>
                  </a:lnTo>
                  <a:lnTo>
                    <a:pt x="5719208" y="1139310"/>
                  </a:lnTo>
                  <a:lnTo>
                    <a:pt x="5756626" y="1236473"/>
                  </a:lnTo>
                  <a:lnTo>
                    <a:pt x="5794043" y="1231691"/>
                  </a:lnTo>
                  <a:lnTo>
                    <a:pt x="5831460" y="1232771"/>
                  </a:lnTo>
                  <a:lnTo>
                    <a:pt x="5868877" y="1172892"/>
                  </a:lnTo>
                  <a:lnTo>
                    <a:pt x="5906294" y="1221846"/>
                  </a:lnTo>
                  <a:lnTo>
                    <a:pt x="5943711" y="1229613"/>
                  </a:lnTo>
                  <a:lnTo>
                    <a:pt x="5981128" y="1209764"/>
                  </a:lnTo>
                  <a:lnTo>
                    <a:pt x="6018546" y="1196819"/>
                  </a:lnTo>
                  <a:lnTo>
                    <a:pt x="6055963" y="1240833"/>
                  </a:lnTo>
                  <a:lnTo>
                    <a:pt x="6093380" y="1278805"/>
                  </a:lnTo>
                  <a:lnTo>
                    <a:pt x="6130797" y="1276216"/>
                  </a:lnTo>
                  <a:lnTo>
                    <a:pt x="6168214" y="1255739"/>
                  </a:lnTo>
                  <a:lnTo>
                    <a:pt x="6205631" y="1194230"/>
                  </a:lnTo>
                  <a:lnTo>
                    <a:pt x="6243048" y="1278992"/>
                  </a:lnTo>
                  <a:lnTo>
                    <a:pt x="6280465" y="1305630"/>
                  </a:lnTo>
                  <a:lnTo>
                    <a:pt x="6317883" y="1327567"/>
                  </a:lnTo>
                  <a:lnTo>
                    <a:pt x="6355300" y="1356314"/>
                  </a:lnTo>
                  <a:lnTo>
                    <a:pt x="6392717" y="1428932"/>
                  </a:lnTo>
                  <a:lnTo>
                    <a:pt x="6430134" y="1540894"/>
                  </a:lnTo>
                  <a:lnTo>
                    <a:pt x="6467551" y="1538625"/>
                  </a:lnTo>
                  <a:lnTo>
                    <a:pt x="6504968" y="1489069"/>
                  </a:lnTo>
                  <a:lnTo>
                    <a:pt x="6542385" y="1506709"/>
                  </a:lnTo>
                  <a:lnTo>
                    <a:pt x="6579803" y="1510718"/>
                  </a:lnTo>
                  <a:lnTo>
                    <a:pt x="6617220" y="1481051"/>
                  </a:lnTo>
                  <a:lnTo>
                    <a:pt x="6654637" y="1503070"/>
                  </a:lnTo>
                  <a:lnTo>
                    <a:pt x="6692054" y="1547702"/>
                  </a:lnTo>
                  <a:lnTo>
                    <a:pt x="6729471" y="1620324"/>
                  </a:lnTo>
                  <a:lnTo>
                    <a:pt x="6766888" y="1634697"/>
                  </a:lnTo>
                  <a:lnTo>
                    <a:pt x="6804305" y="1621370"/>
                  </a:lnTo>
                  <a:lnTo>
                    <a:pt x="6841722" y="1622287"/>
                  </a:lnTo>
                  <a:lnTo>
                    <a:pt x="6879140" y="1622922"/>
                  </a:lnTo>
                  <a:lnTo>
                    <a:pt x="6916557" y="1601906"/>
                  </a:lnTo>
                  <a:lnTo>
                    <a:pt x="6953974" y="1607751"/>
                  </a:lnTo>
                  <a:lnTo>
                    <a:pt x="6991391" y="1551170"/>
                  </a:lnTo>
                  <a:lnTo>
                    <a:pt x="7028808" y="1540873"/>
                  </a:lnTo>
                  <a:lnTo>
                    <a:pt x="7066225" y="1469596"/>
                  </a:lnTo>
                  <a:lnTo>
                    <a:pt x="7103642" y="1446702"/>
                  </a:lnTo>
                  <a:lnTo>
                    <a:pt x="7141060" y="1490854"/>
                  </a:lnTo>
                  <a:lnTo>
                    <a:pt x="7178477" y="1557463"/>
                  </a:lnTo>
                  <a:lnTo>
                    <a:pt x="7215894" y="1566632"/>
                  </a:lnTo>
                  <a:lnTo>
                    <a:pt x="7253311" y="1537224"/>
                  </a:lnTo>
                  <a:lnTo>
                    <a:pt x="7290728" y="1459139"/>
                  </a:lnTo>
                  <a:lnTo>
                    <a:pt x="7328145" y="1456894"/>
                  </a:lnTo>
                  <a:lnTo>
                    <a:pt x="7365562" y="1398529"/>
                  </a:lnTo>
                  <a:lnTo>
                    <a:pt x="7402979" y="1367101"/>
                  </a:lnTo>
                  <a:lnTo>
                    <a:pt x="7440397" y="1353632"/>
                  </a:lnTo>
                  <a:lnTo>
                    <a:pt x="7477814" y="1353632"/>
                  </a:lnTo>
                  <a:lnTo>
                    <a:pt x="7515231" y="1353632"/>
                  </a:lnTo>
                  <a:lnTo>
                    <a:pt x="7552648" y="1355877"/>
                  </a:lnTo>
                  <a:lnTo>
                    <a:pt x="7590065" y="1425467"/>
                  </a:lnTo>
                  <a:lnTo>
                    <a:pt x="7627482" y="1418732"/>
                  </a:lnTo>
                  <a:lnTo>
                    <a:pt x="7664899" y="1443425"/>
                  </a:lnTo>
                  <a:lnTo>
                    <a:pt x="7702317" y="1443425"/>
                  </a:lnTo>
                  <a:lnTo>
                    <a:pt x="7739734" y="1443425"/>
                  </a:lnTo>
                  <a:lnTo>
                    <a:pt x="7777151" y="1443425"/>
                  </a:lnTo>
                  <a:lnTo>
                    <a:pt x="7814568" y="1465874"/>
                  </a:lnTo>
                  <a:lnTo>
                    <a:pt x="7851985" y="1477098"/>
                  </a:lnTo>
                  <a:lnTo>
                    <a:pt x="7889402" y="1474853"/>
                  </a:lnTo>
                  <a:lnTo>
                    <a:pt x="7926819" y="1533219"/>
                  </a:lnTo>
                  <a:lnTo>
                    <a:pt x="7964236" y="1564646"/>
                  </a:lnTo>
                  <a:lnTo>
                    <a:pt x="8001654" y="1578115"/>
                  </a:lnTo>
                  <a:lnTo>
                    <a:pt x="8039071" y="1578115"/>
                  </a:lnTo>
                  <a:lnTo>
                    <a:pt x="8076488" y="1660677"/>
                  </a:lnTo>
                  <a:lnTo>
                    <a:pt x="8113905" y="1667720"/>
                  </a:lnTo>
                  <a:lnTo>
                    <a:pt x="8114637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850375" y="4006565"/>
              <a:ext cx="148120" cy="17833"/>
            </a:xfrm>
            <a:custGeom>
              <a:avLst/>
              <a:pathLst>
                <a:path w="148120" h="17833">
                  <a:moveTo>
                    <a:pt x="0" y="17833"/>
                  </a:moveTo>
                  <a:lnTo>
                    <a:pt x="35868" y="0"/>
                  </a:lnTo>
                  <a:lnTo>
                    <a:pt x="73285" y="0"/>
                  </a:lnTo>
                  <a:lnTo>
                    <a:pt x="110703" y="0"/>
                  </a:lnTo>
                  <a:lnTo>
                    <a:pt x="148120" y="0"/>
                  </a:lnTo>
                  <a:lnTo>
                    <a:pt x="148120" y="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407455"/>
                  </a:moveTo>
                  <a:lnTo>
                    <a:pt x="31804" y="1413996"/>
                  </a:lnTo>
                  <a:lnTo>
                    <a:pt x="69221" y="1445066"/>
                  </a:lnTo>
                  <a:lnTo>
                    <a:pt x="106638" y="1446702"/>
                  </a:lnTo>
                  <a:lnTo>
                    <a:pt x="144055" y="1452230"/>
                  </a:lnTo>
                  <a:lnTo>
                    <a:pt x="181473" y="1445326"/>
                  </a:lnTo>
                  <a:lnTo>
                    <a:pt x="218890" y="1450267"/>
                  </a:lnTo>
                  <a:lnTo>
                    <a:pt x="256307" y="1389549"/>
                  </a:lnTo>
                  <a:lnTo>
                    <a:pt x="293724" y="1420977"/>
                  </a:lnTo>
                  <a:lnTo>
                    <a:pt x="331141" y="1398529"/>
                  </a:lnTo>
                  <a:lnTo>
                    <a:pt x="368558" y="1463629"/>
                  </a:lnTo>
                  <a:lnTo>
                    <a:pt x="405975" y="1488322"/>
                  </a:lnTo>
                  <a:lnTo>
                    <a:pt x="443393" y="1488322"/>
                  </a:lnTo>
                  <a:lnTo>
                    <a:pt x="480810" y="1488322"/>
                  </a:lnTo>
                  <a:lnTo>
                    <a:pt x="518227" y="1508525"/>
                  </a:lnTo>
                  <a:lnTo>
                    <a:pt x="555644" y="1533219"/>
                  </a:lnTo>
                  <a:lnTo>
                    <a:pt x="593061" y="1533219"/>
                  </a:lnTo>
                  <a:lnTo>
                    <a:pt x="630478" y="1533219"/>
                  </a:lnTo>
                  <a:lnTo>
                    <a:pt x="667895" y="1501791"/>
                  </a:lnTo>
                  <a:lnTo>
                    <a:pt x="705312" y="1481588"/>
                  </a:lnTo>
                  <a:lnTo>
                    <a:pt x="742730" y="1445670"/>
                  </a:lnTo>
                  <a:lnTo>
                    <a:pt x="780147" y="1403018"/>
                  </a:lnTo>
                  <a:lnTo>
                    <a:pt x="817564" y="1353632"/>
                  </a:lnTo>
                  <a:lnTo>
                    <a:pt x="854981" y="1342408"/>
                  </a:lnTo>
                  <a:lnTo>
                    <a:pt x="892398" y="1353632"/>
                  </a:lnTo>
                  <a:lnTo>
                    <a:pt x="929815" y="1382815"/>
                  </a:lnTo>
                  <a:lnTo>
                    <a:pt x="967232" y="1398529"/>
                  </a:lnTo>
                  <a:lnTo>
                    <a:pt x="1004650" y="1382815"/>
                  </a:lnTo>
                  <a:lnTo>
                    <a:pt x="1042067" y="1353632"/>
                  </a:lnTo>
                  <a:lnTo>
                    <a:pt x="1079484" y="1326694"/>
                  </a:lnTo>
                  <a:lnTo>
                    <a:pt x="1116901" y="1225677"/>
                  </a:lnTo>
                  <a:lnTo>
                    <a:pt x="1154318" y="1389727"/>
                  </a:lnTo>
                  <a:lnTo>
                    <a:pt x="1191735" y="1428111"/>
                  </a:lnTo>
                  <a:lnTo>
                    <a:pt x="1229152" y="1457692"/>
                  </a:lnTo>
                  <a:lnTo>
                    <a:pt x="1266569" y="1433097"/>
                  </a:lnTo>
                  <a:lnTo>
                    <a:pt x="1303987" y="1400676"/>
                  </a:lnTo>
                  <a:lnTo>
                    <a:pt x="1341404" y="1424588"/>
                  </a:lnTo>
                  <a:lnTo>
                    <a:pt x="1378821" y="1444220"/>
                  </a:lnTo>
                  <a:lnTo>
                    <a:pt x="1416238" y="1426443"/>
                  </a:lnTo>
                  <a:lnTo>
                    <a:pt x="1453655" y="1432057"/>
                  </a:lnTo>
                  <a:lnTo>
                    <a:pt x="1491072" y="1432057"/>
                  </a:lnTo>
                  <a:lnTo>
                    <a:pt x="1528489" y="1432057"/>
                  </a:lnTo>
                  <a:lnTo>
                    <a:pt x="1565907" y="1430186"/>
                  </a:lnTo>
                  <a:lnTo>
                    <a:pt x="1603324" y="1417087"/>
                  </a:lnTo>
                  <a:lnTo>
                    <a:pt x="1640741" y="1424572"/>
                  </a:lnTo>
                  <a:lnTo>
                    <a:pt x="1678158" y="1466674"/>
                  </a:lnTo>
                  <a:lnTo>
                    <a:pt x="1715575" y="1474159"/>
                  </a:lnTo>
                  <a:lnTo>
                    <a:pt x="1752992" y="1491594"/>
                  </a:lnTo>
                  <a:lnTo>
                    <a:pt x="1790409" y="1446653"/>
                  </a:lnTo>
                  <a:lnTo>
                    <a:pt x="1827826" y="1472682"/>
                  </a:lnTo>
                  <a:lnTo>
                    <a:pt x="1865244" y="1549883"/>
                  </a:lnTo>
                  <a:lnTo>
                    <a:pt x="1902661" y="1445066"/>
                  </a:lnTo>
                  <a:lnTo>
                    <a:pt x="1940078" y="1477337"/>
                  </a:lnTo>
                  <a:lnTo>
                    <a:pt x="1977495" y="1519457"/>
                  </a:lnTo>
                  <a:lnTo>
                    <a:pt x="2014912" y="1499240"/>
                  </a:lnTo>
                  <a:lnTo>
                    <a:pt x="2052329" y="1465977"/>
                  </a:lnTo>
                  <a:lnTo>
                    <a:pt x="2089746" y="1302001"/>
                  </a:lnTo>
                  <a:lnTo>
                    <a:pt x="2127164" y="1429319"/>
                  </a:lnTo>
                  <a:lnTo>
                    <a:pt x="2164581" y="1429210"/>
                  </a:lnTo>
                  <a:lnTo>
                    <a:pt x="2201998" y="1369843"/>
                  </a:lnTo>
                  <a:lnTo>
                    <a:pt x="2239415" y="1310973"/>
                  </a:lnTo>
                  <a:lnTo>
                    <a:pt x="2276832" y="1278267"/>
                  </a:lnTo>
                  <a:lnTo>
                    <a:pt x="2314249" y="1346589"/>
                  </a:lnTo>
                  <a:lnTo>
                    <a:pt x="2351666" y="1286035"/>
                  </a:lnTo>
                  <a:lnTo>
                    <a:pt x="2389084" y="1238414"/>
                  </a:lnTo>
                  <a:lnTo>
                    <a:pt x="2426501" y="1156437"/>
                  </a:lnTo>
                  <a:lnTo>
                    <a:pt x="2463918" y="1143423"/>
                  </a:lnTo>
                  <a:lnTo>
                    <a:pt x="2501335" y="1035405"/>
                  </a:lnTo>
                  <a:lnTo>
                    <a:pt x="2538752" y="963827"/>
                  </a:lnTo>
                  <a:lnTo>
                    <a:pt x="2576169" y="943005"/>
                  </a:lnTo>
                  <a:lnTo>
                    <a:pt x="2613586" y="915675"/>
                  </a:lnTo>
                  <a:lnTo>
                    <a:pt x="2651003" y="862317"/>
                  </a:lnTo>
                  <a:lnTo>
                    <a:pt x="2688421" y="785369"/>
                  </a:lnTo>
                  <a:lnTo>
                    <a:pt x="2725838" y="742526"/>
                  </a:lnTo>
                  <a:lnTo>
                    <a:pt x="2763255" y="439364"/>
                  </a:lnTo>
                  <a:lnTo>
                    <a:pt x="2800672" y="383764"/>
                  </a:lnTo>
                  <a:lnTo>
                    <a:pt x="2838089" y="341247"/>
                  </a:lnTo>
                  <a:lnTo>
                    <a:pt x="2875506" y="333357"/>
                  </a:lnTo>
                  <a:lnTo>
                    <a:pt x="2912923" y="431075"/>
                  </a:lnTo>
                  <a:lnTo>
                    <a:pt x="2950341" y="466061"/>
                  </a:lnTo>
                  <a:lnTo>
                    <a:pt x="2987758" y="0"/>
                  </a:lnTo>
                  <a:lnTo>
                    <a:pt x="3025175" y="13469"/>
                  </a:lnTo>
                  <a:lnTo>
                    <a:pt x="3062592" y="71834"/>
                  </a:lnTo>
                  <a:lnTo>
                    <a:pt x="3100009" y="78569"/>
                  </a:lnTo>
                  <a:lnTo>
                    <a:pt x="3137426" y="121221"/>
                  </a:lnTo>
                  <a:lnTo>
                    <a:pt x="3174843" y="569229"/>
                  </a:lnTo>
                  <a:lnTo>
                    <a:pt x="3212260" y="658493"/>
                  </a:lnTo>
                  <a:lnTo>
                    <a:pt x="3249678" y="996446"/>
                  </a:lnTo>
                  <a:lnTo>
                    <a:pt x="3287095" y="947538"/>
                  </a:lnTo>
                  <a:lnTo>
                    <a:pt x="3324512" y="906565"/>
                  </a:lnTo>
                  <a:lnTo>
                    <a:pt x="3361929" y="1005797"/>
                  </a:lnTo>
                  <a:lnTo>
                    <a:pt x="3399346" y="995138"/>
                  </a:lnTo>
                  <a:lnTo>
                    <a:pt x="3436763" y="979338"/>
                  </a:lnTo>
                  <a:lnTo>
                    <a:pt x="3474180" y="941424"/>
                  </a:lnTo>
                  <a:lnTo>
                    <a:pt x="3511598" y="986610"/>
                  </a:lnTo>
                  <a:lnTo>
                    <a:pt x="3549015" y="976902"/>
                  </a:lnTo>
                  <a:lnTo>
                    <a:pt x="3586432" y="1055788"/>
                  </a:lnTo>
                  <a:lnTo>
                    <a:pt x="3623849" y="1088508"/>
                  </a:lnTo>
                  <a:lnTo>
                    <a:pt x="3661266" y="1082092"/>
                  </a:lnTo>
                  <a:lnTo>
                    <a:pt x="3698683" y="1012162"/>
                  </a:lnTo>
                  <a:lnTo>
                    <a:pt x="3736100" y="996765"/>
                  </a:lnTo>
                  <a:lnTo>
                    <a:pt x="3773517" y="981368"/>
                  </a:lnTo>
                  <a:lnTo>
                    <a:pt x="3810935" y="877050"/>
                  </a:lnTo>
                  <a:lnTo>
                    <a:pt x="3848352" y="914495"/>
                  </a:lnTo>
                  <a:lnTo>
                    <a:pt x="3885769" y="959567"/>
                  </a:lnTo>
                  <a:lnTo>
                    <a:pt x="3923186" y="1012267"/>
                  </a:lnTo>
                  <a:lnTo>
                    <a:pt x="3960603" y="964458"/>
                  </a:lnTo>
                  <a:lnTo>
                    <a:pt x="3998020" y="1052210"/>
                  </a:lnTo>
                  <a:lnTo>
                    <a:pt x="4035437" y="1020805"/>
                  </a:lnTo>
                  <a:lnTo>
                    <a:pt x="4072855" y="1042338"/>
                  </a:lnTo>
                  <a:lnTo>
                    <a:pt x="4110272" y="1115695"/>
                  </a:lnTo>
                  <a:lnTo>
                    <a:pt x="4147689" y="1065296"/>
                  </a:lnTo>
                  <a:lnTo>
                    <a:pt x="4185106" y="1049391"/>
                  </a:lnTo>
                  <a:lnTo>
                    <a:pt x="4222523" y="1103656"/>
                  </a:lnTo>
                  <a:lnTo>
                    <a:pt x="4259940" y="1109861"/>
                  </a:lnTo>
                  <a:lnTo>
                    <a:pt x="4297357" y="1138288"/>
                  </a:lnTo>
                  <a:lnTo>
                    <a:pt x="4334774" y="1171791"/>
                  </a:lnTo>
                  <a:lnTo>
                    <a:pt x="4372192" y="1160624"/>
                  </a:lnTo>
                  <a:lnTo>
                    <a:pt x="4409609" y="1148441"/>
                  </a:lnTo>
                  <a:lnTo>
                    <a:pt x="4447026" y="1162654"/>
                  </a:lnTo>
                  <a:lnTo>
                    <a:pt x="4484443" y="1201234"/>
                  </a:lnTo>
                  <a:lnTo>
                    <a:pt x="4521860" y="1280423"/>
                  </a:lnTo>
                  <a:lnTo>
                    <a:pt x="4559277" y="1294472"/>
                  </a:lnTo>
                  <a:lnTo>
                    <a:pt x="4596694" y="1275739"/>
                  </a:lnTo>
                  <a:lnTo>
                    <a:pt x="4634112" y="1010080"/>
                  </a:lnTo>
                  <a:lnTo>
                    <a:pt x="4671529" y="924842"/>
                  </a:lnTo>
                  <a:lnTo>
                    <a:pt x="4708946" y="673449"/>
                  </a:lnTo>
                  <a:lnTo>
                    <a:pt x="4746363" y="760997"/>
                  </a:lnTo>
                  <a:lnTo>
                    <a:pt x="4783780" y="769977"/>
                  </a:lnTo>
                  <a:lnTo>
                    <a:pt x="4821197" y="810383"/>
                  </a:lnTo>
                  <a:lnTo>
                    <a:pt x="4858614" y="835077"/>
                  </a:lnTo>
                  <a:lnTo>
                    <a:pt x="4896031" y="778956"/>
                  </a:lnTo>
                  <a:lnTo>
                    <a:pt x="4933449" y="841811"/>
                  </a:lnTo>
                  <a:lnTo>
                    <a:pt x="4970866" y="859770"/>
                  </a:lnTo>
                  <a:lnTo>
                    <a:pt x="5008283" y="787935"/>
                  </a:lnTo>
                  <a:lnTo>
                    <a:pt x="5045700" y="814873"/>
                  </a:lnTo>
                  <a:lnTo>
                    <a:pt x="5083117" y="814873"/>
                  </a:lnTo>
                  <a:lnTo>
                    <a:pt x="5120534" y="774466"/>
                  </a:lnTo>
                  <a:lnTo>
                    <a:pt x="5157951" y="812628"/>
                  </a:lnTo>
                  <a:lnTo>
                    <a:pt x="5195369" y="920380"/>
                  </a:lnTo>
                  <a:lnTo>
                    <a:pt x="5232786" y="911400"/>
                  </a:lnTo>
                  <a:lnTo>
                    <a:pt x="5270203" y="740794"/>
                  </a:lnTo>
                  <a:lnTo>
                    <a:pt x="5307620" y="960103"/>
                  </a:lnTo>
                  <a:lnTo>
                    <a:pt x="5345037" y="946624"/>
                  </a:lnTo>
                  <a:lnTo>
                    <a:pt x="5382454" y="1008444"/>
                  </a:lnTo>
                  <a:lnTo>
                    <a:pt x="5419871" y="1039515"/>
                  </a:lnTo>
                  <a:lnTo>
                    <a:pt x="5457289" y="1077126"/>
                  </a:lnTo>
                  <a:lnTo>
                    <a:pt x="5494706" y="1078762"/>
                  </a:lnTo>
                  <a:lnTo>
                    <a:pt x="5532123" y="1049326"/>
                  </a:lnTo>
                  <a:lnTo>
                    <a:pt x="5569540" y="1023162"/>
                  </a:lnTo>
                  <a:lnTo>
                    <a:pt x="5606957" y="959386"/>
                  </a:lnTo>
                  <a:lnTo>
                    <a:pt x="5644374" y="1110042"/>
                  </a:lnTo>
                  <a:lnTo>
                    <a:pt x="5681791" y="1116143"/>
                  </a:lnTo>
                  <a:lnTo>
                    <a:pt x="5719208" y="1139310"/>
                  </a:lnTo>
                  <a:lnTo>
                    <a:pt x="5756626" y="1236473"/>
                  </a:lnTo>
                  <a:lnTo>
                    <a:pt x="5794043" y="1231691"/>
                  </a:lnTo>
                  <a:lnTo>
                    <a:pt x="5831460" y="1232771"/>
                  </a:lnTo>
                  <a:lnTo>
                    <a:pt x="5868877" y="1172892"/>
                  </a:lnTo>
                  <a:lnTo>
                    <a:pt x="5906294" y="1221846"/>
                  </a:lnTo>
                  <a:lnTo>
                    <a:pt x="5943711" y="1229613"/>
                  </a:lnTo>
                  <a:lnTo>
                    <a:pt x="5981128" y="1209764"/>
                  </a:lnTo>
                  <a:lnTo>
                    <a:pt x="6018546" y="1196819"/>
                  </a:lnTo>
                  <a:lnTo>
                    <a:pt x="6055963" y="1240833"/>
                  </a:lnTo>
                  <a:lnTo>
                    <a:pt x="6093380" y="1278805"/>
                  </a:lnTo>
                  <a:lnTo>
                    <a:pt x="6130797" y="1276216"/>
                  </a:lnTo>
                  <a:lnTo>
                    <a:pt x="6168214" y="1255739"/>
                  </a:lnTo>
                  <a:lnTo>
                    <a:pt x="6205631" y="1194230"/>
                  </a:lnTo>
                  <a:lnTo>
                    <a:pt x="6243048" y="1278992"/>
                  </a:lnTo>
                  <a:lnTo>
                    <a:pt x="6280465" y="1305630"/>
                  </a:lnTo>
                  <a:lnTo>
                    <a:pt x="6317883" y="1327567"/>
                  </a:lnTo>
                  <a:lnTo>
                    <a:pt x="6355300" y="1356314"/>
                  </a:lnTo>
                  <a:lnTo>
                    <a:pt x="6392717" y="1428932"/>
                  </a:lnTo>
                  <a:lnTo>
                    <a:pt x="6430134" y="1540894"/>
                  </a:lnTo>
                  <a:lnTo>
                    <a:pt x="6467551" y="1538625"/>
                  </a:lnTo>
                  <a:lnTo>
                    <a:pt x="6504968" y="1489069"/>
                  </a:lnTo>
                  <a:lnTo>
                    <a:pt x="6542385" y="1506709"/>
                  </a:lnTo>
                  <a:lnTo>
                    <a:pt x="6579803" y="1510718"/>
                  </a:lnTo>
                  <a:lnTo>
                    <a:pt x="6617220" y="1481051"/>
                  </a:lnTo>
                  <a:lnTo>
                    <a:pt x="6654637" y="1503070"/>
                  </a:lnTo>
                  <a:lnTo>
                    <a:pt x="6692054" y="1547702"/>
                  </a:lnTo>
                  <a:lnTo>
                    <a:pt x="6729471" y="1620324"/>
                  </a:lnTo>
                  <a:lnTo>
                    <a:pt x="6766888" y="1634697"/>
                  </a:lnTo>
                  <a:lnTo>
                    <a:pt x="6804305" y="1621370"/>
                  </a:lnTo>
                  <a:lnTo>
                    <a:pt x="6841722" y="1622287"/>
                  </a:lnTo>
                  <a:lnTo>
                    <a:pt x="6879140" y="1622922"/>
                  </a:lnTo>
                  <a:lnTo>
                    <a:pt x="6916557" y="1601906"/>
                  </a:lnTo>
                  <a:lnTo>
                    <a:pt x="6953974" y="1607751"/>
                  </a:lnTo>
                  <a:lnTo>
                    <a:pt x="6991391" y="1551170"/>
                  </a:lnTo>
                  <a:lnTo>
                    <a:pt x="7028808" y="1540873"/>
                  </a:lnTo>
                  <a:lnTo>
                    <a:pt x="7066225" y="1469596"/>
                  </a:lnTo>
                  <a:lnTo>
                    <a:pt x="7103642" y="1446702"/>
                  </a:lnTo>
                  <a:lnTo>
                    <a:pt x="7141060" y="1490854"/>
                  </a:lnTo>
                  <a:lnTo>
                    <a:pt x="7178477" y="1557463"/>
                  </a:lnTo>
                  <a:lnTo>
                    <a:pt x="7215894" y="1566632"/>
                  </a:lnTo>
                  <a:lnTo>
                    <a:pt x="7253311" y="1537224"/>
                  </a:lnTo>
                  <a:lnTo>
                    <a:pt x="7290728" y="1459139"/>
                  </a:lnTo>
                  <a:lnTo>
                    <a:pt x="7328145" y="1456894"/>
                  </a:lnTo>
                  <a:lnTo>
                    <a:pt x="7365562" y="1398529"/>
                  </a:lnTo>
                  <a:lnTo>
                    <a:pt x="7402979" y="1367101"/>
                  </a:lnTo>
                  <a:lnTo>
                    <a:pt x="7440397" y="1353632"/>
                  </a:lnTo>
                  <a:lnTo>
                    <a:pt x="7477814" y="1353632"/>
                  </a:lnTo>
                  <a:lnTo>
                    <a:pt x="7515231" y="1353632"/>
                  </a:lnTo>
                  <a:lnTo>
                    <a:pt x="7552648" y="1355877"/>
                  </a:lnTo>
                  <a:lnTo>
                    <a:pt x="7590065" y="1425467"/>
                  </a:lnTo>
                  <a:lnTo>
                    <a:pt x="7627482" y="1418732"/>
                  </a:lnTo>
                  <a:lnTo>
                    <a:pt x="7664899" y="1443425"/>
                  </a:lnTo>
                  <a:lnTo>
                    <a:pt x="7702317" y="1443425"/>
                  </a:lnTo>
                  <a:lnTo>
                    <a:pt x="7739734" y="1443425"/>
                  </a:lnTo>
                  <a:lnTo>
                    <a:pt x="7777151" y="1443425"/>
                  </a:lnTo>
                  <a:lnTo>
                    <a:pt x="7814568" y="1465874"/>
                  </a:lnTo>
                  <a:lnTo>
                    <a:pt x="7851985" y="1477098"/>
                  </a:lnTo>
                  <a:lnTo>
                    <a:pt x="7889402" y="1474853"/>
                  </a:lnTo>
                  <a:lnTo>
                    <a:pt x="7926819" y="1533219"/>
                  </a:lnTo>
                  <a:lnTo>
                    <a:pt x="7964236" y="1564646"/>
                  </a:lnTo>
                  <a:lnTo>
                    <a:pt x="8001654" y="1578115"/>
                  </a:lnTo>
                  <a:lnTo>
                    <a:pt x="8039071" y="1578115"/>
                  </a:lnTo>
                  <a:lnTo>
                    <a:pt x="8076488" y="1660677"/>
                  </a:lnTo>
                  <a:lnTo>
                    <a:pt x="8113905" y="1667720"/>
                  </a:lnTo>
                  <a:lnTo>
                    <a:pt x="8151322" y="1668810"/>
                  </a:lnTo>
                  <a:lnTo>
                    <a:pt x="8188739" y="1668810"/>
                  </a:lnTo>
                  <a:lnTo>
                    <a:pt x="8226156" y="1668810"/>
                  </a:lnTo>
                  <a:lnTo>
                    <a:pt x="8263574" y="1650976"/>
                  </a:lnTo>
                  <a:lnTo>
                    <a:pt x="8300991" y="1650976"/>
                  </a:lnTo>
                  <a:lnTo>
                    <a:pt x="8338408" y="1650976"/>
                  </a:lnTo>
                  <a:lnTo>
                    <a:pt x="8375825" y="1650976"/>
                  </a:lnTo>
                  <a:lnTo>
                    <a:pt x="8375825" y="1668810"/>
                  </a:lnTo>
                  <a:lnTo>
                    <a:pt x="8338408" y="1668810"/>
                  </a:lnTo>
                  <a:lnTo>
                    <a:pt x="8300991" y="1668810"/>
                  </a:lnTo>
                  <a:lnTo>
                    <a:pt x="8263574" y="1668810"/>
                  </a:lnTo>
                  <a:lnTo>
                    <a:pt x="8226156" y="1668810"/>
                  </a:lnTo>
                  <a:lnTo>
                    <a:pt x="8188739" y="1668810"/>
                  </a:lnTo>
                  <a:lnTo>
                    <a:pt x="8151322" y="1668810"/>
                  </a:lnTo>
                  <a:lnTo>
                    <a:pt x="8113905" y="1668810"/>
                  </a:lnTo>
                  <a:lnTo>
                    <a:pt x="8076488" y="1668810"/>
                  </a:lnTo>
                  <a:lnTo>
                    <a:pt x="8039071" y="1668810"/>
                  </a:lnTo>
                  <a:lnTo>
                    <a:pt x="8001654" y="1668810"/>
                  </a:lnTo>
                  <a:lnTo>
                    <a:pt x="7964236" y="1668810"/>
                  </a:lnTo>
                  <a:lnTo>
                    <a:pt x="7926819" y="1668810"/>
                  </a:lnTo>
                  <a:lnTo>
                    <a:pt x="7889402" y="1668810"/>
                  </a:lnTo>
                  <a:lnTo>
                    <a:pt x="7851985" y="1668810"/>
                  </a:lnTo>
                  <a:lnTo>
                    <a:pt x="7814568" y="1668810"/>
                  </a:lnTo>
                  <a:lnTo>
                    <a:pt x="7777151" y="1668810"/>
                  </a:lnTo>
                  <a:lnTo>
                    <a:pt x="7739734" y="1668810"/>
                  </a:lnTo>
                  <a:lnTo>
                    <a:pt x="7702317" y="1668810"/>
                  </a:lnTo>
                  <a:lnTo>
                    <a:pt x="7664899" y="1668810"/>
                  </a:lnTo>
                  <a:lnTo>
                    <a:pt x="7627482" y="1668810"/>
                  </a:lnTo>
                  <a:lnTo>
                    <a:pt x="7590065" y="1668810"/>
                  </a:lnTo>
                  <a:lnTo>
                    <a:pt x="7552648" y="1668810"/>
                  </a:lnTo>
                  <a:lnTo>
                    <a:pt x="7515231" y="1668810"/>
                  </a:lnTo>
                  <a:lnTo>
                    <a:pt x="7477814" y="1668810"/>
                  </a:lnTo>
                  <a:lnTo>
                    <a:pt x="7440397" y="1668810"/>
                  </a:lnTo>
                  <a:lnTo>
                    <a:pt x="7402979" y="1668810"/>
                  </a:lnTo>
                  <a:lnTo>
                    <a:pt x="7365562" y="1668810"/>
                  </a:lnTo>
                  <a:lnTo>
                    <a:pt x="7328145" y="1668810"/>
                  </a:lnTo>
                  <a:lnTo>
                    <a:pt x="7290728" y="1668810"/>
                  </a:lnTo>
                  <a:lnTo>
                    <a:pt x="7253311" y="1668810"/>
                  </a:lnTo>
                  <a:lnTo>
                    <a:pt x="7215894" y="1668810"/>
                  </a:lnTo>
                  <a:lnTo>
                    <a:pt x="7178477" y="1668810"/>
                  </a:lnTo>
                  <a:lnTo>
                    <a:pt x="7141060" y="1668810"/>
                  </a:lnTo>
                  <a:lnTo>
                    <a:pt x="7103642" y="1668810"/>
                  </a:lnTo>
                  <a:lnTo>
                    <a:pt x="7066225" y="1668810"/>
                  </a:lnTo>
                  <a:lnTo>
                    <a:pt x="7028808" y="1668810"/>
                  </a:lnTo>
                  <a:lnTo>
                    <a:pt x="6991391" y="1668810"/>
                  </a:lnTo>
                  <a:lnTo>
                    <a:pt x="6953974" y="1668810"/>
                  </a:lnTo>
                  <a:lnTo>
                    <a:pt x="6916557" y="1668810"/>
                  </a:lnTo>
                  <a:lnTo>
                    <a:pt x="6879140" y="1668810"/>
                  </a:lnTo>
                  <a:lnTo>
                    <a:pt x="6841722" y="1668810"/>
                  </a:lnTo>
                  <a:lnTo>
                    <a:pt x="6804305" y="1668810"/>
                  </a:lnTo>
                  <a:lnTo>
                    <a:pt x="6766888" y="1668810"/>
                  </a:lnTo>
                  <a:lnTo>
                    <a:pt x="6729471" y="1668810"/>
                  </a:lnTo>
                  <a:lnTo>
                    <a:pt x="6692054" y="1668810"/>
                  </a:lnTo>
                  <a:lnTo>
                    <a:pt x="6654637" y="1668810"/>
                  </a:lnTo>
                  <a:lnTo>
                    <a:pt x="6617220" y="1668810"/>
                  </a:lnTo>
                  <a:lnTo>
                    <a:pt x="6579803" y="1668810"/>
                  </a:lnTo>
                  <a:lnTo>
                    <a:pt x="6542385" y="1668810"/>
                  </a:lnTo>
                  <a:lnTo>
                    <a:pt x="6504968" y="1668810"/>
                  </a:lnTo>
                  <a:lnTo>
                    <a:pt x="6467551" y="1668810"/>
                  </a:lnTo>
                  <a:lnTo>
                    <a:pt x="6430134" y="1668810"/>
                  </a:lnTo>
                  <a:lnTo>
                    <a:pt x="6392717" y="1668810"/>
                  </a:lnTo>
                  <a:lnTo>
                    <a:pt x="6355300" y="1668810"/>
                  </a:lnTo>
                  <a:lnTo>
                    <a:pt x="6317883" y="1668810"/>
                  </a:lnTo>
                  <a:lnTo>
                    <a:pt x="6280465" y="1668810"/>
                  </a:lnTo>
                  <a:lnTo>
                    <a:pt x="6243048" y="1668810"/>
                  </a:lnTo>
                  <a:lnTo>
                    <a:pt x="6205631" y="1668810"/>
                  </a:lnTo>
                  <a:lnTo>
                    <a:pt x="6168214" y="1668810"/>
                  </a:lnTo>
                  <a:lnTo>
                    <a:pt x="6130797" y="1668810"/>
                  </a:lnTo>
                  <a:lnTo>
                    <a:pt x="6093380" y="1668810"/>
                  </a:lnTo>
                  <a:lnTo>
                    <a:pt x="6055963" y="1668810"/>
                  </a:lnTo>
                  <a:lnTo>
                    <a:pt x="6018546" y="1668810"/>
                  </a:lnTo>
                  <a:lnTo>
                    <a:pt x="5981128" y="1668810"/>
                  </a:lnTo>
                  <a:lnTo>
                    <a:pt x="5943711" y="1668810"/>
                  </a:lnTo>
                  <a:lnTo>
                    <a:pt x="5906294" y="1668810"/>
                  </a:lnTo>
                  <a:lnTo>
                    <a:pt x="5868877" y="1668810"/>
                  </a:lnTo>
                  <a:lnTo>
                    <a:pt x="5831460" y="1668810"/>
                  </a:lnTo>
                  <a:lnTo>
                    <a:pt x="5794043" y="1668810"/>
                  </a:lnTo>
                  <a:lnTo>
                    <a:pt x="5756626" y="1668810"/>
                  </a:lnTo>
                  <a:lnTo>
                    <a:pt x="5719208" y="1668810"/>
                  </a:lnTo>
                  <a:lnTo>
                    <a:pt x="5681791" y="1668810"/>
                  </a:lnTo>
                  <a:lnTo>
                    <a:pt x="5644374" y="1668810"/>
                  </a:lnTo>
                  <a:lnTo>
                    <a:pt x="5606957" y="1668810"/>
                  </a:lnTo>
                  <a:lnTo>
                    <a:pt x="5569540" y="1668810"/>
                  </a:lnTo>
                  <a:lnTo>
                    <a:pt x="5532123" y="1668810"/>
                  </a:lnTo>
                  <a:lnTo>
                    <a:pt x="5494706" y="1668810"/>
                  </a:lnTo>
                  <a:lnTo>
                    <a:pt x="5457289" y="1668810"/>
                  </a:lnTo>
                  <a:lnTo>
                    <a:pt x="5419871" y="1668810"/>
                  </a:lnTo>
                  <a:lnTo>
                    <a:pt x="5382454" y="1668810"/>
                  </a:lnTo>
                  <a:lnTo>
                    <a:pt x="5345037" y="1668810"/>
                  </a:lnTo>
                  <a:lnTo>
                    <a:pt x="5307620" y="1668810"/>
                  </a:lnTo>
                  <a:lnTo>
                    <a:pt x="5270203" y="1668810"/>
                  </a:lnTo>
                  <a:lnTo>
                    <a:pt x="5232786" y="1668810"/>
                  </a:lnTo>
                  <a:lnTo>
                    <a:pt x="5195369" y="1668810"/>
                  </a:lnTo>
                  <a:lnTo>
                    <a:pt x="5157951" y="1668810"/>
                  </a:lnTo>
                  <a:lnTo>
                    <a:pt x="5120534" y="1668810"/>
                  </a:lnTo>
                  <a:lnTo>
                    <a:pt x="5083117" y="1668810"/>
                  </a:lnTo>
                  <a:lnTo>
                    <a:pt x="5045700" y="1668810"/>
                  </a:lnTo>
                  <a:lnTo>
                    <a:pt x="5008283" y="1668810"/>
                  </a:lnTo>
                  <a:lnTo>
                    <a:pt x="4970866" y="1668810"/>
                  </a:lnTo>
                  <a:lnTo>
                    <a:pt x="4933449" y="1668810"/>
                  </a:lnTo>
                  <a:lnTo>
                    <a:pt x="4896031" y="1668810"/>
                  </a:lnTo>
                  <a:lnTo>
                    <a:pt x="4858614" y="1668810"/>
                  </a:lnTo>
                  <a:lnTo>
                    <a:pt x="4821197" y="1668810"/>
                  </a:lnTo>
                  <a:lnTo>
                    <a:pt x="4783780" y="1668810"/>
                  </a:lnTo>
                  <a:lnTo>
                    <a:pt x="4746363" y="1668810"/>
                  </a:lnTo>
                  <a:lnTo>
                    <a:pt x="4708946" y="1668810"/>
                  </a:lnTo>
                  <a:lnTo>
                    <a:pt x="4671529" y="1668810"/>
                  </a:lnTo>
                  <a:lnTo>
                    <a:pt x="4634112" y="1668810"/>
                  </a:lnTo>
                  <a:lnTo>
                    <a:pt x="4596694" y="1668810"/>
                  </a:lnTo>
                  <a:lnTo>
                    <a:pt x="4559277" y="1668810"/>
                  </a:lnTo>
                  <a:lnTo>
                    <a:pt x="4521860" y="1668810"/>
                  </a:lnTo>
                  <a:lnTo>
                    <a:pt x="4484443" y="1668810"/>
                  </a:lnTo>
                  <a:lnTo>
                    <a:pt x="4447026" y="1668810"/>
                  </a:lnTo>
                  <a:lnTo>
                    <a:pt x="4409609" y="1668810"/>
                  </a:lnTo>
                  <a:lnTo>
                    <a:pt x="4372192" y="1668810"/>
                  </a:lnTo>
                  <a:lnTo>
                    <a:pt x="4334774" y="1668810"/>
                  </a:lnTo>
                  <a:lnTo>
                    <a:pt x="4297357" y="1668810"/>
                  </a:lnTo>
                  <a:lnTo>
                    <a:pt x="4259940" y="1668810"/>
                  </a:lnTo>
                  <a:lnTo>
                    <a:pt x="4222523" y="1668810"/>
                  </a:lnTo>
                  <a:lnTo>
                    <a:pt x="4185106" y="1668810"/>
                  </a:lnTo>
                  <a:lnTo>
                    <a:pt x="4147689" y="1668810"/>
                  </a:lnTo>
                  <a:lnTo>
                    <a:pt x="4110272" y="1668810"/>
                  </a:lnTo>
                  <a:lnTo>
                    <a:pt x="4072855" y="1668810"/>
                  </a:lnTo>
                  <a:lnTo>
                    <a:pt x="4035437" y="1668810"/>
                  </a:lnTo>
                  <a:lnTo>
                    <a:pt x="3998020" y="1668810"/>
                  </a:lnTo>
                  <a:lnTo>
                    <a:pt x="3960603" y="1668810"/>
                  </a:lnTo>
                  <a:lnTo>
                    <a:pt x="3923186" y="1668810"/>
                  </a:lnTo>
                  <a:lnTo>
                    <a:pt x="3885769" y="1668810"/>
                  </a:lnTo>
                  <a:lnTo>
                    <a:pt x="3848352" y="1668810"/>
                  </a:lnTo>
                  <a:lnTo>
                    <a:pt x="3810935" y="1668810"/>
                  </a:lnTo>
                  <a:lnTo>
                    <a:pt x="3773517" y="1668810"/>
                  </a:lnTo>
                  <a:lnTo>
                    <a:pt x="3736100" y="1668810"/>
                  </a:lnTo>
                  <a:lnTo>
                    <a:pt x="3698683" y="1668810"/>
                  </a:lnTo>
                  <a:lnTo>
                    <a:pt x="3661266" y="1668810"/>
                  </a:lnTo>
                  <a:lnTo>
                    <a:pt x="3623849" y="1668810"/>
                  </a:lnTo>
                  <a:lnTo>
                    <a:pt x="3586432" y="1668810"/>
                  </a:lnTo>
                  <a:lnTo>
                    <a:pt x="3549015" y="1668810"/>
                  </a:lnTo>
                  <a:lnTo>
                    <a:pt x="3511598" y="1668810"/>
                  </a:lnTo>
                  <a:lnTo>
                    <a:pt x="3474180" y="1668810"/>
                  </a:lnTo>
                  <a:lnTo>
                    <a:pt x="3436763" y="1668810"/>
                  </a:lnTo>
                  <a:lnTo>
                    <a:pt x="3399346" y="1668810"/>
                  </a:lnTo>
                  <a:lnTo>
                    <a:pt x="3361929" y="1668810"/>
                  </a:lnTo>
                  <a:lnTo>
                    <a:pt x="3324512" y="1668810"/>
                  </a:lnTo>
                  <a:lnTo>
                    <a:pt x="3287095" y="1668810"/>
                  </a:lnTo>
                  <a:lnTo>
                    <a:pt x="3249678" y="1668810"/>
                  </a:lnTo>
                  <a:lnTo>
                    <a:pt x="3212260" y="1668810"/>
                  </a:lnTo>
                  <a:lnTo>
                    <a:pt x="3174843" y="1668810"/>
                  </a:lnTo>
                  <a:lnTo>
                    <a:pt x="3137426" y="1668810"/>
                  </a:lnTo>
                  <a:lnTo>
                    <a:pt x="3100009" y="1668810"/>
                  </a:lnTo>
                  <a:lnTo>
                    <a:pt x="3062592" y="1668810"/>
                  </a:lnTo>
                  <a:lnTo>
                    <a:pt x="3025175" y="1668810"/>
                  </a:lnTo>
                  <a:lnTo>
                    <a:pt x="2987758" y="1668810"/>
                  </a:lnTo>
                  <a:lnTo>
                    <a:pt x="2950341" y="1668810"/>
                  </a:lnTo>
                  <a:lnTo>
                    <a:pt x="2912923" y="1668810"/>
                  </a:lnTo>
                  <a:lnTo>
                    <a:pt x="2875506" y="1668810"/>
                  </a:lnTo>
                  <a:lnTo>
                    <a:pt x="2838089" y="1668810"/>
                  </a:lnTo>
                  <a:lnTo>
                    <a:pt x="2800672" y="1668810"/>
                  </a:lnTo>
                  <a:lnTo>
                    <a:pt x="2763255" y="1668810"/>
                  </a:lnTo>
                  <a:lnTo>
                    <a:pt x="2725838" y="1668810"/>
                  </a:lnTo>
                  <a:lnTo>
                    <a:pt x="2688421" y="1668810"/>
                  </a:lnTo>
                  <a:lnTo>
                    <a:pt x="2651003" y="1668810"/>
                  </a:lnTo>
                  <a:lnTo>
                    <a:pt x="2613586" y="1668810"/>
                  </a:lnTo>
                  <a:lnTo>
                    <a:pt x="2576169" y="1668810"/>
                  </a:lnTo>
                  <a:lnTo>
                    <a:pt x="2538752" y="1668810"/>
                  </a:lnTo>
                  <a:lnTo>
                    <a:pt x="2501335" y="1668810"/>
                  </a:lnTo>
                  <a:lnTo>
                    <a:pt x="2463918" y="1668810"/>
                  </a:lnTo>
                  <a:lnTo>
                    <a:pt x="2426501" y="1668810"/>
                  </a:lnTo>
                  <a:lnTo>
                    <a:pt x="2389084" y="1668810"/>
                  </a:lnTo>
                  <a:lnTo>
                    <a:pt x="2351666" y="1668810"/>
                  </a:lnTo>
                  <a:lnTo>
                    <a:pt x="2314249" y="1668810"/>
                  </a:lnTo>
                  <a:lnTo>
                    <a:pt x="2276832" y="1668810"/>
                  </a:lnTo>
                  <a:lnTo>
                    <a:pt x="2239415" y="1668810"/>
                  </a:lnTo>
                  <a:lnTo>
                    <a:pt x="2201998" y="1668810"/>
                  </a:lnTo>
                  <a:lnTo>
                    <a:pt x="2164581" y="1668810"/>
                  </a:lnTo>
                  <a:lnTo>
                    <a:pt x="2127164" y="1668810"/>
                  </a:lnTo>
                  <a:lnTo>
                    <a:pt x="2089746" y="1668810"/>
                  </a:lnTo>
                  <a:lnTo>
                    <a:pt x="2052329" y="1668810"/>
                  </a:lnTo>
                  <a:lnTo>
                    <a:pt x="2014912" y="1668810"/>
                  </a:lnTo>
                  <a:lnTo>
                    <a:pt x="1977495" y="1668810"/>
                  </a:lnTo>
                  <a:lnTo>
                    <a:pt x="1940078" y="1668810"/>
                  </a:lnTo>
                  <a:lnTo>
                    <a:pt x="1902661" y="1668810"/>
                  </a:lnTo>
                  <a:lnTo>
                    <a:pt x="1865244" y="1668810"/>
                  </a:lnTo>
                  <a:lnTo>
                    <a:pt x="1827826" y="1668810"/>
                  </a:lnTo>
                  <a:lnTo>
                    <a:pt x="1790409" y="1668810"/>
                  </a:lnTo>
                  <a:lnTo>
                    <a:pt x="1752992" y="1668810"/>
                  </a:lnTo>
                  <a:lnTo>
                    <a:pt x="1715575" y="1668810"/>
                  </a:lnTo>
                  <a:lnTo>
                    <a:pt x="1678158" y="1668810"/>
                  </a:lnTo>
                  <a:lnTo>
                    <a:pt x="1640741" y="1668810"/>
                  </a:lnTo>
                  <a:lnTo>
                    <a:pt x="1603324" y="1668810"/>
                  </a:lnTo>
                  <a:lnTo>
                    <a:pt x="1565907" y="1668810"/>
                  </a:lnTo>
                  <a:lnTo>
                    <a:pt x="1528489" y="1668810"/>
                  </a:lnTo>
                  <a:lnTo>
                    <a:pt x="1491072" y="1668810"/>
                  </a:lnTo>
                  <a:lnTo>
                    <a:pt x="1453655" y="1668810"/>
                  </a:lnTo>
                  <a:lnTo>
                    <a:pt x="1416238" y="1668810"/>
                  </a:lnTo>
                  <a:lnTo>
                    <a:pt x="1378821" y="1668810"/>
                  </a:lnTo>
                  <a:lnTo>
                    <a:pt x="1341404" y="1668810"/>
                  </a:lnTo>
                  <a:lnTo>
                    <a:pt x="1303987" y="1668810"/>
                  </a:lnTo>
                  <a:lnTo>
                    <a:pt x="1266569" y="1668810"/>
                  </a:lnTo>
                  <a:lnTo>
                    <a:pt x="1229152" y="1668810"/>
                  </a:lnTo>
                  <a:lnTo>
                    <a:pt x="1191735" y="1668810"/>
                  </a:lnTo>
                  <a:lnTo>
                    <a:pt x="1154318" y="1668810"/>
                  </a:lnTo>
                  <a:lnTo>
                    <a:pt x="1116901" y="1668810"/>
                  </a:lnTo>
                  <a:lnTo>
                    <a:pt x="1079484" y="1668810"/>
                  </a:lnTo>
                  <a:lnTo>
                    <a:pt x="1042067" y="1668810"/>
                  </a:lnTo>
                  <a:lnTo>
                    <a:pt x="1004650" y="1668810"/>
                  </a:lnTo>
                  <a:lnTo>
                    <a:pt x="967232" y="1668810"/>
                  </a:lnTo>
                  <a:lnTo>
                    <a:pt x="929815" y="1668810"/>
                  </a:lnTo>
                  <a:lnTo>
                    <a:pt x="892398" y="1668810"/>
                  </a:lnTo>
                  <a:lnTo>
                    <a:pt x="854981" y="1668810"/>
                  </a:lnTo>
                  <a:lnTo>
                    <a:pt x="817564" y="1668810"/>
                  </a:lnTo>
                  <a:lnTo>
                    <a:pt x="780147" y="1668810"/>
                  </a:lnTo>
                  <a:lnTo>
                    <a:pt x="742730" y="1668810"/>
                  </a:lnTo>
                  <a:lnTo>
                    <a:pt x="705312" y="1668810"/>
                  </a:lnTo>
                  <a:lnTo>
                    <a:pt x="667895" y="1668810"/>
                  </a:lnTo>
                  <a:lnTo>
                    <a:pt x="630478" y="1668810"/>
                  </a:lnTo>
                  <a:lnTo>
                    <a:pt x="593061" y="1668810"/>
                  </a:lnTo>
                  <a:lnTo>
                    <a:pt x="555644" y="1668810"/>
                  </a:lnTo>
                  <a:lnTo>
                    <a:pt x="518227" y="1668810"/>
                  </a:lnTo>
                  <a:lnTo>
                    <a:pt x="480810" y="1668810"/>
                  </a:lnTo>
                  <a:lnTo>
                    <a:pt x="443393" y="1668810"/>
                  </a:lnTo>
                  <a:lnTo>
                    <a:pt x="405975" y="1668810"/>
                  </a:lnTo>
                  <a:lnTo>
                    <a:pt x="368558" y="1668810"/>
                  </a:lnTo>
                  <a:lnTo>
                    <a:pt x="331141" y="1668810"/>
                  </a:lnTo>
                  <a:lnTo>
                    <a:pt x="293724" y="1668810"/>
                  </a:lnTo>
                  <a:lnTo>
                    <a:pt x="256307" y="1668810"/>
                  </a:lnTo>
                  <a:lnTo>
                    <a:pt x="218890" y="1668810"/>
                  </a:lnTo>
                  <a:lnTo>
                    <a:pt x="181473" y="1668810"/>
                  </a:lnTo>
                  <a:lnTo>
                    <a:pt x="144055" y="1668810"/>
                  </a:lnTo>
                  <a:lnTo>
                    <a:pt x="106638" y="1668810"/>
                  </a:lnTo>
                  <a:lnTo>
                    <a:pt x="69221" y="1668810"/>
                  </a:lnTo>
                  <a:lnTo>
                    <a:pt x="31804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364383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68007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17829" y="3728979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46724" y="3208873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46724" y="268876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587875" y="37727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87875" y="32526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87875" y="27325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47765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348508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219365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09022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961078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1193231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30769000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064087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30770000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934944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30771000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805801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30772000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676658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30773000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59" name="rc59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22670" y="5241604"/>
              <a:ext cx="8375825" cy="1001286"/>
            </a:xfrm>
            <a:custGeom>
              <a:avLst/>
              <a:pathLst>
                <a:path w="8375825" h="1001286">
                  <a:moveTo>
                    <a:pt x="0" y="945659"/>
                  </a:moveTo>
                  <a:lnTo>
                    <a:pt x="31804" y="945659"/>
                  </a:lnTo>
                  <a:lnTo>
                    <a:pt x="69221" y="945659"/>
                  </a:lnTo>
                  <a:lnTo>
                    <a:pt x="106638" y="945659"/>
                  </a:lnTo>
                  <a:lnTo>
                    <a:pt x="144055" y="976253"/>
                  </a:lnTo>
                  <a:lnTo>
                    <a:pt x="181473" y="1001286"/>
                  </a:lnTo>
                  <a:lnTo>
                    <a:pt x="218890" y="1001286"/>
                  </a:lnTo>
                  <a:lnTo>
                    <a:pt x="256307" y="1001286"/>
                  </a:lnTo>
                  <a:lnTo>
                    <a:pt x="293724" y="998504"/>
                  </a:lnTo>
                  <a:lnTo>
                    <a:pt x="331141" y="1001286"/>
                  </a:lnTo>
                  <a:lnTo>
                    <a:pt x="368558" y="1001286"/>
                  </a:lnTo>
                  <a:lnTo>
                    <a:pt x="405975" y="1001286"/>
                  </a:lnTo>
                  <a:lnTo>
                    <a:pt x="443393" y="959565"/>
                  </a:lnTo>
                  <a:lnTo>
                    <a:pt x="480810" y="895594"/>
                  </a:lnTo>
                  <a:lnTo>
                    <a:pt x="518227" y="834405"/>
                  </a:lnTo>
                  <a:lnTo>
                    <a:pt x="555644" y="820498"/>
                  </a:lnTo>
                  <a:lnTo>
                    <a:pt x="593061" y="778778"/>
                  </a:lnTo>
                  <a:lnTo>
                    <a:pt x="630478" y="778778"/>
                  </a:lnTo>
                  <a:lnTo>
                    <a:pt x="667895" y="745401"/>
                  </a:lnTo>
                  <a:lnTo>
                    <a:pt x="705312" y="723151"/>
                  </a:lnTo>
                  <a:lnTo>
                    <a:pt x="742730" y="723151"/>
                  </a:lnTo>
                  <a:lnTo>
                    <a:pt x="780147" y="723151"/>
                  </a:lnTo>
                  <a:lnTo>
                    <a:pt x="817564" y="723151"/>
                  </a:lnTo>
                  <a:lnTo>
                    <a:pt x="854981" y="750964"/>
                  </a:lnTo>
                  <a:lnTo>
                    <a:pt x="892398" y="778778"/>
                  </a:lnTo>
                  <a:lnTo>
                    <a:pt x="929815" y="778778"/>
                  </a:lnTo>
                  <a:lnTo>
                    <a:pt x="967232" y="723151"/>
                  </a:lnTo>
                  <a:lnTo>
                    <a:pt x="1004650" y="706463"/>
                  </a:lnTo>
                  <a:lnTo>
                    <a:pt x="1042067" y="667524"/>
                  </a:lnTo>
                  <a:lnTo>
                    <a:pt x="1079484" y="667524"/>
                  </a:lnTo>
                  <a:lnTo>
                    <a:pt x="1116901" y="667524"/>
                  </a:lnTo>
                  <a:lnTo>
                    <a:pt x="1154318" y="667524"/>
                  </a:lnTo>
                  <a:lnTo>
                    <a:pt x="1191735" y="667524"/>
                  </a:lnTo>
                  <a:lnTo>
                    <a:pt x="1229152" y="703681"/>
                  </a:lnTo>
                  <a:lnTo>
                    <a:pt x="1266569" y="723151"/>
                  </a:lnTo>
                  <a:lnTo>
                    <a:pt x="1303987" y="723151"/>
                  </a:lnTo>
                  <a:lnTo>
                    <a:pt x="1341404" y="723151"/>
                  </a:lnTo>
                  <a:lnTo>
                    <a:pt x="1378821" y="762090"/>
                  </a:lnTo>
                  <a:lnTo>
                    <a:pt x="1416238" y="823279"/>
                  </a:lnTo>
                  <a:lnTo>
                    <a:pt x="1453655" y="890032"/>
                  </a:lnTo>
                  <a:lnTo>
                    <a:pt x="1491072" y="837186"/>
                  </a:lnTo>
                  <a:lnTo>
                    <a:pt x="1528489" y="781559"/>
                  </a:lnTo>
                  <a:lnTo>
                    <a:pt x="1565907" y="700900"/>
                  </a:lnTo>
                  <a:lnTo>
                    <a:pt x="1603324" y="698118"/>
                  </a:lnTo>
                  <a:lnTo>
                    <a:pt x="1640741" y="723151"/>
                  </a:lnTo>
                  <a:lnTo>
                    <a:pt x="1678158" y="661961"/>
                  </a:lnTo>
                  <a:lnTo>
                    <a:pt x="1715575" y="581302"/>
                  </a:lnTo>
                  <a:lnTo>
                    <a:pt x="1752992" y="511768"/>
                  </a:lnTo>
                  <a:lnTo>
                    <a:pt x="1790409" y="456141"/>
                  </a:lnTo>
                  <a:lnTo>
                    <a:pt x="1827826" y="445016"/>
                  </a:lnTo>
                  <a:lnTo>
                    <a:pt x="1865244" y="389389"/>
                  </a:lnTo>
                  <a:lnTo>
                    <a:pt x="1902661" y="381045"/>
                  </a:lnTo>
                  <a:lnTo>
                    <a:pt x="1940078" y="275353"/>
                  </a:lnTo>
                  <a:lnTo>
                    <a:pt x="1977495" y="222508"/>
                  </a:lnTo>
                  <a:lnTo>
                    <a:pt x="2014912" y="222508"/>
                  </a:lnTo>
                  <a:lnTo>
                    <a:pt x="2052329" y="183569"/>
                  </a:lnTo>
                  <a:lnTo>
                    <a:pt x="2089746" y="166881"/>
                  </a:lnTo>
                  <a:lnTo>
                    <a:pt x="2127164" y="133504"/>
                  </a:lnTo>
                  <a:lnTo>
                    <a:pt x="2164581" y="80659"/>
                  </a:lnTo>
                  <a:lnTo>
                    <a:pt x="2201998" y="55627"/>
                  </a:lnTo>
                  <a:lnTo>
                    <a:pt x="2239415" y="55627"/>
                  </a:lnTo>
                  <a:lnTo>
                    <a:pt x="2276832" y="55627"/>
                  </a:lnTo>
                  <a:lnTo>
                    <a:pt x="2314249" y="41720"/>
                  </a:lnTo>
                  <a:lnTo>
                    <a:pt x="2351666" y="0"/>
                  </a:lnTo>
                  <a:lnTo>
                    <a:pt x="2389084" y="0"/>
                  </a:lnTo>
                  <a:lnTo>
                    <a:pt x="2426501" y="8344"/>
                  </a:lnTo>
                  <a:lnTo>
                    <a:pt x="2463918" y="105691"/>
                  </a:lnTo>
                  <a:lnTo>
                    <a:pt x="2501335" y="127942"/>
                  </a:lnTo>
                  <a:lnTo>
                    <a:pt x="2538752" y="166881"/>
                  </a:lnTo>
                  <a:lnTo>
                    <a:pt x="2576169" y="166881"/>
                  </a:lnTo>
                  <a:lnTo>
                    <a:pt x="2613586" y="222508"/>
                  </a:lnTo>
                  <a:lnTo>
                    <a:pt x="2651003" y="305948"/>
                  </a:lnTo>
                  <a:lnTo>
                    <a:pt x="2688421" y="364357"/>
                  </a:lnTo>
                  <a:lnTo>
                    <a:pt x="2725838" y="375482"/>
                  </a:lnTo>
                  <a:lnTo>
                    <a:pt x="2763255" y="389389"/>
                  </a:lnTo>
                  <a:lnTo>
                    <a:pt x="2800672" y="442234"/>
                  </a:lnTo>
                  <a:lnTo>
                    <a:pt x="2838089" y="500642"/>
                  </a:lnTo>
                  <a:lnTo>
                    <a:pt x="2875506" y="617459"/>
                  </a:lnTo>
                  <a:lnTo>
                    <a:pt x="2912923" y="667524"/>
                  </a:lnTo>
                  <a:lnTo>
                    <a:pt x="2950341" y="667524"/>
                  </a:lnTo>
                  <a:lnTo>
                    <a:pt x="2987758" y="703681"/>
                  </a:lnTo>
                  <a:lnTo>
                    <a:pt x="3025175" y="723151"/>
                  </a:lnTo>
                  <a:lnTo>
                    <a:pt x="3062592" y="753746"/>
                  </a:lnTo>
                  <a:lnTo>
                    <a:pt x="3100009" y="806591"/>
                  </a:lnTo>
                  <a:lnTo>
                    <a:pt x="3137426" y="834405"/>
                  </a:lnTo>
                  <a:lnTo>
                    <a:pt x="3174843" y="756527"/>
                  </a:lnTo>
                  <a:lnTo>
                    <a:pt x="3212260" y="723151"/>
                  </a:lnTo>
                  <a:lnTo>
                    <a:pt x="3249678" y="686993"/>
                  </a:lnTo>
                  <a:lnTo>
                    <a:pt x="3287095" y="723151"/>
                  </a:lnTo>
                  <a:lnTo>
                    <a:pt x="3324512" y="723151"/>
                  </a:lnTo>
                  <a:lnTo>
                    <a:pt x="3361929" y="770434"/>
                  </a:lnTo>
                  <a:lnTo>
                    <a:pt x="3399346" y="764871"/>
                  </a:lnTo>
                  <a:lnTo>
                    <a:pt x="3436763" y="775996"/>
                  </a:lnTo>
                  <a:lnTo>
                    <a:pt x="3474180" y="709244"/>
                  </a:lnTo>
                  <a:lnTo>
                    <a:pt x="3511598" y="631366"/>
                  </a:lnTo>
                  <a:lnTo>
                    <a:pt x="3549015" y="611897"/>
                  </a:lnTo>
                  <a:lnTo>
                    <a:pt x="3586432" y="611897"/>
                  </a:lnTo>
                  <a:lnTo>
                    <a:pt x="3623849" y="556270"/>
                  </a:lnTo>
                  <a:lnTo>
                    <a:pt x="3661266" y="556270"/>
                  </a:lnTo>
                  <a:lnTo>
                    <a:pt x="3698683" y="514549"/>
                  </a:lnTo>
                  <a:lnTo>
                    <a:pt x="3736100" y="442234"/>
                  </a:lnTo>
                  <a:lnTo>
                    <a:pt x="3773517" y="369919"/>
                  </a:lnTo>
                  <a:lnTo>
                    <a:pt x="3810935" y="319855"/>
                  </a:lnTo>
                  <a:lnTo>
                    <a:pt x="3848352" y="333762"/>
                  </a:lnTo>
                  <a:lnTo>
                    <a:pt x="3885769" y="319855"/>
                  </a:lnTo>
                  <a:lnTo>
                    <a:pt x="3923186" y="228070"/>
                  </a:lnTo>
                  <a:lnTo>
                    <a:pt x="3960603" y="222508"/>
                  </a:lnTo>
                  <a:lnTo>
                    <a:pt x="3998020" y="208601"/>
                  </a:lnTo>
                  <a:lnTo>
                    <a:pt x="4035437" y="136286"/>
                  </a:lnTo>
                  <a:lnTo>
                    <a:pt x="4072855" y="55627"/>
                  </a:lnTo>
                  <a:lnTo>
                    <a:pt x="4110272" y="127942"/>
                  </a:lnTo>
                  <a:lnTo>
                    <a:pt x="4147689" y="166881"/>
                  </a:lnTo>
                  <a:lnTo>
                    <a:pt x="4185106" y="211382"/>
                  </a:lnTo>
                  <a:lnTo>
                    <a:pt x="4222523" y="222508"/>
                  </a:lnTo>
                  <a:lnTo>
                    <a:pt x="4259940" y="222508"/>
                  </a:lnTo>
                  <a:lnTo>
                    <a:pt x="4297357" y="222508"/>
                  </a:lnTo>
                  <a:lnTo>
                    <a:pt x="4334774" y="194694"/>
                  </a:lnTo>
                  <a:lnTo>
                    <a:pt x="4372192" y="166881"/>
                  </a:lnTo>
                  <a:lnTo>
                    <a:pt x="4409609" y="230852"/>
                  </a:lnTo>
                  <a:lnTo>
                    <a:pt x="4447026" y="311511"/>
                  </a:lnTo>
                  <a:lnTo>
                    <a:pt x="4484443" y="333762"/>
                  </a:lnTo>
                  <a:lnTo>
                    <a:pt x="4521860" y="333762"/>
                  </a:lnTo>
                  <a:lnTo>
                    <a:pt x="4559277" y="392170"/>
                  </a:lnTo>
                  <a:lnTo>
                    <a:pt x="4596694" y="445016"/>
                  </a:lnTo>
                  <a:lnTo>
                    <a:pt x="4634112" y="483954"/>
                  </a:lnTo>
                  <a:lnTo>
                    <a:pt x="4671529" y="553488"/>
                  </a:lnTo>
                  <a:lnTo>
                    <a:pt x="4708946" y="628585"/>
                  </a:lnTo>
                  <a:lnTo>
                    <a:pt x="4746363" y="678649"/>
                  </a:lnTo>
                  <a:lnTo>
                    <a:pt x="4783780" y="723151"/>
                  </a:lnTo>
                  <a:lnTo>
                    <a:pt x="4821197" y="734276"/>
                  </a:lnTo>
                  <a:lnTo>
                    <a:pt x="4858614" y="826061"/>
                  </a:lnTo>
                  <a:lnTo>
                    <a:pt x="4896031" y="834405"/>
                  </a:lnTo>
                  <a:lnTo>
                    <a:pt x="4933449" y="834405"/>
                  </a:lnTo>
                  <a:lnTo>
                    <a:pt x="4970866" y="859437"/>
                  </a:lnTo>
                  <a:lnTo>
                    <a:pt x="5008283" y="945659"/>
                  </a:lnTo>
                  <a:lnTo>
                    <a:pt x="5045700" y="890032"/>
                  </a:lnTo>
                  <a:lnTo>
                    <a:pt x="5083117" y="890032"/>
                  </a:lnTo>
                  <a:lnTo>
                    <a:pt x="5120534" y="839967"/>
                  </a:lnTo>
                  <a:lnTo>
                    <a:pt x="5157951" y="834405"/>
                  </a:lnTo>
                  <a:lnTo>
                    <a:pt x="5195369" y="834405"/>
                  </a:lnTo>
                  <a:lnTo>
                    <a:pt x="5232786" y="814935"/>
                  </a:lnTo>
                  <a:lnTo>
                    <a:pt x="5270203" y="812154"/>
                  </a:lnTo>
                  <a:lnTo>
                    <a:pt x="5307620" y="890032"/>
                  </a:lnTo>
                  <a:lnTo>
                    <a:pt x="5345037" y="801028"/>
                  </a:lnTo>
                  <a:lnTo>
                    <a:pt x="5382454" y="778778"/>
                  </a:lnTo>
                  <a:lnTo>
                    <a:pt x="5419871" y="778778"/>
                  </a:lnTo>
                  <a:lnTo>
                    <a:pt x="5457289" y="753745"/>
                  </a:lnTo>
                  <a:lnTo>
                    <a:pt x="5494706" y="723151"/>
                  </a:lnTo>
                  <a:lnTo>
                    <a:pt x="5532123" y="636929"/>
                  </a:lnTo>
                  <a:lnTo>
                    <a:pt x="5569540" y="572958"/>
                  </a:lnTo>
                  <a:lnTo>
                    <a:pt x="5606957" y="514549"/>
                  </a:lnTo>
                  <a:lnTo>
                    <a:pt x="5644374" y="500642"/>
                  </a:lnTo>
                  <a:lnTo>
                    <a:pt x="5681791" y="467267"/>
                  </a:lnTo>
                  <a:lnTo>
                    <a:pt x="5719208" y="342106"/>
                  </a:lnTo>
                  <a:lnTo>
                    <a:pt x="5756626" y="333762"/>
                  </a:lnTo>
                  <a:lnTo>
                    <a:pt x="5794043" y="333762"/>
                  </a:lnTo>
                  <a:lnTo>
                    <a:pt x="5831460" y="333762"/>
                  </a:lnTo>
                  <a:lnTo>
                    <a:pt x="5868877" y="342106"/>
                  </a:lnTo>
                  <a:lnTo>
                    <a:pt x="5906294" y="389389"/>
                  </a:lnTo>
                  <a:lnTo>
                    <a:pt x="5943711" y="389389"/>
                  </a:lnTo>
                  <a:lnTo>
                    <a:pt x="5981128" y="442234"/>
                  </a:lnTo>
                  <a:lnTo>
                    <a:pt x="6018546" y="445016"/>
                  </a:lnTo>
                  <a:lnTo>
                    <a:pt x="6055963" y="470048"/>
                  </a:lnTo>
                  <a:lnTo>
                    <a:pt x="6093380" y="445016"/>
                  </a:lnTo>
                  <a:lnTo>
                    <a:pt x="6130797" y="445016"/>
                  </a:lnTo>
                  <a:lnTo>
                    <a:pt x="6168214" y="461704"/>
                  </a:lnTo>
                  <a:lnTo>
                    <a:pt x="6205631" y="500642"/>
                  </a:lnTo>
                  <a:lnTo>
                    <a:pt x="6243048" y="500642"/>
                  </a:lnTo>
                  <a:lnTo>
                    <a:pt x="6280465" y="584083"/>
                  </a:lnTo>
                  <a:lnTo>
                    <a:pt x="6317883" y="611897"/>
                  </a:lnTo>
                  <a:lnTo>
                    <a:pt x="6355300" y="581302"/>
                  </a:lnTo>
                  <a:lnTo>
                    <a:pt x="6392717" y="578520"/>
                  </a:lnTo>
                  <a:lnTo>
                    <a:pt x="6430134" y="589646"/>
                  </a:lnTo>
                  <a:lnTo>
                    <a:pt x="6467551" y="636929"/>
                  </a:lnTo>
                  <a:lnTo>
                    <a:pt x="6504968" y="625803"/>
                  </a:lnTo>
                  <a:lnTo>
                    <a:pt x="6542385" y="650835"/>
                  </a:lnTo>
                  <a:lnTo>
                    <a:pt x="6579803" y="667524"/>
                  </a:lnTo>
                  <a:lnTo>
                    <a:pt x="6617220" y="698118"/>
                  </a:lnTo>
                  <a:lnTo>
                    <a:pt x="6654637" y="820498"/>
                  </a:lnTo>
                  <a:lnTo>
                    <a:pt x="6692054" y="834405"/>
                  </a:lnTo>
                  <a:lnTo>
                    <a:pt x="6729471" y="834405"/>
                  </a:lnTo>
                  <a:lnTo>
                    <a:pt x="6766888" y="834405"/>
                  </a:lnTo>
                  <a:lnTo>
                    <a:pt x="6804305" y="834405"/>
                  </a:lnTo>
                  <a:lnTo>
                    <a:pt x="6841722" y="834405"/>
                  </a:lnTo>
                  <a:lnTo>
                    <a:pt x="6879140" y="834405"/>
                  </a:lnTo>
                  <a:lnTo>
                    <a:pt x="6916557" y="834405"/>
                  </a:lnTo>
                  <a:lnTo>
                    <a:pt x="6953974" y="834405"/>
                  </a:lnTo>
                  <a:lnTo>
                    <a:pt x="6991391" y="853874"/>
                  </a:lnTo>
                  <a:lnTo>
                    <a:pt x="7028808" y="890032"/>
                  </a:lnTo>
                  <a:lnTo>
                    <a:pt x="7066225" y="890032"/>
                  </a:lnTo>
                  <a:lnTo>
                    <a:pt x="7103642" y="890032"/>
                  </a:lnTo>
                  <a:lnTo>
                    <a:pt x="7141060" y="890032"/>
                  </a:lnTo>
                  <a:lnTo>
                    <a:pt x="7178477" y="890032"/>
                  </a:lnTo>
                  <a:lnTo>
                    <a:pt x="7215894" y="890032"/>
                  </a:lnTo>
                  <a:lnTo>
                    <a:pt x="7253311" y="890032"/>
                  </a:lnTo>
                  <a:lnTo>
                    <a:pt x="7290728" y="915064"/>
                  </a:lnTo>
                  <a:lnTo>
                    <a:pt x="7328145" y="890032"/>
                  </a:lnTo>
                  <a:lnTo>
                    <a:pt x="7365562" y="909501"/>
                  </a:lnTo>
                  <a:lnTo>
                    <a:pt x="7402979" y="915064"/>
                  </a:lnTo>
                  <a:lnTo>
                    <a:pt x="7440397" y="962347"/>
                  </a:lnTo>
                  <a:lnTo>
                    <a:pt x="7477814" y="1001286"/>
                  </a:lnTo>
                  <a:lnTo>
                    <a:pt x="7515231" y="984598"/>
                  </a:lnTo>
                  <a:lnTo>
                    <a:pt x="7552648" y="945659"/>
                  </a:lnTo>
                  <a:lnTo>
                    <a:pt x="7590065" y="945659"/>
                  </a:lnTo>
                  <a:lnTo>
                    <a:pt x="7627482" y="945659"/>
                  </a:lnTo>
                  <a:lnTo>
                    <a:pt x="7664899" y="945659"/>
                  </a:lnTo>
                  <a:lnTo>
                    <a:pt x="7702317" y="890032"/>
                  </a:lnTo>
                  <a:lnTo>
                    <a:pt x="7739734" y="890032"/>
                  </a:lnTo>
                  <a:lnTo>
                    <a:pt x="7777151" y="856655"/>
                  </a:lnTo>
                  <a:lnTo>
                    <a:pt x="7814568" y="834405"/>
                  </a:lnTo>
                  <a:lnTo>
                    <a:pt x="7851985" y="781559"/>
                  </a:lnTo>
                  <a:lnTo>
                    <a:pt x="7889402" y="778778"/>
                  </a:lnTo>
                  <a:lnTo>
                    <a:pt x="7926819" y="739839"/>
                  </a:lnTo>
                  <a:lnTo>
                    <a:pt x="7964236" y="700900"/>
                  </a:lnTo>
                  <a:lnTo>
                    <a:pt x="8001654" y="667524"/>
                  </a:lnTo>
                  <a:lnTo>
                    <a:pt x="8039071" y="667524"/>
                  </a:lnTo>
                  <a:lnTo>
                    <a:pt x="8076488" y="623022"/>
                  </a:lnTo>
                  <a:lnTo>
                    <a:pt x="8113905" y="611897"/>
                  </a:lnTo>
                  <a:lnTo>
                    <a:pt x="8151322" y="611897"/>
                  </a:lnTo>
                  <a:lnTo>
                    <a:pt x="8188739" y="611897"/>
                  </a:lnTo>
                  <a:lnTo>
                    <a:pt x="8226156" y="561832"/>
                  </a:lnTo>
                  <a:lnTo>
                    <a:pt x="8263574" y="611897"/>
                  </a:lnTo>
                  <a:lnTo>
                    <a:pt x="8300991" y="611897"/>
                  </a:lnTo>
                  <a:lnTo>
                    <a:pt x="8338408" y="589646"/>
                  </a:lnTo>
                  <a:lnTo>
                    <a:pt x="8375825" y="611897"/>
                  </a:lnTo>
                  <a:lnTo>
                    <a:pt x="8375825" y="611897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364383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68007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47765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348508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21936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09022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961078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19323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30769000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64087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30770000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3494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30771000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80580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30772000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867665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30773000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2026-03-10T15:34:45Z</dcterms:modified>
  <cp:category/>
</cp:coreProperties>
</file>