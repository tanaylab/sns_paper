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551565" y="145504"/>
              <a:ext cx="844693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601423" y="3241743"/>
              <a:ext cx="223694" cy="20733"/>
            </a:xfrm>
            <a:custGeom>
              <a:avLst/>
              <a:pathLst>
                <a:path w="223694" h="20733">
                  <a:moveTo>
                    <a:pt x="0" y="20733"/>
                  </a:moveTo>
                  <a:lnTo>
                    <a:pt x="12858" y="6319"/>
                  </a:lnTo>
                  <a:lnTo>
                    <a:pt x="80978" y="0"/>
                  </a:lnTo>
                  <a:lnTo>
                    <a:pt x="149098" y="14823"/>
                  </a:lnTo>
                  <a:lnTo>
                    <a:pt x="217219" y="13137"/>
                  </a:lnTo>
                  <a:lnTo>
                    <a:pt x="223694" y="2073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551565" y="3241743"/>
              <a:ext cx="8446930" cy="20733"/>
            </a:xfrm>
            <a:custGeom>
              <a:avLst/>
              <a:pathLst>
                <a:path w="8446930" h="20733">
                  <a:moveTo>
                    <a:pt x="0" y="20733"/>
                  </a:moveTo>
                  <a:lnTo>
                    <a:pt x="68120" y="20733"/>
                  </a:lnTo>
                  <a:lnTo>
                    <a:pt x="136240" y="20733"/>
                  </a:lnTo>
                  <a:lnTo>
                    <a:pt x="204361" y="20733"/>
                  </a:lnTo>
                  <a:lnTo>
                    <a:pt x="272481" y="20733"/>
                  </a:lnTo>
                  <a:lnTo>
                    <a:pt x="340602" y="20733"/>
                  </a:lnTo>
                  <a:lnTo>
                    <a:pt x="408722" y="20733"/>
                  </a:lnTo>
                  <a:lnTo>
                    <a:pt x="476842" y="20733"/>
                  </a:lnTo>
                  <a:lnTo>
                    <a:pt x="544963" y="20733"/>
                  </a:lnTo>
                  <a:lnTo>
                    <a:pt x="613083" y="20733"/>
                  </a:lnTo>
                  <a:lnTo>
                    <a:pt x="681204" y="20733"/>
                  </a:lnTo>
                  <a:lnTo>
                    <a:pt x="749324" y="20733"/>
                  </a:lnTo>
                  <a:lnTo>
                    <a:pt x="817444" y="20733"/>
                  </a:lnTo>
                  <a:lnTo>
                    <a:pt x="885565" y="20733"/>
                  </a:lnTo>
                  <a:lnTo>
                    <a:pt x="953685" y="20733"/>
                  </a:lnTo>
                  <a:lnTo>
                    <a:pt x="1021806" y="20733"/>
                  </a:lnTo>
                  <a:lnTo>
                    <a:pt x="1089926" y="20733"/>
                  </a:lnTo>
                  <a:lnTo>
                    <a:pt x="1158046" y="20733"/>
                  </a:lnTo>
                  <a:lnTo>
                    <a:pt x="1226167" y="20733"/>
                  </a:lnTo>
                  <a:lnTo>
                    <a:pt x="1294287" y="20733"/>
                  </a:lnTo>
                  <a:lnTo>
                    <a:pt x="1362408" y="20733"/>
                  </a:lnTo>
                  <a:lnTo>
                    <a:pt x="1430528" y="20733"/>
                  </a:lnTo>
                  <a:lnTo>
                    <a:pt x="1498648" y="20733"/>
                  </a:lnTo>
                  <a:lnTo>
                    <a:pt x="1566769" y="20733"/>
                  </a:lnTo>
                  <a:lnTo>
                    <a:pt x="1634889" y="20733"/>
                  </a:lnTo>
                  <a:lnTo>
                    <a:pt x="1703010" y="20733"/>
                  </a:lnTo>
                  <a:lnTo>
                    <a:pt x="1771130" y="20733"/>
                  </a:lnTo>
                  <a:lnTo>
                    <a:pt x="1839251" y="20733"/>
                  </a:lnTo>
                  <a:lnTo>
                    <a:pt x="1907371" y="20733"/>
                  </a:lnTo>
                  <a:lnTo>
                    <a:pt x="1975491" y="20733"/>
                  </a:lnTo>
                  <a:lnTo>
                    <a:pt x="2043612" y="20733"/>
                  </a:lnTo>
                  <a:lnTo>
                    <a:pt x="2111732" y="20733"/>
                  </a:lnTo>
                  <a:lnTo>
                    <a:pt x="2179853" y="20733"/>
                  </a:lnTo>
                  <a:lnTo>
                    <a:pt x="2247973" y="20733"/>
                  </a:lnTo>
                  <a:lnTo>
                    <a:pt x="2316093" y="20733"/>
                  </a:lnTo>
                  <a:lnTo>
                    <a:pt x="2384214" y="20733"/>
                  </a:lnTo>
                  <a:lnTo>
                    <a:pt x="2452334" y="20733"/>
                  </a:lnTo>
                  <a:lnTo>
                    <a:pt x="2520455" y="20733"/>
                  </a:lnTo>
                  <a:lnTo>
                    <a:pt x="2588575" y="20733"/>
                  </a:lnTo>
                  <a:lnTo>
                    <a:pt x="2656695" y="20733"/>
                  </a:lnTo>
                  <a:lnTo>
                    <a:pt x="2724816" y="20733"/>
                  </a:lnTo>
                  <a:lnTo>
                    <a:pt x="2792936" y="20733"/>
                  </a:lnTo>
                  <a:lnTo>
                    <a:pt x="2861057" y="20733"/>
                  </a:lnTo>
                  <a:lnTo>
                    <a:pt x="2929177" y="20733"/>
                  </a:lnTo>
                  <a:lnTo>
                    <a:pt x="2997297" y="20733"/>
                  </a:lnTo>
                  <a:lnTo>
                    <a:pt x="3065418" y="20733"/>
                  </a:lnTo>
                  <a:lnTo>
                    <a:pt x="3133538" y="20733"/>
                  </a:lnTo>
                  <a:lnTo>
                    <a:pt x="3201659" y="20733"/>
                  </a:lnTo>
                  <a:lnTo>
                    <a:pt x="3269779" y="20733"/>
                  </a:lnTo>
                  <a:lnTo>
                    <a:pt x="3337899" y="20733"/>
                  </a:lnTo>
                  <a:lnTo>
                    <a:pt x="3406020" y="20733"/>
                  </a:lnTo>
                  <a:lnTo>
                    <a:pt x="3474140" y="20733"/>
                  </a:lnTo>
                  <a:lnTo>
                    <a:pt x="3542261" y="20733"/>
                  </a:lnTo>
                  <a:lnTo>
                    <a:pt x="3610381" y="20733"/>
                  </a:lnTo>
                  <a:lnTo>
                    <a:pt x="3678502" y="20733"/>
                  </a:lnTo>
                  <a:lnTo>
                    <a:pt x="3746622" y="20733"/>
                  </a:lnTo>
                  <a:lnTo>
                    <a:pt x="3814742" y="20733"/>
                  </a:lnTo>
                  <a:lnTo>
                    <a:pt x="3882863" y="20733"/>
                  </a:lnTo>
                  <a:lnTo>
                    <a:pt x="3950983" y="20733"/>
                  </a:lnTo>
                  <a:lnTo>
                    <a:pt x="4019104" y="20733"/>
                  </a:lnTo>
                  <a:lnTo>
                    <a:pt x="4087224" y="20733"/>
                  </a:lnTo>
                  <a:lnTo>
                    <a:pt x="4155344" y="20733"/>
                  </a:lnTo>
                  <a:lnTo>
                    <a:pt x="4223465" y="20733"/>
                  </a:lnTo>
                  <a:lnTo>
                    <a:pt x="4291585" y="20733"/>
                  </a:lnTo>
                  <a:lnTo>
                    <a:pt x="4359706" y="20733"/>
                  </a:lnTo>
                  <a:lnTo>
                    <a:pt x="4427826" y="20733"/>
                  </a:lnTo>
                  <a:lnTo>
                    <a:pt x="4495946" y="20733"/>
                  </a:lnTo>
                  <a:lnTo>
                    <a:pt x="4564067" y="20733"/>
                  </a:lnTo>
                  <a:lnTo>
                    <a:pt x="4632187" y="20733"/>
                  </a:lnTo>
                  <a:lnTo>
                    <a:pt x="4700308" y="20733"/>
                  </a:lnTo>
                  <a:lnTo>
                    <a:pt x="4768428" y="20733"/>
                  </a:lnTo>
                  <a:lnTo>
                    <a:pt x="4836548" y="20733"/>
                  </a:lnTo>
                  <a:lnTo>
                    <a:pt x="4904669" y="20733"/>
                  </a:lnTo>
                  <a:lnTo>
                    <a:pt x="4972789" y="20733"/>
                  </a:lnTo>
                  <a:lnTo>
                    <a:pt x="5040910" y="20733"/>
                  </a:lnTo>
                  <a:lnTo>
                    <a:pt x="5109030" y="20733"/>
                  </a:lnTo>
                  <a:lnTo>
                    <a:pt x="5177151" y="20733"/>
                  </a:lnTo>
                  <a:lnTo>
                    <a:pt x="5245271" y="20733"/>
                  </a:lnTo>
                  <a:lnTo>
                    <a:pt x="5313391" y="20733"/>
                  </a:lnTo>
                  <a:lnTo>
                    <a:pt x="5381512" y="20733"/>
                  </a:lnTo>
                  <a:lnTo>
                    <a:pt x="5449632" y="20733"/>
                  </a:lnTo>
                  <a:lnTo>
                    <a:pt x="5517753" y="20733"/>
                  </a:lnTo>
                  <a:lnTo>
                    <a:pt x="5585873" y="20733"/>
                  </a:lnTo>
                  <a:lnTo>
                    <a:pt x="5653993" y="20733"/>
                  </a:lnTo>
                  <a:lnTo>
                    <a:pt x="5722114" y="20733"/>
                  </a:lnTo>
                  <a:lnTo>
                    <a:pt x="5790234" y="20733"/>
                  </a:lnTo>
                  <a:lnTo>
                    <a:pt x="5858355" y="20733"/>
                  </a:lnTo>
                  <a:lnTo>
                    <a:pt x="5926475" y="20733"/>
                  </a:lnTo>
                  <a:lnTo>
                    <a:pt x="5994595" y="20733"/>
                  </a:lnTo>
                  <a:lnTo>
                    <a:pt x="6062716" y="6319"/>
                  </a:lnTo>
                  <a:lnTo>
                    <a:pt x="6130836" y="0"/>
                  </a:lnTo>
                  <a:lnTo>
                    <a:pt x="6198957" y="14823"/>
                  </a:lnTo>
                  <a:lnTo>
                    <a:pt x="6267077" y="13137"/>
                  </a:lnTo>
                  <a:lnTo>
                    <a:pt x="6335197" y="20733"/>
                  </a:lnTo>
                  <a:lnTo>
                    <a:pt x="6403318" y="20733"/>
                  </a:lnTo>
                  <a:lnTo>
                    <a:pt x="6471438" y="20733"/>
                  </a:lnTo>
                  <a:lnTo>
                    <a:pt x="6539559" y="20733"/>
                  </a:lnTo>
                  <a:lnTo>
                    <a:pt x="6607679" y="20733"/>
                  </a:lnTo>
                  <a:lnTo>
                    <a:pt x="6675799" y="20733"/>
                  </a:lnTo>
                  <a:lnTo>
                    <a:pt x="6743920" y="20733"/>
                  </a:lnTo>
                  <a:lnTo>
                    <a:pt x="6812040" y="20733"/>
                  </a:lnTo>
                  <a:lnTo>
                    <a:pt x="6880161" y="20733"/>
                  </a:lnTo>
                  <a:lnTo>
                    <a:pt x="6948281" y="20733"/>
                  </a:lnTo>
                  <a:lnTo>
                    <a:pt x="7016402" y="20733"/>
                  </a:lnTo>
                  <a:lnTo>
                    <a:pt x="7084522" y="20733"/>
                  </a:lnTo>
                  <a:lnTo>
                    <a:pt x="7152642" y="20733"/>
                  </a:lnTo>
                  <a:lnTo>
                    <a:pt x="7220763" y="20733"/>
                  </a:lnTo>
                  <a:lnTo>
                    <a:pt x="7288883" y="20733"/>
                  </a:lnTo>
                  <a:lnTo>
                    <a:pt x="7357004" y="20733"/>
                  </a:lnTo>
                  <a:lnTo>
                    <a:pt x="7425124" y="20733"/>
                  </a:lnTo>
                  <a:lnTo>
                    <a:pt x="7493244" y="20733"/>
                  </a:lnTo>
                  <a:lnTo>
                    <a:pt x="7561365" y="20733"/>
                  </a:lnTo>
                  <a:lnTo>
                    <a:pt x="7629485" y="20733"/>
                  </a:lnTo>
                  <a:lnTo>
                    <a:pt x="7697606" y="20733"/>
                  </a:lnTo>
                  <a:lnTo>
                    <a:pt x="7765726" y="20733"/>
                  </a:lnTo>
                  <a:lnTo>
                    <a:pt x="7833846" y="20733"/>
                  </a:lnTo>
                  <a:lnTo>
                    <a:pt x="7901967" y="20733"/>
                  </a:lnTo>
                  <a:lnTo>
                    <a:pt x="7970087" y="20733"/>
                  </a:lnTo>
                  <a:lnTo>
                    <a:pt x="8038208" y="20733"/>
                  </a:lnTo>
                  <a:lnTo>
                    <a:pt x="8106328" y="20733"/>
                  </a:lnTo>
                  <a:lnTo>
                    <a:pt x="8174448" y="20733"/>
                  </a:lnTo>
                  <a:lnTo>
                    <a:pt x="8242569" y="20733"/>
                  </a:lnTo>
                  <a:lnTo>
                    <a:pt x="8310689" y="20733"/>
                  </a:lnTo>
                  <a:lnTo>
                    <a:pt x="8378810" y="20733"/>
                  </a:lnTo>
                  <a:lnTo>
                    <a:pt x="8446930" y="20733"/>
                  </a:lnTo>
                  <a:lnTo>
                    <a:pt x="8378810" y="20733"/>
                  </a:lnTo>
                  <a:lnTo>
                    <a:pt x="8310689" y="20733"/>
                  </a:lnTo>
                  <a:lnTo>
                    <a:pt x="8242569" y="20733"/>
                  </a:lnTo>
                  <a:lnTo>
                    <a:pt x="8174448" y="20733"/>
                  </a:lnTo>
                  <a:lnTo>
                    <a:pt x="8106328" y="20733"/>
                  </a:lnTo>
                  <a:lnTo>
                    <a:pt x="8038208" y="20733"/>
                  </a:lnTo>
                  <a:lnTo>
                    <a:pt x="7970087" y="20733"/>
                  </a:lnTo>
                  <a:lnTo>
                    <a:pt x="7901967" y="20733"/>
                  </a:lnTo>
                  <a:lnTo>
                    <a:pt x="7833846" y="20733"/>
                  </a:lnTo>
                  <a:lnTo>
                    <a:pt x="7765726" y="20733"/>
                  </a:lnTo>
                  <a:lnTo>
                    <a:pt x="7697606" y="20733"/>
                  </a:lnTo>
                  <a:lnTo>
                    <a:pt x="7629485" y="20733"/>
                  </a:lnTo>
                  <a:lnTo>
                    <a:pt x="7561365" y="20733"/>
                  </a:lnTo>
                  <a:lnTo>
                    <a:pt x="7493244" y="20733"/>
                  </a:lnTo>
                  <a:lnTo>
                    <a:pt x="7425124" y="20733"/>
                  </a:lnTo>
                  <a:lnTo>
                    <a:pt x="7357004" y="20733"/>
                  </a:lnTo>
                  <a:lnTo>
                    <a:pt x="7288883" y="20733"/>
                  </a:lnTo>
                  <a:lnTo>
                    <a:pt x="7220763" y="20733"/>
                  </a:lnTo>
                  <a:lnTo>
                    <a:pt x="7152642" y="20733"/>
                  </a:lnTo>
                  <a:lnTo>
                    <a:pt x="7084522" y="20733"/>
                  </a:lnTo>
                  <a:lnTo>
                    <a:pt x="7016402" y="20733"/>
                  </a:lnTo>
                  <a:lnTo>
                    <a:pt x="6948281" y="20733"/>
                  </a:lnTo>
                  <a:lnTo>
                    <a:pt x="6880161" y="20733"/>
                  </a:lnTo>
                  <a:lnTo>
                    <a:pt x="6812040" y="20733"/>
                  </a:lnTo>
                  <a:lnTo>
                    <a:pt x="6743920" y="20733"/>
                  </a:lnTo>
                  <a:lnTo>
                    <a:pt x="6675799" y="20733"/>
                  </a:lnTo>
                  <a:lnTo>
                    <a:pt x="6607679" y="20733"/>
                  </a:lnTo>
                  <a:lnTo>
                    <a:pt x="6539559" y="20733"/>
                  </a:lnTo>
                  <a:lnTo>
                    <a:pt x="6471438" y="20733"/>
                  </a:lnTo>
                  <a:lnTo>
                    <a:pt x="6403318" y="20733"/>
                  </a:lnTo>
                  <a:lnTo>
                    <a:pt x="6335197" y="20733"/>
                  </a:lnTo>
                  <a:lnTo>
                    <a:pt x="6267077" y="20733"/>
                  </a:lnTo>
                  <a:lnTo>
                    <a:pt x="6198957" y="20733"/>
                  </a:lnTo>
                  <a:lnTo>
                    <a:pt x="6130836" y="20733"/>
                  </a:lnTo>
                  <a:lnTo>
                    <a:pt x="6062716" y="20733"/>
                  </a:lnTo>
                  <a:lnTo>
                    <a:pt x="5994595" y="20733"/>
                  </a:lnTo>
                  <a:lnTo>
                    <a:pt x="5926475" y="20733"/>
                  </a:lnTo>
                  <a:lnTo>
                    <a:pt x="5858355" y="20733"/>
                  </a:lnTo>
                  <a:lnTo>
                    <a:pt x="5790234" y="20733"/>
                  </a:lnTo>
                  <a:lnTo>
                    <a:pt x="5722114" y="20733"/>
                  </a:lnTo>
                  <a:lnTo>
                    <a:pt x="5653993" y="20733"/>
                  </a:lnTo>
                  <a:lnTo>
                    <a:pt x="5585873" y="20733"/>
                  </a:lnTo>
                  <a:lnTo>
                    <a:pt x="5517753" y="20733"/>
                  </a:lnTo>
                  <a:lnTo>
                    <a:pt x="5449632" y="20733"/>
                  </a:lnTo>
                  <a:lnTo>
                    <a:pt x="5381512" y="20733"/>
                  </a:lnTo>
                  <a:lnTo>
                    <a:pt x="5313391" y="20733"/>
                  </a:lnTo>
                  <a:lnTo>
                    <a:pt x="5245271" y="20733"/>
                  </a:lnTo>
                  <a:lnTo>
                    <a:pt x="5177151" y="20733"/>
                  </a:lnTo>
                  <a:lnTo>
                    <a:pt x="5109030" y="20733"/>
                  </a:lnTo>
                  <a:lnTo>
                    <a:pt x="5040910" y="20733"/>
                  </a:lnTo>
                  <a:lnTo>
                    <a:pt x="4972789" y="20733"/>
                  </a:lnTo>
                  <a:lnTo>
                    <a:pt x="4904669" y="20733"/>
                  </a:lnTo>
                  <a:lnTo>
                    <a:pt x="4836548" y="20733"/>
                  </a:lnTo>
                  <a:lnTo>
                    <a:pt x="4768428" y="20733"/>
                  </a:lnTo>
                  <a:lnTo>
                    <a:pt x="4700308" y="20733"/>
                  </a:lnTo>
                  <a:lnTo>
                    <a:pt x="4632187" y="20733"/>
                  </a:lnTo>
                  <a:lnTo>
                    <a:pt x="4564067" y="20733"/>
                  </a:lnTo>
                  <a:lnTo>
                    <a:pt x="4495946" y="20733"/>
                  </a:lnTo>
                  <a:lnTo>
                    <a:pt x="4427826" y="20733"/>
                  </a:lnTo>
                  <a:lnTo>
                    <a:pt x="4359706" y="20733"/>
                  </a:lnTo>
                  <a:lnTo>
                    <a:pt x="4291585" y="20733"/>
                  </a:lnTo>
                  <a:lnTo>
                    <a:pt x="4223465" y="20733"/>
                  </a:lnTo>
                  <a:lnTo>
                    <a:pt x="4155344" y="20733"/>
                  </a:lnTo>
                  <a:lnTo>
                    <a:pt x="4087224" y="20733"/>
                  </a:lnTo>
                  <a:lnTo>
                    <a:pt x="4019104" y="20733"/>
                  </a:lnTo>
                  <a:lnTo>
                    <a:pt x="3950983" y="20733"/>
                  </a:lnTo>
                  <a:lnTo>
                    <a:pt x="3882863" y="20733"/>
                  </a:lnTo>
                  <a:lnTo>
                    <a:pt x="3814742" y="20733"/>
                  </a:lnTo>
                  <a:lnTo>
                    <a:pt x="3746622" y="20733"/>
                  </a:lnTo>
                  <a:lnTo>
                    <a:pt x="3678502" y="20733"/>
                  </a:lnTo>
                  <a:lnTo>
                    <a:pt x="3610381" y="20733"/>
                  </a:lnTo>
                  <a:lnTo>
                    <a:pt x="3542261" y="20733"/>
                  </a:lnTo>
                  <a:lnTo>
                    <a:pt x="3474140" y="20733"/>
                  </a:lnTo>
                  <a:lnTo>
                    <a:pt x="3406020" y="20733"/>
                  </a:lnTo>
                  <a:lnTo>
                    <a:pt x="3337899" y="20733"/>
                  </a:lnTo>
                  <a:lnTo>
                    <a:pt x="3269779" y="20733"/>
                  </a:lnTo>
                  <a:lnTo>
                    <a:pt x="3201659" y="20733"/>
                  </a:lnTo>
                  <a:lnTo>
                    <a:pt x="3133538" y="20733"/>
                  </a:lnTo>
                  <a:lnTo>
                    <a:pt x="3065418" y="20733"/>
                  </a:lnTo>
                  <a:lnTo>
                    <a:pt x="2997297" y="20733"/>
                  </a:lnTo>
                  <a:lnTo>
                    <a:pt x="2929177" y="20733"/>
                  </a:lnTo>
                  <a:lnTo>
                    <a:pt x="2861057" y="20733"/>
                  </a:lnTo>
                  <a:lnTo>
                    <a:pt x="2792936" y="20733"/>
                  </a:lnTo>
                  <a:lnTo>
                    <a:pt x="2724816" y="20733"/>
                  </a:lnTo>
                  <a:lnTo>
                    <a:pt x="2656695" y="20733"/>
                  </a:lnTo>
                  <a:lnTo>
                    <a:pt x="2588575" y="20733"/>
                  </a:lnTo>
                  <a:lnTo>
                    <a:pt x="2520455" y="20733"/>
                  </a:lnTo>
                  <a:lnTo>
                    <a:pt x="2452334" y="20733"/>
                  </a:lnTo>
                  <a:lnTo>
                    <a:pt x="2384214" y="20733"/>
                  </a:lnTo>
                  <a:lnTo>
                    <a:pt x="2316093" y="20733"/>
                  </a:lnTo>
                  <a:lnTo>
                    <a:pt x="2247973" y="20733"/>
                  </a:lnTo>
                  <a:lnTo>
                    <a:pt x="2179853" y="20733"/>
                  </a:lnTo>
                  <a:lnTo>
                    <a:pt x="2111732" y="20733"/>
                  </a:lnTo>
                  <a:lnTo>
                    <a:pt x="2043612" y="20733"/>
                  </a:lnTo>
                  <a:lnTo>
                    <a:pt x="1975491" y="20733"/>
                  </a:lnTo>
                  <a:lnTo>
                    <a:pt x="1907371" y="20733"/>
                  </a:lnTo>
                  <a:lnTo>
                    <a:pt x="1839251" y="20733"/>
                  </a:lnTo>
                  <a:lnTo>
                    <a:pt x="1771130" y="20733"/>
                  </a:lnTo>
                  <a:lnTo>
                    <a:pt x="1703010" y="20733"/>
                  </a:lnTo>
                  <a:lnTo>
                    <a:pt x="1634889" y="20733"/>
                  </a:lnTo>
                  <a:lnTo>
                    <a:pt x="1566769" y="20733"/>
                  </a:lnTo>
                  <a:lnTo>
                    <a:pt x="1498648" y="20733"/>
                  </a:lnTo>
                  <a:lnTo>
                    <a:pt x="1430528" y="20733"/>
                  </a:lnTo>
                  <a:lnTo>
                    <a:pt x="1362408" y="20733"/>
                  </a:lnTo>
                  <a:lnTo>
                    <a:pt x="1294287" y="20733"/>
                  </a:lnTo>
                  <a:lnTo>
                    <a:pt x="1226167" y="20733"/>
                  </a:lnTo>
                  <a:lnTo>
                    <a:pt x="1158046" y="20733"/>
                  </a:lnTo>
                  <a:lnTo>
                    <a:pt x="1089926" y="20733"/>
                  </a:lnTo>
                  <a:lnTo>
                    <a:pt x="1021806" y="20733"/>
                  </a:lnTo>
                  <a:lnTo>
                    <a:pt x="953685" y="20733"/>
                  </a:lnTo>
                  <a:lnTo>
                    <a:pt x="885565" y="20733"/>
                  </a:lnTo>
                  <a:lnTo>
                    <a:pt x="817444" y="20733"/>
                  </a:lnTo>
                  <a:lnTo>
                    <a:pt x="749324" y="20733"/>
                  </a:lnTo>
                  <a:lnTo>
                    <a:pt x="681204" y="20733"/>
                  </a:lnTo>
                  <a:lnTo>
                    <a:pt x="613083" y="20733"/>
                  </a:lnTo>
                  <a:lnTo>
                    <a:pt x="544963" y="20733"/>
                  </a:lnTo>
                  <a:lnTo>
                    <a:pt x="476842" y="20733"/>
                  </a:lnTo>
                  <a:lnTo>
                    <a:pt x="408722" y="20733"/>
                  </a:lnTo>
                  <a:lnTo>
                    <a:pt x="340602" y="20733"/>
                  </a:lnTo>
                  <a:lnTo>
                    <a:pt x="272481" y="20733"/>
                  </a:lnTo>
                  <a:lnTo>
                    <a:pt x="204361" y="20733"/>
                  </a:lnTo>
                  <a:lnTo>
                    <a:pt x="136240" y="20733"/>
                  </a:lnTo>
                  <a:lnTo>
                    <a:pt x="68120" y="20733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51565" y="3241743"/>
              <a:ext cx="8446930" cy="20733"/>
            </a:xfrm>
            <a:custGeom>
              <a:avLst/>
              <a:pathLst>
                <a:path w="8446930" h="20733">
                  <a:moveTo>
                    <a:pt x="0" y="20733"/>
                  </a:moveTo>
                  <a:lnTo>
                    <a:pt x="68120" y="20733"/>
                  </a:lnTo>
                  <a:lnTo>
                    <a:pt x="136240" y="20733"/>
                  </a:lnTo>
                  <a:lnTo>
                    <a:pt x="204361" y="20733"/>
                  </a:lnTo>
                  <a:lnTo>
                    <a:pt x="272481" y="20733"/>
                  </a:lnTo>
                  <a:lnTo>
                    <a:pt x="340602" y="20733"/>
                  </a:lnTo>
                  <a:lnTo>
                    <a:pt x="408722" y="20733"/>
                  </a:lnTo>
                  <a:lnTo>
                    <a:pt x="476842" y="20733"/>
                  </a:lnTo>
                  <a:lnTo>
                    <a:pt x="544963" y="20733"/>
                  </a:lnTo>
                  <a:lnTo>
                    <a:pt x="613083" y="20733"/>
                  </a:lnTo>
                  <a:lnTo>
                    <a:pt x="681204" y="20733"/>
                  </a:lnTo>
                  <a:lnTo>
                    <a:pt x="749324" y="20733"/>
                  </a:lnTo>
                  <a:lnTo>
                    <a:pt x="817444" y="20733"/>
                  </a:lnTo>
                  <a:lnTo>
                    <a:pt x="885565" y="20733"/>
                  </a:lnTo>
                  <a:lnTo>
                    <a:pt x="953685" y="20733"/>
                  </a:lnTo>
                  <a:lnTo>
                    <a:pt x="1021806" y="20733"/>
                  </a:lnTo>
                  <a:lnTo>
                    <a:pt x="1089926" y="20733"/>
                  </a:lnTo>
                  <a:lnTo>
                    <a:pt x="1158046" y="20733"/>
                  </a:lnTo>
                  <a:lnTo>
                    <a:pt x="1226167" y="20733"/>
                  </a:lnTo>
                  <a:lnTo>
                    <a:pt x="1294287" y="20733"/>
                  </a:lnTo>
                  <a:lnTo>
                    <a:pt x="1362408" y="20733"/>
                  </a:lnTo>
                  <a:lnTo>
                    <a:pt x="1430528" y="20733"/>
                  </a:lnTo>
                  <a:lnTo>
                    <a:pt x="1498648" y="20733"/>
                  </a:lnTo>
                  <a:lnTo>
                    <a:pt x="1566769" y="20733"/>
                  </a:lnTo>
                  <a:lnTo>
                    <a:pt x="1634889" y="20733"/>
                  </a:lnTo>
                  <a:lnTo>
                    <a:pt x="1703010" y="20733"/>
                  </a:lnTo>
                  <a:lnTo>
                    <a:pt x="1771130" y="20733"/>
                  </a:lnTo>
                  <a:lnTo>
                    <a:pt x="1839251" y="20733"/>
                  </a:lnTo>
                  <a:lnTo>
                    <a:pt x="1907371" y="20733"/>
                  </a:lnTo>
                  <a:lnTo>
                    <a:pt x="1975491" y="20733"/>
                  </a:lnTo>
                  <a:lnTo>
                    <a:pt x="2043612" y="20733"/>
                  </a:lnTo>
                  <a:lnTo>
                    <a:pt x="2111732" y="20733"/>
                  </a:lnTo>
                  <a:lnTo>
                    <a:pt x="2179853" y="20733"/>
                  </a:lnTo>
                  <a:lnTo>
                    <a:pt x="2247973" y="20733"/>
                  </a:lnTo>
                  <a:lnTo>
                    <a:pt x="2316093" y="20733"/>
                  </a:lnTo>
                  <a:lnTo>
                    <a:pt x="2384214" y="20733"/>
                  </a:lnTo>
                  <a:lnTo>
                    <a:pt x="2452334" y="20733"/>
                  </a:lnTo>
                  <a:lnTo>
                    <a:pt x="2520455" y="20733"/>
                  </a:lnTo>
                  <a:lnTo>
                    <a:pt x="2588575" y="20733"/>
                  </a:lnTo>
                  <a:lnTo>
                    <a:pt x="2656695" y="20733"/>
                  </a:lnTo>
                  <a:lnTo>
                    <a:pt x="2724816" y="20733"/>
                  </a:lnTo>
                  <a:lnTo>
                    <a:pt x="2792936" y="20733"/>
                  </a:lnTo>
                  <a:lnTo>
                    <a:pt x="2861057" y="20733"/>
                  </a:lnTo>
                  <a:lnTo>
                    <a:pt x="2929177" y="20733"/>
                  </a:lnTo>
                  <a:lnTo>
                    <a:pt x="2997297" y="20733"/>
                  </a:lnTo>
                  <a:lnTo>
                    <a:pt x="3065418" y="20733"/>
                  </a:lnTo>
                  <a:lnTo>
                    <a:pt x="3133538" y="20733"/>
                  </a:lnTo>
                  <a:lnTo>
                    <a:pt x="3201659" y="20733"/>
                  </a:lnTo>
                  <a:lnTo>
                    <a:pt x="3269779" y="20733"/>
                  </a:lnTo>
                  <a:lnTo>
                    <a:pt x="3337899" y="20733"/>
                  </a:lnTo>
                  <a:lnTo>
                    <a:pt x="3406020" y="20733"/>
                  </a:lnTo>
                  <a:lnTo>
                    <a:pt x="3474140" y="20733"/>
                  </a:lnTo>
                  <a:lnTo>
                    <a:pt x="3542261" y="20733"/>
                  </a:lnTo>
                  <a:lnTo>
                    <a:pt x="3610381" y="20733"/>
                  </a:lnTo>
                  <a:lnTo>
                    <a:pt x="3678502" y="20733"/>
                  </a:lnTo>
                  <a:lnTo>
                    <a:pt x="3746622" y="20733"/>
                  </a:lnTo>
                  <a:lnTo>
                    <a:pt x="3814742" y="20733"/>
                  </a:lnTo>
                  <a:lnTo>
                    <a:pt x="3882863" y="20733"/>
                  </a:lnTo>
                  <a:lnTo>
                    <a:pt x="3950983" y="20733"/>
                  </a:lnTo>
                  <a:lnTo>
                    <a:pt x="4019104" y="20733"/>
                  </a:lnTo>
                  <a:lnTo>
                    <a:pt x="4087224" y="20733"/>
                  </a:lnTo>
                  <a:lnTo>
                    <a:pt x="4155344" y="20733"/>
                  </a:lnTo>
                  <a:lnTo>
                    <a:pt x="4223465" y="20733"/>
                  </a:lnTo>
                  <a:lnTo>
                    <a:pt x="4291585" y="20733"/>
                  </a:lnTo>
                  <a:lnTo>
                    <a:pt x="4359706" y="20733"/>
                  </a:lnTo>
                  <a:lnTo>
                    <a:pt x="4427826" y="20733"/>
                  </a:lnTo>
                  <a:lnTo>
                    <a:pt x="4495946" y="20733"/>
                  </a:lnTo>
                  <a:lnTo>
                    <a:pt x="4564067" y="20733"/>
                  </a:lnTo>
                  <a:lnTo>
                    <a:pt x="4632187" y="20733"/>
                  </a:lnTo>
                  <a:lnTo>
                    <a:pt x="4700308" y="20733"/>
                  </a:lnTo>
                  <a:lnTo>
                    <a:pt x="4768428" y="20733"/>
                  </a:lnTo>
                  <a:lnTo>
                    <a:pt x="4836548" y="20733"/>
                  </a:lnTo>
                  <a:lnTo>
                    <a:pt x="4904669" y="20733"/>
                  </a:lnTo>
                  <a:lnTo>
                    <a:pt x="4972789" y="20733"/>
                  </a:lnTo>
                  <a:lnTo>
                    <a:pt x="5040910" y="20733"/>
                  </a:lnTo>
                  <a:lnTo>
                    <a:pt x="5109030" y="20733"/>
                  </a:lnTo>
                  <a:lnTo>
                    <a:pt x="5177151" y="20733"/>
                  </a:lnTo>
                  <a:lnTo>
                    <a:pt x="5245271" y="20733"/>
                  </a:lnTo>
                  <a:lnTo>
                    <a:pt x="5313391" y="20733"/>
                  </a:lnTo>
                  <a:lnTo>
                    <a:pt x="5381512" y="20733"/>
                  </a:lnTo>
                  <a:lnTo>
                    <a:pt x="5449632" y="20733"/>
                  </a:lnTo>
                  <a:lnTo>
                    <a:pt x="5517753" y="20733"/>
                  </a:lnTo>
                  <a:lnTo>
                    <a:pt x="5585873" y="20733"/>
                  </a:lnTo>
                  <a:lnTo>
                    <a:pt x="5653993" y="20733"/>
                  </a:lnTo>
                  <a:lnTo>
                    <a:pt x="5722114" y="20733"/>
                  </a:lnTo>
                  <a:lnTo>
                    <a:pt x="5790234" y="20733"/>
                  </a:lnTo>
                  <a:lnTo>
                    <a:pt x="5858355" y="20733"/>
                  </a:lnTo>
                  <a:lnTo>
                    <a:pt x="5926475" y="20733"/>
                  </a:lnTo>
                  <a:lnTo>
                    <a:pt x="5994595" y="20733"/>
                  </a:lnTo>
                  <a:lnTo>
                    <a:pt x="6062716" y="6319"/>
                  </a:lnTo>
                  <a:lnTo>
                    <a:pt x="6130836" y="0"/>
                  </a:lnTo>
                  <a:lnTo>
                    <a:pt x="6198957" y="14823"/>
                  </a:lnTo>
                  <a:lnTo>
                    <a:pt x="6267077" y="13137"/>
                  </a:lnTo>
                  <a:lnTo>
                    <a:pt x="6335197" y="20733"/>
                  </a:lnTo>
                  <a:lnTo>
                    <a:pt x="6335197" y="20733"/>
                  </a:lnTo>
                  <a:lnTo>
                    <a:pt x="6403318" y="20733"/>
                  </a:lnTo>
                  <a:lnTo>
                    <a:pt x="6471438" y="20733"/>
                  </a:lnTo>
                  <a:lnTo>
                    <a:pt x="6539559" y="20733"/>
                  </a:lnTo>
                  <a:lnTo>
                    <a:pt x="6607679" y="20733"/>
                  </a:lnTo>
                  <a:lnTo>
                    <a:pt x="6675799" y="20733"/>
                  </a:lnTo>
                  <a:lnTo>
                    <a:pt x="6743920" y="20733"/>
                  </a:lnTo>
                  <a:lnTo>
                    <a:pt x="6812040" y="20733"/>
                  </a:lnTo>
                  <a:lnTo>
                    <a:pt x="6880161" y="20733"/>
                  </a:lnTo>
                  <a:lnTo>
                    <a:pt x="6948281" y="20733"/>
                  </a:lnTo>
                  <a:lnTo>
                    <a:pt x="7016402" y="20733"/>
                  </a:lnTo>
                  <a:lnTo>
                    <a:pt x="7084522" y="20733"/>
                  </a:lnTo>
                  <a:lnTo>
                    <a:pt x="7152642" y="20733"/>
                  </a:lnTo>
                  <a:lnTo>
                    <a:pt x="7220763" y="20733"/>
                  </a:lnTo>
                  <a:lnTo>
                    <a:pt x="7288883" y="20733"/>
                  </a:lnTo>
                  <a:lnTo>
                    <a:pt x="7357004" y="20733"/>
                  </a:lnTo>
                  <a:lnTo>
                    <a:pt x="7425124" y="20733"/>
                  </a:lnTo>
                  <a:lnTo>
                    <a:pt x="7493244" y="20733"/>
                  </a:lnTo>
                  <a:lnTo>
                    <a:pt x="7561365" y="20733"/>
                  </a:lnTo>
                  <a:lnTo>
                    <a:pt x="7629485" y="20733"/>
                  </a:lnTo>
                  <a:lnTo>
                    <a:pt x="7697606" y="20733"/>
                  </a:lnTo>
                  <a:lnTo>
                    <a:pt x="7765726" y="20733"/>
                  </a:lnTo>
                  <a:lnTo>
                    <a:pt x="7833846" y="20733"/>
                  </a:lnTo>
                  <a:lnTo>
                    <a:pt x="7901967" y="20733"/>
                  </a:lnTo>
                  <a:lnTo>
                    <a:pt x="7970087" y="20733"/>
                  </a:lnTo>
                  <a:lnTo>
                    <a:pt x="8038208" y="20733"/>
                  </a:lnTo>
                  <a:lnTo>
                    <a:pt x="8106328" y="20733"/>
                  </a:lnTo>
                  <a:lnTo>
                    <a:pt x="8174448" y="20733"/>
                  </a:lnTo>
                  <a:lnTo>
                    <a:pt x="8242569" y="20733"/>
                  </a:lnTo>
                  <a:lnTo>
                    <a:pt x="8310689" y="20733"/>
                  </a:lnTo>
                  <a:lnTo>
                    <a:pt x="8378810" y="20733"/>
                  </a:lnTo>
                  <a:lnTo>
                    <a:pt x="8446930" y="20733"/>
                  </a:lnTo>
                  <a:lnTo>
                    <a:pt x="8446930" y="2073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1565" y="3262477"/>
              <a:ext cx="8446930" cy="0"/>
            </a:xfrm>
            <a:custGeom>
              <a:avLst/>
              <a:pathLst>
                <a:path w="8446930" h="0">
                  <a:moveTo>
                    <a:pt x="8446930" y="0"/>
                  </a:moveTo>
                  <a:lnTo>
                    <a:pt x="8378810" y="0"/>
                  </a:lnTo>
                  <a:lnTo>
                    <a:pt x="8310689" y="0"/>
                  </a:lnTo>
                  <a:lnTo>
                    <a:pt x="8242569" y="0"/>
                  </a:lnTo>
                  <a:lnTo>
                    <a:pt x="8174448" y="0"/>
                  </a:lnTo>
                  <a:lnTo>
                    <a:pt x="8106328" y="0"/>
                  </a:lnTo>
                  <a:lnTo>
                    <a:pt x="8038208" y="0"/>
                  </a:lnTo>
                  <a:lnTo>
                    <a:pt x="7970087" y="0"/>
                  </a:lnTo>
                  <a:lnTo>
                    <a:pt x="7901967" y="0"/>
                  </a:lnTo>
                  <a:lnTo>
                    <a:pt x="7833846" y="0"/>
                  </a:lnTo>
                  <a:lnTo>
                    <a:pt x="7765726" y="0"/>
                  </a:lnTo>
                  <a:lnTo>
                    <a:pt x="7697606" y="0"/>
                  </a:lnTo>
                  <a:lnTo>
                    <a:pt x="7629485" y="0"/>
                  </a:lnTo>
                  <a:lnTo>
                    <a:pt x="7561365" y="0"/>
                  </a:lnTo>
                  <a:lnTo>
                    <a:pt x="7493244" y="0"/>
                  </a:lnTo>
                  <a:lnTo>
                    <a:pt x="7425124" y="0"/>
                  </a:lnTo>
                  <a:lnTo>
                    <a:pt x="7357004" y="0"/>
                  </a:lnTo>
                  <a:lnTo>
                    <a:pt x="7288883" y="0"/>
                  </a:lnTo>
                  <a:lnTo>
                    <a:pt x="7220763" y="0"/>
                  </a:lnTo>
                  <a:lnTo>
                    <a:pt x="7152642" y="0"/>
                  </a:lnTo>
                  <a:lnTo>
                    <a:pt x="7084522" y="0"/>
                  </a:lnTo>
                  <a:lnTo>
                    <a:pt x="7016402" y="0"/>
                  </a:lnTo>
                  <a:lnTo>
                    <a:pt x="6948281" y="0"/>
                  </a:lnTo>
                  <a:lnTo>
                    <a:pt x="6880161" y="0"/>
                  </a:lnTo>
                  <a:lnTo>
                    <a:pt x="6812040" y="0"/>
                  </a:lnTo>
                  <a:lnTo>
                    <a:pt x="6743920" y="0"/>
                  </a:lnTo>
                  <a:lnTo>
                    <a:pt x="6675799" y="0"/>
                  </a:lnTo>
                  <a:lnTo>
                    <a:pt x="6607679" y="0"/>
                  </a:lnTo>
                  <a:lnTo>
                    <a:pt x="6539559" y="0"/>
                  </a:lnTo>
                  <a:lnTo>
                    <a:pt x="6471438" y="0"/>
                  </a:lnTo>
                  <a:lnTo>
                    <a:pt x="6403318" y="0"/>
                  </a:lnTo>
                  <a:lnTo>
                    <a:pt x="6335197" y="0"/>
                  </a:lnTo>
                  <a:lnTo>
                    <a:pt x="6267077" y="0"/>
                  </a:lnTo>
                  <a:lnTo>
                    <a:pt x="6198957" y="0"/>
                  </a:lnTo>
                  <a:lnTo>
                    <a:pt x="6130836" y="0"/>
                  </a:lnTo>
                  <a:lnTo>
                    <a:pt x="6062716" y="0"/>
                  </a:lnTo>
                  <a:lnTo>
                    <a:pt x="5994595" y="0"/>
                  </a:lnTo>
                  <a:lnTo>
                    <a:pt x="5926475" y="0"/>
                  </a:lnTo>
                  <a:lnTo>
                    <a:pt x="5858355" y="0"/>
                  </a:lnTo>
                  <a:lnTo>
                    <a:pt x="5790234" y="0"/>
                  </a:lnTo>
                  <a:lnTo>
                    <a:pt x="5722114" y="0"/>
                  </a:lnTo>
                  <a:lnTo>
                    <a:pt x="5653993" y="0"/>
                  </a:lnTo>
                  <a:lnTo>
                    <a:pt x="5585873" y="0"/>
                  </a:lnTo>
                  <a:lnTo>
                    <a:pt x="5517753" y="0"/>
                  </a:lnTo>
                  <a:lnTo>
                    <a:pt x="5449632" y="0"/>
                  </a:lnTo>
                  <a:lnTo>
                    <a:pt x="5381512" y="0"/>
                  </a:lnTo>
                  <a:lnTo>
                    <a:pt x="5313391" y="0"/>
                  </a:lnTo>
                  <a:lnTo>
                    <a:pt x="5245271" y="0"/>
                  </a:lnTo>
                  <a:lnTo>
                    <a:pt x="5177151" y="0"/>
                  </a:lnTo>
                  <a:lnTo>
                    <a:pt x="5109030" y="0"/>
                  </a:lnTo>
                  <a:lnTo>
                    <a:pt x="5040910" y="0"/>
                  </a:lnTo>
                  <a:lnTo>
                    <a:pt x="4972789" y="0"/>
                  </a:lnTo>
                  <a:lnTo>
                    <a:pt x="4904669" y="0"/>
                  </a:lnTo>
                  <a:lnTo>
                    <a:pt x="4836548" y="0"/>
                  </a:lnTo>
                  <a:lnTo>
                    <a:pt x="4768428" y="0"/>
                  </a:lnTo>
                  <a:lnTo>
                    <a:pt x="4700308" y="0"/>
                  </a:lnTo>
                  <a:lnTo>
                    <a:pt x="4632187" y="0"/>
                  </a:lnTo>
                  <a:lnTo>
                    <a:pt x="4564067" y="0"/>
                  </a:lnTo>
                  <a:lnTo>
                    <a:pt x="4495946" y="0"/>
                  </a:lnTo>
                  <a:lnTo>
                    <a:pt x="4427826" y="0"/>
                  </a:lnTo>
                  <a:lnTo>
                    <a:pt x="4359706" y="0"/>
                  </a:lnTo>
                  <a:lnTo>
                    <a:pt x="4291585" y="0"/>
                  </a:lnTo>
                  <a:lnTo>
                    <a:pt x="4223465" y="0"/>
                  </a:lnTo>
                  <a:lnTo>
                    <a:pt x="4155344" y="0"/>
                  </a:lnTo>
                  <a:lnTo>
                    <a:pt x="4087224" y="0"/>
                  </a:lnTo>
                  <a:lnTo>
                    <a:pt x="4019104" y="0"/>
                  </a:lnTo>
                  <a:lnTo>
                    <a:pt x="3950983" y="0"/>
                  </a:lnTo>
                  <a:lnTo>
                    <a:pt x="3882863" y="0"/>
                  </a:lnTo>
                  <a:lnTo>
                    <a:pt x="3814742" y="0"/>
                  </a:lnTo>
                  <a:lnTo>
                    <a:pt x="3746622" y="0"/>
                  </a:lnTo>
                  <a:lnTo>
                    <a:pt x="3678502" y="0"/>
                  </a:lnTo>
                  <a:lnTo>
                    <a:pt x="3610381" y="0"/>
                  </a:lnTo>
                  <a:lnTo>
                    <a:pt x="3542261" y="0"/>
                  </a:lnTo>
                  <a:lnTo>
                    <a:pt x="3474140" y="0"/>
                  </a:lnTo>
                  <a:lnTo>
                    <a:pt x="3406020" y="0"/>
                  </a:lnTo>
                  <a:lnTo>
                    <a:pt x="3337899" y="0"/>
                  </a:lnTo>
                  <a:lnTo>
                    <a:pt x="3269779" y="0"/>
                  </a:lnTo>
                  <a:lnTo>
                    <a:pt x="3201659" y="0"/>
                  </a:lnTo>
                  <a:lnTo>
                    <a:pt x="3133538" y="0"/>
                  </a:lnTo>
                  <a:lnTo>
                    <a:pt x="3065418" y="0"/>
                  </a:lnTo>
                  <a:lnTo>
                    <a:pt x="2997297" y="0"/>
                  </a:lnTo>
                  <a:lnTo>
                    <a:pt x="2929177" y="0"/>
                  </a:lnTo>
                  <a:lnTo>
                    <a:pt x="2861057" y="0"/>
                  </a:lnTo>
                  <a:lnTo>
                    <a:pt x="2792936" y="0"/>
                  </a:lnTo>
                  <a:lnTo>
                    <a:pt x="2724816" y="0"/>
                  </a:lnTo>
                  <a:lnTo>
                    <a:pt x="2656695" y="0"/>
                  </a:lnTo>
                  <a:lnTo>
                    <a:pt x="2588575" y="0"/>
                  </a:lnTo>
                  <a:lnTo>
                    <a:pt x="2520455" y="0"/>
                  </a:lnTo>
                  <a:lnTo>
                    <a:pt x="2452334" y="0"/>
                  </a:lnTo>
                  <a:lnTo>
                    <a:pt x="2384214" y="0"/>
                  </a:lnTo>
                  <a:lnTo>
                    <a:pt x="2316093" y="0"/>
                  </a:lnTo>
                  <a:lnTo>
                    <a:pt x="2247973" y="0"/>
                  </a:lnTo>
                  <a:lnTo>
                    <a:pt x="2179853" y="0"/>
                  </a:lnTo>
                  <a:lnTo>
                    <a:pt x="2111732" y="0"/>
                  </a:lnTo>
                  <a:lnTo>
                    <a:pt x="2043612" y="0"/>
                  </a:lnTo>
                  <a:lnTo>
                    <a:pt x="1975491" y="0"/>
                  </a:lnTo>
                  <a:lnTo>
                    <a:pt x="1907371" y="0"/>
                  </a:lnTo>
                  <a:lnTo>
                    <a:pt x="1839251" y="0"/>
                  </a:lnTo>
                  <a:lnTo>
                    <a:pt x="1771130" y="0"/>
                  </a:lnTo>
                  <a:lnTo>
                    <a:pt x="1703010" y="0"/>
                  </a:lnTo>
                  <a:lnTo>
                    <a:pt x="1634889" y="0"/>
                  </a:lnTo>
                  <a:lnTo>
                    <a:pt x="1566769" y="0"/>
                  </a:lnTo>
                  <a:lnTo>
                    <a:pt x="1498648" y="0"/>
                  </a:lnTo>
                  <a:lnTo>
                    <a:pt x="1430528" y="0"/>
                  </a:lnTo>
                  <a:lnTo>
                    <a:pt x="1362408" y="0"/>
                  </a:lnTo>
                  <a:lnTo>
                    <a:pt x="1294287" y="0"/>
                  </a:lnTo>
                  <a:lnTo>
                    <a:pt x="1226167" y="0"/>
                  </a:lnTo>
                  <a:lnTo>
                    <a:pt x="1158046" y="0"/>
                  </a:lnTo>
                  <a:lnTo>
                    <a:pt x="1089926" y="0"/>
                  </a:lnTo>
                  <a:lnTo>
                    <a:pt x="1021806" y="0"/>
                  </a:lnTo>
                  <a:lnTo>
                    <a:pt x="953685" y="0"/>
                  </a:lnTo>
                  <a:lnTo>
                    <a:pt x="885565" y="0"/>
                  </a:lnTo>
                  <a:lnTo>
                    <a:pt x="817444" y="0"/>
                  </a:lnTo>
                  <a:lnTo>
                    <a:pt x="749324" y="0"/>
                  </a:lnTo>
                  <a:lnTo>
                    <a:pt x="681204" y="0"/>
                  </a:lnTo>
                  <a:lnTo>
                    <a:pt x="613083" y="0"/>
                  </a:lnTo>
                  <a:lnTo>
                    <a:pt x="544963" y="0"/>
                  </a:lnTo>
                  <a:lnTo>
                    <a:pt x="476842" y="0"/>
                  </a:lnTo>
                  <a:lnTo>
                    <a:pt x="408722" y="0"/>
                  </a:lnTo>
                  <a:lnTo>
                    <a:pt x="340602" y="0"/>
                  </a:lnTo>
                  <a:lnTo>
                    <a:pt x="272481" y="0"/>
                  </a:lnTo>
                  <a:lnTo>
                    <a:pt x="204361" y="0"/>
                  </a:lnTo>
                  <a:lnTo>
                    <a:pt x="136240" y="0"/>
                  </a:lnTo>
                  <a:lnTo>
                    <a:pt x="6812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1565" y="735604"/>
              <a:ext cx="8446930" cy="0"/>
            </a:xfrm>
            <a:custGeom>
              <a:avLst/>
              <a:pathLst>
                <a:path w="8446930" h="0">
                  <a:moveTo>
                    <a:pt x="0" y="0"/>
                  </a:moveTo>
                  <a:lnTo>
                    <a:pt x="8446930" y="0"/>
                  </a:lnTo>
                  <a:lnTo>
                    <a:pt x="844693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1565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tx14"/>
            <p:cNvSpPr/>
            <p:nvPr/>
          </p:nvSpPr>
          <p:spPr>
            <a:xfrm>
              <a:off x="311199" y="2907316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311199" y="2310004"/>
              <a:ext cx="17773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5.5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311199" y="1709746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311199" y="1110961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6.5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311199" y="512176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19" name="pl19"/>
            <p:cNvSpPr/>
            <p:nvPr/>
          </p:nvSpPr>
          <p:spPr>
            <a:xfrm>
              <a:off x="516770" y="29511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6770" y="23523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770" y="17535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6770" y="11547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6770" y="5559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51565" y="3262477"/>
              <a:ext cx="8446930" cy="0"/>
            </a:xfrm>
            <a:custGeom>
              <a:avLst/>
              <a:pathLst>
                <a:path w="8446930" h="0">
                  <a:moveTo>
                    <a:pt x="0" y="0"/>
                  </a:moveTo>
                  <a:lnTo>
                    <a:pt x="844693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26" name="rc26"/>
            <p:cNvSpPr/>
            <p:nvPr/>
          </p:nvSpPr>
          <p:spPr>
            <a:xfrm>
              <a:off x="551565" y="3262477"/>
              <a:ext cx="844693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1565" y="3262477"/>
              <a:ext cx="8446930" cy="2491719"/>
            </a:xfrm>
            <a:custGeom>
              <a:avLst/>
              <a:pathLst>
                <a:path w="8446930" h="2491719">
                  <a:moveTo>
                    <a:pt x="0" y="2225280"/>
                  </a:moveTo>
                  <a:lnTo>
                    <a:pt x="68120" y="2213484"/>
                  </a:lnTo>
                  <a:lnTo>
                    <a:pt x="136240" y="2006847"/>
                  </a:lnTo>
                  <a:lnTo>
                    <a:pt x="204361" y="2025765"/>
                  </a:lnTo>
                  <a:lnTo>
                    <a:pt x="272481" y="2110082"/>
                  </a:lnTo>
                  <a:lnTo>
                    <a:pt x="340602" y="2174930"/>
                  </a:lnTo>
                  <a:lnTo>
                    <a:pt x="408722" y="2199349"/>
                  </a:lnTo>
                  <a:lnTo>
                    <a:pt x="476842" y="2177788"/>
                  </a:lnTo>
                  <a:lnTo>
                    <a:pt x="544963" y="2123579"/>
                  </a:lnTo>
                  <a:lnTo>
                    <a:pt x="613083" y="2128146"/>
                  </a:lnTo>
                  <a:lnTo>
                    <a:pt x="681204" y="2161498"/>
                  </a:lnTo>
                  <a:lnTo>
                    <a:pt x="749324" y="2178141"/>
                  </a:lnTo>
                  <a:lnTo>
                    <a:pt x="817444" y="2352483"/>
                  </a:lnTo>
                  <a:lnTo>
                    <a:pt x="885565" y="2310442"/>
                  </a:lnTo>
                  <a:lnTo>
                    <a:pt x="953685" y="2131319"/>
                  </a:lnTo>
                  <a:lnTo>
                    <a:pt x="1021806" y="2031951"/>
                  </a:lnTo>
                  <a:lnTo>
                    <a:pt x="1089926" y="2019589"/>
                  </a:lnTo>
                  <a:lnTo>
                    <a:pt x="1158046" y="2305826"/>
                  </a:lnTo>
                  <a:lnTo>
                    <a:pt x="1226167" y="2218179"/>
                  </a:lnTo>
                  <a:lnTo>
                    <a:pt x="1294287" y="2157421"/>
                  </a:lnTo>
                  <a:lnTo>
                    <a:pt x="1362408" y="2175081"/>
                  </a:lnTo>
                  <a:lnTo>
                    <a:pt x="1430528" y="2011353"/>
                  </a:lnTo>
                  <a:lnTo>
                    <a:pt x="1498648" y="1832566"/>
                  </a:lnTo>
                  <a:lnTo>
                    <a:pt x="1566769" y="1828837"/>
                  </a:lnTo>
                  <a:lnTo>
                    <a:pt x="1634889" y="1811069"/>
                  </a:lnTo>
                  <a:lnTo>
                    <a:pt x="1703010" y="1820425"/>
                  </a:lnTo>
                  <a:lnTo>
                    <a:pt x="1771130" y="1911054"/>
                  </a:lnTo>
                  <a:lnTo>
                    <a:pt x="1839251" y="1963438"/>
                  </a:lnTo>
                  <a:lnTo>
                    <a:pt x="1907371" y="1856965"/>
                  </a:lnTo>
                  <a:lnTo>
                    <a:pt x="1975491" y="1774361"/>
                  </a:lnTo>
                  <a:lnTo>
                    <a:pt x="2043612" y="1631516"/>
                  </a:lnTo>
                  <a:lnTo>
                    <a:pt x="2111732" y="1207117"/>
                  </a:lnTo>
                  <a:lnTo>
                    <a:pt x="2179853" y="1225409"/>
                  </a:lnTo>
                  <a:lnTo>
                    <a:pt x="2247973" y="1283710"/>
                  </a:lnTo>
                  <a:lnTo>
                    <a:pt x="2316093" y="1378917"/>
                  </a:lnTo>
                  <a:lnTo>
                    <a:pt x="2384214" y="1109551"/>
                  </a:lnTo>
                  <a:lnTo>
                    <a:pt x="2452334" y="1067400"/>
                  </a:lnTo>
                  <a:lnTo>
                    <a:pt x="2520455" y="975759"/>
                  </a:lnTo>
                  <a:lnTo>
                    <a:pt x="2588575" y="900271"/>
                  </a:lnTo>
                  <a:lnTo>
                    <a:pt x="2656695" y="969741"/>
                  </a:lnTo>
                  <a:lnTo>
                    <a:pt x="2724816" y="992037"/>
                  </a:lnTo>
                  <a:lnTo>
                    <a:pt x="2792936" y="943541"/>
                  </a:lnTo>
                  <a:lnTo>
                    <a:pt x="2861057" y="1073788"/>
                  </a:lnTo>
                  <a:lnTo>
                    <a:pt x="2929177" y="954757"/>
                  </a:lnTo>
                  <a:lnTo>
                    <a:pt x="2997297" y="753878"/>
                  </a:lnTo>
                  <a:lnTo>
                    <a:pt x="3065418" y="743597"/>
                  </a:lnTo>
                  <a:lnTo>
                    <a:pt x="3133538" y="796523"/>
                  </a:lnTo>
                  <a:lnTo>
                    <a:pt x="3201659" y="584422"/>
                  </a:lnTo>
                  <a:lnTo>
                    <a:pt x="3269779" y="623169"/>
                  </a:lnTo>
                  <a:lnTo>
                    <a:pt x="3337899" y="653145"/>
                  </a:lnTo>
                  <a:lnTo>
                    <a:pt x="3406020" y="453445"/>
                  </a:lnTo>
                  <a:lnTo>
                    <a:pt x="3474140" y="415020"/>
                  </a:lnTo>
                  <a:lnTo>
                    <a:pt x="3542261" y="442696"/>
                  </a:lnTo>
                  <a:lnTo>
                    <a:pt x="3610381" y="408974"/>
                  </a:lnTo>
                  <a:lnTo>
                    <a:pt x="3678502" y="430964"/>
                  </a:lnTo>
                  <a:lnTo>
                    <a:pt x="3746622" y="420457"/>
                  </a:lnTo>
                  <a:lnTo>
                    <a:pt x="3814742" y="466707"/>
                  </a:lnTo>
                  <a:lnTo>
                    <a:pt x="3882863" y="205085"/>
                  </a:lnTo>
                  <a:lnTo>
                    <a:pt x="3950983" y="1362"/>
                  </a:lnTo>
                  <a:lnTo>
                    <a:pt x="4019104" y="85256"/>
                  </a:lnTo>
                  <a:lnTo>
                    <a:pt x="4087224" y="0"/>
                  </a:lnTo>
                  <a:lnTo>
                    <a:pt x="4087224" y="0"/>
                  </a:lnTo>
                  <a:lnTo>
                    <a:pt x="4155344" y="90798"/>
                  </a:lnTo>
                  <a:lnTo>
                    <a:pt x="4223465" y="74382"/>
                  </a:lnTo>
                  <a:lnTo>
                    <a:pt x="4291585" y="76734"/>
                  </a:lnTo>
                  <a:lnTo>
                    <a:pt x="4359706" y="270502"/>
                  </a:lnTo>
                  <a:lnTo>
                    <a:pt x="4427826" y="66442"/>
                  </a:lnTo>
                  <a:lnTo>
                    <a:pt x="4495946" y="193791"/>
                  </a:lnTo>
                  <a:lnTo>
                    <a:pt x="4564067" y="112688"/>
                  </a:lnTo>
                  <a:lnTo>
                    <a:pt x="4632187" y="37236"/>
                  </a:lnTo>
                  <a:lnTo>
                    <a:pt x="4700308" y="489437"/>
                  </a:lnTo>
                  <a:lnTo>
                    <a:pt x="4768428" y="428806"/>
                  </a:lnTo>
                  <a:lnTo>
                    <a:pt x="4836548" y="447635"/>
                  </a:lnTo>
                  <a:lnTo>
                    <a:pt x="4904669" y="522884"/>
                  </a:lnTo>
                  <a:lnTo>
                    <a:pt x="4972789" y="505755"/>
                  </a:lnTo>
                  <a:lnTo>
                    <a:pt x="5040910" y="524579"/>
                  </a:lnTo>
                  <a:lnTo>
                    <a:pt x="5109030" y="505502"/>
                  </a:lnTo>
                  <a:lnTo>
                    <a:pt x="5177151" y="663534"/>
                  </a:lnTo>
                  <a:lnTo>
                    <a:pt x="5245271" y="647405"/>
                  </a:lnTo>
                  <a:lnTo>
                    <a:pt x="5313391" y="663894"/>
                  </a:lnTo>
                  <a:lnTo>
                    <a:pt x="5381512" y="713569"/>
                  </a:lnTo>
                  <a:lnTo>
                    <a:pt x="5449632" y="728142"/>
                  </a:lnTo>
                  <a:lnTo>
                    <a:pt x="5517753" y="782711"/>
                  </a:lnTo>
                  <a:lnTo>
                    <a:pt x="5585873" y="858059"/>
                  </a:lnTo>
                  <a:lnTo>
                    <a:pt x="5653993" y="1018973"/>
                  </a:lnTo>
                  <a:lnTo>
                    <a:pt x="5722114" y="980964"/>
                  </a:lnTo>
                  <a:lnTo>
                    <a:pt x="5790234" y="1160173"/>
                  </a:lnTo>
                  <a:lnTo>
                    <a:pt x="5858355" y="1067446"/>
                  </a:lnTo>
                  <a:lnTo>
                    <a:pt x="5926475" y="1152375"/>
                  </a:lnTo>
                  <a:lnTo>
                    <a:pt x="5994595" y="1219442"/>
                  </a:lnTo>
                  <a:lnTo>
                    <a:pt x="6062716" y="1341428"/>
                  </a:lnTo>
                  <a:lnTo>
                    <a:pt x="6130836" y="1379610"/>
                  </a:lnTo>
                  <a:lnTo>
                    <a:pt x="6198957" y="1492620"/>
                  </a:lnTo>
                  <a:lnTo>
                    <a:pt x="6267077" y="1356832"/>
                  </a:lnTo>
                  <a:lnTo>
                    <a:pt x="6335197" y="1374531"/>
                  </a:lnTo>
                  <a:lnTo>
                    <a:pt x="6403318" y="1500849"/>
                  </a:lnTo>
                  <a:lnTo>
                    <a:pt x="6471438" y="1683476"/>
                  </a:lnTo>
                  <a:lnTo>
                    <a:pt x="6539559" y="1643462"/>
                  </a:lnTo>
                  <a:lnTo>
                    <a:pt x="6607679" y="1715975"/>
                  </a:lnTo>
                  <a:lnTo>
                    <a:pt x="6675799" y="1924540"/>
                  </a:lnTo>
                  <a:lnTo>
                    <a:pt x="6743920" y="1931318"/>
                  </a:lnTo>
                  <a:lnTo>
                    <a:pt x="6812040" y="2068331"/>
                  </a:lnTo>
                  <a:lnTo>
                    <a:pt x="6880161" y="1884052"/>
                  </a:lnTo>
                  <a:lnTo>
                    <a:pt x="6948281" y="1930672"/>
                  </a:lnTo>
                  <a:lnTo>
                    <a:pt x="7016402" y="2016898"/>
                  </a:lnTo>
                  <a:lnTo>
                    <a:pt x="7084522" y="2108069"/>
                  </a:lnTo>
                  <a:lnTo>
                    <a:pt x="7152642" y="2122816"/>
                  </a:lnTo>
                  <a:lnTo>
                    <a:pt x="7220763" y="2139040"/>
                  </a:lnTo>
                  <a:lnTo>
                    <a:pt x="7288883" y="2216433"/>
                  </a:lnTo>
                  <a:lnTo>
                    <a:pt x="7357004" y="2258611"/>
                  </a:lnTo>
                  <a:lnTo>
                    <a:pt x="7425124" y="2217645"/>
                  </a:lnTo>
                  <a:lnTo>
                    <a:pt x="7493244" y="2320610"/>
                  </a:lnTo>
                  <a:lnTo>
                    <a:pt x="7561365" y="2325690"/>
                  </a:lnTo>
                  <a:lnTo>
                    <a:pt x="7629485" y="2320127"/>
                  </a:lnTo>
                  <a:lnTo>
                    <a:pt x="7697606" y="2245611"/>
                  </a:lnTo>
                  <a:lnTo>
                    <a:pt x="7765726" y="2170121"/>
                  </a:lnTo>
                  <a:lnTo>
                    <a:pt x="7833846" y="2208746"/>
                  </a:lnTo>
                  <a:lnTo>
                    <a:pt x="7901967" y="2310248"/>
                  </a:lnTo>
                  <a:lnTo>
                    <a:pt x="7970087" y="2350996"/>
                  </a:lnTo>
                  <a:lnTo>
                    <a:pt x="8038208" y="2340611"/>
                  </a:lnTo>
                  <a:lnTo>
                    <a:pt x="8106328" y="2337004"/>
                  </a:lnTo>
                  <a:lnTo>
                    <a:pt x="8174448" y="2472798"/>
                  </a:lnTo>
                  <a:lnTo>
                    <a:pt x="8242569" y="2491719"/>
                  </a:lnTo>
                  <a:lnTo>
                    <a:pt x="8310689" y="2463094"/>
                  </a:lnTo>
                  <a:lnTo>
                    <a:pt x="8378810" y="2472143"/>
                  </a:lnTo>
                  <a:lnTo>
                    <a:pt x="8446930" y="2342168"/>
                  </a:lnTo>
                  <a:lnTo>
                    <a:pt x="8446930" y="234216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551565" y="3262477"/>
              <a:ext cx="8446930" cy="3116972"/>
            </a:xfrm>
            <a:custGeom>
              <a:avLst/>
              <a:pathLst>
                <a:path w="8446930" h="3116972">
                  <a:moveTo>
                    <a:pt x="0" y="2225280"/>
                  </a:moveTo>
                  <a:lnTo>
                    <a:pt x="68120" y="2213484"/>
                  </a:lnTo>
                  <a:lnTo>
                    <a:pt x="136240" y="2006847"/>
                  </a:lnTo>
                  <a:lnTo>
                    <a:pt x="204361" y="2025765"/>
                  </a:lnTo>
                  <a:lnTo>
                    <a:pt x="272481" y="2110082"/>
                  </a:lnTo>
                  <a:lnTo>
                    <a:pt x="340602" y="2174930"/>
                  </a:lnTo>
                  <a:lnTo>
                    <a:pt x="408722" y="2199349"/>
                  </a:lnTo>
                  <a:lnTo>
                    <a:pt x="476842" y="2177788"/>
                  </a:lnTo>
                  <a:lnTo>
                    <a:pt x="544963" y="2123579"/>
                  </a:lnTo>
                  <a:lnTo>
                    <a:pt x="613083" y="2128146"/>
                  </a:lnTo>
                  <a:lnTo>
                    <a:pt x="681204" y="2161498"/>
                  </a:lnTo>
                  <a:lnTo>
                    <a:pt x="749324" y="2178141"/>
                  </a:lnTo>
                  <a:lnTo>
                    <a:pt x="817444" y="2352483"/>
                  </a:lnTo>
                  <a:lnTo>
                    <a:pt x="885565" y="2310442"/>
                  </a:lnTo>
                  <a:lnTo>
                    <a:pt x="953685" y="2131319"/>
                  </a:lnTo>
                  <a:lnTo>
                    <a:pt x="1021806" y="2031951"/>
                  </a:lnTo>
                  <a:lnTo>
                    <a:pt x="1089926" y="2019589"/>
                  </a:lnTo>
                  <a:lnTo>
                    <a:pt x="1158046" y="2305826"/>
                  </a:lnTo>
                  <a:lnTo>
                    <a:pt x="1226167" y="2218179"/>
                  </a:lnTo>
                  <a:lnTo>
                    <a:pt x="1294287" y="2157421"/>
                  </a:lnTo>
                  <a:lnTo>
                    <a:pt x="1362408" y="2175081"/>
                  </a:lnTo>
                  <a:lnTo>
                    <a:pt x="1430528" y="2011353"/>
                  </a:lnTo>
                  <a:lnTo>
                    <a:pt x="1498648" y="1832566"/>
                  </a:lnTo>
                  <a:lnTo>
                    <a:pt x="1566769" y="1828837"/>
                  </a:lnTo>
                  <a:lnTo>
                    <a:pt x="1634889" y="1811069"/>
                  </a:lnTo>
                  <a:lnTo>
                    <a:pt x="1703010" y="1820425"/>
                  </a:lnTo>
                  <a:lnTo>
                    <a:pt x="1771130" y="1911054"/>
                  </a:lnTo>
                  <a:lnTo>
                    <a:pt x="1839251" y="1963438"/>
                  </a:lnTo>
                  <a:lnTo>
                    <a:pt x="1907371" y="1856965"/>
                  </a:lnTo>
                  <a:lnTo>
                    <a:pt x="1975491" y="1774361"/>
                  </a:lnTo>
                  <a:lnTo>
                    <a:pt x="2043612" y="1631516"/>
                  </a:lnTo>
                  <a:lnTo>
                    <a:pt x="2111732" y="1207117"/>
                  </a:lnTo>
                  <a:lnTo>
                    <a:pt x="2179853" y="1225409"/>
                  </a:lnTo>
                  <a:lnTo>
                    <a:pt x="2247973" y="1283710"/>
                  </a:lnTo>
                  <a:lnTo>
                    <a:pt x="2316093" y="1378917"/>
                  </a:lnTo>
                  <a:lnTo>
                    <a:pt x="2384214" y="1109551"/>
                  </a:lnTo>
                  <a:lnTo>
                    <a:pt x="2452334" y="1067400"/>
                  </a:lnTo>
                  <a:lnTo>
                    <a:pt x="2520455" y="975759"/>
                  </a:lnTo>
                  <a:lnTo>
                    <a:pt x="2588575" y="900271"/>
                  </a:lnTo>
                  <a:lnTo>
                    <a:pt x="2656695" y="969741"/>
                  </a:lnTo>
                  <a:lnTo>
                    <a:pt x="2724816" y="992037"/>
                  </a:lnTo>
                  <a:lnTo>
                    <a:pt x="2792936" y="943541"/>
                  </a:lnTo>
                  <a:lnTo>
                    <a:pt x="2861057" y="1073788"/>
                  </a:lnTo>
                  <a:lnTo>
                    <a:pt x="2929177" y="954757"/>
                  </a:lnTo>
                  <a:lnTo>
                    <a:pt x="2997297" y="753878"/>
                  </a:lnTo>
                  <a:lnTo>
                    <a:pt x="3065418" y="743597"/>
                  </a:lnTo>
                  <a:lnTo>
                    <a:pt x="3133538" y="796523"/>
                  </a:lnTo>
                  <a:lnTo>
                    <a:pt x="3201659" y="584422"/>
                  </a:lnTo>
                  <a:lnTo>
                    <a:pt x="3269779" y="623169"/>
                  </a:lnTo>
                  <a:lnTo>
                    <a:pt x="3337899" y="653145"/>
                  </a:lnTo>
                  <a:lnTo>
                    <a:pt x="3406020" y="453445"/>
                  </a:lnTo>
                  <a:lnTo>
                    <a:pt x="3474140" y="415020"/>
                  </a:lnTo>
                  <a:lnTo>
                    <a:pt x="3542261" y="442696"/>
                  </a:lnTo>
                  <a:lnTo>
                    <a:pt x="3610381" y="408974"/>
                  </a:lnTo>
                  <a:lnTo>
                    <a:pt x="3678502" y="430964"/>
                  </a:lnTo>
                  <a:lnTo>
                    <a:pt x="3746622" y="420457"/>
                  </a:lnTo>
                  <a:lnTo>
                    <a:pt x="3814742" y="466707"/>
                  </a:lnTo>
                  <a:lnTo>
                    <a:pt x="3882863" y="205085"/>
                  </a:lnTo>
                  <a:lnTo>
                    <a:pt x="3950983" y="1362"/>
                  </a:lnTo>
                  <a:lnTo>
                    <a:pt x="4019104" y="85256"/>
                  </a:lnTo>
                  <a:lnTo>
                    <a:pt x="4087224" y="0"/>
                  </a:lnTo>
                  <a:lnTo>
                    <a:pt x="4155344" y="90798"/>
                  </a:lnTo>
                  <a:lnTo>
                    <a:pt x="4223465" y="74382"/>
                  </a:lnTo>
                  <a:lnTo>
                    <a:pt x="4291585" y="76734"/>
                  </a:lnTo>
                  <a:lnTo>
                    <a:pt x="4359706" y="270502"/>
                  </a:lnTo>
                  <a:lnTo>
                    <a:pt x="4427826" y="66442"/>
                  </a:lnTo>
                  <a:lnTo>
                    <a:pt x="4495946" y="193791"/>
                  </a:lnTo>
                  <a:lnTo>
                    <a:pt x="4564067" y="112688"/>
                  </a:lnTo>
                  <a:lnTo>
                    <a:pt x="4632187" y="37236"/>
                  </a:lnTo>
                  <a:lnTo>
                    <a:pt x="4700308" y="489437"/>
                  </a:lnTo>
                  <a:lnTo>
                    <a:pt x="4768428" y="428806"/>
                  </a:lnTo>
                  <a:lnTo>
                    <a:pt x="4836548" y="447635"/>
                  </a:lnTo>
                  <a:lnTo>
                    <a:pt x="4904669" y="522884"/>
                  </a:lnTo>
                  <a:lnTo>
                    <a:pt x="4972789" y="505755"/>
                  </a:lnTo>
                  <a:lnTo>
                    <a:pt x="5040910" y="524579"/>
                  </a:lnTo>
                  <a:lnTo>
                    <a:pt x="5109030" y="505502"/>
                  </a:lnTo>
                  <a:lnTo>
                    <a:pt x="5177151" y="663534"/>
                  </a:lnTo>
                  <a:lnTo>
                    <a:pt x="5245271" y="647405"/>
                  </a:lnTo>
                  <a:lnTo>
                    <a:pt x="5313391" y="663894"/>
                  </a:lnTo>
                  <a:lnTo>
                    <a:pt x="5381512" y="713569"/>
                  </a:lnTo>
                  <a:lnTo>
                    <a:pt x="5449632" y="728142"/>
                  </a:lnTo>
                  <a:lnTo>
                    <a:pt x="5517753" y="782711"/>
                  </a:lnTo>
                  <a:lnTo>
                    <a:pt x="5585873" y="858059"/>
                  </a:lnTo>
                  <a:lnTo>
                    <a:pt x="5653993" y="1018973"/>
                  </a:lnTo>
                  <a:lnTo>
                    <a:pt x="5722114" y="980964"/>
                  </a:lnTo>
                  <a:lnTo>
                    <a:pt x="5790234" y="1160173"/>
                  </a:lnTo>
                  <a:lnTo>
                    <a:pt x="5858355" y="1067446"/>
                  </a:lnTo>
                  <a:lnTo>
                    <a:pt x="5926475" y="1152375"/>
                  </a:lnTo>
                  <a:lnTo>
                    <a:pt x="5994595" y="1219442"/>
                  </a:lnTo>
                  <a:lnTo>
                    <a:pt x="6062716" y="1341428"/>
                  </a:lnTo>
                  <a:lnTo>
                    <a:pt x="6130836" y="1379610"/>
                  </a:lnTo>
                  <a:lnTo>
                    <a:pt x="6198957" y="1492620"/>
                  </a:lnTo>
                  <a:lnTo>
                    <a:pt x="6267077" y="1356832"/>
                  </a:lnTo>
                  <a:lnTo>
                    <a:pt x="6335197" y="1374531"/>
                  </a:lnTo>
                  <a:lnTo>
                    <a:pt x="6403318" y="1500849"/>
                  </a:lnTo>
                  <a:lnTo>
                    <a:pt x="6471438" y="1683476"/>
                  </a:lnTo>
                  <a:lnTo>
                    <a:pt x="6539559" y="1643462"/>
                  </a:lnTo>
                  <a:lnTo>
                    <a:pt x="6607679" y="1715975"/>
                  </a:lnTo>
                  <a:lnTo>
                    <a:pt x="6675799" y="1924540"/>
                  </a:lnTo>
                  <a:lnTo>
                    <a:pt x="6743920" y="1931318"/>
                  </a:lnTo>
                  <a:lnTo>
                    <a:pt x="6812040" y="2068331"/>
                  </a:lnTo>
                  <a:lnTo>
                    <a:pt x="6880161" y="1884052"/>
                  </a:lnTo>
                  <a:lnTo>
                    <a:pt x="6948281" y="1930672"/>
                  </a:lnTo>
                  <a:lnTo>
                    <a:pt x="7016402" y="2016898"/>
                  </a:lnTo>
                  <a:lnTo>
                    <a:pt x="7084522" y="2108069"/>
                  </a:lnTo>
                  <a:lnTo>
                    <a:pt x="7152642" y="2122816"/>
                  </a:lnTo>
                  <a:lnTo>
                    <a:pt x="7220763" y="2139040"/>
                  </a:lnTo>
                  <a:lnTo>
                    <a:pt x="7288883" y="2216433"/>
                  </a:lnTo>
                  <a:lnTo>
                    <a:pt x="7357004" y="2258611"/>
                  </a:lnTo>
                  <a:lnTo>
                    <a:pt x="7425124" y="2217645"/>
                  </a:lnTo>
                  <a:lnTo>
                    <a:pt x="7493244" y="2320610"/>
                  </a:lnTo>
                  <a:lnTo>
                    <a:pt x="7561365" y="2325690"/>
                  </a:lnTo>
                  <a:lnTo>
                    <a:pt x="7629485" y="2320127"/>
                  </a:lnTo>
                  <a:lnTo>
                    <a:pt x="7697606" y="2245611"/>
                  </a:lnTo>
                  <a:lnTo>
                    <a:pt x="7765726" y="2170121"/>
                  </a:lnTo>
                  <a:lnTo>
                    <a:pt x="7833846" y="2208746"/>
                  </a:lnTo>
                  <a:lnTo>
                    <a:pt x="7901967" y="2310248"/>
                  </a:lnTo>
                  <a:lnTo>
                    <a:pt x="7970087" y="2350996"/>
                  </a:lnTo>
                  <a:lnTo>
                    <a:pt x="8038208" y="2340611"/>
                  </a:lnTo>
                  <a:lnTo>
                    <a:pt x="8106328" y="2337004"/>
                  </a:lnTo>
                  <a:lnTo>
                    <a:pt x="8174448" y="2472798"/>
                  </a:lnTo>
                  <a:lnTo>
                    <a:pt x="8242569" y="2491719"/>
                  </a:lnTo>
                  <a:lnTo>
                    <a:pt x="8310689" y="2463094"/>
                  </a:lnTo>
                  <a:lnTo>
                    <a:pt x="8378810" y="2472143"/>
                  </a:lnTo>
                  <a:lnTo>
                    <a:pt x="8446930" y="2342168"/>
                  </a:lnTo>
                  <a:lnTo>
                    <a:pt x="8446930" y="3116972"/>
                  </a:lnTo>
                  <a:lnTo>
                    <a:pt x="8378810" y="3116972"/>
                  </a:lnTo>
                  <a:lnTo>
                    <a:pt x="8310689" y="3116972"/>
                  </a:lnTo>
                  <a:lnTo>
                    <a:pt x="8242569" y="3116972"/>
                  </a:lnTo>
                  <a:lnTo>
                    <a:pt x="8174448" y="3116972"/>
                  </a:lnTo>
                  <a:lnTo>
                    <a:pt x="8106328" y="3116972"/>
                  </a:lnTo>
                  <a:lnTo>
                    <a:pt x="8038208" y="3116972"/>
                  </a:lnTo>
                  <a:lnTo>
                    <a:pt x="7970087" y="3116972"/>
                  </a:lnTo>
                  <a:lnTo>
                    <a:pt x="7901967" y="3116972"/>
                  </a:lnTo>
                  <a:lnTo>
                    <a:pt x="7833846" y="3116972"/>
                  </a:lnTo>
                  <a:lnTo>
                    <a:pt x="7765726" y="3116972"/>
                  </a:lnTo>
                  <a:lnTo>
                    <a:pt x="7697606" y="3116972"/>
                  </a:lnTo>
                  <a:lnTo>
                    <a:pt x="7629485" y="3116972"/>
                  </a:lnTo>
                  <a:lnTo>
                    <a:pt x="7561365" y="3116972"/>
                  </a:lnTo>
                  <a:lnTo>
                    <a:pt x="7493244" y="3116972"/>
                  </a:lnTo>
                  <a:lnTo>
                    <a:pt x="7425124" y="3116972"/>
                  </a:lnTo>
                  <a:lnTo>
                    <a:pt x="7357004" y="3116972"/>
                  </a:lnTo>
                  <a:lnTo>
                    <a:pt x="7288883" y="3116972"/>
                  </a:lnTo>
                  <a:lnTo>
                    <a:pt x="7220763" y="3116972"/>
                  </a:lnTo>
                  <a:lnTo>
                    <a:pt x="7152642" y="3116972"/>
                  </a:lnTo>
                  <a:lnTo>
                    <a:pt x="7084522" y="3116972"/>
                  </a:lnTo>
                  <a:lnTo>
                    <a:pt x="7016402" y="3116972"/>
                  </a:lnTo>
                  <a:lnTo>
                    <a:pt x="6948281" y="3116972"/>
                  </a:lnTo>
                  <a:lnTo>
                    <a:pt x="6880161" y="3116972"/>
                  </a:lnTo>
                  <a:lnTo>
                    <a:pt x="6812040" y="3116972"/>
                  </a:lnTo>
                  <a:lnTo>
                    <a:pt x="6743920" y="3116972"/>
                  </a:lnTo>
                  <a:lnTo>
                    <a:pt x="6675799" y="3116972"/>
                  </a:lnTo>
                  <a:lnTo>
                    <a:pt x="6607679" y="3116972"/>
                  </a:lnTo>
                  <a:lnTo>
                    <a:pt x="6539559" y="3116972"/>
                  </a:lnTo>
                  <a:lnTo>
                    <a:pt x="6471438" y="3116972"/>
                  </a:lnTo>
                  <a:lnTo>
                    <a:pt x="6403318" y="3116972"/>
                  </a:lnTo>
                  <a:lnTo>
                    <a:pt x="6335197" y="3116972"/>
                  </a:lnTo>
                  <a:lnTo>
                    <a:pt x="6267077" y="3116972"/>
                  </a:lnTo>
                  <a:lnTo>
                    <a:pt x="6198957" y="3116972"/>
                  </a:lnTo>
                  <a:lnTo>
                    <a:pt x="6130836" y="3116972"/>
                  </a:lnTo>
                  <a:lnTo>
                    <a:pt x="6062716" y="3116972"/>
                  </a:lnTo>
                  <a:lnTo>
                    <a:pt x="5994595" y="3116972"/>
                  </a:lnTo>
                  <a:lnTo>
                    <a:pt x="5926475" y="3116972"/>
                  </a:lnTo>
                  <a:lnTo>
                    <a:pt x="5858355" y="3116972"/>
                  </a:lnTo>
                  <a:lnTo>
                    <a:pt x="5790234" y="3116972"/>
                  </a:lnTo>
                  <a:lnTo>
                    <a:pt x="5722114" y="3116972"/>
                  </a:lnTo>
                  <a:lnTo>
                    <a:pt x="5653993" y="3116972"/>
                  </a:lnTo>
                  <a:lnTo>
                    <a:pt x="5585873" y="3116972"/>
                  </a:lnTo>
                  <a:lnTo>
                    <a:pt x="5517753" y="3116972"/>
                  </a:lnTo>
                  <a:lnTo>
                    <a:pt x="5449632" y="3116972"/>
                  </a:lnTo>
                  <a:lnTo>
                    <a:pt x="5381512" y="3116972"/>
                  </a:lnTo>
                  <a:lnTo>
                    <a:pt x="5313391" y="3116972"/>
                  </a:lnTo>
                  <a:lnTo>
                    <a:pt x="5245271" y="3116972"/>
                  </a:lnTo>
                  <a:lnTo>
                    <a:pt x="5177151" y="3116972"/>
                  </a:lnTo>
                  <a:lnTo>
                    <a:pt x="5109030" y="3116972"/>
                  </a:lnTo>
                  <a:lnTo>
                    <a:pt x="5040910" y="3116972"/>
                  </a:lnTo>
                  <a:lnTo>
                    <a:pt x="4972789" y="3116972"/>
                  </a:lnTo>
                  <a:lnTo>
                    <a:pt x="4904669" y="3116972"/>
                  </a:lnTo>
                  <a:lnTo>
                    <a:pt x="4836548" y="3116972"/>
                  </a:lnTo>
                  <a:lnTo>
                    <a:pt x="4768428" y="3116972"/>
                  </a:lnTo>
                  <a:lnTo>
                    <a:pt x="4700308" y="3116972"/>
                  </a:lnTo>
                  <a:lnTo>
                    <a:pt x="4632187" y="3116972"/>
                  </a:lnTo>
                  <a:lnTo>
                    <a:pt x="4564067" y="3116972"/>
                  </a:lnTo>
                  <a:lnTo>
                    <a:pt x="4495946" y="3116972"/>
                  </a:lnTo>
                  <a:lnTo>
                    <a:pt x="4427826" y="3116972"/>
                  </a:lnTo>
                  <a:lnTo>
                    <a:pt x="4359706" y="3116972"/>
                  </a:lnTo>
                  <a:lnTo>
                    <a:pt x="4291585" y="3116972"/>
                  </a:lnTo>
                  <a:lnTo>
                    <a:pt x="4223465" y="3116972"/>
                  </a:lnTo>
                  <a:lnTo>
                    <a:pt x="4155344" y="3116972"/>
                  </a:lnTo>
                  <a:lnTo>
                    <a:pt x="4087224" y="3116972"/>
                  </a:lnTo>
                  <a:lnTo>
                    <a:pt x="4019104" y="3116972"/>
                  </a:lnTo>
                  <a:lnTo>
                    <a:pt x="3950983" y="3116972"/>
                  </a:lnTo>
                  <a:lnTo>
                    <a:pt x="3882863" y="3116972"/>
                  </a:lnTo>
                  <a:lnTo>
                    <a:pt x="3814742" y="3116972"/>
                  </a:lnTo>
                  <a:lnTo>
                    <a:pt x="3746622" y="3116972"/>
                  </a:lnTo>
                  <a:lnTo>
                    <a:pt x="3678502" y="3116972"/>
                  </a:lnTo>
                  <a:lnTo>
                    <a:pt x="3610381" y="3116972"/>
                  </a:lnTo>
                  <a:lnTo>
                    <a:pt x="3542261" y="3116972"/>
                  </a:lnTo>
                  <a:lnTo>
                    <a:pt x="3474140" y="3116972"/>
                  </a:lnTo>
                  <a:lnTo>
                    <a:pt x="3406020" y="3116972"/>
                  </a:lnTo>
                  <a:lnTo>
                    <a:pt x="3337899" y="3116972"/>
                  </a:lnTo>
                  <a:lnTo>
                    <a:pt x="3269779" y="3116972"/>
                  </a:lnTo>
                  <a:lnTo>
                    <a:pt x="3201659" y="3116972"/>
                  </a:lnTo>
                  <a:lnTo>
                    <a:pt x="3133538" y="3116972"/>
                  </a:lnTo>
                  <a:lnTo>
                    <a:pt x="3065418" y="3116972"/>
                  </a:lnTo>
                  <a:lnTo>
                    <a:pt x="2997297" y="3116972"/>
                  </a:lnTo>
                  <a:lnTo>
                    <a:pt x="2929177" y="3116972"/>
                  </a:lnTo>
                  <a:lnTo>
                    <a:pt x="2861057" y="3116972"/>
                  </a:lnTo>
                  <a:lnTo>
                    <a:pt x="2792936" y="3116972"/>
                  </a:lnTo>
                  <a:lnTo>
                    <a:pt x="2724816" y="3116972"/>
                  </a:lnTo>
                  <a:lnTo>
                    <a:pt x="2656695" y="3116972"/>
                  </a:lnTo>
                  <a:lnTo>
                    <a:pt x="2588575" y="3116972"/>
                  </a:lnTo>
                  <a:lnTo>
                    <a:pt x="2520455" y="3116972"/>
                  </a:lnTo>
                  <a:lnTo>
                    <a:pt x="2452334" y="3116972"/>
                  </a:lnTo>
                  <a:lnTo>
                    <a:pt x="2384214" y="3116972"/>
                  </a:lnTo>
                  <a:lnTo>
                    <a:pt x="2316093" y="3116972"/>
                  </a:lnTo>
                  <a:lnTo>
                    <a:pt x="2247973" y="3116972"/>
                  </a:lnTo>
                  <a:lnTo>
                    <a:pt x="2179853" y="3116972"/>
                  </a:lnTo>
                  <a:lnTo>
                    <a:pt x="2111732" y="3116972"/>
                  </a:lnTo>
                  <a:lnTo>
                    <a:pt x="2043612" y="3116972"/>
                  </a:lnTo>
                  <a:lnTo>
                    <a:pt x="1975491" y="3116972"/>
                  </a:lnTo>
                  <a:lnTo>
                    <a:pt x="1907371" y="3116972"/>
                  </a:lnTo>
                  <a:lnTo>
                    <a:pt x="1839251" y="3116972"/>
                  </a:lnTo>
                  <a:lnTo>
                    <a:pt x="1771130" y="3116972"/>
                  </a:lnTo>
                  <a:lnTo>
                    <a:pt x="1703010" y="3116972"/>
                  </a:lnTo>
                  <a:lnTo>
                    <a:pt x="1634889" y="3116972"/>
                  </a:lnTo>
                  <a:lnTo>
                    <a:pt x="1566769" y="3116972"/>
                  </a:lnTo>
                  <a:lnTo>
                    <a:pt x="1498648" y="3116972"/>
                  </a:lnTo>
                  <a:lnTo>
                    <a:pt x="1430528" y="3116972"/>
                  </a:lnTo>
                  <a:lnTo>
                    <a:pt x="1362408" y="3116972"/>
                  </a:lnTo>
                  <a:lnTo>
                    <a:pt x="1294287" y="3116972"/>
                  </a:lnTo>
                  <a:lnTo>
                    <a:pt x="1226167" y="3116972"/>
                  </a:lnTo>
                  <a:lnTo>
                    <a:pt x="1158046" y="3116972"/>
                  </a:lnTo>
                  <a:lnTo>
                    <a:pt x="1089926" y="3116972"/>
                  </a:lnTo>
                  <a:lnTo>
                    <a:pt x="1021806" y="3116972"/>
                  </a:lnTo>
                  <a:lnTo>
                    <a:pt x="953685" y="3116972"/>
                  </a:lnTo>
                  <a:lnTo>
                    <a:pt x="885565" y="3116972"/>
                  </a:lnTo>
                  <a:lnTo>
                    <a:pt x="817444" y="3116972"/>
                  </a:lnTo>
                  <a:lnTo>
                    <a:pt x="749324" y="3116972"/>
                  </a:lnTo>
                  <a:lnTo>
                    <a:pt x="681204" y="3116972"/>
                  </a:lnTo>
                  <a:lnTo>
                    <a:pt x="613083" y="3116972"/>
                  </a:lnTo>
                  <a:lnTo>
                    <a:pt x="544963" y="3116972"/>
                  </a:lnTo>
                  <a:lnTo>
                    <a:pt x="476842" y="3116972"/>
                  </a:lnTo>
                  <a:lnTo>
                    <a:pt x="408722" y="3116972"/>
                  </a:lnTo>
                  <a:lnTo>
                    <a:pt x="340602" y="3116972"/>
                  </a:lnTo>
                  <a:lnTo>
                    <a:pt x="272481" y="3116972"/>
                  </a:lnTo>
                  <a:lnTo>
                    <a:pt x="204361" y="3116972"/>
                  </a:lnTo>
                  <a:lnTo>
                    <a:pt x="136240" y="3116972"/>
                  </a:lnTo>
                  <a:lnTo>
                    <a:pt x="68120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1565" y="3262477"/>
              <a:ext cx="8446930" cy="2491719"/>
            </a:xfrm>
            <a:custGeom>
              <a:avLst/>
              <a:pathLst>
                <a:path w="8446930" h="2491719">
                  <a:moveTo>
                    <a:pt x="0" y="2225280"/>
                  </a:moveTo>
                  <a:lnTo>
                    <a:pt x="68120" y="2213484"/>
                  </a:lnTo>
                  <a:lnTo>
                    <a:pt x="136240" y="2006847"/>
                  </a:lnTo>
                  <a:lnTo>
                    <a:pt x="204361" y="2025765"/>
                  </a:lnTo>
                  <a:lnTo>
                    <a:pt x="272481" y="2110082"/>
                  </a:lnTo>
                  <a:lnTo>
                    <a:pt x="340602" y="2174930"/>
                  </a:lnTo>
                  <a:lnTo>
                    <a:pt x="408722" y="2199349"/>
                  </a:lnTo>
                  <a:lnTo>
                    <a:pt x="476842" y="2177788"/>
                  </a:lnTo>
                  <a:lnTo>
                    <a:pt x="544963" y="2123579"/>
                  </a:lnTo>
                  <a:lnTo>
                    <a:pt x="613083" y="2128146"/>
                  </a:lnTo>
                  <a:lnTo>
                    <a:pt x="681204" y="2161498"/>
                  </a:lnTo>
                  <a:lnTo>
                    <a:pt x="749324" y="2178141"/>
                  </a:lnTo>
                  <a:lnTo>
                    <a:pt x="817444" y="2352483"/>
                  </a:lnTo>
                  <a:lnTo>
                    <a:pt x="885565" y="2310442"/>
                  </a:lnTo>
                  <a:lnTo>
                    <a:pt x="953685" y="2131319"/>
                  </a:lnTo>
                  <a:lnTo>
                    <a:pt x="1021806" y="2031951"/>
                  </a:lnTo>
                  <a:lnTo>
                    <a:pt x="1089926" y="2019589"/>
                  </a:lnTo>
                  <a:lnTo>
                    <a:pt x="1158046" y="2305826"/>
                  </a:lnTo>
                  <a:lnTo>
                    <a:pt x="1226167" y="2218179"/>
                  </a:lnTo>
                  <a:lnTo>
                    <a:pt x="1294287" y="2157421"/>
                  </a:lnTo>
                  <a:lnTo>
                    <a:pt x="1362408" y="2175081"/>
                  </a:lnTo>
                  <a:lnTo>
                    <a:pt x="1430528" y="2011353"/>
                  </a:lnTo>
                  <a:lnTo>
                    <a:pt x="1498648" y="1832566"/>
                  </a:lnTo>
                  <a:lnTo>
                    <a:pt x="1566769" y="1828837"/>
                  </a:lnTo>
                  <a:lnTo>
                    <a:pt x="1634889" y="1811069"/>
                  </a:lnTo>
                  <a:lnTo>
                    <a:pt x="1703010" y="1820425"/>
                  </a:lnTo>
                  <a:lnTo>
                    <a:pt x="1771130" y="1911054"/>
                  </a:lnTo>
                  <a:lnTo>
                    <a:pt x="1839251" y="1963438"/>
                  </a:lnTo>
                  <a:lnTo>
                    <a:pt x="1907371" y="1856965"/>
                  </a:lnTo>
                  <a:lnTo>
                    <a:pt x="1975491" y="1774361"/>
                  </a:lnTo>
                  <a:lnTo>
                    <a:pt x="2043612" y="1631516"/>
                  </a:lnTo>
                  <a:lnTo>
                    <a:pt x="2111732" y="1207117"/>
                  </a:lnTo>
                  <a:lnTo>
                    <a:pt x="2179853" y="1225409"/>
                  </a:lnTo>
                  <a:lnTo>
                    <a:pt x="2247973" y="1283710"/>
                  </a:lnTo>
                  <a:lnTo>
                    <a:pt x="2316093" y="1378917"/>
                  </a:lnTo>
                  <a:lnTo>
                    <a:pt x="2384214" y="1109551"/>
                  </a:lnTo>
                  <a:lnTo>
                    <a:pt x="2452334" y="1067400"/>
                  </a:lnTo>
                  <a:lnTo>
                    <a:pt x="2520455" y="975759"/>
                  </a:lnTo>
                  <a:lnTo>
                    <a:pt x="2588575" y="900271"/>
                  </a:lnTo>
                  <a:lnTo>
                    <a:pt x="2656695" y="969741"/>
                  </a:lnTo>
                  <a:lnTo>
                    <a:pt x="2724816" y="992037"/>
                  </a:lnTo>
                  <a:lnTo>
                    <a:pt x="2792936" y="943541"/>
                  </a:lnTo>
                  <a:lnTo>
                    <a:pt x="2861057" y="1073788"/>
                  </a:lnTo>
                  <a:lnTo>
                    <a:pt x="2929177" y="954757"/>
                  </a:lnTo>
                  <a:lnTo>
                    <a:pt x="2997297" y="753878"/>
                  </a:lnTo>
                  <a:lnTo>
                    <a:pt x="3065418" y="743597"/>
                  </a:lnTo>
                  <a:lnTo>
                    <a:pt x="3133538" y="796523"/>
                  </a:lnTo>
                  <a:lnTo>
                    <a:pt x="3201659" y="584422"/>
                  </a:lnTo>
                  <a:lnTo>
                    <a:pt x="3269779" y="623169"/>
                  </a:lnTo>
                  <a:lnTo>
                    <a:pt x="3337899" y="653145"/>
                  </a:lnTo>
                  <a:lnTo>
                    <a:pt x="3406020" y="453445"/>
                  </a:lnTo>
                  <a:lnTo>
                    <a:pt x="3474140" y="415020"/>
                  </a:lnTo>
                  <a:lnTo>
                    <a:pt x="3542261" y="442696"/>
                  </a:lnTo>
                  <a:lnTo>
                    <a:pt x="3610381" y="408974"/>
                  </a:lnTo>
                  <a:lnTo>
                    <a:pt x="3678502" y="430964"/>
                  </a:lnTo>
                  <a:lnTo>
                    <a:pt x="3746622" y="420457"/>
                  </a:lnTo>
                  <a:lnTo>
                    <a:pt x="3814742" y="466707"/>
                  </a:lnTo>
                  <a:lnTo>
                    <a:pt x="3882863" y="205085"/>
                  </a:lnTo>
                  <a:lnTo>
                    <a:pt x="3950983" y="1362"/>
                  </a:lnTo>
                  <a:lnTo>
                    <a:pt x="4019104" y="85256"/>
                  </a:lnTo>
                  <a:lnTo>
                    <a:pt x="4087224" y="0"/>
                  </a:lnTo>
                  <a:lnTo>
                    <a:pt x="4087224" y="0"/>
                  </a:lnTo>
                  <a:lnTo>
                    <a:pt x="4155344" y="90798"/>
                  </a:lnTo>
                  <a:lnTo>
                    <a:pt x="4223465" y="74382"/>
                  </a:lnTo>
                  <a:lnTo>
                    <a:pt x="4291585" y="76734"/>
                  </a:lnTo>
                  <a:lnTo>
                    <a:pt x="4359706" y="270502"/>
                  </a:lnTo>
                  <a:lnTo>
                    <a:pt x="4427826" y="66442"/>
                  </a:lnTo>
                  <a:lnTo>
                    <a:pt x="4495946" y="193791"/>
                  </a:lnTo>
                  <a:lnTo>
                    <a:pt x="4564067" y="112688"/>
                  </a:lnTo>
                  <a:lnTo>
                    <a:pt x="4632187" y="37236"/>
                  </a:lnTo>
                  <a:lnTo>
                    <a:pt x="4700308" y="489437"/>
                  </a:lnTo>
                  <a:lnTo>
                    <a:pt x="4768428" y="428806"/>
                  </a:lnTo>
                  <a:lnTo>
                    <a:pt x="4836548" y="447635"/>
                  </a:lnTo>
                  <a:lnTo>
                    <a:pt x="4904669" y="522884"/>
                  </a:lnTo>
                  <a:lnTo>
                    <a:pt x="4972789" y="505755"/>
                  </a:lnTo>
                  <a:lnTo>
                    <a:pt x="5040910" y="524579"/>
                  </a:lnTo>
                  <a:lnTo>
                    <a:pt x="5109030" y="505502"/>
                  </a:lnTo>
                  <a:lnTo>
                    <a:pt x="5177151" y="663534"/>
                  </a:lnTo>
                  <a:lnTo>
                    <a:pt x="5245271" y="647405"/>
                  </a:lnTo>
                  <a:lnTo>
                    <a:pt x="5313391" y="663894"/>
                  </a:lnTo>
                  <a:lnTo>
                    <a:pt x="5381512" y="713569"/>
                  </a:lnTo>
                  <a:lnTo>
                    <a:pt x="5449632" y="728142"/>
                  </a:lnTo>
                  <a:lnTo>
                    <a:pt x="5517753" y="782711"/>
                  </a:lnTo>
                  <a:lnTo>
                    <a:pt x="5585873" y="858059"/>
                  </a:lnTo>
                  <a:lnTo>
                    <a:pt x="5653993" y="1018973"/>
                  </a:lnTo>
                  <a:lnTo>
                    <a:pt x="5722114" y="980964"/>
                  </a:lnTo>
                  <a:lnTo>
                    <a:pt x="5790234" y="1160173"/>
                  </a:lnTo>
                  <a:lnTo>
                    <a:pt x="5858355" y="1067446"/>
                  </a:lnTo>
                  <a:lnTo>
                    <a:pt x="5926475" y="1152375"/>
                  </a:lnTo>
                  <a:lnTo>
                    <a:pt x="5994595" y="1219442"/>
                  </a:lnTo>
                  <a:lnTo>
                    <a:pt x="6062716" y="1341428"/>
                  </a:lnTo>
                  <a:lnTo>
                    <a:pt x="6130836" y="1379610"/>
                  </a:lnTo>
                  <a:lnTo>
                    <a:pt x="6198957" y="1492620"/>
                  </a:lnTo>
                  <a:lnTo>
                    <a:pt x="6267077" y="1356832"/>
                  </a:lnTo>
                  <a:lnTo>
                    <a:pt x="6335197" y="1374531"/>
                  </a:lnTo>
                  <a:lnTo>
                    <a:pt x="6403318" y="1500849"/>
                  </a:lnTo>
                  <a:lnTo>
                    <a:pt x="6471438" y="1683476"/>
                  </a:lnTo>
                  <a:lnTo>
                    <a:pt x="6539559" y="1643462"/>
                  </a:lnTo>
                  <a:lnTo>
                    <a:pt x="6607679" y="1715975"/>
                  </a:lnTo>
                  <a:lnTo>
                    <a:pt x="6675799" y="1924540"/>
                  </a:lnTo>
                  <a:lnTo>
                    <a:pt x="6743920" y="1931318"/>
                  </a:lnTo>
                  <a:lnTo>
                    <a:pt x="6812040" y="2068331"/>
                  </a:lnTo>
                  <a:lnTo>
                    <a:pt x="6880161" y="1884052"/>
                  </a:lnTo>
                  <a:lnTo>
                    <a:pt x="6948281" y="1930672"/>
                  </a:lnTo>
                  <a:lnTo>
                    <a:pt x="7016402" y="2016898"/>
                  </a:lnTo>
                  <a:lnTo>
                    <a:pt x="7084522" y="2108069"/>
                  </a:lnTo>
                  <a:lnTo>
                    <a:pt x="7152642" y="2122816"/>
                  </a:lnTo>
                  <a:lnTo>
                    <a:pt x="7220763" y="2139040"/>
                  </a:lnTo>
                  <a:lnTo>
                    <a:pt x="7288883" y="2216433"/>
                  </a:lnTo>
                  <a:lnTo>
                    <a:pt x="7357004" y="2258611"/>
                  </a:lnTo>
                  <a:lnTo>
                    <a:pt x="7425124" y="2217645"/>
                  </a:lnTo>
                  <a:lnTo>
                    <a:pt x="7493244" y="2320610"/>
                  </a:lnTo>
                  <a:lnTo>
                    <a:pt x="7561365" y="2325690"/>
                  </a:lnTo>
                  <a:lnTo>
                    <a:pt x="7629485" y="2320127"/>
                  </a:lnTo>
                  <a:lnTo>
                    <a:pt x="7697606" y="2245611"/>
                  </a:lnTo>
                  <a:lnTo>
                    <a:pt x="7765726" y="2170121"/>
                  </a:lnTo>
                  <a:lnTo>
                    <a:pt x="7833846" y="2208746"/>
                  </a:lnTo>
                  <a:lnTo>
                    <a:pt x="7901967" y="2310248"/>
                  </a:lnTo>
                  <a:lnTo>
                    <a:pt x="7970087" y="2350996"/>
                  </a:lnTo>
                  <a:lnTo>
                    <a:pt x="8038208" y="2340611"/>
                  </a:lnTo>
                  <a:lnTo>
                    <a:pt x="8106328" y="2337004"/>
                  </a:lnTo>
                  <a:lnTo>
                    <a:pt x="8174448" y="2472798"/>
                  </a:lnTo>
                  <a:lnTo>
                    <a:pt x="8242569" y="2491719"/>
                  </a:lnTo>
                  <a:lnTo>
                    <a:pt x="8310689" y="2463094"/>
                  </a:lnTo>
                  <a:lnTo>
                    <a:pt x="8378810" y="2472143"/>
                  </a:lnTo>
                  <a:lnTo>
                    <a:pt x="8446930" y="2342168"/>
                  </a:lnTo>
                  <a:lnTo>
                    <a:pt x="8446930" y="23421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51565" y="6379450"/>
              <a:ext cx="8446930" cy="0"/>
            </a:xfrm>
            <a:custGeom>
              <a:avLst/>
              <a:pathLst>
                <a:path w="8446930" h="0">
                  <a:moveTo>
                    <a:pt x="8446930" y="0"/>
                  </a:moveTo>
                  <a:lnTo>
                    <a:pt x="8378810" y="0"/>
                  </a:lnTo>
                  <a:lnTo>
                    <a:pt x="8310689" y="0"/>
                  </a:lnTo>
                  <a:lnTo>
                    <a:pt x="8242569" y="0"/>
                  </a:lnTo>
                  <a:lnTo>
                    <a:pt x="8174448" y="0"/>
                  </a:lnTo>
                  <a:lnTo>
                    <a:pt x="8106328" y="0"/>
                  </a:lnTo>
                  <a:lnTo>
                    <a:pt x="8038208" y="0"/>
                  </a:lnTo>
                  <a:lnTo>
                    <a:pt x="7970087" y="0"/>
                  </a:lnTo>
                  <a:lnTo>
                    <a:pt x="7901967" y="0"/>
                  </a:lnTo>
                  <a:lnTo>
                    <a:pt x="7833846" y="0"/>
                  </a:lnTo>
                  <a:lnTo>
                    <a:pt x="7765726" y="0"/>
                  </a:lnTo>
                  <a:lnTo>
                    <a:pt x="7697606" y="0"/>
                  </a:lnTo>
                  <a:lnTo>
                    <a:pt x="7629485" y="0"/>
                  </a:lnTo>
                  <a:lnTo>
                    <a:pt x="7561365" y="0"/>
                  </a:lnTo>
                  <a:lnTo>
                    <a:pt x="7493244" y="0"/>
                  </a:lnTo>
                  <a:lnTo>
                    <a:pt x="7425124" y="0"/>
                  </a:lnTo>
                  <a:lnTo>
                    <a:pt x="7357004" y="0"/>
                  </a:lnTo>
                  <a:lnTo>
                    <a:pt x="7288883" y="0"/>
                  </a:lnTo>
                  <a:lnTo>
                    <a:pt x="7220763" y="0"/>
                  </a:lnTo>
                  <a:lnTo>
                    <a:pt x="7152642" y="0"/>
                  </a:lnTo>
                  <a:lnTo>
                    <a:pt x="7084522" y="0"/>
                  </a:lnTo>
                  <a:lnTo>
                    <a:pt x="7016402" y="0"/>
                  </a:lnTo>
                  <a:lnTo>
                    <a:pt x="6948281" y="0"/>
                  </a:lnTo>
                  <a:lnTo>
                    <a:pt x="6880161" y="0"/>
                  </a:lnTo>
                  <a:lnTo>
                    <a:pt x="6812040" y="0"/>
                  </a:lnTo>
                  <a:lnTo>
                    <a:pt x="6743920" y="0"/>
                  </a:lnTo>
                  <a:lnTo>
                    <a:pt x="6675799" y="0"/>
                  </a:lnTo>
                  <a:lnTo>
                    <a:pt x="6607679" y="0"/>
                  </a:lnTo>
                  <a:lnTo>
                    <a:pt x="6539559" y="0"/>
                  </a:lnTo>
                  <a:lnTo>
                    <a:pt x="6471438" y="0"/>
                  </a:lnTo>
                  <a:lnTo>
                    <a:pt x="6403318" y="0"/>
                  </a:lnTo>
                  <a:lnTo>
                    <a:pt x="6335197" y="0"/>
                  </a:lnTo>
                  <a:lnTo>
                    <a:pt x="6267077" y="0"/>
                  </a:lnTo>
                  <a:lnTo>
                    <a:pt x="6198957" y="0"/>
                  </a:lnTo>
                  <a:lnTo>
                    <a:pt x="6130836" y="0"/>
                  </a:lnTo>
                  <a:lnTo>
                    <a:pt x="6062716" y="0"/>
                  </a:lnTo>
                  <a:lnTo>
                    <a:pt x="5994595" y="0"/>
                  </a:lnTo>
                  <a:lnTo>
                    <a:pt x="5926475" y="0"/>
                  </a:lnTo>
                  <a:lnTo>
                    <a:pt x="5858355" y="0"/>
                  </a:lnTo>
                  <a:lnTo>
                    <a:pt x="5790234" y="0"/>
                  </a:lnTo>
                  <a:lnTo>
                    <a:pt x="5722114" y="0"/>
                  </a:lnTo>
                  <a:lnTo>
                    <a:pt x="5653993" y="0"/>
                  </a:lnTo>
                  <a:lnTo>
                    <a:pt x="5585873" y="0"/>
                  </a:lnTo>
                  <a:lnTo>
                    <a:pt x="5517753" y="0"/>
                  </a:lnTo>
                  <a:lnTo>
                    <a:pt x="5449632" y="0"/>
                  </a:lnTo>
                  <a:lnTo>
                    <a:pt x="5381512" y="0"/>
                  </a:lnTo>
                  <a:lnTo>
                    <a:pt x="5313391" y="0"/>
                  </a:lnTo>
                  <a:lnTo>
                    <a:pt x="5245271" y="0"/>
                  </a:lnTo>
                  <a:lnTo>
                    <a:pt x="5177151" y="0"/>
                  </a:lnTo>
                  <a:lnTo>
                    <a:pt x="5109030" y="0"/>
                  </a:lnTo>
                  <a:lnTo>
                    <a:pt x="5040910" y="0"/>
                  </a:lnTo>
                  <a:lnTo>
                    <a:pt x="4972789" y="0"/>
                  </a:lnTo>
                  <a:lnTo>
                    <a:pt x="4904669" y="0"/>
                  </a:lnTo>
                  <a:lnTo>
                    <a:pt x="4836548" y="0"/>
                  </a:lnTo>
                  <a:lnTo>
                    <a:pt x="4768428" y="0"/>
                  </a:lnTo>
                  <a:lnTo>
                    <a:pt x="4700308" y="0"/>
                  </a:lnTo>
                  <a:lnTo>
                    <a:pt x="4632187" y="0"/>
                  </a:lnTo>
                  <a:lnTo>
                    <a:pt x="4564067" y="0"/>
                  </a:lnTo>
                  <a:lnTo>
                    <a:pt x="4495946" y="0"/>
                  </a:lnTo>
                  <a:lnTo>
                    <a:pt x="4427826" y="0"/>
                  </a:lnTo>
                  <a:lnTo>
                    <a:pt x="4359706" y="0"/>
                  </a:lnTo>
                  <a:lnTo>
                    <a:pt x="4291585" y="0"/>
                  </a:lnTo>
                  <a:lnTo>
                    <a:pt x="4223465" y="0"/>
                  </a:lnTo>
                  <a:lnTo>
                    <a:pt x="4155344" y="0"/>
                  </a:lnTo>
                  <a:lnTo>
                    <a:pt x="4087224" y="0"/>
                  </a:lnTo>
                  <a:lnTo>
                    <a:pt x="4019104" y="0"/>
                  </a:lnTo>
                  <a:lnTo>
                    <a:pt x="3950983" y="0"/>
                  </a:lnTo>
                  <a:lnTo>
                    <a:pt x="3882863" y="0"/>
                  </a:lnTo>
                  <a:lnTo>
                    <a:pt x="3814742" y="0"/>
                  </a:lnTo>
                  <a:lnTo>
                    <a:pt x="3746622" y="0"/>
                  </a:lnTo>
                  <a:lnTo>
                    <a:pt x="3678502" y="0"/>
                  </a:lnTo>
                  <a:lnTo>
                    <a:pt x="3610381" y="0"/>
                  </a:lnTo>
                  <a:lnTo>
                    <a:pt x="3542261" y="0"/>
                  </a:lnTo>
                  <a:lnTo>
                    <a:pt x="3474140" y="0"/>
                  </a:lnTo>
                  <a:lnTo>
                    <a:pt x="3406020" y="0"/>
                  </a:lnTo>
                  <a:lnTo>
                    <a:pt x="3337899" y="0"/>
                  </a:lnTo>
                  <a:lnTo>
                    <a:pt x="3269779" y="0"/>
                  </a:lnTo>
                  <a:lnTo>
                    <a:pt x="3201659" y="0"/>
                  </a:lnTo>
                  <a:lnTo>
                    <a:pt x="3133538" y="0"/>
                  </a:lnTo>
                  <a:lnTo>
                    <a:pt x="3065418" y="0"/>
                  </a:lnTo>
                  <a:lnTo>
                    <a:pt x="2997297" y="0"/>
                  </a:lnTo>
                  <a:lnTo>
                    <a:pt x="2929177" y="0"/>
                  </a:lnTo>
                  <a:lnTo>
                    <a:pt x="2861057" y="0"/>
                  </a:lnTo>
                  <a:lnTo>
                    <a:pt x="2792936" y="0"/>
                  </a:lnTo>
                  <a:lnTo>
                    <a:pt x="2724816" y="0"/>
                  </a:lnTo>
                  <a:lnTo>
                    <a:pt x="2656695" y="0"/>
                  </a:lnTo>
                  <a:lnTo>
                    <a:pt x="2588575" y="0"/>
                  </a:lnTo>
                  <a:lnTo>
                    <a:pt x="2520455" y="0"/>
                  </a:lnTo>
                  <a:lnTo>
                    <a:pt x="2452334" y="0"/>
                  </a:lnTo>
                  <a:lnTo>
                    <a:pt x="2384214" y="0"/>
                  </a:lnTo>
                  <a:lnTo>
                    <a:pt x="2316093" y="0"/>
                  </a:lnTo>
                  <a:lnTo>
                    <a:pt x="2247973" y="0"/>
                  </a:lnTo>
                  <a:lnTo>
                    <a:pt x="2179853" y="0"/>
                  </a:lnTo>
                  <a:lnTo>
                    <a:pt x="2111732" y="0"/>
                  </a:lnTo>
                  <a:lnTo>
                    <a:pt x="2043612" y="0"/>
                  </a:lnTo>
                  <a:lnTo>
                    <a:pt x="1975491" y="0"/>
                  </a:lnTo>
                  <a:lnTo>
                    <a:pt x="1907371" y="0"/>
                  </a:lnTo>
                  <a:lnTo>
                    <a:pt x="1839251" y="0"/>
                  </a:lnTo>
                  <a:lnTo>
                    <a:pt x="1771130" y="0"/>
                  </a:lnTo>
                  <a:lnTo>
                    <a:pt x="1703010" y="0"/>
                  </a:lnTo>
                  <a:lnTo>
                    <a:pt x="1634889" y="0"/>
                  </a:lnTo>
                  <a:lnTo>
                    <a:pt x="1566769" y="0"/>
                  </a:lnTo>
                  <a:lnTo>
                    <a:pt x="1498648" y="0"/>
                  </a:lnTo>
                  <a:lnTo>
                    <a:pt x="1430528" y="0"/>
                  </a:lnTo>
                  <a:lnTo>
                    <a:pt x="1362408" y="0"/>
                  </a:lnTo>
                  <a:lnTo>
                    <a:pt x="1294287" y="0"/>
                  </a:lnTo>
                  <a:lnTo>
                    <a:pt x="1226167" y="0"/>
                  </a:lnTo>
                  <a:lnTo>
                    <a:pt x="1158046" y="0"/>
                  </a:lnTo>
                  <a:lnTo>
                    <a:pt x="1089926" y="0"/>
                  </a:lnTo>
                  <a:lnTo>
                    <a:pt x="1021806" y="0"/>
                  </a:lnTo>
                  <a:lnTo>
                    <a:pt x="953685" y="0"/>
                  </a:lnTo>
                  <a:lnTo>
                    <a:pt x="885565" y="0"/>
                  </a:lnTo>
                  <a:lnTo>
                    <a:pt x="817444" y="0"/>
                  </a:lnTo>
                  <a:lnTo>
                    <a:pt x="749324" y="0"/>
                  </a:lnTo>
                  <a:lnTo>
                    <a:pt x="681204" y="0"/>
                  </a:lnTo>
                  <a:lnTo>
                    <a:pt x="613083" y="0"/>
                  </a:lnTo>
                  <a:lnTo>
                    <a:pt x="544963" y="0"/>
                  </a:lnTo>
                  <a:lnTo>
                    <a:pt x="476842" y="0"/>
                  </a:lnTo>
                  <a:lnTo>
                    <a:pt x="408722" y="0"/>
                  </a:lnTo>
                  <a:lnTo>
                    <a:pt x="340602" y="0"/>
                  </a:lnTo>
                  <a:lnTo>
                    <a:pt x="272481" y="0"/>
                  </a:lnTo>
                  <a:lnTo>
                    <a:pt x="204361" y="0"/>
                  </a:lnTo>
                  <a:lnTo>
                    <a:pt x="136240" y="0"/>
                  </a:lnTo>
                  <a:lnTo>
                    <a:pt x="6812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51565" y="4655205"/>
              <a:ext cx="8446930" cy="0"/>
            </a:xfrm>
            <a:custGeom>
              <a:avLst/>
              <a:pathLst>
                <a:path w="8446930" h="0">
                  <a:moveTo>
                    <a:pt x="0" y="0"/>
                  </a:moveTo>
                  <a:lnTo>
                    <a:pt x="8446930" y="0"/>
                  </a:lnTo>
                  <a:lnTo>
                    <a:pt x="844693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 rot="2700000">
              <a:off x="5430212" y="5640726"/>
              <a:ext cx="453804" cy="174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Tgif1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551565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311199" y="6124778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11199" y="5506020"/>
              <a:ext cx="17773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11199" y="4884314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11199" y="4264083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11199" y="3643851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39" name="pl39"/>
            <p:cNvSpPr/>
            <p:nvPr/>
          </p:nvSpPr>
          <p:spPr>
            <a:xfrm>
              <a:off x="516770" y="61685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6770" y="55483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16770" y="492810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6770" y="43078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6770" y="36876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51565" y="6379450"/>
              <a:ext cx="8446930" cy="0"/>
            </a:xfrm>
            <a:custGeom>
              <a:avLst/>
              <a:pathLst>
                <a:path w="8446930" h="0">
                  <a:moveTo>
                    <a:pt x="0" y="0"/>
                  </a:moveTo>
                  <a:lnTo>
                    <a:pt x="844693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028407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31418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434428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6137438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7840448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743987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70840000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446997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70845000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4150007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70850000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5853018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70855000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7556028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70860000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4733693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56" name="tx56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2026-03-09T15:41:25Z</dcterms:modified>
  <cp:category/>
</cp:coreProperties>
</file>