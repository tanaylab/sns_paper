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3192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3262477"/>
              <a:ext cx="9004821" cy="35259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44934" y="145504"/>
              <a:ext cx="855356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52806" y="3061712"/>
              <a:ext cx="21440" cy="200764"/>
            </a:xfrm>
            <a:custGeom>
              <a:avLst/>
              <a:pathLst>
                <a:path w="21440" h="200764">
                  <a:moveTo>
                    <a:pt x="0" y="200764"/>
                  </a:moveTo>
                  <a:lnTo>
                    <a:pt x="1634" y="112904"/>
                  </a:lnTo>
                  <a:lnTo>
                    <a:pt x="3535" y="102123"/>
                  </a:lnTo>
                  <a:lnTo>
                    <a:pt x="5436" y="161800"/>
                  </a:lnTo>
                  <a:lnTo>
                    <a:pt x="7337" y="163341"/>
                  </a:lnTo>
                  <a:lnTo>
                    <a:pt x="9239" y="82526"/>
                  </a:lnTo>
                  <a:lnTo>
                    <a:pt x="11140" y="0"/>
                  </a:lnTo>
                  <a:lnTo>
                    <a:pt x="13041" y="60651"/>
                  </a:lnTo>
                  <a:lnTo>
                    <a:pt x="14942" y="65831"/>
                  </a:lnTo>
                  <a:lnTo>
                    <a:pt x="16843" y="28294"/>
                  </a:lnTo>
                  <a:lnTo>
                    <a:pt x="18745" y="25787"/>
                  </a:lnTo>
                  <a:lnTo>
                    <a:pt x="20646" y="147308"/>
                  </a:lnTo>
                  <a:lnTo>
                    <a:pt x="21440" y="20076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86975" y="3053454"/>
              <a:ext cx="48502" cy="209022"/>
            </a:xfrm>
            <a:custGeom>
              <a:avLst/>
              <a:pathLst>
                <a:path w="48502" h="209022">
                  <a:moveTo>
                    <a:pt x="0" y="209022"/>
                  </a:moveTo>
                  <a:lnTo>
                    <a:pt x="1686" y="148365"/>
                  </a:lnTo>
                  <a:lnTo>
                    <a:pt x="3587" y="94247"/>
                  </a:lnTo>
                  <a:lnTo>
                    <a:pt x="5489" y="57341"/>
                  </a:lnTo>
                  <a:lnTo>
                    <a:pt x="7390" y="63193"/>
                  </a:lnTo>
                  <a:lnTo>
                    <a:pt x="9291" y="90695"/>
                  </a:lnTo>
                  <a:lnTo>
                    <a:pt x="11192" y="104371"/>
                  </a:lnTo>
                  <a:lnTo>
                    <a:pt x="13094" y="108207"/>
                  </a:lnTo>
                  <a:lnTo>
                    <a:pt x="14995" y="107132"/>
                  </a:lnTo>
                  <a:lnTo>
                    <a:pt x="16896" y="114741"/>
                  </a:lnTo>
                  <a:lnTo>
                    <a:pt x="18797" y="41184"/>
                  </a:lnTo>
                  <a:lnTo>
                    <a:pt x="20698" y="15816"/>
                  </a:lnTo>
                  <a:lnTo>
                    <a:pt x="22600" y="616"/>
                  </a:lnTo>
                  <a:lnTo>
                    <a:pt x="24501" y="7694"/>
                  </a:lnTo>
                  <a:lnTo>
                    <a:pt x="26402" y="38212"/>
                  </a:lnTo>
                  <a:lnTo>
                    <a:pt x="28303" y="48281"/>
                  </a:lnTo>
                  <a:lnTo>
                    <a:pt x="30204" y="75863"/>
                  </a:lnTo>
                  <a:lnTo>
                    <a:pt x="32106" y="96690"/>
                  </a:lnTo>
                  <a:lnTo>
                    <a:pt x="34007" y="93350"/>
                  </a:lnTo>
                  <a:lnTo>
                    <a:pt x="35908" y="71981"/>
                  </a:lnTo>
                  <a:lnTo>
                    <a:pt x="37809" y="46144"/>
                  </a:lnTo>
                  <a:lnTo>
                    <a:pt x="39711" y="0"/>
                  </a:lnTo>
                  <a:lnTo>
                    <a:pt x="41612" y="12129"/>
                  </a:lnTo>
                  <a:lnTo>
                    <a:pt x="43513" y="36753"/>
                  </a:lnTo>
                  <a:lnTo>
                    <a:pt x="45414" y="118160"/>
                  </a:lnTo>
                  <a:lnTo>
                    <a:pt x="47315" y="182999"/>
                  </a:lnTo>
                  <a:lnTo>
                    <a:pt x="48502" y="20902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43566" y="3106013"/>
              <a:ext cx="19923" cy="156463"/>
            </a:xfrm>
            <a:custGeom>
              <a:avLst/>
              <a:pathLst>
                <a:path w="19923" h="156463">
                  <a:moveTo>
                    <a:pt x="0" y="156463"/>
                  </a:moveTo>
                  <a:lnTo>
                    <a:pt x="231" y="151184"/>
                  </a:lnTo>
                  <a:lnTo>
                    <a:pt x="2132" y="138359"/>
                  </a:lnTo>
                  <a:lnTo>
                    <a:pt x="4033" y="117356"/>
                  </a:lnTo>
                  <a:lnTo>
                    <a:pt x="5935" y="73293"/>
                  </a:lnTo>
                  <a:lnTo>
                    <a:pt x="7836" y="19296"/>
                  </a:lnTo>
                  <a:lnTo>
                    <a:pt x="9737" y="0"/>
                  </a:lnTo>
                  <a:lnTo>
                    <a:pt x="11638" y="25544"/>
                  </a:lnTo>
                  <a:lnTo>
                    <a:pt x="13540" y="38215"/>
                  </a:lnTo>
                  <a:lnTo>
                    <a:pt x="15441" y="39986"/>
                  </a:lnTo>
                  <a:lnTo>
                    <a:pt x="17342" y="76500"/>
                  </a:lnTo>
                  <a:lnTo>
                    <a:pt x="19243" y="134859"/>
                  </a:lnTo>
                  <a:lnTo>
                    <a:pt x="19923" y="15646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66046" y="3080420"/>
              <a:ext cx="33688" cy="182057"/>
            </a:xfrm>
            <a:custGeom>
              <a:avLst/>
              <a:pathLst>
                <a:path w="33688" h="182057">
                  <a:moveTo>
                    <a:pt x="0" y="182057"/>
                  </a:moveTo>
                  <a:lnTo>
                    <a:pt x="565" y="165606"/>
                  </a:lnTo>
                  <a:lnTo>
                    <a:pt x="2467" y="88934"/>
                  </a:lnTo>
                  <a:lnTo>
                    <a:pt x="4368" y="85178"/>
                  </a:lnTo>
                  <a:lnTo>
                    <a:pt x="6269" y="85178"/>
                  </a:lnTo>
                  <a:lnTo>
                    <a:pt x="8170" y="58098"/>
                  </a:lnTo>
                  <a:lnTo>
                    <a:pt x="10072" y="0"/>
                  </a:lnTo>
                  <a:lnTo>
                    <a:pt x="11973" y="9784"/>
                  </a:lnTo>
                  <a:lnTo>
                    <a:pt x="13874" y="55105"/>
                  </a:lnTo>
                  <a:lnTo>
                    <a:pt x="15775" y="64605"/>
                  </a:lnTo>
                  <a:lnTo>
                    <a:pt x="17676" y="46541"/>
                  </a:lnTo>
                  <a:lnTo>
                    <a:pt x="19578" y="23519"/>
                  </a:lnTo>
                  <a:lnTo>
                    <a:pt x="21479" y="54677"/>
                  </a:lnTo>
                  <a:lnTo>
                    <a:pt x="23380" y="100754"/>
                  </a:lnTo>
                  <a:lnTo>
                    <a:pt x="25281" y="119429"/>
                  </a:lnTo>
                  <a:lnTo>
                    <a:pt x="27182" y="113687"/>
                  </a:lnTo>
                  <a:lnTo>
                    <a:pt x="29084" y="131754"/>
                  </a:lnTo>
                  <a:lnTo>
                    <a:pt x="30985" y="177493"/>
                  </a:lnTo>
                  <a:lnTo>
                    <a:pt x="32886" y="163312"/>
                  </a:lnTo>
                  <a:lnTo>
                    <a:pt x="33688" y="18205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26931" y="3116368"/>
              <a:ext cx="12647" cy="146108"/>
            </a:xfrm>
            <a:custGeom>
              <a:avLst/>
              <a:pathLst>
                <a:path w="12647" h="146108">
                  <a:moveTo>
                    <a:pt x="0" y="146108"/>
                  </a:moveTo>
                  <a:lnTo>
                    <a:pt x="519" y="127426"/>
                  </a:lnTo>
                  <a:lnTo>
                    <a:pt x="2420" y="94572"/>
                  </a:lnTo>
                  <a:lnTo>
                    <a:pt x="4321" y="61424"/>
                  </a:lnTo>
                  <a:lnTo>
                    <a:pt x="6223" y="19344"/>
                  </a:lnTo>
                  <a:lnTo>
                    <a:pt x="8124" y="4627"/>
                  </a:lnTo>
                  <a:lnTo>
                    <a:pt x="10025" y="0"/>
                  </a:lnTo>
                  <a:lnTo>
                    <a:pt x="11926" y="106932"/>
                  </a:lnTo>
                  <a:lnTo>
                    <a:pt x="12647" y="14610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48521" y="3131757"/>
              <a:ext cx="9148" cy="130719"/>
            </a:xfrm>
            <a:custGeom>
              <a:avLst/>
              <a:pathLst>
                <a:path w="9148" h="130719">
                  <a:moveTo>
                    <a:pt x="0" y="130719"/>
                  </a:moveTo>
                  <a:lnTo>
                    <a:pt x="1744" y="70477"/>
                  </a:lnTo>
                  <a:lnTo>
                    <a:pt x="3645" y="0"/>
                  </a:lnTo>
                  <a:lnTo>
                    <a:pt x="5546" y="21618"/>
                  </a:lnTo>
                  <a:lnTo>
                    <a:pt x="7448" y="96319"/>
                  </a:lnTo>
                  <a:lnTo>
                    <a:pt x="9148" y="13071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66258" y="2958881"/>
              <a:ext cx="27719" cy="303596"/>
            </a:xfrm>
            <a:custGeom>
              <a:avLst/>
              <a:pathLst>
                <a:path w="27719" h="303596">
                  <a:moveTo>
                    <a:pt x="0" y="303596"/>
                  </a:moveTo>
                  <a:lnTo>
                    <a:pt x="1117" y="245011"/>
                  </a:lnTo>
                  <a:lnTo>
                    <a:pt x="3019" y="102896"/>
                  </a:lnTo>
                  <a:lnTo>
                    <a:pt x="4920" y="10232"/>
                  </a:lnTo>
                  <a:lnTo>
                    <a:pt x="6821" y="0"/>
                  </a:lnTo>
                  <a:lnTo>
                    <a:pt x="8722" y="38989"/>
                  </a:lnTo>
                  <a:lnTo>
                    <a:pt x="10623" y="70620"/>
                  </a:lnTo>
                  <a:lnTo>
                    <a:pt x="12525" y="117157"/>
                  </a:lnTo>
                  <a:lnTo>
                    <a:pt x="14426" y="221197"/>
                  </a:lnTo>
                  <a:lnTo>
                    <a:pt x="16327" y="270433"/>
                  </a:lnTo>
                  <a:lnTo>
                    <a:pt x="18228" y="218344"/>
                  </a:lnTo>
                  <a:lnTo>
                    <a:pt x="20129" y="189963"/>
                  </a:lnTo>
                  <a:lnTo>
                    <a:pt x="22031" y="180656"/>
                  </a:lnTo>
                  <a:lnTo>
                    <a:pt x="23932" y="182142"/>
                  </a:lnTo>
                  <a:lnTo>
                    <a:pt x="25833" y="234622"/>
                  </a:lnTo>
                  <a:lnTo>
                    <a:pt x="27719" y="30359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13042" y="3107334"/>
              <a:ext cx="22639" cy="155142"/>
            </a:xfrm>
            <a:custGeom>
              <a:avLst/>
              <a:pathLst>
                <a:path w="22639" h="155142">
                  <a:moveTo>
                    <a:pt x="0" y="155142"/>
                  </a:moveTo>
                  <a:lnTo>
                    <a:pt x="1864" y="118913"/>
                  </a:lnTo>
                  <a:lnTo>
                    <a:pt x="3765" y="69146"/>
                  </a:lnTo>
                  <a:lnTo>
                    <a:pt x="5666" y="39833"/>
                  </a:lnTo>
                  <a:lnTo>
                    <a:pt x="7567" y="64534"/>
                  </a:lnTo>
                  <a:lnTo>
                    <a:pt x="9469" y="41586"/>
                  </a:lnTo>
                  <a:lnTo>
                    <a:pt x="11370" y="0"/>
                  </a:lnTo>
                  <a:lnTo>
                    <a:pt x="13271" y="54524"/>
                  </a:lnTo>
                  <a:lnTo>
                    <a:pt x="15172" y="95015"/>
                  </a:lnTo>
                  <a:lnTo>
                    <a:pt x="17073" y="117592"/>
                  </a:lnTo>
                  <a:lnTo>
                    <a:pt x="18975" y="92893"/>
                  </a:lnTo>
                  <a:lnTo>
                    <a:pt x="20876" y="115842"/>
                  </a:lnTo>
                  <a:lnTo>
                    <a:pt x="22639" y="15514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36455" y="3233007"/>
              <a:ext cx="9897" cy="29469"/>
            </a:xfrm>
            <a:custGeom>
              <a:avLst/>
              <a:pathLst>
                <a:path w="9897" h="29469">
                  <a:moveTo>
                    <a:pt x="0" y="29469"/>
                  </a:moveTo>
                  <a:lnTo>
                    <a:pt x="1266" y="23352"/>
                  </a:lnTo>
                  <a:lnTo>
                    <a:pt x="3167" y="2074"/>
                  </a:lnTo>
                  <a:lnTo>
                    <a:pt x="5068" y="0"/>
                  </a:lnTo>
                  <a:lnTo>
                    <a:pt x="6969" y="1"/>
                  </a:lnTo>
                  <a:lnTo>
                    <a:pt x="8870" y="6575"/>
                  </a:lnTo>
                  <a:lnTo>
                    <a:pt x="9897" y="2946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56141" y="3108765"/>
              <a:ext cx="15352" cy="153711"/>
            </a:xfrm>
            <a:custGeom>
              <a:avLst/>
              <a:pathLst>
                <a:path w="15352" h="153711">
                  <a:moveTo>
                    <a:pt x="0" y="153711"/>
                  </a:moveTo>
                  <a:lnTo>
                    <a:pt x="591" y="138090"/>
                  </a:lnTo>
                  <a:lnTo>
                    <a:pt x="2493" y="73897"/>
                  </a:lnTo>
                  <a:lnTo>
                    <a:pt x="4394" y="5243"/>
                  </a:lnTo>
                  <a:lnTo>
                    <a:pt x="6295" y="0"/>
                  </a:lnTo>
                  <a:lnTo>
                    <a:pt x="8196" y="15328"/>
                  </a:lnTo>
                  <a:lnTo>
                    <a:pt x="10098" y="20274"/>
                  </a:lnTo>
                  <a:lnTo>
                    <a:pt x="11999" y="63871"/>
                  </a:lnTo>
                  <a:lnTo>
                    <a:pt x="13900" y="108690"/>
                  </a:lnTo>
                  <a:lnTo>
                    <a:pt x="15352" y="15371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81184" y="3010866"/>
              <a:ext cx="60046" cy="251610"/>
            </a:xfrm>
            <a:custGeom>
              <a:avLst/>
              <a:pathLst>
                <a:path w="60046" h="251610">
                  <a:moveTo>
                    <a:pt x="0" y="251610"/>
                  </a:moveTo>
                  <a:lnTo>
                    <a:pt x="265" y="244397"/>
                  </a:lnTo>
                  <a:lnTo>
                    <a:pt x="2166" y="179916"/>
                  </a:lnTo>
                  <a:lnTo>
                    <a:pt x="4067" y="147984"/>
                  </a:lnTo>
                  <a:lnTo>
                    <a:pt x="5968" y="91265"/>
                  </a:lnTo>
                  <a:lnTo>
                    <a:pt x="7869" y="69876"/>
                  </a:lnTo>
                  <a:lnTo>
                    <a:pt x="9771" y="22564"/>
                  </a:lnTo>
                  <a:lnTo>
                    <a:pt x="11672" y="28082"/>
                  </a:lnTo>
                  <a:lnTo>
                    <a:pt x="13573" y="49230"/>
                  </a:lnTo>
                  <a:lnTo>
                    <a:pt x="15474" y="30716"/>
                  </a:lnTo>
                  <a:lnTo>
                    <a:pt x="17375" y="36980"/>
                  </a:lnTo>
                  <a:lnTo>
                    <a:pt x="19277" y="0"/>
                  </a:lnTo>
                  <a:lnTo>
                    <a:pt x="21178" y="8201"/>
                  </a:lnTo>
                  <a:lnTo>
                    <a:pt x="23079" y="25661"/>
                  </a:lnTo>
                  <a:lnTo>
                    <a:pt x="24980" y="43305"/>
                  </a:lnTo>
                  <a:lnTo>
                    <a:pt x="26882" y="93753"/>
                  </a:lnTo>
                  <a:lnTo>
                    <a:pt x="28783" y="120810"/>
                  </a:lnTo>
                  <a:lnTo>
                    <a:pt x="30684" y="155780"/>
                  </a:lnTo>
                  <a:lnTo>
                    <a:pt x="32585" y="200996"/>
                  </a:lnTo>
                  <a:lnTo>
                    <a:pt x="34486" y="206724"/>
                  </a:lnTo>
                  <a:lnTo>
                    <a:pt x="36388" y="206724"/>
                  </a:lnTo>
                  <a:lnTo>
                    <a:pt x="38289" y="186860"/>
                  </a:lnTo>
                  <a:lnTo>
                    <a:pt x="40190" y="189094"/>
                  </a:lnTo>
                  <a:lnTo>
                    <a:pt x="42091" y="226169"/>
                  </a:lnTo>
                  <a:lnTo>
                    <a:pt x="43992" y="208778"/>
                  </a:lnTo>
                  <a:lnTo>
                    <a:pt x="45894" y="195889"/>
                  </a:lnTo>
                  <a:lnTo>
                    <a:pt x="47795" y="195890"/>
                  </a:lnTo>
                  <a:lnTo>
                    <a:pt x="49696" y="215752"/>
                  </a:lnTo>
                  <a:lnTo>
                    <a:pt x="51597" y="213519"/>
                  </a:lnTo>
                  <a:lnTo>
                    <a:pt x="53499" y="176444"/>
                  </a:lnTo>
                  <a:lnTo>
                    <a:pt x="55400" y="193835"/>
                  </a:lnTo>
                  <a:lnTo>
                    <a:pt x="57301" y="218416"/>
                  </a:lnTo>
                  <a:lnTo>
                    <a:pt x="59202" y="245848"/>
                  </a:lnTo>
                  <a:lnTo>
                    <a:pt x="60046" y="25161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44846" y="3223914"/>
              <a:ext cx="8259" cy="38562"/>
            </a:xfrm>
            <a:custGeom>
              <a:avLst/>
              <a:pathLst>
                <a:path w="8259" h="38562">
                  <a:moveTo>
                    <a:pt x="0" y="38562"/>
                  </a:moveTo>
                  <a:lnTo>
                    <a:pt x="1244" y="22296"/>
                  </a:lnTo>
                  <a:lnTo>
                    <a:pt x="3145" y="0"/>
                  </a:lnTo>
                  <a:lnTo>
                    <a:pt x="5047" y="3333"/>
                  </a:lnTo>
                  <a:lnTo>
                    <a:pt x="6948" y="17021"/>
                  </a:lnTo>
                  <a:lnTo>
                    <a:pt x="8259" y="3856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66995" y="3217591"/>
              <a:ext cx="19169" cy="44885"/>
            </a:xfrm>
            <a:custGeom>
              <a:avLst/>
              <a:pathLst>
                <a:path w="19169" h="44885">
                  <a:moveTo>
                    <a:pt x="0" y="44885"/>
                  </a:moveTo>
                  <a:lnTo>
                    <a:pt x="8" y="44690"/>
                  </a:lnTo>
                  <a:lnTo>
                    <a:pt x="1910" y="44690"/>
                  </a:lnTo>
                  <a:lnTo>
                    <a:pt x="3811" y="29130"/>
                  </a:lnTo>
                  <a:lnTo>
                    <a:pt x="5712" y="2148"/>
                  </a:lnTo>
                  <a:lnTo>
                    <a:pt x="7613" y="0"/>
                  </a:lnTo>
                  <a:lnTo>
                    <a:pt x="9514" y="0"/>
                  </a:lnTo>
                  <a:lnTo>
                    <a:pt x="11416" y="0"/>
                  </a:lnTo>
                  <a:lnTo>
                    <a:pt x="13317" y="0"/>
                  </a:lnTo>
                  <a:lnTo>
                    <a:pt x="15218" y="15559"/>
                  </a:lnTo>
                  <a:lnTo>
                    <a:pt x="17119" y="42540"/>
                  </a:lnTo>
                  <a:lnTo>
                    <a:pt x="19021" y="44832"/>
                  </a:lnTo>
                  <a:lnTo>
                    <a:pt x="19169" y="4488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91877" y="3113517"/>
              <a:ext cx="14731" cy="148959"/>
            </a:xfrm>
            <a:custGeom>
              <a:avLst/>
              <a:pathLst>
                <a:path w="14731" h="148959">
                  <a:moveTo>
                    <a:pt x="0" y="148959"/>
                  </a:moveTo>
                  <a:lnTo>
                    <a:pt x="1743" y="77724"/>
                  </a:lnTo>
                  <a:lnTo>
                    <a:pt x="3645" y="22333"/>
                  </a:lnTo>
                  <a:lnTo>
                    <a:pt x="5546" y="20041"/>
                  </a:lnTo>
                  <a:lnTo>
                    <a:pt x="7447" y="19357"/>
                  </a:lnTo>
                  <a:lnTo>
                    <a:pt x="9348" y="0"/>
                  </a:lnTo>
                  <a:lnTo>
                    <a:pt x="11250" y="13568"/>
                  </a:lnTo>
                  <a:lnTo>
                    <a:pt x="13151" y="82399"/>
                  </a:lnTo>
                  <a:lnTo>
                    <a:pt x="14731" y="14895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19903" y="3192111"/>
              <a:ext cx="8244" cy="70365"/>
            </a:xfrm>
            <a:custGeom>
              <a:avLst/>
              <a:pathLst>
                <a:path w="8244" h="70365">
                  <a:moveTo>
                    <a:pt x="0" y="70365"/>
                  </a:moveTo>
                  <a:lnTo>
                    <a:pt x="334" y="55896"/>
                  </a:lnTo>
                  <a:lnTo>
                    <a:pt x="2235" y="0"/>
                  </a:lnTo>
                  <a:lnTo>
                    <a:pt x="4136" y="0"/>
                  </a:lnTo>
                  <a:lnTo>
                    <a:pt x="6037" y="12318"/>
                  </a:lnTo>
                  <a:lnTo>
                    <a:pt x="7939" y="65708"/>
                  </a:lnTo>
                  <a:lnTo>
                    <a:pt x="8244" y="7036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37834" y="3221871"/>
              <a:ext cx="9019" cy="40605"/>
            </a:xfrm>
            <a:custGeom>
              <a:avLst/>
              <a:pathLst>
                <a:path w="9019" h="40605">
                  <a:moveTo>
                    <a:pt x="0" y="40605"/>
                  </a:moveTo>
                  <a:lnTo>
                    <a:pt x="1415" y="35212"/>
                  </a:lnTo>
                  <a:lnTo>
                    <a:pt x="3316" y="7779"/>
                  </a:lnTo>
                  <a:lnTo>
                    <a:pt x="5217" y="0"/>
                  </a:lnTo>
                  <a:lnTo>
                    <a:pt x="7118" y="27431"/>
                  </a:lnTo>
                  <a:lnTo>
                    <a:pt x="9019" y="4060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954794" y="2881819"/>
              <a:ext cx="162152" cy="380657"/>
            </a:xfrm>
            <a:custGeom>
              <a:avLst/>
              <a:pathLst>
                <a:path w="162152" h="380657">
                  <a:moveTo>
                    <a:pt x="0" y="380657"/>
                  </a:moveTo>
                  <a:lnTo>
                    <a:pt x="1566" y="358058"/>
                  </a:lnTo>
                  <a:lnTo>
                    <a:pt x="3467" y="349463"/>
                  </a:lnTo>
                  <a:lnTo>
                    <a:pt x="5368" y="376896"/>
                  </a:lnTo>
                  <a:lnTo>
                    <a:pt x="7269" y="367928"/>
                  </a:lnTo>
                  <a:lnTo>
                    <a:pt x="9171" y="316129"/>
                  </a:lnTo>
                  <a:lnTo>
                    <a:pt x="11072" y="310510"/>
                  </a:lnTo>
                  <a:lnTo>
                    <a:pt x="12973" y="305913"/>
                  </a:lnTo>
                  <a:lnTo>
                    <a:pt x="14874" y="267141"/>
                  </a:lnTo>
                  <a:lnTo>
                    <a:pt x="16775" y="208215"/>
                  </a:lnTo>
                  <a:lnTo>
                    <a:pt x="18677" y="214800"/>
                  </a:lnTo>
                  <a:lnTo>
                    <a:pt x="20578" y="260334"/>
                  </a:lnTo>
                  <a:lnTo>
                    <a:pt x="22479" y="263966"/>
                  </a:lnTo>
                  <a:lnTo>
                    <a:pt x="24380" y="268564"/>
                  </a:lnTo>
                  <a:lnTo>
                    <a:pt x="26282" y="302750"/>
                  </a:lnTo>
                  <a:lnTo>
                    <a:pt x="28183" y="334242"/>
                  </a:lnTo>
                  <a:lnTo>
                    <a:pt x="30084" y="335771"/>
                  </a:lnTo>
                  <a:lnTo>
                    <a:pt x="31985" y="335771"/>
                  </a:lnTo>
                  <a:lnTo>
                    <a:pt x="33886" y="335771"/>
                  </a:lnTo>
                  <a:lnTo>
                    <a:pt x="35788" y="335771"/>
                  </a:lnTo>
                  <a:lnTo>
                    <a:pt x="37689" y="335771"/>
                  </a:lnTo>
                  <a:lnTo>
                    <a:pt x="39590" y="335771"/>
                  </a:lnTo>
                  <a:lnTo>
                    <a:pt x="41491" y="335771"/>
                  </a:lnTo>
                  <a:lnTo>
                    <a:pt x="43392" y="335771"/>
                  </a:lnTo>
                  <a:lnTo>
                    <a:pt x="45294" y="335771"/>
                  </a:lnTo>
                  <a:lnTo>
                    <a:pt x="47195" y="335771"/>
                  </a:lnTo>
                  <a:lnTo>
                    <a:pt x="49096" y="335771"/>
                  </a:lnTo>
                  <a:lnTo>
                    <a:pt x="50997" y="335771"/>
                  </a:lnTo>
                  <a:lnTo>
                    <a:pt x="52899" y="335771"/>
                  </a:lnTo>
                  <a:lnTo>
                    <a:pt x="54800" y="335771"/>
                  </a:lnTo>
                  <a:lnTo>
                    <a:pt x="56701" y="335771"/>
                  </a:lnTo>
                  <a:lnTo>
                    <a:pt x="58602" y="335771"/>
                  </a:lnTo>
                  <a:lnTo>
                    <a:pt x="60503" y="335771"/>
                  </a:lnTo>
                  <a:lnTo>
                    <a:pt x="62405" y="335771"/>
                  </a:lnTo>
                  <a:lnTo>
                    <a:pt x="64306" y="335771"/>
                  </a:lnTo>
                  <a:lnTo>
                    <a:pt x="66207" y="335771"/>
                  </a:lnTo>
                  <a:lnTo>
                    <a:pt x="68108" y="335771"/>
                  </a:lnTo>
                  <a:lnTo>
                    <a:pt x="70009" y="335771"/>
                  </a:lnTo>
                  <a:lnTo>
                    <a:pt x="71911" y="335771"/>
                  </a:lnTo>
                  <a:lnTo>
                    <a:pt x="73812" y="335771"/>
                  </a:lnTo>
                  <a:lnTo>
                    <a:pt x="75713" y="335771"/>
                  </a:lnTo>
                  <a:lnTo>
                    <a:pt x="77614" y="302912"/>
                  </a:lnTo>
                  <a:lnTo>
                    <a:pt x="79516" y="227468"/>
                  </a:lnTo>
                  <a:lnTo>
                    <a:pt x="81417" y="205605"/>
                  </a:lnTo>
                  <a:lnTo>
                    <a:pt x="83318" y="205605"/>
                  </a:lnTo>
                  <a:lnTo>
                    <a:pt x="85219" y="205606"/>
                  </a:lnTo>
                  <a:lnTo>
                    <a:pt x="87120" y="229166"/>
                  </a:lnTo>
                  <a:lnTo>
                    <a:pt x="89022" y="296968"/>
                  </a:lnTo>
                  <a:lnTo>
                    <a:pt x="90923" y="357462"/>
                  </a:lnTo>
                  <a:lnTo>
                    <a:pt x="92824" y="353617"/>
                  </a:lnTo>
                  <a:lnTo>
                    <a:pt x="94725" y="353619"/>
                  </a:lnTo>
                  <a:lnTo>
                    <a:pt x="96626" y="353619"/>
                  </a:lnTo>
                  <a:lnTo>
                    <a:pt x="98528" y="330061"/>
                  </a:lnTo>
                  <a:lnTo>
                    <a:pt x="100429" y="295115"/>
                  </a:lnTo>
                  <a:lnTo>
                    <a:pt x="102330" y="310062"/>
                  </a:lnTo>
                  <a:lnTo>
                    <a:pt x="104231" y="335771"/>
                  </a:lnTo>
                  <a:lnTo>
                    <a:pt x="106132" y="335771"/>
                  </a:lnTo>
                  <a:lnTo>
                    <a:pt x="108034" y="335771"/>
                  </a:lnTo>
                  <a:lnTo>
                    <a:pt x="109935" y="335771"/>
                  </a:lnTo>
                  <a:lnTo>
                    <a:pt x="111836" y="315691"/>
                  </a:lnTo>
                  <a:lnTo>
                    <a:pt x="113737" y="304731"/>
                  </a:lnTo>
                  <a:lnTo>
                    <a:pt x="115639" y="356228"/>
                  </a:lnTo>
                  <a:lnTo>
                    <a:pt x="117540" y="362064"/>
                  </a:lnTo>
                  <a:lnTo>
                    <a:pt x="119441" y="352758"/>
                  </a:lnTo>
                  <a:lnTo>
                    <a:pt x="121342" y="312066"/>
                  </a:lnTo>
                  <a:lnTo>
                    <a:pt x="123243" y="272266"/>
                  </a:lnTo>
                  <a:lnTo>
                    <a:pt x="125145" y="248158"/>
                  </a:lnTo>
                  <a:lnTo>
                    <a:pt x="127046" y="196660"/>
                  </a:lnTo>
                  <a:lnTo>
                    <a:pt x="128947" y="166329"/>
                  </a:lnTo>
                  <a:lnTo>
                    <a:pt x="130848" y="88407"/>
                  </a:lnTo>
                  <a:lnTo>
                    <a:pt x="132749" y="0"/>
                  </a:lnTo>
                  <a:lnTo>
                    <a:pt x="134651" y="22076"/>
                  </a:lnTo>
                  <a:lnTo>
                    <a:pt x="136552" y="57463"/>
                  </a:lnTo>
                  <a:lnTo>
                    <a:pt x="138453" y="63775"/>
                  </a:lnTo>
                  <a:lnTo>
                    <a:pt x="140354" y="88271"/>
                  </a:lnTo>
                  <a:lnTo>
                    <a:pt x="142256" y="175501"/>
                  </a:lnTo>
                  <a:lnTo>
                    <a:pt x="144157" y="294878"/>
                  </a:lnTo>
                  <a:lnTo>
                    <a:pt x="146058" y="286533"/>
                  </a:lnTo>
                  <a:lnTo>
                    <a:pt x="147959" y="298479"/>
                  </a:lnTo>
                  <a:lnTo>
                    <a:pt x="149860" y="312820"/>
                  </a:lnTo>
                  <a:lnTo>
                    <a:pt x="151762" y="306224"/>
                  </a:lnTo>
                  <a:lnTo>
                    <a:pt x="153663" y="272930"/>
                  </a:lnTo>
                  <a:lnTo>
                    <a:pt x="155564" y="260191"/>
                  </a:lnTo>
                  <a:lnTo>
                    <a:pt x="157465" y="344066"/>
                  </a:lnTo>
                  <a:lnTo>
                    <a:pt x="159366" y="361635"/>
                  </a:lnTo>
                  <a:lnTo>
                    <a:pt x="161268" y="374250"/>
                  </a:lnTo>
                  <a:lnTo>
                    <a:pt x="162152" y="38065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23757" y="3169619"/>
              <a:ext cx="7865" cy="92857"/>
            </a:xfrm>
            <a:custGeom>
              <a:avLst/>
              <a:pathLst>
                <a:path w="7865" h="92857">
                  <a:moveTo>
                    <a:pt x="0" y="92857"/>
                  </a:moveTo>
                  <a:lnTo>
                    <a:pt x="1812" y="31848"/>
                  </a:lnTo>
                  <a:lnTo>
                    <a:pt x="3713" y="0"/>
                  </a:lnTo>
                  <a:lnTo>
                    <a:pt x="5614" y="43610"/>
                  </a:lnTo>
                  <a:lnTo>
                    <a:pt x="7515" y="79531"/>
                  </a:lnTo>
                  <a:lnTo>
                    <a:pt x="7865" y="9285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146592" y="3030319"/>
              <a:ext cx="21796" cy="232157"/>
            </a:xfrm>
            <a:custGeom>
              <a:avLst/>
              <a:pathLst>
                <a:path w="21796" h="232157">
                  <a:moveTo>
                    <a:pt x="0" y="232157"/>
                  </a:moveTo>
                  <a:lnTo>
                    <a:pt x="1791" y="180525"/>
                  </a:lnTo>
                  <a:lnTo>
                    <a:pt x="3692" y="134342"/>
                  </a:lnTo>
                  <a:lnTo>
                    <a:pt x="5593" y="106909"/>
                  </a:lnTo>
                  <a:lnTo>
                    <a:pt x="7495" y="110855"/>
                  </a:lnTo>
                  <a:lnTo>
                    <a:pt x="9396" y="70994"/>
                  </a:lnTo>
                  <a:lnTo>
                    <a:pt x="11297" y="0"/>
                  </a:lnTo>
                  <a:lnTo>
                    <a:pt x="13198" y="58464"/>
                  </a:lnTo>
                  <a:lnTo>
                    <a:pt x="15099" y="118734"/>
                  </a:lnTo>
                  <a:lnTo>
                    <a:pt x="17001" y="118733"/>
                  </a:lnTo>
                  <a:lnTo>
                    <a:pt x="18902" y="134436"/>
                  </a:lnTo>
                  <a:lnTo>
                    <a:pt x="20803" y="194853"/>
                  </a:lnTo>
                  <a:lnTo>
                    <a:pt x="21796" y="23215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175118" y="3177707"/>
              <a:ext cx="25002" cy="84769"/>
            </a:xfrm>
            <a:custGeom>
              <a:avLst/>
              <a:pathLst>
                <a:path w="25002" h="84769">
                  <a:moveTo>
                    <a:pt x="0" y="84769"/>
                  </a:moveTo>
                  <a:lnTo>
                    <a:pt x="1783" y="60174"/>
                  </a:lnTo>
                  <a:lnTo>
                    <a:pt x="3684" y="39883"/>
                  </a:lnTo>
                  <a:lnTo>
                    <a:pt x="5585" y="39883"/>
                  </a:lnTo>
                  <a:lnTo>
                    <a:pt x="7486" y="39883"/>
                  </a:lnTo>
                  <a:lnTo>
                    <a:pt x="9388" y="39883"/>
                  </a:lnTo>
                  <a:lnTo>
                    <a:pt x="11289" y="39883"/>
                  </a:lnTo>
                  <a:lnTo>
                    <a:pt x="13190" y="34651"/>
                  </a:lnTo>
                  <a:lnTo>
                    <a:pt x="15091" y="0"/>
                  </a:lnTo>
                  <a:lnTo>
                    <a:pt x="16992" y="5306"/>
                  </a:lnTo>
                  <a:lnTo>
                    <a:pt x="18894" y="14856"/>
                  </a:lnTo>
                  <a:lnTo>
                    <a:pt x="20795" y="14857"/>
                  </a:lnTo>
                  <a:lnTo>
                    <a:pt x="22696" y="26918"/>
                  </a:lnTo>
                  <a:lnTo>
                    <a:pt x="24597" y="65145"/>
                  </a:lnTo>
                  <a:lnTo>
                    <a:pt x="25002" y="8476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216656" y="2400916"/>
              <a:ext cx="296178" cy="861560"/>
            </a:xfrm>
            <a:custGeom>
              <a:avLst/>
              <a:pathLst>
                <a:path w="296178" h="861560">
                  <a:moveTo>
                    <a:pt x="0" y="861560"/>
                  </a:moveTo>
                  <a:lnTo>
                    <a:pt x="170" y="854277"/>
                  </a:lnTo>
                  <a:lnTo>
                    <a:pt x="2071" y="791128"/>
                  </a:lnTo>
                  <a:lnTo>
                    <a:pt x="3972" y="743251"/>
                  </a:lnTo>
                  <a:lnTo>
                    <a:pt x="5874" y="686867"/>
                  </a:lnTo>
                  <a:lnTo>
                    <a:pt x="7775" y="690113"/>
                  </a:lnTo>
                  <a:lnTo>
                    <a:pt x="9676" y="703636"/>
                  </a:lnTo>
                  <a:lnTo>
                    <a:pt x="11577" y="658232"/>
                  </a:lnTo>
                  <a:lnTo>
                    <a:pt x="13479" y="608057"/>
                  </a:lnTo>
                  <a:lnTo>
                    <a:pt x="15380" y="627785"/>
                  </a:lnTo>
                  <a:lnTo>
                    <a:pt x="17281" y="706183"/>
                  </a:lnTo>
                  <a:lnTo>
                    <a:pt x="19182" y="710706"/>
                  </a:lnTo>
                  <a:lnTo>
                    <a:pt x="21083" y="695276"/>
                  </a:lnTo>
                  <a:lnTo>
                    <a:pt x="22985" y="708299"/>
                  </a:lnTo>
                  <a:lnTo>
                    <a:pt x="24886" y="682225"/>
                  </a:lnTo>
                  <a:lnTo>
                    <a:pt x="26787" y="552507"/>
                  </a:lnTo>
                  <a:lnTo>
                    <a:pt x="28688" y="392989"/>
                  </a:lnTo>
                  <a:lnTo>
                    <a:pt x="30589" y="315170"/>
                  </a:lnTo>
                  <a:lnTo>
                    <a:pt x="32491" y="277864"/>
                  </a:lnTo>
                  <a:lnTo>
                    <a:pt x="34392" y="297165"/>
                  </a:lnTo>
                  <a:lnTo>
                    <a:pt x="36293" y="400547"/>
                  </a:lnTo>
                  <a:lnTo>
                    <a:pt x="38194" y="538193"/>
                  </a:lnTo>
                  <a:lnTo>
                    <a:pt x="40096" y="618015"/>
                  </a:lnTo>
                  <a:lnTo>
                    <a:pt x="41997" y="686485"/>
                  </a:lnTo>
                  <a:lnTo>
                    <a:pt x="43898" y="738421"/>
                  </a:lnTo>
                  <a:lnTo>
                    <a:pt x="45799" y="666611"/>
                  </a:lnTo>
                  <a:lnTo>
                    <a:pt x="47700" y="561849"/>
                  </a:lnTo>
                  <a:lnTo>
                    <a:pt x="49602" y="557098"/>
                  </a:lnTo>
                  <a:lnTo>
                    <a:pt x="51503" y="629274"/>
                  </a:lnTo>
                  <a:lnTo>
                    <a:pt x="53404" y="670442"/>
                  </a:lnTo>
                  <a:lnTo>
                    <a:pt x="55305" y="694166"/>
                  </a:lnTo>
                  <a:lnTo>
                    <a:pt x="57206" y="749842"/>
                  </a:lnTo>
                  <a:lnTo>
                    <a:pt x="59108" y="775280"/>
                  </a:lnTo>
                  <a:lnTo>
                    <a:pt x="61009" y="657731"/>
                  </a:lnTo>
                  <a:lnTo>
                    <a:pt x="62910" y="507724"/>
                  </a:lnTo>
                  <a:lnTo>
                    <a:pt x="64811" y="418888"/>
                  </a:lnTo>
                  <a:lnTo>
                    <a:pt x="66713" y="374506"/>
                  </a:lnTo>
                  <a:lnTo>
                    <a:pt x="68614" y="388597"/>
                  </a:lnTo>
                  <a:lnTo>
                    <a:pt x="70515" y="374416"/>
                  </a:lnTo>
                  <a:lnTo>
                    <a:pt x="72416" y="386356"/>
                  </a:lnTo>
                  <a:lnTo>
                    <a:pt x="74317" y="443162"/>
                  </a:lnTo>
                  <a:lnTo>
                    <a:pt x="76219" y="486260"/>
                  </a:lnTo>
                  <a:lnTo>
                    <a:pt x="78120" y="470232"/>
                  </a:lnTo>
                  <a:lnTo>
                    <a:pt x="80021" y="463849"/>
                  </a:lnTo>
                  <a:lnTo>
                    <a:pt x="81922" y="546791"/>
                  </a:lnTo>
                  <a:lnTo>
                    <a:pt x="83823" y="622447"/>
                  </a:lnTo>
                  <a:lnTo>
                    <a:pt x="85725" y="549061"/>
                  </a:lnTo>
                  <a:lnTo>
                    <a:pt x="87626" y="379033"/>
                  </a:lnTo>
                  <a:lnTo>
                    <a:pt x="89527" y="250217"/>
                  </a:lnTo>
                  <a:lnTo>
                    <a:pt x="91428" y="202458"/>
                  </a:lnTo>
                  <a:lnTo>
                    <a:pt x="93330" y="95315"/>
                  </a:lnTo>
                  <a:lnTo>
                    <a:pt x="95231" y="26973"/>
                  </a:lnTo>
                  <a:lnTo>
                    <a:pt x="97132" y="89587"/>
                  </a:lnTo>
                  <a:lnTo>
                    <a:pt x="99033" y="226378"/>
                  </a:lnTo>
                  <a:lnTo>
                    <a:pt x="100934" y="349239"/>
                  </a:lnTo>
                  <a:lnTo>
                    <a:pt x="102836" y="391069"/>
                  </a:lnTo>
                  <a:lnTo>
                    <a:pt x="104737" y="425769"/>
                  </a:lnTo>
                  <a:lnTo>
                    <a:pt x="106638" y="416527"/>
                  </a:lnTo>
                  <a:lnTo>
                    <a:pt x="108539" y="442207"/>
                  </a:lnTo>
                  <a:lnTo>
                    <a:pt x="110440" y="421864"/>
                  </a:lnTo>
                  <a:lnTo>
                    <a:pt x="112342" y="407731"/>
                  </a:lnTo>
                  <a:lnTo>
                    <a:pt x="114243" y="409521"/>
                  </a:lnTo>
                  <a:lnTo>
                    <a:pt x="116144" y="387303"/>
                  </a:lnTo>
                  <a:lnTo>
                    <a:pt x="118045" y="355865"/>
                  </a:lnTo>
                  <a:lnTo>
                    <a:pt x="119947" y="363104"/>
                  </a:lnTo>
                  <a:lnTo>
                    <a:pt x="121848" y="445633"/>
                  </a:lnTo>
                  <a:lnTo>
                    <a:pt x="123749" y="462526"/>
                  </a:lnTo>
                  <a:lnTo>
                    <a:pt x="125650" y="338851"/>
                  </a:lnTo>
                  <a:lnTo>
                    <a:pt x="127551" y="316435"/>
                  </a:lnTo>
                  <a:lnTo>
                    <a:pt x="129453" y="343746"/>
                  </a:lnTo>
                  <a:lnTo>
                    <a:pt x="131354" y="231309"/>
                  </a:lnTo>
                  <a:lnTo>
                    <a:pt x="133255" y="149022"/>
                  </a:lnTo>
                  <a:lnTo>
                    <a:pt x="135156" y="187105"/>
                  </a:lnTo>
                  <a:lnTo>
                    <a:pt x="137057" y="312240"/>
                  </a:lnTo>
                  <a:lnTo>
                    <a:pt x="138959" y="366684"/>
                  </a:lnTo>
                  <a:lnTo>
                    <a:pt x="140860" y="399844"/>
                  </a:lnTo>
                  <a:lnTo>
                    <a:pt x="142761" y="489278"/>
                  </a:lnTo>
                  <a:lnTo>
                    <a:pt x="144662" y="471560"/>
                  </a:lnTo>
                  <a:lnTo>
                    <a:pt x="146564" y="306908"/>
                  </a:lnTo>
                  <a:lnTo>
                    <a:pt x="148465" y="148775"/>
                  </a:lnTo>
                  <a:lnTo>
                    <a:pt x="150366" y="81127"/>
                  </a:lnTo>
                  <a:lnTo>
                    <a:pt x="152267" y="102242"/>
                  </a:lnTo>
                  <a:lnTo>
                    <a:pt x="154168" y="92986"/>
                  </a:lnTo>
                  <a:lnTo>
                    <a:pt x="156070" y="133158"/>
                  </a:lnTo>
                  <a:lnTo>
                    <a:pt x="157971" y="326921"/>
                  </a:lnTo>
                  <a:lnTo>
                    <a:pt x="159872" y="525851"/>
                  </a:lnTo>
                  <a:lnTo>
                    <a:pt x="161773" y="655834"/>
                  </a:lnTo>
                  <a:lnTo>
                    <a:pt x="163674" y="701591"/>
                  </a:lnTo>
                  <a:lnTo>
                    <a:pt x="165576" y="764193"/>
                  </a:lnTo>
                  <a:lnTo>
                    <a:pt x="167477" y="712699"/>
                  </a:lnTo>
                  <a:lnTo>
                    <a:pt x="169378" y="533480"/>
                  </a:lnTo>
                  <a:lnTo>
                    <a:pt x="171279" y="415621"/>
                  </a:lnTo>
                  <a:lnTo>
                    <a:pt x="173181" y="296632"/>
                  </a:lnTo>
                  <a:lnTo>
                    <a:pt x="175082" y="162690"/>
                  </a:lnTo>
                  <a:lnTo>
                    <a:pt x="176983" y="0"/>
                  </a:lnTo>
                  <a:lnTo>
                    <a:pt x="178884" y="60652"/>
                  </a:lnTo>
                  <a:lnTo>
                    <a:pt x="180785" y="234573"/>
                  </a:lnTo>
                  <a:lnTo>
                    <a:pt x="182687" y="361401"/>
                  </a:lnTo>
                  <a:lnTo>
                    <a:pt x="184588" y="454081"/>
                  </a:lnTo>
                  <a:lnTo>
                    <a:pt x="186489" y="524966"/>
                  </a:lnTo>
                  <a:lnTo>
                    <a:pt x="188390" y="637096"/>
                  </a:lnTo>
                  <a:lnTo>
                    <a:pt x="190291" y="642389"/>
                  </a:lnTo>
                  <a:lnTo>
                    <a:pt x="192193" y="560597"/>
                  </a:lnTo>
                  <a:lnTo>
                    <a:pt x="194094" y="427642"/>
                  </a:lnTo>
                  <a:lnTo>
                    <a:pt x="195995" y="385471"/>
                  </a:lnTo>
                  <a:lnTo>
                    <a:pt x="197896" y="451176"/>
                  </a:lnTo>
                  <a:lnTo>
                    <a:pt x="199798" y="507131"/>
                  </a:lnTo>
                  <a:lnTo>
                    <a:pt x="201699" y="518015"/>
                  </a:lnTo>
                  <a:lnTo>
                    <a:pt x="203600" y="514601"/>
                  </a:lnTo>
                  <a:lnTo>
                    <a:pt x="205501" y="603729"/>
                  </a:lnTo>
                  <a:lnTo>
                    <a:pt x="207402" y="676381"/>
                  </a:lnTo>
                  <a:lnTo>
                    <a:pt x="209304" y="647120"/>
                  </a:lnTo>
                  <a:lnTo>
                    <a:pt x="211205" y="575381"/>
                  </a:lnTo>
                  <a:lnTo>
                    <a:pt x="213106" y="531908"/>
                  </a:lnTo>
                  <a:lnTo>
                    <a:pt x="215007" y="543738"/>
                  </a:lnTo>
                  <a:lnTo>
                    <a:pt x="216908" y="517026"/>
                  </a:lnTo>
                  <a:lnTo>
                    <a:pt x="218810" y="519971"/>
                  </a:lnTo>
                  <a:lnTo>
                    <a:pt x="220711" y="516299"/>
                  </a:lnTo>
                  <a:lnTo>
                    <a:pt x="222612" y="564498"/>
                  </a:lnTo>
                  <a:lnTo>
                    <a:pt x="224513" y="631863"/>
                  </a:lnTo>
                  <a:lnTo>
                    <a:pt x="226415" y="621482"/>
                  </a:lnTo>
                  <a:lnTo>
                    <a:pt x="228316" y="595910"/>
                  </a:lnTo>
                  <a:lnTo>
                    <a:pt x="230217" y="565656"/>
                  </a:lnTo>
                  <a:lnTo>
                    <a:pt x="232118" y="553967"/>
                  </a:lnTo>
                  <a:lnTo>
                    <a:pt x="234019" y="482647"/>
                  </a:lnTo>
                  <a:lnTo>
                    <a:pt x="235921" y="455803"/>
                  </a:lnTo>
                  <a:lnTo>
                    <a:pt x="237822" y="511434"/>
                  </a:lnTo>
                  <a:lnTo>
                    <a:pt x="239723" y="518533"/>
                  </a:lnTo>
                  <a:lnTo>
                    <a:pt x="241624" y="473651"/>
                  </a:lnTo>
                  <a:lnTo>
                    <a:pt x="243525" y="500840"/>
                  </a:lnTo>
                  <a:lnTo>
                    <a:pt x="245427" y="589442"/>
                  </a:lnTo>
                  <a:lnTo>
                    <a:pt x="247328" y="539936"/>
                  </a:lnTo>
                  <a:lnTo>
                    <a:pt x="249229" y="410578"/>
                  </a:lnTo>
                  <a:lnTo>
                    <a:pt x="251130" y="416446"/>
                  </a:lnTo>
                  <a:lnTo>
                    <a:pt x="253032" y="404580"/>
                  </a:lnTo>
                  <a:lnTo>
                    <a:pt x="254933" y="324734"/>
                  </a:lnTo>
                  <a:lnTo>
                    <a:pt x="256834" y="285640"/>
                  </a:lnTo>
                  <a:lnTo>
                    <a:pt x="258735" y="368310"/>
                  </a:lnTo>
                  <a:lnTo>
                    <a:pt x="260636" y="445211"/>
                  </a:lnTo>
                  <a:lnTo>
                    <a:pt x="262538" y="422815"/>
                  </a:lnTo>
                  <a:lnTo>
                    <a:pt x="264439" y="399990"/>
                  </a:lnTo>
                  <a:lnTo>
                    <a:pt x="266340" y="485859"/>
                  </a:lnTo>
                  <a:lnTo>
                    <a:pt x="268241" y="558644"/>
                  </a:lnTo>
                  <a:lnTo>
                    <a:pt x="270142" y="570399"/>
                  </a:lnTo>
                  <a:lnTo>
                    <a:pt x="272044" y="635763"/>
                  </a:lnTo>
                  <a:lnTo>
                    <a:pt x="273945" y="676340"/>
                  </a:lnTo>
                  <a:lnTo>
                    <a:pt x="275846" y="701765"/>
                  </a:lnTo>
                  <a:lnTo>
                    <a:pt x="277747" y="643936"/>
                  </a:lnTo>
                  <a:lnTo>
                    <a:pt x="279648" y="556046"/>
                  </a:lnTo>
                  <a:lnTo>
                    <a:pt x="281550" y="506327"/>
                  </a:lnTo>
                  <a:lnTo>
                    <a:pt x="283451" y="466348"/>
                  </a:lnTo>
                  <a:lnTo>
                    <a:pt x="285352" y="474389"/>
                  </a:lnTo>
                  <a:lnTo>
                    <a:pt x="287253" y="536310"/>
                  </a:lnTo>
                  <a:lnTo>
                    <a:pt x="289155" y="604973"/>
                  </a:lnTo>
                  <a:lnTo>
                    <a:pt x="291056" y="709880"/>
                  </a:lnTo>
                  <a:lnTo>
                    <a:pt x="292957" y="780512"/>
                  </a:lnTo>
                  <a:lnTo>
                    <a:pt x="294858" y="828264"/>
                  </a:lnTo>
                  <a:lnTo>
                    <a:pt x="296178" y="86156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525848" y="145504"/>
              <a:ext cx="5201037" cy="3116972"/>
            </a:xfrm>
            <a:custGeom>
              <a:avLst/>
              <a:pathLst>
                <a:path w="5201037" h="3116972">
                  <a:moveTo>
                    <a:pt x="0" y="3116972"/>
                  </a:moveTo>
                  <a:lnTo>
                    <a:pt x="877" y="3092676"/>
                  </a:lnTo>
                  <a:lnTo>
                    <a:pt x="2778" y="3050834"/>
                  </a:lnTo>
                  <a:lnTo>
                    <a:pt x="4679" y="3021026"/>
                  </a:lnTo>
                  <a:lnTo>
                    <a:pt x="6580" y="3021302"/>
                  </a:lnTo>
                  <a:lnTo>
                    <a:pt x="8481" y="2996293"/>
                  </a:lnTo>
                  <a:lnTo>
                    <a:pt x="10383" y="2902871"/>
                  </a:lnTo>
                  <a:lnTo>
                    <a:pt x="12284" y="2877346"/>
                  </a:lnTo>
                  <a:lnTo>
                    <a:pt x="14185" y="2832808"/>
                  </a:lnTo>
                  <a:lnTo>
                    <a:pt x="16086" y="2815790"/>
                  </a:lnTo>
                  <a:lnTo>
                    <a:pt x="17987" y="2709553"/>
                  </a:lnTo>
                  <a:lnTo>
                    <a:pt x="19889" y="2569483"/>
                  </a:lnTo>
                  <a:lnTo>
                    <a:pt x="21790" y="2578984"/>
                  </a:lnTo>
                  <a:lnTo>
                    <a:pt x="23691" y="2638767"/>
                  </a:lnTo>
                  <a:lnTo>
                    <a:pt x="25592" y="2681193"/>
                  </a:lnTo>
                  <a:lnTo>
                    <a:pt x="27494" y="2666093"/>
                  </a:lnTo>
                  <a:lnTo>
                    <a:pt x="29395" y="2695743"/>
                  </a:lnTo>
                  <a:lnTo>
                    <a:pt x="31296" y="2739472"/>
                  </a:lnTo>
                  <a:lnTo>
                    <a:pt x="33197" y="2824807"/>
                  </a:lnTo>
                  <a:lnTo>
                    <a:pt x="35098" y="2866980"/>
                  </a:lnTo>
                  <a:lnTo>
                    <a:pt x="37000" y="2878480"/>
                  </a:lnTo>
                  <a:lnTo>
                    <a:pt x="38901" y="2910293"/>
                  </a:lnTo>
                  <a:lnTo>
                    <a:pt x="40802" y="2982971"/>
                  </a:lnTo>
                  <a:lnTo>
                    <a:pt x="42703" y="3088905"/>
                  </a:lnTo>
                  <a:lnTo>
                    <a:pt x="44604" y="3050842"/>
                  </a:lnTo>
                  <a:lnTo>
                    <a:pt x="46506" y="2951435"/>
                  </a:lnTo>
                  <a:lnTo>
                    <a:pt x="48407" y="2946269"/>
                  </a:lnTo>
                  <a:lnTo>
                    <a:pt x="50308" y="3023826"/>
                  </a:lnTo>
                  <a:lnTo>
                    <a:pt x="52209" y="3073275"/>
                  </a:lnTo>
                  <a:lnTo>
                    <a:pt x="54111" y="3081892"/>
                  </a:lnTo>
                  <a:lnTo>
                    <a:pt x="56012" y="3087840"/>
                  </a:lnTo>
                  <a:lnTo>
                    <a:pt x="57913" y="3095964"/>
                  </a:lnTo>
                  <a:lnTo>
                    <a:pt x="59814" y="3059960"/>
                  </a:lnTo>
                  <a:lnTo>
                    <a:pt x="61715" y="3005947"/>
                  </a:lnTo>
                  <a:lnTo>
                    <a:pt x="63617" y="2950273"/>
                  </a:lnTo>
                  <a:lnTo>
                    <a:pt x="65518" y="2895511"/>
                  </a:lnTo>
                  <a:lnTo>
                    <a:pt x="67419" y="2871190"/>
                  </a:lnTo>
                  <a:lnTo>
                    <a:pt x="69320" y="2844050"/>
                  </a:lnTo>
                  <a:lnTo>
                    <a:pt x="71221" y="2845758"/>
                  </a:lnTo>
                  <a:lnTo>
                    <a:pt x="73123" y="2841636"/>
                  </a:lnTo>
                  <a:lnTo>
                    <a:pt x="75024" y="2851494"/>
                  </a:lnTo>
                  <a:lnTo>
                    <a:pt x="76925" y="2888937"/>
                  </a:lnTo>
                  <a:lnTo>
                    <a:pt x="78826" y="2898489"/>
                  </a:lnTo>
                  <a:lnTo>
                    <a:pt x="80728" y="2895784"/>
                  </a:lnTo>
                  <a:lnTo>
                    <a:pt x="82629" y="2876928"/>
                  </a:lnTo>
                  <a:lnTo>
                    <a:pt x="84530" y="2883199"/>
                  </a:lnTo>
                  <a:lnTo>
                    <a:pt x="86431" y="2921921"/>
                  </a:lnTo>
                  <a:lnTo>
                    <a:pt x="88332" y="2956950"/>
                  </a:lnTo>
                  <a:lnTo>
                    <a:pt x="90234" y="2960794"/>
                  </a:lnTo>
                  <a:lnTo>
                    <a:pt x="92135" y="2974760"/>
                  </a:lnTo>
                  <a:lnTo>
                    <a:pt x="94036" y="2962693"/>
                  </a:lnTo>
                  <a:lnTo>
                    <a:pt x="95937" y="2921456"/>
                  </a:lnTo>
                  <a:lnTo>
                    <a:pt x="97838" y="2849743"/>
                  </a:lnTo>
                  <a:lnTo>
                    <a:pt x="99740" y="2770030"/>
                  </a:lnTo>
                  <a:lnTo>
                    <a:pt x="101641" y="2740156"/>
                  </a:lnTo>
                  <a:lnTo>
                    <a:pt x="103542" y="2749127"/>
                  </a:lnTo>
                  <a:lnTo>
                    <a:pt x="105443" y="2753324"/>
                  </a:lnTo>
                  <a:lnTo>
                    <a:pt x="107345" y="2774750"/>
                  </a:lnTo>
                  <a:lnTo>
                    <a:pt x="109246" y="2770479"/>
                  </a:lnTo>
                  <a:lnTo>
                    <a:pt x="111147" y="2791460"/>
                  </a:lnTo>
                  <a:lnTo>
                    <a:pt x="113048" y="2818933"/>
                  </a:lnTo>
                  <a:lnTo>
                    <a:pt x="114949" y="2858258"/>
                  </a:lnTo>
                  <a:lnTo>
                    <a:pt x="116851" y="2886738"/>
                  </a:lnTo>
                  <a:lnTo>
                    <a:pt x="118752" y="2844687"/>
                  </a:lnTo>
                  <a:lnTo>
                    <a:pt x="120653" y="2871861"/>
                  </a:lnTo>
                  <a:lnTo>
                    <a:pt x="122554" y="2914162"/>
                  </a:lnTo>
                  <a:lnTo>
                    <a:pt x="124455" y="2904412"/>
                  </a:lnTo>
                  <a:lnTo>
                    <a:pt x="126357" y="2879135"/>
                  </a:lnTo>
                  <a:lnTo>
                    <a:pt x="128258" y="2908413"/>
                  </a:lnTo>
                  <a:lnTo>
                    <a:pt x="130159" y="2968128"/>
                  </a:lnTo>
                  <a:lnTo>
                    <a:pt x="132060" y="2983989"/>
                  </a:lnTo>
                  <a:lnTo>
                    <a:pt x="133962" y="2955776"/>
                  </a:lnTo>
                  <a:lnTo>
                    <a:pt x="135863" y="2963144"/>
                  </a:lnTo>
                  <a:lnTo>
                    <a:pt x="137764" y="2941482"/>
                  </a:lnTo>
                  <a:lnTo>
                    <a:pt x="139665" y="2885489"/>
                  </a:lnTo>
                  <a:lnTo>
                    <a:pt x="141566" y="2864214"/>
                  </a:lnTo>
                  <a:lnTo>
                    <a:pt x="143468" y="2888793"/>
                  </a:lnTo>
                  <a:lnTo>
                    <a:pt x="145369" y="2912458"/>
                  </a:lnTo>
                  <a:lnTo>
                    <a:pt x="147270" y="2894876"/>
                  </a:lnTo>
                  <a:lnTo>
                    <a:pt x="149171" y="2931600"/>
                  </a:lnTo>
                  <a:lnTo>
                    <a:pt x="151072" y="2997796"/>
                  </a:lnTo>
                  <a:lnTo>
                    <a:pt x="152974" y="2922010"/>
                  </a:lnTo>
                  <a:lnTo>
                    <a:pt x="154875" y="2772383"/>
                  </a:lnTo>
                  <a:lnTo>
                    <a:pt x="156776" y="2744404"/>
                  </a:lnTo>
                  <a:lnTo>
                    <a:pt x="158677" y="2740680"/>
                  </a:lnTo>
                  <a:lnTo>
                    <a:pt x="160579" y="2729810"/>
                  </a:lnTo>
                  <a:lnTo>
                    <a:pt x="162480" y="2712760"/>
                  </a:lnTo>
                  <a:lnTo>
                    <a:pt x="164381" y="2684565"/>
                  </a:lnTo>
                  <a:lnTo>
                    <a:pt x="166282" y="2689872"/>
                  </a:lnTo>
                  <a:lnTo>
                    <a:pt x="168183" y="2598132"/>
                  </a:lnTo>
                  <a:lnTo>
                    <a:pt x="170085" y="2534789"/>
                  </a:lnTo>
                  <a:lnTo>
                    <a:pt x="171986" y="2449377"/>
                  </a:lnTo>
                  <a:lnTo>
                    <a:pt x="173887" y="2414612"/>
                  </a:lnTo>
                  <a:lnTo>
                    <a:pt x="175788" y="2464197"/>
                  </a:lnTo>
                  <a:lnTo>
                    <a:pt x="177689" y="2513279"/>
                  </a:lnTo>
                  <a:lnTo>
                    <a:pt x="179591" y="2516419"/>
                  </a:lnTo>
                  <a:lnTo>
                    <a:pt x="181492" y="2525843"/>
                  </a:lnTo>
                  <a:lnTo>
                    <a:pt x="183393" y="2583076"/>
                  </a:lnTo>
                  <a:lnTo>
                    <a:pt x="185294" y="2618171"/>
                  </a:lnTo>
                  <a:lnTo>
                    <a:pt x="187196" y="2665050"/>
                  </a:lnTo>
                  <a:lnTo>
                    <a:pt x="189097" y="2657304"/>
                  </a:lnTo>
                  <a:lnTo>
                    <a:pt x="190998" y="2734078"/>
                  </a:lnTo>
                  <a:lnTo>
                    <a:pt x="192899" y="2846303"/>
                  </a:lnTo>
                  <a:lnTo>
                    <a:pt x="194800" y="2915794"/>
                  </a:lnTo>
                  <a:lnTo>
                    <a:pt x="196702" y="2936204"/>
                  </a:lnTo>
                  <a:lnTo>
                    <a:pt x="198603" y="2964997"/>
                  </a:lnTo>
                  <a:lnTo>
                    <a:pt x="200504" y="3037626"/>
                  </a:lnTo>
                  <a:lnTo>
                    <a:pt x="202405" y="3096095"/>
                  </a:lnTo>
                  <a:lnTo>
                    <a:pt x="204306" y="3015233"/>
                  </a:lnTo>
                  <a:lnTo>
                    <a:pt x="206208" y="2886199"/>
                  </a:lnTo>
                  <a:lnTo>
                    <a:pt x="208109" y="2874227"/>
                  </a:lnTo>
                  <a:lnTo>
                    <a:pt x="210010" y="2880596"/>
                  </a:lnTo>
                  <a:lnTo>
                    <a:pt x="211911" y="2864024"/>
                  </a:lnTo>
                  <a:lnTo>
                    <a:pt x="213813" y="2816714"/>
                  </a:lnTo>
                  <a:lnTo>
                    <a:pt x="215714" y="2882896"/>
                  </a:lnTo>
                  <a:lnTo>
                    <a:pt x="217615" y="2965784"/>
                  </a:lnTo>
                  <a:lnTo>
                    <a:pt x="219516" y="2960902"/>
                  </a:lnTo>
                  <a:lnTo>
                    <a:pt x="221417" y="2941883"/>
                  </a:lnTo>
                  <a:lnTo>
                    <a:pt x="223319" y="2943883"/>
                  </a:lnTo>
                  <a:lnTo>
                    <a:pt x="225220" y="2881642"/>
                  </a:lnTo>
                  <a:lnTo>
                    <a:pt x="227121" y="2821662"/>
                  </a:lnTo>
                  <a:lnTo>
                    <a:pt x="229022" y="2845552"/>
                  </a:lnTo>
                  <a:lnTo>
                    <a:pt x="230923" y="2854717"/>
                  </a:lnTo>
                  <a:lnTo>
                    <a:pt x="232825" y="2806841"/>
                  </a:lnTo>
                  <a:lnTo>
                    <a:pt x="234726" y="2761825"/>
                  </a:lnTo>
                  <a:lnTo>
                    <a:pt x="236627" y="2781822"/>
                  </a:lnTo>
                  <a:lnTo>
                    <a:pt x="238528" y="2815892"/>
                  </a:lnTo>
                  <a:lnTo>
                    <a:pt x="240430" y="2808831"/>
                  </a:lnTo>
                  <a:lnTo>
                    <a:pt x="242331" y="2787016"/>
                  </a:lnTo>
                  <a:lnTo>
                    <a:pt x="244232" y="2768583"/>
                  </a:lnTo>
                  <a:lnTo>
                    <a:pt x="246133" y="2693438"/>
                  </a:lnTo>
                  <a:lnTo>
                    <a:pt x="248034" y="2535999"/>
                  </a:lnTo>
                  <a:lnTo>
                    <a:pt x="249936" y="2351918"/>
                  </a:lnTo>
                  <a:lnTo>
                    <a:pt x="251837" y="2254941"/>
                  </a:lnTo>
                  <a:lnTo>
                    <a:pt x="253738" y="2169919"/>
                  </a:lnTo>
                  <a:lnTo>
                    <a:pt x="255639" y="2090675"/>
                  </a:lnTo>
                  <a:lnTo>
                    <a:pt x="257540" y="2070812"/>
                  </a:lnTo>
                  <a:lnTo>
                    <a:pt x="259442" y="2090700"/>
                  </a:lnTo>
                  <a:lnTo>
                    <a:pt x="261343" y="2134139"/>
                  </a:lnTo>
                  <a:lnTo>
                    <a:pt x="263244" y="2220200"/>
                  </a:lnTo>
                  <a:lnTo>
                    <a:pt x="265145" y="2291127"/>
                  </a:lnTo>
                  <a:lnTo>
                    <a:pt x="267046" y="2304842"/>
                  </a:lnTo>
                  <a:lnTo>
                    <a:pt x="268948" y="2304866"/>
                  </a:lnTo>
                  <a:lnTo>
                    <a:pt x="270849" y="2403080"/>
                  </a:lnTo>
                  <a:lnTo>
                    <a:pt x="272750" y="2429859"/>
                  </a:lnTo>
                  <a:lnTo>
                    <a:pt x="274651" y="2290194"/>
                  </a:lnTo>
                  <a:lnTo>
                    <a:pt x="276553" y="2159889"/>
                  </a:lnTo>
                  <a:lnTo>
                    <a:pt x="278454" y="2219158"/>
                  </a:lnTo>
                  <a:lnTo>
                    <a:pt x="280355" y="2314511"/>
                  </a:lnTo>
                  <a:lnTo>
                    <a:pt x="282256" y="2316781"/>
                  </a:lnTo>
                  <a:lnTo>
                    <a:pt x="284157" y="2426679"/>
                  </a:lnTo>
                  <a:lnTo>
                    <a:pt x="286059" y="2517650"/>
                  </a:lnTo>
                  <a:lnTo>
                    <a:pt x="287960" y="2539512"/>
                  </a:lnTo>
                  <a:lnTo>
                    <a:pt x="289861" y="2473892"/>
                  </a:lnTo>
                  <a:lnTo>
                    <a:pt x="291762" y="2429880"/>
                  </a:lnTo>
                  <a:lnTo>
                    <a:pt x="293663" y="2382352"/>
                  </a:lnTo>
                  <a:lnTo>
                    <a:pt x="295565" y="2231375"/>
                  </a:lnTo>
                  <a:lnTo>
                    <a:pt x="297466" y="2090376"/>
                  </a:lnTo>
                  <a:lnTo>
                    <a:pt x="299367" y="2072780"/>
                  </a:lnTo>
                  <a:lnTo>
                    <a:pt x="301268" y="2069457"/>
                  </a:lnTo>
                  <a:lnTo>
                    <a:pt x="303170" y="2129390"/>
                  </a:lnTo>
                  <a:lnTo>
                    <a:pt x="305071" y="2236029"/>
                  </a:lnTo>
                  <a:lnTo>
                    <a:pt x="306972" y="2329930"/>
                  </a:lnTo>
                  <a:lnTo>
                    <a:pt x="308873" y="2370862"/>
                  </a:lnTo>
                  <a:lnTo>
                    <a:pt x="310774" y="2337507"/>
                  </a:lnTo>
                  <a:lnTo>
                    <a:pt x="312676" y="2317645"/>
                  </a:lnTo>
                  <a:lnTo>
                    <a:pt x="314577" y="2166179"/>
                  </a:lnTo>
                  <a:lnTo>
                    <a:pt x="316478" y="2048185"/>
                  </a:lnTo>
                  <a:lnTo>
                    <a:pt x="318379" y="2044976"/>
                  </a:lnTo>
                  <a:lnTo>
                    <a:pt x="320280" y="2093635"/>
                  </a:lnTo>
                  <a:lnTo>
                    <a:pt x="322182" y="2151050"/>
                  </a:lnTo>
                  <a:lnTo>
                    <a:pt x="324083" y="2210641"/>
                  </a:lnTo>
                  <a:lnTo>
                    <a:pt x="325984" y="2233803"/>
                  </a:lnTo>
                  <a:lnTo>
                    <a:pt x="327885" y="2235629"/>
                  </a:lnTo>
                  <a:lnTo>
                    <a:pt x="329787" y="2184583"/>
                  </a:lnTo>
                  <a:lnTo>
                    <a:pt x="331688" y="2095209"/>
                  </a:lnTo>
                  <a:lnTo>
                    <a:pt x="333589" y="1960282"/>
                  </a:lnTo>
                  <a:lnTo>
                    <a:pt x="335490" y="1784082"/>
                  </a:lnTo>
                  <a:lnTo>
                    <a:pt x="337391" y="1661825"/>
                  </a:lnTo>
                  <a:lnTo>
                    <a:pt x="339293" y="1517904"/>
                  </a:lnTo>
                  <a:lnTo>
                    <a:pt x="341194" y="1444249"/>
                  </a:lnTo>
                  <a:lnTo>
                    <a:pt x="343095" y="1378978"/>
                  </a:lnTo>
                  <a:lnTo>
                    <a:pt x="344996" y="1299534"/>
                  </a:lnTo>
                  <a:lnTo>
                    <a:pt x="346897" y="1276339"/>
                  </a:lnTo>
                  <a:lnTo>
                    <a:pt x="348799" y="1241922"/>
                  </a:lnTo>
                  <a:lnTo>
                    <a:pt x="350700" y="1199398"/>
                  </a:lnTo>
                  <a:lnTo>
                    <a:pt x="352601" y="1141305"/>
                  </a:lnTo>
                  <a:lnTo>
                    <a:pt x="354502" y="1125403"/>
                  </a:lnTo>
                  <a:lnTo>
                    <a:pt x="356404" y="1220694"/>
                  </a:lnTo>
                  <a:lnTo>
                    <a:pt x="358305" y="1311803"/>
                  </a:lnTo>
                  <a:lnTo>
                    <a:pt x="360206" y="1469754"/>
                  </a:lnTo>
                  <a:lnTo>
                    <a:pt x="362107" y="1668720"/>
                  </a:lnTo>
                  <a:lnTo>
                    <a:pt x="364008" y="1795066"/>
                  </a:lnTo>
                  <a:lnTo>
                    <a:pt x="365910" y="1912534"/>
                  </a:lnTo>
                  <a:lnTo>
                    <a:pt x="367811" y="1995816"/>
                  </a:lnTo>
                  <a:lnTo>
                    <a:pt x="369712" y="2038085"/>
                  </a:lnTo>
                  <a:lnTo>
                    <a:pt x="371613" y="1959077"/>
                  </a:lnTo>
                  <a:lnTo>
                    <a:pt x="373514" y="1822276"/>
                  </a:lnTo>
                  <a:lnTo>
                    <a:pt x="375416" y="1779285"/>
                  </a:lnTo>
                  <a:lnTo>
                    <a:pt x="377317" y="1710297"/>
                  </a:lnTo>
                  <a:lnTo>
                    <a:pt x="379218" y="1521463"/>
                  </a:lnTo>
                  <a:lnTo>
                    <a:pt x="381119" y="1319000"/>
                  </a:lnTo>
                  <a:lnTo>
                    <a:pt x="383021" y="1174724"/>
                  </a:lnTo>
                  <a:lnTo>
                    <a:pt x="384922" y="1062088"/>
                  </a:lnTo>
                  <a:lnTo>
                    <a:pt x="386823" y="865138"/>
                  </a:lnTo>
                  <a:lnTo>
                    <a:pt x="388724" y="728033"/>
                  </a:lnTo>
                  <a:lnTo>
                    <a:pt x="390625" y="707251"/>
                  </a:lnTo>
                  <a:lnTo>
                    <a:pt x="392527" y="709090"/>
                  </a:lnTo>
                  <a:lnTo>
                    <a:pt x="394428" y="731061"/>
                  </a:lnTo>
                  <a:lnTo>
                    <a:pt x="396329" y="743783"/>
                  </a:lnTo>
                  <a:lnTo>
                    <a:pt x="398230" y="752798"/>
                  </a:lnTo>
                  <a:lnTo>
                    <a:pt x="400131" y="741508"/>
                  </a:lnTo>
                  <a:lnTo>
                    <a:pt x="402033" y="768926"/>
                  </a:lnTo>
                  <a:lnTo>
                    <a:pt x="403934" y="855778"/>
                  </a:lnTo>
                  <a:lnTo>
                    <a:pt x="405835" y="997841"/>
                  </a:lnTo>
                  <a:lnTo>
                    <a:pt x="407736" y="1167313"/>
                  </a:lnTo>
                  <a:lnTo>
                    <a:pt x="409638" y="1310081"/>
                  </a:lnTo>
                  <a:lnTo>
                    <a:pt x="411539" y="1421968"/>
                  </a:lnTo>
                  <a:lnTo>
                    <a:pt x="413440" y="1542716"/>
                  </a:lnTo>
                  <a:lnTo>
                    <a:pt x="415341" y="1579581"/>
                  </a:lnTo>
                  <a:lnTo>
                    <a:pt x="417242" y="1548204"/>
                  </a:lnTo>
                  <a:lnTo>
                    <a:pt x="419144" y="1509741"/>
                  </a:lnTo>
                  <a:lnTo>
                    <a:pt x="421045" y="1511574"/>
                  </a:lnTo>
                  <a:lnTo>
                    <a:pt x="422946" y="1574423"/>
                  </a:lnTo>
                  <a:lnTo>
                    <a:pt x="424847" y="1538983"/>
                  </a:lnTo>
                  <a:lnTo>
                    <a:pt x="426748" y="1513647"/>
                  </a:lnTo>
                  <a:lnTo>
                    <a:pt x="428650" y="1511309"/>
                  </a:lnTo>
                  <a:lnTo>
                    <a:pt x="430551" y="1543025"/>
                  </a:lnTo>
                  <a:lnTo>
                    <a:pt x="432452" y="1567241"/>
                  </a:lnTo>
                  <a:lnTo>
                    <a:pt x="434353" y="1579540"/>
                  </a:lnTo>
                  <a:lnTo>
                    <a:pt x="436255" y="1687533"/>
                  </a:lnTo>
                  <a:lnTo>
                    <a:pt x="438156" y="1806427"/>
                  </a:lnTo>
                  <a:lnTo>
                    <a:pt x="440057" y="1877994"/>
                  </a:lnTo>
                  <a:lnTo>
                    <a:pt x="441958" y="1986541"/>
                  </a:lnTo>
                  <a:lnTo>
                    <a:pt x="443859" y="2115896"/>
                  </a:lnTo>
                  <a:lnTo>
                    <a:pt x="445761" y="2190501"/>
                  </a:lnTo>
                  <a:lnTo>
                    <a:pt x="447662" y="2288396"/>
                  </a:lnTo>
                  <a:lnTo>
                    <a:pt x="449563" y="2317601"/>
                  </a:lnTo>
                  <a:lnTo>
                    <a:pt x="451464" y="2370252"/>
                  </a:lnTo>
                  <a:lnTo>
                    <a:pt x="453365" y="2354681"/>
                  </a:lnTo>
                  <a:lnTo>
                    <a:pt x="455267" y="2258683"/>
                  </a:lnTo>
                  <a:lnTo>
                    <a:pt x="457168" y="2236935"/>
                  </a:lnTo>
                  <a:lnTo>
                    <a:pt x="459069" y="2151809"/>
                  </a:lnTo>
                  <a:lnTo>
                    <a:pt x="460970" y="2181696"/>
                  </a:lnTo>
                  <a:lnTo>
                    <a:pt x="462872" y="2190022"/>
                  </a:lnTo>
                  <a:lnTo>
                    <a:pt x="464773" y="2170037"/>
                  </a:lnTo>
                  <a:lnTo>
                    <a:pt x="466674" y="2279939"/>
                  </a:lnTo>
                  <a:lnTo>
                    <a:pt x="468575" y="2368899"/>
                  </a:lnTo>
                  <a:lnTo>
                    <a:pt x="470476" y="2365231"/>
                  </a:lnTo>
                  <a:lnTo>
                    <a:pt x="472378" y="2302328"/>
                  </a:lnTo>
                  <a:lnTo>
                    <a:pt x="474279" y="2238432"/>
                  </a:lnTo>
                  <a:lnTo>
                    <a:pt x="476180" y="2229106"/>
                  </a:lnTo>
                  <a:lnTo>
                    <a:pt x="478081" y="2145616"/>
                  </a:lnTo>
                  <a:lnTo>
                    <a:pt x="479982" y="2084328"/>
                  </a:lnTo>
                  <a:lnTo>
                    <a:pt x="481884" y="2143529"/>
                  </a:lnTo>
                  <a:lnTo>
                    <a:pt x="483785" y="2249222"/>
                  </a:lnTo>
                  <a:lnTo>
                    <a:pt x="485686" y="2389053"/>
                  </a:lnTo>
                  <a:lnTo>
                    <a:pt x="487587" y="2442898"/>
                  </a:lnTo>
                  <a:lnTo>
                    <a:pt x="489489" y="2469825"/>
                  </a:lnTo>
                  <a:lnTo>
                    <a:pt x="491390" y="2468879"/>
                  </a:lnTo>
                  <a:lnTo>
                    <a:pt x="493291" y="2496797"/>
                  </a:lnTo>
                  <a:lnTo>
                    <a:pt x="495192" y="2445666"/>
                  </a:lnTo>
                  <a:lnTo>
                    <a:pt x="497093" y="2384367"/>
                  </a:lnTo>
                  <a:lnTo>
                    <a:pt x="498995" y="2397978"/>
                  </a:lnTo>
                  <a:lnTo>
                    <a:pt x="500896" y="2404527"/>
                  </a:lnTo>
                  <a:lnTo>
                    <a:pt x="502797" y="2372163"/>
                  </a:lnTo>
                  <a:lnTo>
                    <a:pt x="504698" y="2291023"/>
                  </a:lnTo>
                  <a:lnTo>
                    <a:pt x="506599" y="2282211"/>
                  </a:lnTo>
                  <a:lnTo>
                    <a:pt x="508501" y="2298681"/>
                  </a:lnTo>
                  <a:lnTo>
                    <a:pt x="510402" y="2315023"/>
                  </a:lnTo>
                  <a:lnTo>
                    <a:pt x="512303" y="2283091"/>
                  </a:lnTo>
                  <a:lnTo>
                    <a:pt x="514204" y="2287330"/>
                  </a:lnTo>
                  <a:lnTo>
                    <a:pt x="516106" y="2411336"/>
                  </a:lnTo>
                  <a:lnTo>
                    <a:pt x="518007" y="2441578"/>
                  </a:lnTo>
                  <a:lnTo>
                    <a:pt x="519908" y="2445140"/>
                  </a:lnTo>
                  <a:lnTo>
                    <a:pt x="521809" y="2457068"/>
                  </a:lnTo>
                  <a:lnTo>
                    <a:pt x="523710" y="2538075"/>
                  </a:lnTo>
                  <a:lnTo>
                    <a:pt x="525612" y="2576367"/>
                  </a:lnTo>
                  <a:lnTo>
                    <a:pt x="527513" y="2441137"/>
                  </a:lnTo>
                  <a:lnTo>
                    <a:pt x="529414" y="2398413"/>
                  </a:lnTo>
                  <a:lnTo>
                    <a:pt x="531315" y="2326428"/>
                  </a:lnTo>
                  <a:lnTo>
                    <a:pt x="533216" y="2257364"/>
                  </a:lnTo>
                  <a:lnTo>
                    <a:pt x="535118" y="2263653"/>
                  </a:lnTo>
                  <a:lnTo>
                    <a:pt x="537019" y="2330865"/>
                  </a:lnTo>
                  <a:lnTo>
                    <a:pt x="538920" y="2406486"/>
                  </a:lnTo>
                  <a:lnTo>
                    <a:pt x="540821" y="2452109"/>
                  </a:lnTo>
                  <a:lnTo>
                    <a:pt x="542722" y="2546249"/>
                  </a:lnTo>
                  <a:lnTo>
                    <a:pt x="544624" y="2596986"/>
                  </a:lnTo>
                  <a:lnTo>
                    <a:pt x="546525" y="2624779"/>
                  </a:lnTo>
                  <a:lnTo>
                    <a:pt x="548426" y="2643137"/>
                  </a:lnTo>
                  <a:lnTo>
                    <a:pt x="550327" y="2690770"/>
                  </a:lnTo>
                  <a:lnTo>
                    <a:pt x="552229" y="2745748"/>
                  </a:lnTo>
                  <a:lnTo>
                    <a:pt x="554130" y="2808433"/>
                  </a:lnTo>
                  <a:lnTo>
                    <a:pt x="556031" y="2882283"/>
                  </a:lnTo>
                  <a:lnTo>
                    <a:pt x="557932" y="2895754"/>
                  </a:lnTo>
                  <a:lnTo>
                    <a:pt x="559833" y="2936116"/>
                  </a:lnTo>
                  <a:lnTo>
                    <a:pt x="561735" y="2994027"/>
                  </a:lnTo>
                  <a:lnTo>
                    <a:pt x="563636" y="3028060"/>
                  </a:lnTo>
                  <a:lnTo>
                    <a:pt x="565537" y="3026446"/>
                  </a:lnTo>
                  <a:lnTo>
                    <a:pt x="567438" y="2974480"/>
                  </a:lnTo>
                  <a:lnTo>
                    <a:pt x="569339" y="2912900"/>
                  </a:lnTo>
                  <a:lnTo>
                    <a:pt x="571241" y="2849929"/>
                  </a:lnTo>
                  <a:lnTo>
                    <a:pt x="573142" y="2802345"/>
                  </a:lnTo>
                  <a:lnTo>
                    <a:pt x="575043" y="2751628"/>
                  </a:lnTo>
                  <a:lnTo>
                    <a:pt x="576944" y="2722002"/>
                  </a:lnTo>
                  <a:lnTo>
                    <a:pt x="578846" y="2691486"/>
                  </a:lnTo>
                  <a:lnTo>
                    <a:pt x="580747" y="2684288"/>
                  </a:lnTo>
                  <a:lnTo>
                    <a:pt x="582648" y="2731243"/>
                  </a:lnTo>
                  <a:lnTo>
                    <a:pt x="584549" y="2714489"/>
                  </a:lnTo>
                  <a:lnTo>
                    <a:pt x="586450" y="2715571"/>
                  </a:lnTo>
                  <a:lnTo>
                    <a:pt x="588352" y="2780936"/>
                  </a:lnTo>
                  <a:lnTo>
                    <a:pt x="590253" y="2821665"/>
                  </a:lnTo>
                  <a:lnTo>
                    <a:pt x="592154" y="2811465"/>
                  </a:lnTo>
                  <a:lnTo>
                    <a:pt x="594055" y="2792477"/>
                  </a:lnTo>
                  <a:lnTo>
                    <a:pt x="595956" y="2782354"/>
                  </a:lnTo>
                  <a:lnTo>
                    <a:pt x="597858" y="2762395"/>
                  </a:lnTo>
                  <a:lnTo>
                    <a:pt x="599759" y="2625802"/>
                  </a:lnTo>
                  <a:lnTo>
                    <a:pt x="601660" y="2527193"/>
                  </a:lnTo>
                  <a:lnTo>
                    <a:pt x="603561" y="2528850"/>
                  </a:lnTo>
                  <a:lnTo>
                    <a:pt x="605463" y="2515776"/>
                  </a:lnTo>
                  <a:lnTo>
                    <a:pt x="607364" y="2569160"/>
                  </a:lnTo>
                  <a:lnTo>
                    <a:pt x="609265" y="2651733"/>
                  </a:lnTo>
                  <a:lnTo>
                    <a:pt x="611166" y="2789614"/>
                  </a:lnTo>
                  <a:lnTo>
                    <a:pt x="613067" y="2884175"/>
                  </a:lnTo>
                  <a:lnTo>
                    <a:pt x="614969" y="2904637"/>
                  </a:lnTo>
                  <a:lnTo>
                    <a:pt x="616870" y="2879880"/>
                  </a:lnTo>
                  <a:lnTo>
                    <a:pt x="618771" y="2834347"/>
                  </a:lnTo>
                  <a:lnTo>
                    <a:pt x="620672" y="2715892"/>
                  </a:lnTo>
                  <a:lnTo>
                    <a:pt x="622573" y="2653080"/>
                  </a:lnTo>
                  <a:lnTo>
                    <a:pt x="624475" y="2653815"/>
                  </a:lnTo>
                  <a:lnTo>
                    <a:pt x="626376" y="2711371"/>
                  </a:lnTo>
                  <a:lnTo>
                    <a:pt x="628277" y="2815394"/>
                  </a:lnTo>
                  <a:lnTo>
                    <a:pt x="630178" y="2909681"/>
                  </a:lnTo>
                  <a:lnTo>
                    <a:pt x="632080" y="3005833"/>
                  </a:lnTo>
                  <a:lnTo>
                    <a:pt x="633981" y="2935915"/>
                  </a:lnTo>
                  <a:lnTo>
                    <a:pt x="635882" y="2826394"/>
                  </a:lnTo>
                  <a:lnTo>
                    <a:pt x="637783" y="2736312"/>
                  </a:lnTo>
                  <a:lnTo>
                    <a:pt x="639684" y="2542712"/>
                  </a:lnTo>
                  <a:lnTo>
                    <a:pt x="641586" y="2367504"/>
                  </a:lnTo>
                  <a:lnTo>
                    <a:pt x="643487" y="2252933"/>
                  </a:lnTo>
                  <a:lnTo>
                    <a:pt x="645388" y="2295564"/>
                  </a:lnTo>
                  <a:lnTo>
                    <a:pt x="647289" y="2358663"/>
                  </a:lnTo>
                  <a:lnTo>
                    <a:pt x="649190" y="2360777"/>
                  </a:lnTo>
                  <a:lnTo>
                    <a:pt x="651092" y="2475645"/>
                  </a:lnTo>
                  <a:lnTo>
                    <a:pt x="652993" y="2600181"/>
                  </a:lnTo>
                  <a:lnTo>
                    <a:pt x="654894" y="2699814"/>
                  </a:lnTo>
                  <a:lnTo>
                    <a:pt x="656795" y="2714952"/>
                  </a:lnTo>
                  <a:lnTo>
                    <a:pt x="658697" y="2776123"/>
                  </a:lnTo>
                  <a:lnTo>
                    <a:pt x="660598" y="2866141"/>
                  </a:lnTo>
                  <a:lnTo>
                    <a:pt x="662499" y="2816908"/>
                  </a:lnTo>
                  <a:lnTo>
                    <a:pt x="664400" y="2730766"/>
                  </a:lnTo>
                  <a:lnTo>
                    <a:pt x="666301" y="2633239"/>
                  </a:lnTo>
                  <a:lnTo>
                    <a:pt x="668203" y="2526019"/>
                  </a:lnTo>
                  <a:lnTo>
                    <a:pt x="670104" y="2478178"/>
                  </a:lnTo>
                  <a:lnTo>
                    <a:pt x="672005" y="2489870"/>
                  </a:lnTo>
                  <a:lnTo>
                    <a:pt x="673906" y="2551750"/>
                  </a:lnTo>
                  <a:lnTo>
                    <a:pt x="675807" y="2607928"/>
                  </a:lnTo>
                  <a:lnTo>
                    <a:pt x="677709" y="2635388"/>
                  </a:lnTo>
                  <a:lnTo>
                    <a:pt x="679610" y="2669951"/>
                  </a:lnTo>
                  <a:lnTo>
                    <a:pt x="681511" y="2652446"/>
                  </a:lnTo>
                  <a:lnTo>
                    <a:pt x="683412" y="2573293"/>
                  </a:lnTo>
                  <a:lnTo>
                    <a:pt x="685314" y="2545461"/>
                  </a:lnTo>
                  <a:lnTo>
                    <a:pt x="687215" y="2456717"/>
                  </a:lnTo>
                  <a:lnTo>
                    <a:pt x="689116" y="2429192"/>
                  </a:lnTo>
                  <a:lnTo>
                    <a:pt x="691017" y="2425888"/>
                  </a:lnTo>
                  <a:lnTo>
                    <a:pt x="692918" y="2379303"/>
                  </a:lnTo>
                  <a:lnTo>
                    <a:pt x="694820" y="2330569"/>
                  </a:lnTo>
                  <a:lnTo>
                    <a:pt x="696721" y="2214357"/>
                  </a:lnTo>
                  <a:lnTo>
                    <a:pt x="698622" y="2099871"/>
                  </a:lnTo>
                  <a:lnTo>
                    <a:pt x="700523" y="2006100"/>
                  </a:lnTo>
                  <a:lnTo>
                    <a:pt x="702424" y="2016566"/>
                  </a:lnTo>
                  <a:lnTo>
                    <a:pt x="704326" y="2064873"/>
                  </a:lnTo>
                  <a:lnTo>
                    <a:pt x="706227" y="2098157"/>
                  </a:lnTo>
                  <a:lnTo>
                    <a:pt x="708128" y="2150123"/>
                  </a:lnTo>
                  <a:lnTo>
                    <a:pt x="710029" y="2208599"/>
                  </a:lnTo>
                  <a:lnTo>
                    <a:pt x="711931" y="2216639"/>
                  </a:lnTo>
                  <a:lnTo>
                    <a:pt x="713832" y="2161845"/>
                  </a:lnTo>
                  <a:lnTo>
                    <a:pt x="715733" y="2109709"/>
                  </a:lnTo>
                  <a:lnTo>
                    <a:pt x="717634" y="2071175"/>
                  </a:lnTo>
                  <a:lnTo>
                    <a:pt x="719535" y="1992358"/>
                  </a:lnTo>
                  <a:lnTo>
                    <a:pt x="721437" y="1969669"/>
                  </a:lnTo>
                  <a:lnTo>
                    <a:pt x="723338" y="1974120"/>
                  </a:lnTo>
                  <a:lnTo>
                    <a:pt x="725239" y="1975820"/>
                  </a:lnTo>
                  <a:lnTo>
                    <a:pt x="727140" y="1975530"/>
                  </a:lnTo>
                  <a:lnTo>
                    <a:pt x="729041" y="1959368"/>
                  </a:lnTo>
                  <a:lnTo>
                    <a:pt x="730943" y="2024914"/>
                  </a:lnTo>
                  <a:lnTo>
                    <a:pt x="732844" y="2118321"/>
                  </a:lnTo>
                  <a:lnTo>
                    <a:pt x="734745" y="2232755"/>
                  </a:lnTo>
                  <a:lnTo>
                    <a:pt x="736646" y="2233492"/>
                  </a:lnTo>
                  <a:lnTo>
                    <a:pt x="738548" y="2179619"/>
                  </a:lnTo>
                  <a:lnTo>
                    <a:pt x="740449" y="2118485"/>
                  </a:lnTo>
                  <a:lnTo>
                    <a:pt x="742350" y="2017979"/>
                  </a:lnTo>
                  <a:lnTo>
                    <a:pt x="744251" y="1871825"/>
                  </a:lnTo>
                  <a:lnTo>
                    <a:pt x="746152" y="1736695"/>
                  </a:lnTo>
                  <a:lnTo>
                    <a:pt x="748054" y="1666011"/>
                  </a:lnTo>
                  <a:lnTo>
                    <a:pt x="749955" y="1659290"/>
                  </a:lnTo>
                  <a:lnTo>
                    <a:pt x="751856" y="1682390"/>
                  </a:lnTo>
                  <a:lnTo>
                    <a:pt x="753757" y="1687323"/>
                  </a:lnTo>
                  <a:lnTo>
                    <a:pt x="755658" y="1711155"/>
                  </a:lnTo>
                  <a:lnTo>
                    <a:pt x="757560" y="1777960"/>
                  </a:lnTo>
                  <a:lnTo>
                    <a:pt x="759461" y="1837173"/>
                  </a:lnTo>
                  <a:lnTo>
                    <a:pt x="761362" y="1867794"/>
                  </a:lnTo>
                  <a:lnTo>
                    <a:pt x="763263" y="1908146"/>
                  </a:lnTo>
                  <a:lnTo>
                    <a:pt x="765165" y="1958637"/>
                  </a:lnTo>
                  <a:lnTo>
                    <a:pt x="767066" y="1932408"/>
                  </a:lnTo>
                  <a:lnTo>
                    <a:pt x="768967" y="1821195"/>
                  </a:lnTo>
                  <a:lnTo>
                    <a:pt x="770868" y="1745274"/>
                  </a:lnTo>
                  <a:lnTo>
                    <a:pt x="772769" y="1753619"/>
                  </a:lnTo>
                  <a:lnTo>
                    <a:pt x="774671" y="1769358"/>
                  </a:lnTo>
                  <a:lnTo>
                    <a:pt x="776572" y="1786039"/>
                  </a:lnTo>
                  <a:lnTo>
                    <a:pt x="778473" y="1873787"/>
                  </a:lnTo>
                  <a:lnTo>
                    <a:pt x="780374" y="1977347"/>
                  </a:lnTo>
                  <a:lnTo>
                    <a:pt x="782275" y="2015762"/>
                  </a:lnTo>
                  <a:lnTo>
                    <a:pt x="784177" y="1979805"/>
                  </a:lnTo>
                  <a:lnTo>
                    <a:pt x="786078" y="1906754"/>
                  </a:lnTo>
                  <a:lnTo>
                    <a:pt x="787979" y="1875600"/>
                  </a:lnTo>
                  <a:lnTo>
                    <a:pt x="789880" y="1833043"/>
                  </a:lnTo>
                  <a:lnTo>
                    <a:pt x="791782" y="1765996"/>
                  </a:lnTo>
                  <a:lnTo>
                    <a:pt x="793683" y="1809691"/>
                  </a:lnTo>
                  <a:lnTo>
                    <a:pt x="795584" y="1907758"/>
                  </a:lnTo>
                  <a:lnTo>
                    <a:pt x="797485" y="1991080"/>
                  </a:lnTo>
                  <a:lnTo>
                    <a:pt x="799386" y="2010881"/>
                  </a:lnTo>
                  <a:lnTo>
                    <a:pt x="801288" y="2047407"/>
                  </a:lnTo>
                  <a:lnTo>
                    <a:pt x="803189" y="2063898"/>
                  </a:lnTo>
                  <a:lnTo>
                    <a:pt x="805090" y="1990906"/>
                  </a:lnTo>
                  <a:lnTo>
                    <a:pt x="806991" y="1799555"/>
                  </a:lnTo>
                  <a:lnTo>
                    <a:pt x="808892" y="1700332"/>
                  </a:lnTo>
                  <a:lnTo>
                    <a:pt x="810794" y="1668118"/>
                  </a:lnTo>
                  <a:lnTo>
                    <a:pt x="812695" y="1655242"/>
                  </a:lnTo>
                  <a:lnTo>
                    <a:pt x="814596" y="1688545"/>
                  </a:lnTo>
                  <a:lnTo>
                    <a:pt x="816497" y="1807026"/>
                  </a:lnTo>
                  <a:lnTo>
                    <a:pt x="818399" y="1892264"/>
                  </a:lnTo>
                  <a:lnTo>
                    <a:pt x="820300" y="1848574"/>
                  </a:lnTo>
                  <a:lnTo>
                    <a:pt x="822201" y="1814984"/>
                  </a:lnTo>
                  <a:lnTo>
                    <a:pt x="824102" y="1721280"/>
                  </a:lnTo>
                  <a:lnTo>
                    <a:pt x="826003" y="1562297"/>
                  </a:lnTo>
                  <a:lnTo>
                    <a:pt x="827905" y="1357361"/>
                  </a:lnTo>
                  <a:lnTo>
                    <a:pt x="829806" y="1290754"/>
                  </a:lnTo>
                  <a:lnTo>
                    <a:pt x="831707" y="1240653"/>
                  </a:lnTo>
                  <a:lnTo>
                    <a:pt x="833608" y="1243010"/>
                  </a:lnTo>
                  <a:lnTo>
                    <a:pt x="835509" y="1302823"/>
                  </a:lnTo>
                  <a:lnTo>
                    <a:pt x="837411" y="1313867"/>
                  </a:lnTo>
                  <a:lnTo>
                    <a:pt x="839312" y="1307301"/>
                  </a:lnTo>
                  <a:lnTo>
                    <a:pt x="841213" y="1262246"/>
                  </a:lnTo>
                  <a:lnTo>
                    <a:pt x="843114" y="1244553"/>
                  </a:lnTo>
                  <a:lnTo>
                    <a:pt x="845015" y="1088843"/>
                  </a:lnTo>
                  <a:lnTo>
                    <a:pt x="846917" y="990407"/>
                  </a:lnTo>
                  <a:lnTo>
                    <a:pt x="848818" y="1020190"/>
                  </a:lnTo>
                  <a:lnTo>
                    <a:pt x="850719" y="970776"/>
                  </a:lnTo>
                  <a:lnTo>
                    <a:pt x="852620" y="877535"/>
                  </a:lnTo>
                  <a:lnTo>
                    <a:pt x="854522" y="777740"/>
                  </a:lnTo>
                  <a:lnTo>
                    <a:pt x="856423" y="724066"/>
                  </a:lnTo>
                  <a:lnTo>
                    <a:pt x="858324" y="641161"/>
                  </a:lnTo>
                  <a:lnTo>
                    <a:pt x="860225" y="507861"/>
                  </a:lnTo>
                  <a:lnTo>
                    <a:pt x="862126" y="465686"/>
                  </a:lnTo>
                  <a:lnTo>
                    <a:pt x="864028" y="472524"/>
                  </a:lnTo>
                  <a:lnTo>
                    <a:pt x="865929" y="488176"/>
                  </a:lnTo>
                  <a:lnTo>
                    <a:pt x="867830" y="520401"/>
                  </a:lnTo>
                  <a:lnTo>
                    <a:pt x="869731" y="575871"/>
                  </a:lnTo>
                  <a:lnTo>
                    <a:pt x="871632" y="736183"/>
                  </a:lnTo>
                  <a:lnTo>
                    <a:pt x="873534" y="904183"/>
                  </a:lnTo>
                  <a:lnTo>
                    <a:pt x="875435" y="1055963"/>
                  </a:lnTo>
                  <a:lnTo>
                    <a:pt x="877336" y="1232723"/>
                  </a:lnTo>
                  <a:lnTo>
                    <a:pt x="879237" y="1349511"/>
                  </a:lnTo>
                  <a:lnTo>
                    <a:pt x="881139" y="1269691"/>
                  </a:lnTo>
                  <a:lnTo>
                    <a:pt x="883040" y="1064019"/>
                  </a:lnTo>
                  <a:lnTo>
                    <a:pt x="884941" y="931888"/>
                  </a:lnTo>
                  <a:lnTo>
                    <a:pt x="886842" y="825314"/>
                  </a:lnTo>
                  <a:lnTo>
                    <a:pt x="888743" y="675013"/>
                  </a:lnTo>
                  <a:lnTo>
                    <a:pt x="890645" y="591956"/>
                  </a:lnTo>
                  <a:lnTo>
                    <a:pt x="892546" y="626838"/>
                  </a:lnTo>
                  <a:lnTo>
                    <a:pt x="894447" y="720894"/>
                  </a:lnTo>
                  <a:lnTo>
                    <a:pt x="896348" y="749569"/>
                  </a:lnTo>
                  <a:lnTo>
                    <a:pt x="898249" y="797178"/>
                  </a:lnTo>
                  <a:lnTo>
                    <a:pt x="900151" y="828853"/>
                  </a:lnTo>
                  <a:lnTo>
                    <a:pt x="902052" y="776841"/>
                  </a:lnTo>
                  <a:lnTo>
                    <a:pt x="903953" y="743342"/>
                  </a:lnTo>
                  <a:lnTo>
                    <a:pt x="905854" y="746894"/>
                  </a:lnTo>
                  <a:lnTo>
                    <a:pt x="907756" y="719108"/>
                  </a:lnTo>
                  <a:lnTo>
                    <a:pt x="909657" y="638244"/>
                  </a:lnTo>
                  <a:lnTo>
                    <a:pt x="911558" y="635348"/>
                  </a:lnTo>
                  <a:lnTo>
                    <a:pt x="913459" y="727297"/>
                  </a:lnTo>
                  <a:lnTo>
                    <a:pt x="915360" y="759500"/>
                  </a:lnTo>
                  <a:lnTo>
                    <a:pt x="917262" y="697277"/>
                  </a:lnTo>
                  <a:lnTo>
                    <a:pt x="919163" y="672603"/>
                  </a:lnTo>
                  <a:lnTo>
                    <a:pt x="921064" y="716087"/>
                  </a:lnTo>
                  <a:lnTo>
                    <a:pt x="922965" y="703715"/>
                  </a:lnTo>
                  <a:lnTo>
                    <a:pt x="924866" y="697820"/>
                  </a:lnTo>
                  <a:lnTo>
                    <a:pt x="926768" y="799276"/>
                  </a:lnTo>
                  <a:lnTo>
                    <a:pt x="928669" y="955203"/>
                  </a:lnTo>
                  <a:lnTo>
                    <a:pt x="930570" y="1056461"/>
                  </a:lnTo>
                  <a:lnTo>
                    <a:pt x="932471" y="1120139"/>
                  </a:lnTo>
                  <a:lnTo>
                    <a:pt x="934373" y="1289281"/>
                  </a:lnTo>
                  <a:lnTo>
                    <a:pt x="936274" y="1419681"/>
                  </a:lnTo>
                  <a:lnTo>
                    <a:pt x="938175" y="1490205"/>
                  </a:lnTo>
                  <a:lnTo>
                    <a:pt x="940076" y="1541501"/>
                  </a:lnTo>
                  <a:lnTo>
                    <a:pt x="941977" y="1628592"/>
                  </a:lnTo>
                  <a:lnTo>
                    <a:pt x="943879" y="1703789"/>
                  </a:lnTo>
                  <a:lnTo>
                    <a:pt x="945780" y="1586823"/>
                  </a:lnTo>
                  <a:lnTo>
                    <a:pt x="947681" y="1471018"/>
                  </a:lnTo>
                  <a:lnTo>
                    <a:pt x="949582" y="1325621"/>
                  </a:lnTo>
                  <a:lnTo>
                    <a:pt x="951483" y="1198452"/>
                  </a:lnTo>
                  <a:lnTo>
                    <a:pt x="953385" y="1057039"/>
                  </a:lnTo>
                  <a:lnTo>
                    <a:pt x="955286" y="889210"/>
                  </a:lnTo>
                  <a:lnTo>
                    <a:pt x="957187" y="838446"/>
                  </a:lnTo>
                  <a:lnTo>
                    <a:pt x="959088" y="813361"/>
                  </a:lnTo>
                  <a:lnTo>
                    <a:pt x="960990" y="836907"/>
                  </a:lnTo>
                  <a:lnTo>
                    <a:pt x="962891" y="848773"/>
                  </a:lnTo>
                  <a:lnTo>
                    <a:pt x="964792" y="880437"/>
                  </a:lnTo>
                  <a:lnTo>
                    <a:pt x="966693" y="953733"/>
                  </a:lnTo>
                  <a:lnTo>
                    <a:pt x="968594" y="1062303"/>
                  </a:lnTo>
                  <a:lnTo>
                    <a:pt x="970496" y="1187782"/>
                  </a:lnTo>
                  <a:lnTo>
                    <a:pt x="972397" y="1321833"/>
                  </a:lnTo>
                  <a:lnTo>
                    <a:pt x="974298" y="1518658"/>
                  </a:lnTo>
                  <a:lnTo>
                    <a:pt x="976199" y="1751220"/>
                  </a:lnTo>
                  <a:lnTo>
                    <a:pt x="978100" y="1786464"/>
                  </a:lnTo>
                  <a:lnTo>
                    <a:pt x="980002" y="1775755"/>
                  </a:lnTo>
                  <a:lnTo>
                    <a:pt x="981903" y="1778359"/>
                  </a:lnTo>
                  <a:lnTo>
                    <a:pt x="983804" y="1700663"/>
                  </a:lnTo>
                  <a:lnTo>
                    <a:pt x="985705" y="1549184"/>
                  </a:lnTo>
                  <a:lnTo>
                    <a:pt x="987607" y="1330557"/>
                  </a:lnTo>
                  <a:lnTo>
                    <a:pt x="989508" y="1310376"/>
                  </a:lnTo>
                  <a:lnTo>
                    <a:pt x="991409" y="1335724"/>
                  </a:lnTo>
                  <a:lnTo>
                    <a:pt x="993310" y="1332037"/>
                  </a:lnTo>
                  <a:lnTo>
                    <a:pt x="995211" y="1374929"/>
                  </a:lnTo>
                  <a:lnTo>
                    <a:pt x="997113" y="1350045"/>
                  </a:lnTo>
                  <a:lnTo>
                    <a:pt x="999014" y="1326082"/>
                  </a:lnTo>
                  <a:lnTo>
                    <a:pt x="1000915" y="1251632"/>
                  </a:lnTo>
                  <a:lnTo>
                    <a:pt x="1002816" y="1177789"/>
                  </a:lnTo>
                  <a:lnTo>
                    <a:pt x="1004717" y="1176649"/>
                  </a:lnTo>
                  <a:lnTo>
                    <a:pt x="1006619" y="1206517"/>
                  </a:lnTo>
                  <a:lnTo>
                    <a:pt x="1008520" y="1342833"/>
                  </a:lnTo>
                  <a:lnTo>
                    <a:pt x="1010421" y="1518688"/>
                  </a:lnTo>
                  <a:lnTo>
                    <a:pt x="1012322" y="1663098"/>
                  </a:lnTo>
                  <a:lnTo>
                    <a:pt x="1014224" y="1687798"/>
                  </a:lnTo>
                  <a:lnTo>
                    <a:pt x="1016125" y="1608304"/>
                  </a:lnTo>
                  <a:lnTo>
                    <a:pt x="1018026" y="1622263"/>
                  </a:lnTo>
                  <a:lnTo>
                    <a:pt x="1019927" y="1634931"/>
                  </a:lnTo>
                  <a:lnTo>
                    <a:pt x="1021828" y="1574666"/>
                  </a:lnTo>
                  <a:lnTo>
                    <a:pt x="1023730" y="1479345"/>
                  </a:lnTo>
                  <a:lnTo>
                    <a:pt x="1025631" y="1414944"/>
                  </a:lnTo>
                  <a:lnTo>
                    <a:pt x="1027532" y="1435282"/>
                  </a:lnTo>
                  <a:lnTo>
                    <a:pt x="1029433" y="1333159"/>
                  </a:lnTo>
                  <a:lnTo>
                    <a:pt x="1031334" y="1206535"/>
                  </a:lnTo>
                  <a:lnTo>
                    <a:pt x="1033236" y="1169234"/>
                  </a:lnTo>
                  <a:lnTo>
                    <a:pt x="1035137" y="1260761"/>
                  </a:lnTo>
                  <a:lnTo>
                    <a:pt x="1037038" y="1422337"/>
                  </a:lnTo>
                  <a:lnTo>
                    <a:pt x="1038939" y="1409614"/>
                  </a:lnTo>
                  <a:lnTo>
                    <a:pt x="1040841" y="1364937"/>
                  </a:lnTo>
                  <a:lnTo>
                    <a:pt x="1042742" y="1313798"/>
                  </a:lnTo>
                  <a:lnTo>
                    <a:pt x="1044643" y="1279183"/>
                  </a:lnTo>
                  <a:lnTo>
                    <a:pt x="1046544" y="1215693"/>
                  </a:lnTo>
                  <a:lnTo>
                    <a:pt x="1048445" y="1074917"/>
                  </a:lnTo>
                  <a:lnTo>
                    <a:pt x="1050347" y="993206"/>
                  </a:lnTo>
                  <a:lnTo>
                    <a:pt x="1052248" y="1027127"/>
                  </a:lnTo>
                  <a:lnTo>
                    <a:pt x="1054149" y="1209618"/>
                  </a:lnTo>
                  <a:lnTo>
                    <a:pt x="1056050" y="1356249"/>
                  </a:lnTo>
                  <a:lnTo>
                    <a:pt x="1057951" y="1435345"/>
                  </a:lnTo>
                  <a:lnTo>
                    <a:pt x="1059853" y="1632257"/>
                  </a:lnTo>
                  <a:lnTo>
                    <a:pt x="1061754" y="1807103"/>
                  </a:lnTo>
                  <a:lnTo>
                    <a:pt x="1063655" y="1873856"/>
                  </a:lnTo>
                  <a:lnTo>
                    <a:pt x="1065556" y="1784283"/>
                  </a:lnTo>
                  <a:lnTo>
                    <a:pt x="1067458" y="1684734"/>
                  </a:lnTo>
                  <a:lnTo>
                    <a:pt x="1069359" y="1627271"/>
                  </a:lnTo>
                  <a:lnTo>
                    <a:pt x="1071260" y="1504142"/>
                  </a:lnTo>
                  <a:lnTo>
                    <a:pt x="1073161" y="1493429"/>
                  </a:lnTo>
                  <a:lnTo>
                    <a:pt x="1075062" y="1503344"/>
                  </a:lnTo>
                  <a:lnTo>
                    <a:pt x="1076964" y="1533503"/>
                  </a:lnTo>
                  <a:lnTo>
                    <a:pt x="1078865" y="1637375"/>
                  </a:lnTo>
                  <a:lnTo>
                    <a:pt x="1080766" y="1795838"/>
                  </a:lnTo>
                  <a:lnTo>
                    <a:pt x="1082667" y="1999435"/>
                  </a:lnTo>
                  <a:lnTo>
                    <a:pt x="1084568" y="2065356"/>
                  </a:lnTo>
                  <a:lnTo>
                    <a:pt x="1086470" y="2052426"/>
                  </a:lnTo>
                  <a:lnTo>
                    <a:pt x="1088371" y="2011313"/>
                  </a:lnTo>
                  <a:lnTo>
                    <a:pt x="1090272" y="1937732"/>
                  </a:lnTo>
                  <a:lnTo>
                    <a:pt x="1092173" y="1881989"/>
                  </a:lnTo>
                  <a:lnTo>
                    <a:pt x="1094075" y="1845380"/>
                  </a:lnTo>
                  <a:lnTo>
                    <a:pt x="1095976" y="1777131"/>
                  </a:lnTo>
                  <a:lnTo>
                    <a:pt x="1097877" y="1757474"/>
                  </a:lnTo>
                  <a:lnTo>
                    <a:pt x="1099778" y="1774742"/>
                  </a:lnTo>
                  <a:lnTo>
                    <a:pt x="1101679" y="1731827"/>
                  </a:lnTo>
                  <a:lnTo>
                    <a:pt x="1103581" y="1626580"/>
                  </a:lnTo>
                  <a:lnTo>
                    <a:pt x="1105482" y="1511141"/>
                  </a:lnTo>
                  <a:lnTo>
                    <a:pt x="1107383" y="1595429"/>
                  </a:lnTo>
                  <a:lnTo>
                    <a:pt x="1109284" y="1655377"/>
                  </a:lnTo>
                  <a:lnTo>
                    <a:pt x="1111185" y="1646719"/>
                  </a:lnTo>
                  <a:lnTo>
                    <a:pt x="1113087" y="1714633"/>
                  </a:lnTo>
                  <a:lnTo>
                    <a:pt x="1114988" y="1876946"/>
                  </a:lnTo>
                  <a:lnTo>
                    <a:pt x="1116889" y="1997916"/>
                  </a:lnTo>
                  <a:lnTo>
                    <a:pt x="1118790" y="1919550"/>
                  </a:lnTo>
                  <a:lnTo>
                    <a:pt x="1120691" y="1867079"/>
                  </a:lnTo>
                  <a:lnTo>
                    <a:pt x="1122593" y="1940659"/>
                  </a:lnTo>
                  <a:lnTo>
                    <a:pt x="1124494" y="1959795"/>
                  </a:lnTo>
                  <a:lnTo>
                    <a:pt x="1126395" y="1926697"/>
                  </a:lnTo>
                  <a:lnTo>
                    <a:pt x="1128296" y="1953501"/>
                  </a:lnTo>
                  <a:lnTo>
                    <a:pt x="1130198" y="2204664"/>
                  </a:lnTo>
                  <a:lnTo>
                    <a:pt x="1132099" y="2360729"/>
                  </a:lnTo>
                  <a:lnTo>
                    <a:pt x="1134000" y="2444014"/>
                  </a:lnTo>
                  <a:lnTo>
                    <a:pt x="1135901" y="2509948"/>
                  </a:lnTo>
                  <a:lnTo>
                    <a:pt x="1137802" y="2518901"/>
                  </a:lnTo>
                  <a:lnTo>
                    <a:pt x="1139704" y="2482124"/>
                  </a:lnTo>
                  <a:lnTo>
                    <a:pt x="1141605" y="2297544"/>
                  </a:lnTo>
                  <a:lnTo>
                    <a:pt x="1143506" y="2232245"/>
                  </a:lnTo>
                  <a:lnTo>
                    <a:pt x="1145407" y="2195836"/>
                  </a:lnTo>
                  <a:lnTo>
                    <a:pt x="1147308" y="2204127"/>
                  </a:lnTo>
                  <a:lnTo>
                    <a:pt x="1149210" y="2281142"/>
                  </a:lnTo>
                  <a:lnTo>
                    <a:pt x="1151111" y="2398522"/>
                  </a:lnTo>
                  <a:lnTo>
                    <a:pt x="1153012" y="2507910"/>
                  </a:lnTo>
                  <a:lnTo>
                    <a:pt x="1154913" y="2585270"/>
                  </a:lnTo>
                  <a:lnTo>
                    <a:pt x="1156815" y="2608034"/>
                  </a:lnTo>
                  <a:lnTo>
                    <a:pt x="1158716" y="2591209"/>
                  </a:lnTo>
                  <a:lnTo>
                    <a:pt x="1160617" y="2525956"/>
                  </a:lnTo>
                  <a:lnTo>
                    <a:pt x="1162518" y="2456567"/>
                  </a:lnTo>
                  <a:lnTo>
                    <a:pt x="1164419" y="2430850"/>
                  </a:lnTo>
                  <a:lnTo>
                    <a:pt x="1166321" y="2416848"/>
                  </a:lnTo>
                  <a:lnTo>
                    <a:pt x="1168222" y="2476417"/>
                  </a:lnTo>
                  <a:lnTo>
                    <a:pt x="1170123" y="2551795"/>
                  </a:lnTo>
                  <a:lnTo>
                    <a:pt x="1172024" y="2665051"/>
                  </a:lnTo>
                  <a:lnTo>
                    <a:pt x="1173925" y="2740897"/>
                  </a:lnTo>
                  <a:lnTo>
                    <a:pt x="1175827" y="2753033"/>
                  </a:lnTo>
                  <a:lnTo>
                    <a:pt x="1177728" y="2768169"/>
                  </a:lnTo>
                  <a:lnTo>
                    <a:pt x="1179629" y="2756235"/>
                  </a:lnTo>
                  <a:lnTo>
                    <a:pt x="1181530" y="2656920"/>
                  </a:lnTo>
                  <a:lnTo>
                    <a:pt x="1183432" y="2488912"/>
                  </a:lnTo>
                  <a:lnTo>
                    <a:pt x="1185333" y="2259772"/>
                  </a:lnTo>
                  <a:lnTo>
                    <a:pt x="1187234" y="2118430"/>
                  </a:lnTo>
                  <a:lnTo>
                    <a:pt x="1189135" y="2045954"/>
                  </a:lnTo>
                  <a:lnTo>
                    <a:pt x="1191036" y="1970611"/>
                  </a:lnTo>
                  <a:lnTo>
                    <a:pt x="1192938" y="1976806"/>
                  </a:lnTo>
                  <a:lnTo>
                    <a:pt x="1194839" y="1976728"/>
                  </a:lnTo>
                  <a:lnTo>
                    <a:pt x="1196740" y="2038297"/>
                  </a:lnTo>
                  <a:lnTo>
                    <a:pt x="1198641" y="2078406"/>
                  </a:lnTo>
                  <a:lnTo>
                    <a:pt x="1200542" y="2118143"/>
                  </a:lnTo>
                  <a:lnTo>
                    <a:pt x="1202444" y="2223941"/>
                  </a:lnTo>
                  <a:lnTo>
                    <a:pt x="1204345" y="2258768"/>
                  </a:lnTo>
                  <a:lnTo>
                    <a:pt x="1206246" y="2283801"/>
                  </a:lnTo>
                  <a:lnTo>
                    <a:pt x="1208147" y="2343365"/>
                  </a:lnTo>
                  <a:lnTo>
                    <a:pt x="1210049" y="2386930"/>
                  </a:lnTo>
                  <a:lnTo>
                    <a:pt x="1211950" y="2390898"/>
                  </a:lnTo>
                  <a:lnTo>
                    <a:pt x="1213851" y="2392583"/>
                  </a:lnTo>
                  <a:lnTo>
                    <a:pt x="1215752" y="2455938"/>
                  </a:lnTo>
                  <a:lnTo>
                    <a:pt x="1217653" y="2496864"/>
                  </a:lnTo>
                  <a:lnTo>
                    <a:pt x="1219555" y="2460908"/>
                  </a:lnTo>
                  <a:lnTo>
                    <a:pt x="1221456" y="2424301"/>
                  </a:lnTo>
                  <a:lnTo>
                    <a:pt x="1223357" y="2386307"/>
                  </a:lnTo>
                  <a:lnTo>
                    <a:pt x="1225258" y="2334626"/>
                  </a:lnTo>
                  <a:lnTo>
                    <a:pt x="1227159" y="2341384"/>
                  </a:lnTo>
                  <a:lnTo>
                    <a:pt x="1229061" y="2351743"/>
                  </a:lnTo>
                  <a:lnTo>
                    <a:pt x="1230962" y="2294934"/>
                  </a:lnTo>
                  <a:lnTo>
                    <a:pt x="1232863" y="2323221"/>
                  </a:lnTo>
                  <a:lnTo>
                    <a:pt x="1234764" y="2428295"/>
                  </a:lnTo>
                  <a:lnTo>
                    <a:pt x="1236666" y="2445467"/>
                  </a:lnTo>
                  <a:lnTo>
                    <a:pt x="1238567" y="2328016"/>
                  </a:lnTo>
                  <a:lnTo>
                    <a:pt x="1240468" y="2259312"/>
                  </a:lnTo>
                  <a:lnTo>
                    <a:pt x="1242369" y="2263271"/>
                  </a:lnTo>
                  <a:lnTo>
                    <a:pt x="1244270" y="2296827"/>
                  </a:lnTo>
                  <a:lnTo>
                    <a:pt x="1246172" y="2208614"/>
                  </a:lnTo>
                  <a:lnTo>
                    <a:pt x="1248073" y="2126025"/>
                  </a:lnTo>
                  <a:lnTo>
                    <a:pt x="1249974" y="2149605"/>
                  </a:lnTo>
                  <a:lnTo>
                    <a:pt x="1251875" y="2225751"/>
                  </a:lnTo>
                  <a:lnTo>
                    <a:pt x="1253776" y="2292678"/>
                  </a:lnTo>
                  <a:lnTo>
                    <a:pt x="1255678" y="2225588"/>
                  </a:lnTo>
                  <a:lnTo>
                    <a:pt x="1257579" y="2130291"/>
                  </a:lnTo>
                  <a:lnTo>
                    <a:pt x="1259480" y="2061007"/>
                  </a:lnTo>
                  <a:lnTo>
                    <a:pt x="1261381" y="1992259"/>
                  </a:lnTo>
                  <a:lnTo>
                    <a:pt x="1263283" y="1867119"/>
                  </a:lnTo>
                  <a:lnTo>
                    <a:pt x="1265184" y="1824761"/>
                  </a:lnTo>
                  <a:lnTo>
                    <a:pt x="1267085" y="1839017"/>
                  </a:lnTo>
                  <a:lnTo>
                    <a:pt x="1268986" y="1995402"/>
                  </a:lnTo>
                  <a:lnTo>
                    <a:pt x="1270887" y="2156753"/>
                  </a:lnTo>
                  <a:lnTo>
                    <a:pt x="1272789" y="2175693"/>
                  </a:lnTo>
                  <a:lnTo>
                    <a:pt x="1274690" y="2216268"/>
                  </a:lnTo>
                  <a:lnTo>
                    <a:pt x="1276591" y="2183721"/>
                  </a:lnTo>
                  <a:lnTo>
                    <a:pt x="1278492" y="2146326"/>
                  </a:lnTo>
                  <a:lnTo>
                    <a:pt x="1280393" y="2154755"/>
                  </a:lnTo>
                  <a:lnTo>
                    <a:pt x="1282295" y="2159039"/>
                  </a:lnTo>
                  <a:lnTo>
                    <a:pt x="1284196" y="2151872"/>
                  </a:lnTo>
                  <a:lnTo>
                    <a:pt x="1286097" y="2047454"/>
                  </a:lnTo>
                  <a:lnTo>
                    <a:pt x="1287998" y="1996411"/>
                  </a:lnTo>
                  <a:lnTo>
                    <a:pt x="1289900" y="2076163"/>
                  </a:lnTo>
                  <a:lnTo>
                    <a:pt x="1291801" y="2155837"/>
                  </a:lnTo>
                  <a:lnTo>
                    <a:pt x="1293702" y="2123814"/>
                  </a:lnTo>
                  <a:lnTo>
                    <a:pt x="1295603" y="2154568"/>
                  </a:lnTo>
                  <a:lnTo>
                    <a:pt x="1297504" y="2256162"/>
                  </a:lnTo>
                  <a:lnTo>
                    <a:pt x="1299406" y="2322041"/>
                  </a:lnTo>
                  <a:lnTo>
                    <a:pt x="1301307" y="2267132"/>
                  </a:lnTo>
                  <a:lnTo>
                    <a:pt x="1303208" y="2201617"/>
                  </a:lnTo>
                  <a:lnTo>
                    <a:pt x="1305109" y="2258331"/>
                  </a:lnTo>
                  <a:lnTo>
                    <a:pt x="1307010" y="2307035"/>
                  </a:lnTo>
                  <a:lnTo>
                    <a:pt x="1308912" y="2356545"/>
                  </a:lnTo>
                  <a:lnTo>
                    <a:pt x="1310813" y="2436235"/>
                  </a:lnTo>
                  <a:lnTo>
                    <a:pt x="1312714" y="2494419"/>
                  </a:lnTo>
                  <a:lnTo>
                    <a:pt x="1314615" y="2442650"/>
                  </a:lnTo>
                  <a:lnTo>
                    <a:pt x="1316517" y="2428159"/>
                  </a:lnTo>
                  <a:lnTo>
                    <a:pt x="1318418" y="2540390"/>
                  </a:lnTo>
                  <a:lnTo>
                    <a:pt x="1320319" y="2613669"/>
                  </a:lnTo>
                  <a:lnTo>
                    <a:pt x="1322220" y="2587579"/>
                  </a:lnTo>
                  <a:lnTo>
                    <a:pt x="1324121" y="2527683"/>
                  </a:lnTo>
                  <a:lnTo>
                    <a:pt x="1326023" y="2502540"/>
                  </a:lnTo>
                  <a:lnTo>
                    <a:pt x="1327924" y="2454232"/>
                  </a:lnTo>
                  <a:lnTo>
                    <a:pt x="1329825" y="2446452"/>
                  </a:lnTo>
                  <a:lnTo>
                    <a:pt x="1331726" y="2509499"/>
                  </a:lnTo>
                  <a:lnTo>
                    <a:pt x="1333627" y="2602010"/>
                  </a:lnTo>
                  <a:lnTo>
                    <a:pt x="1335529" y="2672436"/>
                  </a:lnTo>
                  <a:lnTo>
                    <a:pt x="1337430" y="2676533"/>
                  </a:lnTo>
                  <a:lnTo>
                    <a:pt x="1339331" y="2623338"/>
                  </a:lnTo>
                  <a:lnTo>
                    <a:pt x="1341232" y="2508676"/>
                  </a:lnTo>
                  <a:lnTo>
                    <a:pt x="1343134" y="2401478"/>
                  </a:lnTo>
                  <a:lnTo>
                    <a:pt x="1345035" y="2275839"/>
                  </a:lnTo>
                  <a:lnTo>
                    <a:pt x="1346936" y="2225915"/>
                  </a:lnTo>
                  <a:lnTo>
                    <a:pt x="1348837" y="2298968"/>
                  </a:lnTo>
                  <a:lnTo>
                    <a:pt x="1350738" y="2368975"/>
                  </a:lnTo>
                  <a:lnTo>
                    <a:pt x="1352640" y="2312378"/>
                  </a:lnTo>
                  <a:lnTo>
                    <a:pt x="1354541" y="2259454"/>
                  </a:lnTo>
                  <a:lnTo>
                    <a:pt x="1356442" y="2238531"/>
                  </a:lnTo>
                  <a:lnTo>
                    <a:pt x="1358343" y="2209777"/>
                  </a:lnTo>
                  <a:lnTo>
                    <a:pt x="1360244" y="2086616"/>
                  </a:lnTo>
                  <a:lnTo>
                    <a:pt x="1362146" y="1957788"/>
                  </a:lnTo>
                  <a:lnTo>
                    <a:pt x="1364047" y="1924376"/>
                  </a:lnTo>
                  <a:lnTo>
                    <a:pt x="1365948" y="1888760"/>
                  </a:lnTo>
                  <a:lnTo>
                    <a:pt x="1367849" y="1905045"/>
                  </a:lnTo>
                  <a:lnTo>
                    <a:pt x="1369751" y="1937543"/>
                  </a:lnTo>
                  <a:lnTo>
                    <a:pt x="1371652" y="1945013"/>
                  </a:lnTo>
                  <a:lnTo>
                    <a:pt x="1373553" y="2052329"/>
                  </a:lnTo>
                  <a:lnTo>
                    <a:pt x="1375454" y="2168070"/>
                  </a:lnTo>
                  <a:lnTo>
                    <a:pt x="1377355" y="2303053"/>
                  </a:lnTo>
                  <a:lnTo>
                    <a:pt x="1379257" y="2319838"/>
                  </a:lnTo>
                  <a:lnTo>
                    <a:pt x="1381158" y="2284221"/>
                  </a:lnTo>
                  <a:lnTo>
                    <a:pt x="1383059" y="2306300"/>
                  </a:lnTo>
                  <a:lnTo>
                    <a:pt x="1384960" y="2305904"/>
                  </a:lnTo>
                  <a:lnTo>
                    <a:pt x="1386861" y="2384941"/>
                  </a:lnTo>
                  <a:lnTo>
                    <a:pt x="1388763" y="2386853"/>
                  </a:lnTo>
                  <a:lnTo>
                    <a:pt x="1390664" y="2394754"/>
                  </a:lnTo>
                  <a:lnTo>
                    <a:pt x="1392565" y="2424976"/>
                  </a:lnTo>
                  <a:lnTo>
                    <a:pt x="1394466" y="2474006"/>
                  </a:lnTo>
                  <a:lnTo>
                    <a:pt x="1396368" y="2548649"/>
                  </a:lnTo>
                  <a:lnTo>
                    <a:pt x="1398269" y="2548824"/>
                  </a:lnTo>
                  <a:lnTo>
                    <a:pt x="1400170" y="2553146"/>
                  </a:lnTo>
                  <a:lnTo>
                    <a:pt x="1402071" y="2624202"/>
                  </a:lnTo>
                  <a:lnTo>
                    <a:pt x="1403972" y="2710620"/>
                  </a:lnTo>
                  <a:lnTo>
                    <a:pt x="1405874" y="2744251"/>
                  </a:lnTo>
                  <a:lnTo>
                    <a:pt x="1407775" y="2753595"/>
                  </a:lnTo>
                  <a:lnTo>
                    <a:pt x="1409676" y="2683729"/>
                  </a:lnTo>
                  <a:lnTo>
                    <a:pt x="1411577" y="2680755"/>
                  </a:lnTo>
                  <a:lnTo>
                    <a:pt x="1413478" y="2758108"/>
                  </a:lnTo>
                  <a:lnTo>
                    <a:pt x="1415380" y="2797735"/>
                  </a:lnTo>
                  <a:lnTo>
                    <a:pt x="1417281" y="2794437"/>
                  </a:lnTo>
                  <a:lnTo>
                    <a:pt x="1419182" y="2737205"/>
                  </a:lnTo>
                  <a:lnTo>
                    <a:pt x="1421083" y="2779118"/>
                  </a:lnTo>
                  <a:lnTo>
                    <a:pt x="1422984" y="2775923"/>
                  </a:lnTo>
                  <a:lnTo>
                    <a:pt x="1424886" y="2660396"/>
                  </a:lnTo>
                  <a:lnTo>
                    <a:pt x="1426787" y="2526761"/>
                  </a:lnTo>
                  <a:lnTo>
                    <a:pt x="1428688" y="2518174"/>
                  </a:lnTo>
                  <a:lnTo>
                    <a:pt x="1430589" y="2517116"/>
                  </a:lnTo>
                  <a:lnTo>
                    <a:pt x="1432491" y="2424263"/>
                  </a:lnTo>
                  <a:lnTo>
                    <a:pt x="1434392" y="2314641"/>
                  </a:lnTo>
                  <a:lnTo>
                    <a:pt x="1436293" y="2313655"/>
                  </a:lnTo>
                  <a:lnTo>
                    <a:pt x="1438194" y="2365195"/>
                  </a:lnTo>
                  <a:lnTo>
                    <a:pt x="1440095" y="2365758"/>
                  </a:lnTo>
                  <a:lnTo>
                    <a:pt x="1441997" y="2359999"/>
                  </a:lnTo>
                  <a:lnTo>
                    <a:pt x="1443898" y="2386164"/>
                  </a:lnTo>
                  <a:lnTo>
                    <a:pt x="1445799" y="2411173"/>
                  </a:lnTo>
                  <a:lnTo>
                    <a:pt x="1447700" y="2376300"/>
                  </a:lnTo>
                  <a:lnTo>
                    <a:pt x="1449601" y="2411132"/>
                  </a:lnTo>
                  <a:lnTo>
                    <a:pt x="1451503" y="2407973"/>
                  </a:lnTo>
                  <a:lnTo>
                    <a:pt x="1453404" y="2357516"/>
                  </a:lnTo>
                  <a:lnTo>
                    <a:pt x="1455305" y="2317197"/>
                  </a:lnTo>
                  <a:lnTo>
                    <a:pt x="1457206" y="2362819"/>
                  </a:lnTo>
                  <a:lnTo>
                    <a:pt x="1459108" y="2421238"/>
                  </a:lnTo>
                  <a:lnTo>
                    <a:pt x="1461009" y="2312738"/>
                  </a:lnTo>
                  <a:lnTo>
                    <a:pt x="1462910" y="2215010"/>
                  </a:lnTo>
                  <a:lnTo>
                    <a:pt x="1464811" y="2158228"/>
                  </a:lnTo>
                  <a:lnTo>
                    <a:pt x="1466712" y="2131706"/>
                  </a:lnTo>
                  <a:lnTo>
                    <a:pt x="1468614" y="2065290"/>
                  </a:lnTo>
                  <a:lnTo>
                    <a:pt x="1470515" y="2015149"/>
                  </a:lnTo>
                  <a:lnTo>
                    <a:pt x="1472416" y="2051133"/>
                  </a:lnTo>
                  <a:lnTo>
                    <a:pt x="1474317" y="2103393"/>
                  </a:lnTo>
                  <a:lnTo>
                    <a:pt x="1476218" y="2184308"/>
                  </a:lnTo>
                  <a:lnTo>
                    <a:pt x="1478120" y="2223190"/>
                  </a:lnTo>
                  <a:lnTo>
                    <a:pt x="1480021" y="2224253"/>
                  </a:lnTo>
                  <a:lnTo>
                    <a:pt x="1481922" y="2201190"/>
                  </a:lnTo>
                  <a:lnTo>
                    <a:pt x="1483823" y="2199835"/>
                  </a:lnTo>
                  <a:lnTo>
                    <a:pt x="1485725" y="2203902"/>
                  </a:lnTo>
                  <a:lnTo>
                    <a:pt x="1487626" y="2208647"/>
                  </a:lnTo>
                  <a:lnTo>
                    <a:pt x="1489527" y="2170496"/>
                  </a:lnTo>
                  <a:lnTo>
                    <a:pt x="1491428" y="2136671"/>
                  </a:lnTo>
                  <a:lnTo>
                    <a:pt x="1493329" y="2173464"/>
                  </a:lnTo>
                  <a:lnTo>
                    <a:pt x="1495231" y="2231123"/>
                  </a:lnTo>
                  <a:lnTo>
                    <a:pt x="1497132" y="2271455"/>
                  </a:lnTo>
                  <a:lnTo>
                    <a:pt x="1499033" y="2342522"/>
                  </a:lnTo>
                  <a:lnTo>
                    <a:pt x="1500934" y="2518653"/>
                  </a:lnTo>
                  <a:lnTo>
                    <a:pt x="1502835" y="2670461"/>
                  </a:lnTo>
                  <a:lnTo>
                    <a:pt x="1504737" y="2690797"/>
                  </a:lnTo>
                  <a:lnTo>
                    <a:pt x="1506638" y="2663302"/>
                  </a:lnTo>
                  <a:lnTo>
                    <a:pt x="1508539" y="2607931"/>
                  </a:lnTo>
                  <a:lnTo>
                    <a:pt x="1510440" y="2513795"/>
                  </a:lnTo>
                  <a:lnTo>
                    <a:pt x="1512342" y="2400539"/>
                  </a:lnTo>
                  <a:lnTo>
                    <a:pt x="1514243" y="2323846"/>
                  </a:lnTo>
                  <a:lnTo>
                    <a:pt x="1516144" y="2317723"/>
                  </a:lnTo>
                  <a:lnTo>
                    <a:pt x="1518045" y="2293185"/>
                  </a:lnTo>
                  <a:lnTo>
                    <a:pt x="1519946" y="2350736"/>
                  </a:lnTo>
                  <a:lnTo>
                    <a:pt x="1521848" y="2459826"/>
                  </a:lnTo>
                  <a:lnTo>
                    <a:pt x="1523749" y="2526369"/>
                  </a:lnTo>
                  <a:lnTo>
                    <a:pt x="1525650" y="2544124"/>
                  </a:lnTo>
                  <a:lnTo>
                    <a:pt x="1527551" y="2501079"/>
                  </a:lnTo>
                  <a:lnTo>
                    <a:pt x="1529452" y="2530542"/>
                  </a:lnTo>
                  <a:lnTo>
                    <a:pt x="1531354" y="2511159"/>
                  </a:lnTo>
                  <a:lnTo>
                    <a:pt x="1533255" y="2433942"/>
                  </a:lnTo>
                  <a:lnTo>
                    <a:pt x="1535156" y="2329836"/>
                  </a:lnTo>
                  <a:lnTo>
                    <a:pt x="1537057" y="2306212"/>
                  </a:lnTo>
                  <a:lnTo>
                    <a:pt x="1538959" y="2403222"/>
                  </a:lnTo>
                  <a:lnTo>
                    <a:pt x="1540860" y="2398048"/>
                  </a:lnTo>
                  <a:lnTo>
                    <a:pt x="1542761" y="2335751"/>
                  </a:lnTo>
                  <a:lnTo>
                    <a:pt x="1544662" y="2319777"/>
                  </a:lnTo>
                  <a:lnTo>
                    <a:pt x="1546563" y="2425491"/>
                  </a:lnTo>
                  <a:lnTo>
                    <a:pt x="1548465" y="2484808"/>
                  </a:lnTo>
                  <a:lnTo>
                    <a:pt x="1550366" y="2419313"/>
                  </a:lnTo>
                  <a:lnTo>
                    <a:pt x="1552267" y="2401861"/>
                  </a:lnTo>
                  <a:lnTo>
                    <a:pt x="1554168" y="2375007"/>
                  </a:lnTo>
                  <a:lnTo>
                    <a:pt x="1556069" y="2238486"/>
                  </a:lnTo>
                  <a:lnTo>
                    <a:pt x="1557971" y="2076118"/>
                  </a:lnTo>
                  <a:lnTo>
                    <a:pt x="1559872" y="1982228"/>
                  </a:lnTo>
                  <a:lnTo>
                    <a:pt x="1561773" y="2004058"/>
                  </a:lnTo>
                  <a:lnTo>
                    <a:pt x="1563674" y="2047499"/>
                  </a:lnTo>
                  <a:lnTo>
                    <a:pt x="1565576" y="2106951"/>
                  </a:lnTo>
                  <a:lnTo>
                    <a:pt x="1567477" y="2242532"/>
                  </a:lnTo>
                  <a:lnTo>
                    <a:pt x="1569378" y="2392916"/>
                  </a:lnTo>
                  <a:lnTo>
                    <a:pt x="1571279" y="2463883"/>
                  </a:lnTo>
                  <a:lnTo>
                    <a:pt x="1573180" y="2390673"/>
                  </a:lnTo>
                  <a:lnTo>
                    <a:pt x="1575082" y="2311319"/>
                  </a:lnTo>
                  <a:lnTo>
                    <a:pt x="1576983" y="2326399"/>
                  </a:lnTo>
                  <a:lnTo>
                    <a:pt x="1578884" y="2378760"/>
                  </a:lnTo>
                  <a:lnTo>
                    <a:pt x="1580785" y="2406607"/>
                  </a:lnTo>
                  <a:lnTo>
                    <a:pt x="1582686" y="2491881"/>
                  </a:lnTo>
                  <a:lnTo>
                    <a:pt x="1584588" y="2613004"/>
                  </a:lnTo>
                  <a:lnTo>
                    <a:pt x="1586489" y="2724576"/>
                  </a:lnTo>
                  <a:lnTo>
                    <a:pt x="1588390" y="2786171"/>
                  </a:lnTo>
                  <a:lnTo>
                    <a:pt x="1590291" y="2839162"/>
                  </a:lnTo>
                  <a:lnTo>
                    <a:pt x="1592193" y="2825567"/>
                  </a:lnTo>
                  <a:lnTo>
                    <a:pt x="1594094" y="2702947"/>
                  </a:lnTo>
                  <a:lnTo>
                    <a:pt x="1595995" y="2700597"/>
                  </a:lnTo>
                  <a:lnTo>
                    <a:pt x="1597896" y="2787079"/>
                  </a:lnTo>
                  <a:lnTo>
                    <a:pt x="1599797" y="2851725"/>
                  </a:lnTo>
                  <a:lnTo>
                    <a:pt x="1601699" y="2828500"/>
                  </a:lnTo>
                  <a:lnTo>
                    <a:pt x="1603600" y="2847748"/>
                  </a:lnTo>
                  <a:lnTo>
                    <a:pt x="1605501" y="2976669"/>
                  </a:lnTo>
                  <a:lnTo>
                    <a:pt x="1607402" y="2980220"/>
                  </a:lnTo>
                  <a:lnTo>
                    <a:pt x="1609303" y="2866605"/>
                  </a:lnTo>
                  <a:lnTo>
                    <a:pt x="1611205" y="2808786"/>
                  </a:lnTo>
                  <a:lnTo>
                    <a:pt x="1613106" y="2779475"/>
                  </a:lnTo>
                  <a:lnTo>
                    <a:pt x="1615007" y="2708053"/>
                  </a:lnTo>
                  <a:lnTo>
                    <a:pt x="1616908" y="2589078"/>
                  </a:lnTo>
                  <a:lnTo>
                    <a:pt x="1618810" y="2504976"/>
                  </a:lnTo>
                  <a:lnTo>
                    <a:pt x="1620711" y="2476479"/>
                  </a:lnTo>
                  <a:lnTo>
                    <a:pt x="1622612" y="2418476"/>
                  </a:lnTo>
                  <a:lnTo>
                    <a:pt x="1624513" y="2359473"/>
                  </a:lnTo>
                  <a:lnTo>
                    <a:pt x="1626414" y="2347606"/>
                  </a:lnTo>
                  <a:lnTo>
                    <a:pt x="1628316" y="2410610"/>
                  </a:lnTo>
                  <a:lnTo>
                    <a:pt x="1630217" y="2483309"/>
                  </a:lnTo>
                  <a:lnTo>
                    <a:pt x="1632118" y="2589172"/>
                  </a:lnTo>
                  <a:lnTo>
                    <a:pt x="1634019" y="2701847"/>
                  </a:lnTo>
                  <a:lnTo>
                    <a:pt x="1635920" y="2755901"/>
                  </a:lnTo>
                  <a:lnTo>
                    <a:pt x="1637822" y="2756206"/>
                  </a:lnTo>
                  <a:lnTo>
                    <a:pt x="1639723" y="2766712"/>
                  </a:lnTo>
                  <a:lnTo>
                    <a:pt x="1641624" y="2828105"/>
                  </a:lnTo>
                  <a:lnTo>
                    <a:pt x="1643525" y="2835741"/>
                  </a:lnTo>
                  <a:lnTo>
                    <a:pt x="1645427" y="2833760"/>
                  </a:lnTo>
                  <a:lnTo>
                    <a:pt x="1647328" y="2884681"/>
                  </a:lnTo>
                  <a:lnTo>
                    <a:pt x="1649229" y="2959006"/>
                  </a:lnTo>
                  <a:lnTo>
                    <a:pt x="1651130" y="2975875"/>
                  </a:lnTo>
                  <a:lnTo>
                    <a:pt x="1653031" y="2929461"/>
                  </a:lnTo>
                  <a:lnTo>
                    <a:pt x="1654933" y="2916777"/>
                  </a:lnTo>
                  <a:lnTo>
                    <a:pt x="1656834" y="2916778"/>
                  </a:lnTo>
                  <a:lnTo>
                    <a:pt x="1658735" y="2895511"/>
                  </a:lnTo>
                  <a:lnTo>
                    <a:pt x="1660636" y="2889129"/>
                  </a:lnTo>
                  <a:lnTo>
                    <a:pt x="1662537" y="2894578"/>
                  </a:lnTo>
                  <a:lnTo>
                    <a:pt x="1664439" y="2892568"/>
                  </a:lnTo>
                  <a:lnTo>
                    <a:pt x="1666340" y="2829074"/>
                  </a:lnTo>
                  <a:lnTo>
                    <a:pt x="1668241" y="2766556"/>
                  </a:lnTo>
                  <a:lnTo>
                    <a:pt x="1670142" y="2764959"/>
                  </a:lnTo>
                  <a:lnTo>
                    <a:pt x="1672044" y="2743690"/>
                  </a:lnTo>
                  <a:lnTo>
                    <a:pt x="1673945" y="2633556"/>
                  </a:lnTo>
                  <a:lnTo>
                    <a:pt x="1675846" y="2555888"/>
                  </a:lnTo>
                  <a:lnTo>
                    <a:pt x="1677747" y="2571374"/>
                  </a:lnTo>
                  <a:lnTo>
                    <a:pt x="1679648" y="2564924"/>
                  </a:lnTo>
                  <a:lnTo>
                    <a:pt x="1681550" y="2486163"/>
                  </a:lnTo>
                  <a:lnTo>
                    <a:pt x="1683451" y="2442980"/>
                  </a:lnTo>
                  <a:lnTo>
                    <a:pt x="1685352" y="2538603"/>
                  </a:lnTo>
                  <a:lnTo>
                    <a:pt x="1687253" y="2665620"/>
                  </a:lnTo>
                  <a:lnTo>
                    <a:pt x="1689154" y="2740530"/>
                  </a:lnTo>
                  <a:lnTo>
                    <a:pt x="1691056" y="2836931"/>
                  </a:lnTo>
                  <a:lnTo>
                    <a:pt x="1692957" y="2891564"/>
                  </a:lnTo>
                  <a:lnTo>
                    <a:pt x="1694858" y="2823186"/>
                  </a:lnTo>
                  <a:lnTo>
                    <a:pt x="1696759" y="2720545"/>
                  </a:lnTo>
                  <a:lnTo>
                    <a:pt x="1698661" y="2624424"/>
                  </a:lnTo>
                  <a:lnTo>
                    <a:pt x="1700562" y="2485576"/>
                  </a:lnTo>
                  <a:lnTo>
                    <a:pt x="1702463" y="2293477"/>
                  </a:lnTo>
                  <a:lnTo>
                    <a:pt x="1704364" y="2223221"/>
                  </a:lnTo>
                  <a:lnTo>
                    <a:pt x="1706265" y="2317430"/>
                  </a:lnTo>
                  <a:lnTo>
                    <a:pt x="1708167" y="2368861"/>
                  </a:lnTo>
                  <a:lnTo>
                    <a:pt x="1710068" y="2410605"/>
                  </a:lnTo>
                  <a:lnTo>
                    <a:pt x="1711969" y="2500666"/>
                  </a:lnTo>
                  <a:lnTo>
                    <a:pt x="1713870" y="2625284"/>
                  </a:lnTo>
                  <a:lnTo>
                    <a:pt x="1715771" y="2695462"/>
                  </a:lnTo>
                  <a:lnTo>
                    <a:pt x="1717673" y="2716190"/>
                  </a:lnTo>
                  <a:lnTo>
                    <a:pt x="1719574" y="2750951"/>
                  </a:lnTo>
                  <a:lnTo>
                    <a:pt x="1721475" y="2763731"/>
                  </a:lnTo>
                  <a:lnTo>
                    <a:pt x="1723376" y="2706490"/>
                  </a:lnTo>
                  <a:lnTo>
                    <a:pt x="1725277" y="2618207"/>
                  </a:lnTo>
                  <a:lnTo>
                    <a:pt x="1727179" y="2540703"/>
                  </a:lnTo>
                  <a:lnTo>
                    <a:pt x="1729080" y="2529898"/>
                  </a:lnTo>
                  <a:lnTo>
                    <a:pt x="1730981" y="2545122"/>
                  </a:lnTo>
                  <a:lnTo>
                    <a:pt x="1732882" y="2483035"/>
                  </a:lnTo>
                  <a:lnTo>
                    <a:pt x="1734784" y="2437519"/>
                  </a:lnTo>
                  <a:lnTo>
                    <a:pt x="1736685" y="2505235"/>
                  </a:lnTo>
                  <a:lnTo>
                    <a:pt x="1738586" y="2564729"/>
                  </a:lnTo>
                  <a:lnTo>
                    <a:pt x="1740487" y="2454974"/>
                  </a:lnTo>
                  <a:lnTo>
                    <a:pt x="1742388" y="2284735"/>
                  </a:lnTo>
                  <a:lnTo>
                    <a:pt x="1744290" y="2213927"/>
                  </a:lnTo>
                  <a:lnTo>
                    <a:pt x="1746191" y="2198932"/>
                  </a:lnTo>
                  <a:lnTo>
                    <a:pt x="1748092" y="2073644"/>
                  </a:lnTo>
                  <a:lnTo>
                    <a:pt x="1749993" y="2023048"/>
                  </a:lnTo>
                  <a:lnTo>
                    <a:pt x="1751894" y="2071529"/>
                  </a:lnTo>
                  <a:lnTo>
                    <a:pt x="1753796" y="2166842"/>
                  </a:lnTo>
                  <a:lnTo>
                    <a:pt x="1755697" y="2294008"/>
                  </a:lnTo>
                  <a:lnTo>
                    <a:pt x="1757598" y="2373907"/>
                  </a:lnTo>
                  <a:lnTo>
                    <a:pt x="1759499" y="2446251"/>
                  </a:lnTo>
                  <a:lnTo>
                    <a:pt x="1761401" y="2415353"/>
                  </a:lnTo>
                  <a:lnTo>
                    <a:pt x="1763302" y="2358591"/>
                  </a:lnTo>
                  <a:lnTo>
                    <a:pt x="1765203" y="2320502"/>
                  </a:lnTo>
                  <a:lnTo>
                    <a:pt x="1767104" y="2257528"/>
                  </a:lnTo>
                  <a:lnTo>
                    <a:pt x="1769005" y="2247817"/>
                  </a:lnTo>
                  <a:lnTo>
                    <a:pt x="1770907" y="2346952"/>
                  </a:lnTo>
                  <a:lnTo>
                    <a:pt x="1772808" y="2475373"/>
                  </a:lnTo>
                  <a:lnTo>
                    <a:pt x="1774709" y="2506150"/>
                  </a:lnTo>
                  <a:lnTo>
                    <a:pt x="1776610" y="2475105"/>
                  </a:lnTo>
                  <a:lnTo>
                    <a:pt x="1778511" y="2420357"/>
                  </a:lnTo>
                  <a:lnTo>
                    <a:pt x="1780413" y="2328047"/>
                  </a:lnTo>
                  <a:lnTo>
                    <a:pt x="1782314" y="2207482"/>
                  </a:lnTo>
                  <a:lnTo>
                    <a:pt x="1784215" y="2234027"/>
                  </a:lnTo>
                  <a:lnTo>
                    <a:pt x="1786116" y="2321709"/>
                  </a:lnTo>
                  <a:lnTo>
                    <a:pt x="1788018" y="2402964"/>
                  </a:lnTo>
                  <a:lnTo>
                    <a:pt x="1789919" y="2388674"/>
                  </a:lnTo>
                  <a:lnTo>
                    <a:pt x="1791820" y="2394932"/>
                  </a:lnTo>
                  <a:lnTo>
                    <a:pt x="1793721" y="2426811"/>
                  </a:lnTo>
                  <a:lnTo>
                    <a:pt x="1795622" y="2319868"/>
                  </a:lnTo>
                  <a:lnTo>
                    <a:pt x="1797524" y="2238460"/>
                  </a:lnTo>
                  <a:lnTo>
                    <a:pt x="1799425" y="2155144"/>
                  </a:lnTo>
                  <a:lnTo>
                    <a:pt x="1801326" y="2208299"/>
                  </a:lnTo>
                  <a:lnTo>
                    <a:pt x="1803227" y="2346229"/>
                  </a:lnTo>
                  <a:lnTo>
                    <a:pt x="1805128" y="2392829"/>
                  </a:lnTo>
                  <a:lnTo>
                    <a:pt x="1807030" y="2433798"/>
                  </a:lnTo>
                  <a:lnTo>
                    <a:pt x="1808931" y="2532153"/>
                  </a:lnTo>
                  <a:lnTo>
                    <a:pt x="1810832" y="2665783"/>
                  </a:lnTo>
                  <a:lnTo>
                    <a:pt x="1812733" y="2799369"/>
                  </a:lnTo>
                  <a:lnTo>
                    <a:pt x="1814635" y="2854000"/>
                  </a:lnTo>
                  <a:lnTo>
                    <a:pt x="1816536" y="2888468"/>
                  </a:lnTo>
                  <a:lnTo>
                    <a:pt x="1818437" y="2937360"/>
                  </a:lnTo>
                  <a:lnTo>
                    <a:pt x="1820338" y="2957052"/>
                  </a:lnTo>
                  <a:lnTo>
                    <a:pt x="1822239" y="2948062"/>
                  </a:lnTo>
                  <a:lnTo>
                    <a:pt x="1824141" y="2816937"/>
                  </a:lnTo>
                  <a:lnTo>
                    <a:pt x="1826042" y="2655709"/>
                  </a:lnTo>
                  <a:lnTo>
                    <a:pt x="1827943" y="2634912"/>
                  </a:lnTo>
                  <a:lnTo>
                    <a:pt x="1829844" y="2644599"/>
                  </a:lnTo>
                  <a:lnTo>
                    <a:pt x="1831745" y="2549368"/>
                  </a:lnTo>
                  <a:lnTo>
                    <a:pt x="1833647" y="2508183"/>
                  </a:lnTo>
                  <a:lnTo>
                    <a:pt x="1835548" y="2617972"/>
                  </a:lnTo>
                  <a:lnTo>
                    <a:pt x="1837449" y="2731866"/>
                  </a:lnTo>
                  <a:lnTo>
                    <a:pt x="1839350" y="2735803"/>
                  </a:lnTo>
                  <a:lnTo>
                    <a:pt x="1841252" y="2725710"/>
                  </a:lnTo>
                  <a:lnTo>
                    <a:pt x="1843153" y="2809388"/>
                  </a:lnTo>
                  <a:lnTo>
                    <a:pt x="1845054" y="2893998"/>
                  </a:lnTo>
                  <a:lnTo>
                    <a:pt x="1846955" y="2910024"/>
                  </a:lnTo>
                  <a:lnTo>
                    <a:pt x="1848856" y="2832192"/>
                  </a:lnTo>
                  <a:lnTo>
                    <a:pt x="1850758" y="2730235"/>
                  </a:lnTo>
                  <a:lnTo>
                    <a:pt x="1852659" y="2624006"/>
                  </a:lnTo>
                  <a:lnTo>
                    <a:pt x="1854560" y="2545310"/>
                  </a:lnTo>
                  <a:lnTo>
                    <a:pt x="1856461" y="2528307"/>
                  </a:lnTo>
                  <a:lnTo>
                    <a:pt x="1858362" y="2487741"/>
                  </a:lnTo>
                  <a:lnTo>
                    <a:pt x="1860264" y="2552709"/>
                  </a:lnTo>
                  <a:lnTo>
                    <a:pt x="1862165" y="2646643"/>
                  </a:lnTo>
                  <a:lnTo>
                    <a:pt x="1864066" y="2766778"/>
                  </a:lnTo>
                  <a:lnTo>
                    <a:pt x="1865967" y="2881126"/>
                  </a:lnTo>
                  <a:lnTo>
                    <a:pt x="1867869" y="2836220"/>
                  </a:lnTo>
                  <a:lnTo>
                    <a:pt x="1869770" y="2807222"/>
                  </a:lnTo>
                  <a:lnTo>
                    <a:pt x="1871671" y="2793155"/>
                  </a:lnTo>
                  <a:lnTo>
                    <a:pt x="1873572" y="2761184"/>
                  </a:lnTo>
                  <a:lnTo>
                    <a:pt x="1875473" y="2697133"/>
                  </a:lnTo>
                  <a:lnTo>
                    <a:pt x="1877375" y="2657145"/>
                  </a:lnTo>
                  <a:lnTo>
                    <a:pt x="1879276" y="2732006"/>
                  </a:lnTo>
                  <a:lnTo>
                    <a:pt x="1881177" y="2827566"/>
                  </a:lnTo>
                  <a:lnTo>
                    <a:pt x="1883078" y="2878858"/>
                  </a:lnTo>
                  <a:lnTo>
                    <a:pt x="1884979" y="2901440"/>
                  </a:lnTo>
                  <a:lnTo>
                    <a:pt x="1886881" y="2843331"/>
                  </a:lnTo>
                  <a:lnTo>
                    <a:pt x="1888782" y="2755150"/>
                  </a:lnTo>
                  <a:lnTo>
                    <a:pt x="1890683" y="2656584"/>
                  </a:lnTo>
                  <a:lnTo>
                    <a:pt x="1892584" y="2584393"/>
                  </a:lnTo>
                  <a:lnTo>
                    <a:pt x="1894486" y="2542966"/>
                  </a:lnTo>
                  <a:lnTo>
                    <a:pt x="1896387" y="2466397"/>
                  </a:lnTo>
                  <a:lnTo>
                    <a:pt x="1898288" y="2462372"/>
                  </a:lnTo>
                  <a:lnTo>
                    <a:pt x="1900189" y="2486750"/>
                  </a:lnTo>
                  <a:lnTo>
                    <a:pt x="1902090" y="2485545"/>
                  </a:lnTo>
                  <a:lnTo>
                    <a:pt x="1903992" y="2413521"/>
                  </a:lnTo>
                  <a:lnTo>
                    <a:pt x="1905893" y="2308254"/>
                  </a:lnTo>
                  <a:lnTo>
                    <a:pt x="1907794" y="2231088"/>
                  </a:lnTo>
                  <a:lnTo>
                    <a:pt x="1909695" y="2189229"/>
                  </a:lnTo>
                  <a:lnTo>
                    <a:pt x="1911596" y="2140089"/>
                  </a:lnTo>
                  <a:lnTo>
                    <a:pt x="1913498" y="2119449"/>
                  </a:lnTo>
                  <a:lnTo>
                    <a:pt x="1915399" y="2097641"/>
                  </a:lnTo>
                  <a:lnTo>
                    <a:pt x="1917300" y="2012064"/>
                  </a:lnTo>
                  <a:lnTo>
                    <a:pt x="1919201" y="2027166"/>
                  </a:lnTo>
                  <a:lnTo>
                    <a:pt x="1921103" y="2061172"/>
                  </a:lnTo>
                  <a:lnTo>
                    <a:pt x="1923004" y="2068826"/>
                  </a:lnTo>
                  <a:lnTo>
                    <a:pt x="1924905" y="2101031"/>
                  </a:lnTo>
                  <a:lnTo>
                    <a:pt x="1926806" y="2223720"/>
                  </a:lnTo>
                  <a:lnTo>
                    <a:pt x="1928707" y="2389725"/>
                  </a:lnTo>
                  <a:lnTo>
                    <a:pt x="1930609" y="2474531"/>
                  </a:lnTo>
                  <a:lnTo>
                    <a:pt x="1932510" y="2440766"/>
                  </a:lnTo>
                  <a:lnTo>
                    <a:pt x="1934411" y="2434848"/>
                  </a:lnTo>
                  <a:lnTo>
                    <a:pt x="1936312" y="2390331"/>
                  </a:lnTo>
                  <a:lnTo>
                    <a:pt x="1938213" y="2281201"/>
                  </a:lnTo>
                  <a:lnTo>
                    <a:pt x="1940115" y="2224484"/>
                  </a:lnTo>
                  <a:lnTo>
                    <a:pt x="1942016" y="2310140"/>
                  </a:lnTo>
                  <a:lnTo>
                    <a:pt x="1943917" y="2457059"/>
                  </a:lnTo>
                  <a:lnTo>
                    <a:pt x="1945818" y="2518455"/>
                  </a:lnTo>
                  <a:lnTo>
                    <a:pt x="1947720" y="2570928"/>
                  </a:lnTo>
                  <a:lnTo>
                    <a:pt x="1949621" y="2635747"/>
                  </a:lnTo>
                  <a:lnTo>
                    <a:pt x="1951522" y="2686753"/>
                  </a:lnTo>
                  <a:lnTo>
                    <a:pt x="1953423" y="2666085"/>
                  </a:lnTo>
                  <a:lnTo>
                    <a:pt x="1955324" y="2652511"/>
                  </a:lnTo>
                  <a:lnTo>
                    <a:pt x="1957226" y="2673210"/>
                  </a:lnTo>
                  <a:lnTo>
                    <a:pt x="1959127" y="2657197"/>
                  </a:lnTo>
                  <a:lnTo>
                    <a:pt x="1961028" y="2611609"/>
                  </a:lnTo>
                  <a:lnTo>
                    <a:pt x="1962929" y="2613446"/>
                  </a:lnTo>
                  <a:lnTo>
                    <a:pt x="1964830" y="2570065"/>
                  </a:lnTo>
                  <a:lnTo>
                    <a:pt x="1966732" y="2470077"/>
                  </a:lnTo>
                  <a:lnTo>
                    <a:pt x="1968633" y="2316987"/>
                  </a:lnTo>
                  <a:lnTo>
                    <a:pt x="1970534" y="2234913"/>
                  </a:lnTo>
                  <a:lnTo>
                    <a:pt x="1972435" y="2172259"/>
                  </a:lnTo>
                  <a:lnTo>
                    <a:pt x="1974337" y="2036875"/>
                  </a:lnTo>
                  <a:lnTo>
                    <a:pt x="1976238" y="1941976"/>
                  </a:lnTo>
                  <a:lnTo>
                    <a:pt x="1978139" y="1882207"/>
                  </a:lnTo>
                  <a:lnTo>
                    <a:pt x="1980040" y="1957201"/>
                  </a:lnTo>
                  <a:lnTo>
                    <a:pt x="1981941" y="2033383"/>
                  </a:lnTo>
                  <a:lnTo>
                    <a:pt x="1983843" y="2144022"/>
                  </a:lnTo>
                  <a:lnTo>
                    <a:pt x="1985744" y="2226077"/>
                  </a:lnTo>
                  <a:lnTo>
                    <a:pt x="1987645" y="2301482"/>
                  </a:lnTo>
                  <a:lnTo>
                    <a:pt x="1989546" y="2393816"/>
                  </a:lnTo>
                  <a:lnTo>
                    <a:pt x="1991447" y="2443699"/>
                  </a:lnTo>
                  <a:lnTo>
                    <a:pt x="1993349" y="2446301"/>
                  </a:lnTo>
                  <a:lnTo>
                    <a:pt x="1995250" y="2412094"/>
                  </a:lnTo>
                  <a:lnTo>
                    <a:pt x="1997151" y="2457134"/>
                  </a:lnTo>
                  <a:lnTo>
                    <a:pt x="1999052" y="2479663"/>
                  </a:lnTo>
                  <a:lnTo>
                    <a:pt x="2000953" y="2571046"/>
                  </a:lnTo>
                  <a:lnTo>
                    <a:pt x="2002855" y="2641719"/>
                  </a:lnTo>
                  <a:lnTo>
                    <a:pt x="2004756" y="2682577"/>
                  </a:lnTo>
                  <a:lnTo>
                    <a:pt x="2006657" y="2714549"/>
                  </a:lnTo>
                  <a:lnTo>
                    <a:pt x="2008558" y="2755704"/>
                  </a:lnTo>
                  <a:lnTo>
                    <a:pt x="2010460" y="2796493"/>
                  </a:lnTo>
                  <a:lnTo>
                    <a:pt x="2012361" y="2723580"/>
                  </a:lnTo>
                  <a:lnTo>
                    <a:pt x="2014262" y="2698494"/>
                  </a:lnTo>
                  <a:lnTo>
                    <a:pt x="2016163" y="2720499"/>
                  </a:lnTo>
                  <a:lnTo>
                    <a:pt x="2018064" y="2740650"/>
                  </a:lnTo>
                  <a:lnTo>
                    <a:pt x="2019966" y="2722262"/>
                  </a:lnTo>
                  <a:lnTo>
                    <a:pt x="2021867" y="2739632"/>
                  </a:lnTo>
                  <a:lnTo>
                    <a:pt x="2023768" y="2769993"/>
                  </a:lnTo>
                  <a:lnTo>
                    <a:pt x="2025669" y="2727632"/>
                  </a:lnTo>
                  <a:lnTo>
                    <a:pt x="2027570" y="2727100"/>
                  </a:lnTo>
                  <a:lnTo>
                    <a:pt x="2029472" y="2772196"/>
                  </a:lnTo>
                  <a:lnTo>
                    <a:pt x="2031373" y="2816792"/>
                  </a:lnTo>
                  <a:lnTo>
                    <a:pt x="2033274" y="2732087"/>
                  </a:lnTo>
                  <a:lnTo>
                    <a:pt x="2035175" y="2727663"/>
                  </a:lnTo>
                  <a:lnTo>
                    <a:pt x="2037077" y="2827557"/>
                  </a:lnTo>
                  <a:lnTo>
                    <a:pt x="2038978" y="2855033"/>
                  </a:lnTo>
                  <a:lnTo>
                    <a:pt x="2040879" y="2808887"/>
                  </a:lnTo>
                  <a:lnTo>
                    <a:pt x="2042780" y="2754837"/>
                  </a:lnTo>
                  <a:lnTo>
                    <a:pt x="2044681" y="2770808"/>
                  </a:lnTo>
                  <a:lnTo>
                    <a:pt x="2046583" y="2792172"/>
                  </a:lnTo>
                  <a:lnTo>
                    <a:pt x="2048484" y="2777945"/>
                  </a:lnTo>
                  <a:lnTo>
                    <a:pt x="2050385" y="2756498"/>
                  </a:lnTo>
                  <a:lnTo>
                    <a:pt x="2052286" y="2695058"/>
                  </a:lnTo>
                  <a:lnTo>
                    <a:pt x="2054187" y="2646180"/>
                  </a:lnTo>
                  <a:lnTo>
                    <a:pt x="2056089" y="2659978"/>
                  </a:lnTo>
                  <a:lnTo>
                    <a:pt x="2057990" y="2575243"/>
                  </a:lnTo>
                  <a:lnTo>
                    <a:pt x="2059891" y="2426042"/>
                  </a:lnTo>
                  <a:lnTo>
                    <a:pt x="2061792" y="2353500"/>
                  </a:lnTo>
                  <a:lnTo>
                    <a:pt x="2063694" y="2342142"/>
                  </a:lnTo>
                  <a:lnTo>
                    <a:pt x="2065595" y="2352824"/>
                  </a:lnTo>
                  <a:lnTo>
                    <a:pt x="2067496" y="2430136"/>
                  </a:lnTo>
                  <a:lnTo>
                    <a:pt x="2069397" y="2564755"/>
                  </a:lnTo>
                  <a:lnTo>
                    <a:pt x="2071298" y="2631959"/>
                  </a:lnTo>
                  <a:lnTo>
                    <a:pt x="2073200" y="2575771"/>
                  </a:lnTo>
                  <a:lnTo>
                    <a:pt x="2075101" y="2565612"/>
                  </a:lnTo>
                  <a:lnTo>
                    <a:pt x="2077002" y="2635256"/>
                  </a:lnTo>
                  <a:lnTo>
                    <a:pt x="2078903" y="2620859"/>
                  </a:lnTo>
                  <a:lnTo>
                    <a:pt x="2080804" y="2554694"/>
                  </a:lnTo>
                  <a:lnTo>
                    <a:pt x="2082706" y="2573435"/>
                  </a:lnTo>
                  <a:lnTo>
                    <a:pt x="2084607" y="2648214"/>
                  </a:lnTo>
                  <a:lnTo>
                    <a:pt x="2086508" y="2751199"/>
                  </a:lnTo>
                  <a:lnTo>
                    <a:pt x="2088409" y="2762625"/>
                  </a:lnTo>
                  <a:lnTo>
                    <a:pt x="2090311" y="2677810"/>
                  </a:lnTo>
                  <a:lnTo>
                    <a:pt x="2092212" y="2644236"/>
                  </a:lnTo>
                  <a:lnTo>
                    <a:pt x="2094113" y="2613918"/>
                  </a:lnTo>
                  <a:lnTo>
                    <a:pt x="2096014" y="2631824"/>
                  </a:lnTo>
                  <a:lnTo>
                    <a:pt x="2097915" y="2623277"/>
                  </a:lnTo>
                  <a:lnTo>
                    <a:pt x="2099817" y="2545154"/>
                  </a:lnTo>
                  <a:lnTo>
                    <a:pt x="2101718" y="2520011"/>
                  </a:lnTo>
                  <a:lnTo>
                    <a:pt x="2103619" y="2537090"/>
                  </a:lnTo>
                  <a:lnTo>
                    <a:pt x="2105520" y="2605567"/>
                  </a:lnTo>
                  <a:lnTo>
                    <a:pt x="2107421" y="2634082"/>
                  </a:lnTo>
                  <a:lnTo>
                    <a:pt x="2109323" y="2601503"/>
                  </a:lnTo>
                  <a:lnTo>
                    <a:pt x="2111224" y="2696397"/>
                  </a:lnTo>
                  <a:lnTo>
                    <a:pt x="2113125" y="2822227"/>
                  </a:lnTo>
                  <a:lnTo>
                    <a:pt x="2115026" y="2860473"/>
                  </a:lnTo>
                  <a:lnTo>
                    <a:pt x="2116928" y="2821446"/>
                  </a:lnTo>
                  <a:lnTo>
                    <a:pt x="2118829" y="2719361"/>
                  </a:lnTo>
                  <a:lnTo>
                    <a:pt x="2120730" y="2602548"/>
                  </a:lnTo>
                  <a:lnTo>
                    <a:pt x="2122631" y="2507070"/>
                  </a:lnTo>
                  <a:lnTo>
                    <a:pt x="2124532" y="2430825"/>
                  </a:lnTo>
                  <a:lnTo>
                    <a:pt x="2126434" y="2364681"/>
                  </a:lnTo>
                  <a:lnTo>
                    <a:pt x="2128335" y="2368570"/>
                  </a:lnTo>
                  <a:lnTo>
                    <a:pt x="2130236" y="2444046"/>
                  </a:lnTo>
                  <a:lnTo>
                    <a:pt x="2132137" y="2570607"/>
                  </a:lnTo>
                  <a:lnTo>
                    <a:pt x="2134038" y="2649765"/>
                  </a:lnTo>
                  <a:lnTo>
                    <a:pt x="2135940" y="2651914"/>
                  </a:lnTo>
                  <a:lnTo>
                    <a:pt x="2137841" y="2613782"/>
                  </a:lnTo>
                  <a:lnTo>
                    <a:pt x="2139742" y="2538492"/>
                  </a:lnTo>
                  <a:lnTo>
                    <a:pt x="2141643" y="2545503"/>
                  </a:lnTo>
                  <a:lnTo>
                    <a:pt x="2143545" y="2546333"/>
                  </a:lnTo>
                  <a:lnTo>
                    <a:pt x="2145446" y="2477700"/>
                  </a:lnTo>
                  <a:lnTo>
                    <a:pt x="2147347" y="2457580"/>
                  </a:lnTo>
                  <a:lnTo>
                    <a:pt x="2149248" y="2541581"/>
                  </a:lnTo>
                  <a:lnTo>
                    <a:pt x="2151149" y="2597365"/>
                  </a:lnTo>
                  <a:lnTo>
                    <a:pt x="2153051" y="2527182"/>
                  </a:lnTo>
                  <a:lnTo>
                    <a:pt x="2154952" y="2464657"/>
                  </a:lnTo>
                  <a:lnTo>
                    <a:pt x="2156853" y="2470006"/>
                  </a:lnTo>
                  <a:lnTo>
                    <a:pt x="2158754" y="2407634"/>
                  </a:lnTo>
                  <a:lnTo>
                    <a:pt x="2160655" y="2357853"/>
                  </a:lnTo>
                  <a:lnTo>
                    <a:pt x="2162557" y="2411106"/>
                  </a:lnTo>
                  <a:lnTo>
                    <a:pt x="2164458" y="2450740"/>
                  </a:lnTo>
                  <a:lnTo>
                    <a:pt x="2166359" y="2480796"/>
                  </a:lnTo>
                  <a:lnTo>
                    <a:pt x="2168260" y="2506215"/>
                  </a:lnTo>
                  <a:lnTo>
                    <a:pt x="2170162" y="2611411"/>
                  </a:lnTo>
                  <a:lnTo>
                    <a:pt x="2172063" y="2692933"/>
                  </a:lnTo>
                  <a:lnTo>
                    <a:pt x="2173964" y="2702812"/>
                  </a:lnTo>
                  <a:lnTo>
                    <a:pt x="2175865" y="2765879"/>
                  </a:lnTo>
                  <a:lnTo>
                    <a:pt x="2177766" y="2839265"/>
                  </a:lnTo>
                  <a:lnTo>
                    <a:pt x="2179668" y="2872190"/>
                  </a:lnTo>
                  <a:lnTo>
                    <a:pt x="2181569" y="2829733"/>
                  </a:lnTo>
                  <a:lnTo>
                    <a:pt x="2183470" y="2776998"/>
                  </a:lnTo>
                  <a:lnTo>
                    <a:pt x="2185371" y="2797607"/>
                  </a:lnTo>
                  <a:lnTo>
                    <a:pt x="2187272" y="2767312"/>
                  </a:lnTo>
                  <a:lnTo>
                    <a:pt x="2189174" y="2693913"/>
                  </a:lnTo>
                  <a:lnTo>
                    <a:pt x="2191075" y="2646346"/>
                  </a:lnTo>
                  <a:lnTo>
                    <a:pt x="2192976" y="2667695"/>
                  </a:lnTo>
                  <a:lnTo>
                    <a:pt x="2194877" y="2642255"/>
                  </a:lnTo>
                  <a:lnTo>
                    <a:pt x="2196779" y="2482714"/>
                  </a:lnTo>
                  <a:lnTo>
                    <a:pt x="2198680" y="2430559"/>
                  </a:lnTo>
                  <a:lnTo>
                    <a:pt x="2200581" y="2449810"/>
                  </a:lnTo>
                  <a:lnTo>
                    <a:pt x="2202482" y="2501734"/>
                  </a:lnTo>
                  <a:lnTo>
                    <a:pt x="2204383" y="2558926"/>
                  </a:lnTo>
                  <a:lnTo>
                    <a:pt x="2206285" y="2682837"/>
                  </a:lnTo>
                  <a:lnTo>
                    <a:pt x="2208186" y="2822526"/>
                  </a:lnTo>
                  <a:lnTo>
                    <a:pt x="2210087" y="2794786"/>
                  </a:lnTo>
                  <a:lnTo>
                    <a:pt x="2211988" y="2630438"/>
                  </a:lnTo>
                  <a:lnTo>
                    <a:pt x="2213889" y="2464900"/>
                  </a:lnTo>
                  <a:lnTo>
                    <a:pt x="2215791" y="2390111"/>
                  </a:lnTo>
                  <a:lnTo>
                    <a:pt x="2217692" y="2311014"/>
                  </a:lnTo>
                  <a:lnTo>
                    <a:pt x="2219593" y="2209664"/>
                  </a:lnTo>
                  <a:lnTo>
                    <a:pt x="2221494" y="2172631"/>
                  </a:lnTo>
                  <a:lnTo>
                    <a:pt x="2223396" y="2238571"/>
                  </a:lnTo>
                  <a:lnTo>
                    <a:pt x="2225297" y="2338986"/>
                  </a:lnTo>
                  <a:lnTo>
                    <a:pt x="2227198" y="2350271"/>
                  </a:lnTo>
                  <a:lnTo>
                    <a:pt x="2229099" y="2292773"/>
                  </a:lnTo>
                  <a:lnTo>
                    <a:pt x="2231000" y="2347001"/>
                  </a:lnTo>
                  <a:lnTo>
                    <a:pt x="2232902" y="2499235"/>
                  </a:lnTo>
                  <a:lnTo>
                    <a:pt x="2234803" y="2667533"/>
                  </a:lnTo>
                  <a:lnTo>
                    <a:pt x="2236704" y="2755032"/>
                  </a:lnTo>
                  <a:lnTo>
                    <a:pt x="2238605" y="2822276"/>
                  </a:lnTo>
                  <a:lnTo>
                    <a:pt x="2240506" y="2869338"/>
                  </a:lnTo>
                  <a:lnTo>
                    <a:pt x="2242408" y="2856288"/>
                  </a:lnTo>
                  <a:lnTo>
                    <a:pt x="2244309" y="2759637"/>
                  </a:lnTo>
                  <a:lnTo>
                    <a:pt x="2246210" y="2648496"/>
                  </a:lnTo>
                  <a:lnTo>
                    <a:pt x="2248111" y="2583209"/>
                  </a:lnTo>
                  <a:lnTo>
                    <a:pt x="2250013" y="2520388"/>
                  </a:lnTo>
                  <a:lnTo>
                    <a:pt x="2251914" y="2555612"/>
                  </a:lnTo>
                  <a:lnTo>
                    <a:pt x="2253815" y="2652188"/>
                  </a:lnTo>
                  <a:lnTo>
                    <a:pt x="2255716" y="2754876"/>
                  </a:lnTo>
                  <a:lnTo>
                    <a:pt x="2257617" y="2846144"/>
                  </a:lnTo>
                  <a:lnTo>
                    <a:pt x="2259519" y="2886705"/>
                  </a:lnTo>
                  <a:lnTo>
                    <a:pt x="2261420" y="2951674"/>
                  </a:lnTo>
                  <a:lnTo>
                    <a:pt x="2263321" y="2925609"/>
                  </a:lnTo>
                  <a:lnTo>
                    <a:pt x="2265222" y="2810122"/>
                  </a:lnTo>
                  <a:lnTo>
                    <a:pt x="2267123" y="2776295"/>
                  </a:lnTo>
                  <a:lnTo>
                    <a:pt x="2269025" y="2756496"/>
                  </a:lnTo>
                  <a:lnTo>
                    <a:pt x="2270926" y="2745790"/>
                  </a:lnTo>
                  <a:lnTo>
                    <a:pt x="2272827" y="2654293"/>
                  </a:lnTo>
                  <a:lnTo>
                    <a:pt x="2274728" y="2554173"/>
                  </a:lnTo>
                  <a:lnTo>
                    <a:pt x="2276630" y="2483688"/>
                  </a:lnTo>
                  <a:lnTo>
                    <a:pt x="2278531" y="2350917"/>
                  </a:lnTo>
                  <a:lnTo>
                    <a:pt x="2280432" y="2152015"/>
                  </a:lnTo>
                  <a:lnTo>
                    <a:pt x="2282333" y="1961478"/>
                  </a:lnTo>
                  <a:lnTo>
                    <a:pt x="2284234" y="1853882"/>
                  </a:lnTo>
                  <a:lnTo>
                    <a:pt x="2286136" y="1888939"/>
                  </a:lnTo>
                  <a:lnTo>
                    <a:pt x="2288037" y="1935400"/>
                  </a:lnTo>
                  <a:lnTo>
                    <a:pt x="2289938" y="1921476"/>
                  </a:lnTo>
                  <a:lnTo>
                    <a:pt x="2291839" y="1945159"/>
                  </a:lnTo>
                  <a:lnTo>
                    <a:pt x="2293740" y="2037227"/>
                  </a:lnTo>
                  <a:lnTo>
                    <a:pt x="2295642" y="2210303"/>
                  </a:lnTo>
                  <a:lnTo>
                    <a:pt x="2297543" y="2360241"/>
                  </a:lnTo>
                  <a:lnTo>
                    <a:pt x="2299444" y="2461988"/>
                  </a:lnTo>
                  <a:lnTo>
                    <a:pt x="2301345" y="2589243"/>
                  </a:lnTo>
                  <a:lnTo>
                    <a:pt x="2303246" y="2750176"/>
                  </a:lnTo>
                  <a:lnTo>
                    <a:pt x="2305148" y="2849956"/>
                  </a:lnTo>
                  <a:lnTo>
                    <a:pt x="2307049" y="2775202"/>
                  </a:lnTo>
                  <a:lnTo>
                    <a:pt x="2308950" y="2638863"/>
                  </a:lnTo>
                  <a:lnTo>
                    <a:pt x="2310851" y="2621620"/>
                  </a:lnTo>
                  <a:lnTo>
                    <a:pt x="2312753" y="2698614"/>
                  </a:lnTo>
                  <a:lnTo>
                    <a:pt x="2314654" y="2728879"/>
                  </a:lnTo>
                  <a:lnTo>
                    <a:pt x="2316555" y="2628275"/>
                  </a:lnTo>
                  <a:lnTo>
                    <a:pt x="2318456" y="2526775"/>
                  </a:lnTo>
                  <a:lnTo>
                    <a:pt x="2320357" y="2434342"/>
                  </a:lnTo>
                  <a:lnTo>
                    <a:pt x="2322259" y="2260689"/>
                  </a:lnTo>
                  <a:lnTo>
                    <a:pt x="2324160" y="2079178"/>
                  </a:lnTo>
                  <a:lnTo>
                    <a:pt x="2326061" y="2020249"/>
                  </a:lnTo>
                  <a:lnTo>
                    <a:pt x="2327962" y="2058518"/>
                  </a:lnTo>
                  <a:lnTo>
                    <a:pt x="2329863" y="2132768"/>
                  </a:lnTo>
                  <a:lnTo>
                    <a:pt x="2331765" y="2193070"/>
                  </a:lnTo>
                  <a:lnTo>
                    <a:pt x="2333666" y="2278847"/>
                  </a:lnTo>
                  <a:lnTo>
                    <a:pt x="2335567" y="2347071"/>
                  </a:lnTo>
                  <a:lnTo>
                    <a:pt x="2337468" y="2372246"/>
                  </a:lnTo>
                  <a:lnTo>
                    <a:pt x="2339370" y="2367954"/>
                  </a:lnTo>
                  <a:lnTo>
                    <a:pt x="2341271" y="2364853"/>
                  </a:lnTo>
                  <a:lnTo>
                    <a:pt x="2343172" y="2442209"/>
                  </a:lnTo>
                  <a:lnTo>
                    <a:pt x="2345073" y="2506339"/>
                  </a:lnTo>
                  <a:lnTo>
                    <a:pt x="2346974" y="2514033"/>
                  </a:lnTo>
                  <a:lnTo>
                    <a:pt x="2348876" y="2412153"/>
                  </a:lnTo>
                  <a:lnTo>
                    <a:pt x="2350777" y="2403900"/>
                  </a:lnTo>
                  <a:lnTo>
                    <a:pt x="2352678" y="2448313"/>
                  </a:lnTo>
                  <a:lnTo>
                    <a:pt x="2354579" y="2400396"/>
                  </a:lnTo>
                  <a:lnTo>
                    <a:pt x="2356480" y="2413460"/>
                  </a:lnTo>
                  <a:lnTo>
                    <a:pt x="2358382" y="2432445"/>
                  </a:lnTo>
                  <a:lnTo>
                    <a:pt x="2360283" y="2421875"/>
                  </a:lnTo>
                  <a:lnTo>
                    <a:pt x="2362184" y="2360986"/>
                  </a:lnTo>
                  <a:lnTo>
                    <a:pt x="2364085" y="2328962"/>
                  </a:lnTo>
                  <a:lnTo>
                    <a:pt x="2365987" y="2280969"/>
                  </a:lnTo>
                  <a:lnTo>
                    <a:pt x="2367888" y="2152556"/>
                  </a:lnTo>
                  <a:lnTo>
                    <a:pt x="2369789" y="2068266"/>
                  </a:lnTo>
                  <a:lnTo>
                    <a:pt x="2371690" y="2071031"/>
                  </a:lnTo>
                  <a:lnTo>
                    <a:pt x="2373591" y="1971427"/>
                  </a:lnTo>
                  <a:lnTo>
                    <a:pt x="2375493" y="1783032"/>
                  </a:lnTo>
                  <a:lnTo>
                    <a:pt x="2377394" y="1612059"/>
                  </a:lnTo>
                  <a:lnTo>
                    <a:pt x="2379295" y="1431579"/>
                  </a:lnTo>
                  <a:lnTo>
                    <a:pt x="2381196" y="1248813"/>
                  </a:lnTo>
                  <a:lnTo>
                    <a:pt x="2383097" y="1153652"/>
                  </a:lnTo>
                  <a:lnTo>
                    <a:pt x="2384999" y="1188888"/>
                  </a:lnTo>
                  <a:lnTo>
                    <a:pt x="2386900" y="1309539"/>
                  </a:lnTo>
                  <a:lnTo>
                    <a:pt x="2388801" y="1472810"/>
                  </a:lnTo>
                  <a:lnTo>
                    <a:pt x="2390702" y="1573942"/>
                  </a:lnTo>
                  <a:lnTo>
                    <a:pt x="2392604" y="1656343"/>
                  </a:lnTo>
                  <a:lnTo>
                    <a:pt x="2394505" y="1677599"/>
                  </a:lnTo>
                  <a:lnTo>
                    <a:pt x="2396406" y="1560375"/>
                  </a:lnTo>
                  <a:lnTo>
                    <a:pt x="2398307" y="1369161"/>
                  </a:lnTo>
                  <a:lnTo>
                    <a:pt x="2400208" y="1267268"/>
                  </a:lnTo>
                  <a:lnTo>
                    <a:pt x="2402110" y="1335449"/>
                  </a:lnTo>
                  <a:lnTo>
                    <a:pt x="2404011" y="1335692"/>
                  </a:lnTo>
                  <a:lnTo>
                    <a:pt x="2405912" y="1265202"/>
                  </a:lnTo>
                  <a:lnTo>
                    <a:pt x="2407813" y="1336522"/>
                  </a:lnTo>
                  <a:lnTo>
                    <a:pt x="2409714" y="1479941"/>
                  </a:lnTo>
                  <a:lnTo>
                    <a:pt x="2411616" y="1450315"/>
                  </a:lnTo>
                  <a:lnTo>
                    <a:pt x="2413517" y="1246231"/>
                  </a:lnTo>
                  <a:lnTo>
                    <a:pt x="2415418" y="1121788"/>
                  </a:lnTo>
                  <a:lnTo>
                    <a:pt x="2417319" y="1084097"/>
                  </a:lnTo>
                  <a:lnTo>
                    <a:pt x="2419221" y="1046334"/>
                  </a:lnTo>
                  <a:lnTo>
                    <a:pt x="2421122" y="908059"/>
                  </a:lnTo>
                  <a:lnTo>
                    <a:pt x="2423023" y="835773"/>
                  </a:lnTo>
                  <a:lnTo>
                    <a:pt x="2424924" y="840785"/>
                  </a:lnTo>
                  <a:lnTo>
                    <a:pt x="2426825" y="851445"/>
                  </a:lnTo>
                  <a:lnTo>
                    <a:pt x="2428727" y="797592"/>
                  </a:lnTo>
                  <a:lnTo>
                    <a:pt x="2430628" y="707554"/>
                  </a:lnTo>
                  <a:lnTo>
                    <a:pt x="2432529" y="690089"/>
                  </a:lnTo>
                  <a:lnTo>
                    <a:pt x="2434430" y="629666"/>
                  </a:lnTo>
                  <a:lnTo>
                    <a:pt x="2436331" y="588916"/>
                  </a:lnTo>
                  <a:lnTo>
                    <a:pt x="2438233" y="576724"/>
                  </a:lnTo>
                  <a:lnTo>
                    <a:pt x="2440134" y="630287"/>
                  </a:lnTo>
                  <a:lnTo>
                    <a:pt x="2442035" y="740134"/>
                  </a:lnTo>
                  <a:lnTo>
                    <a:pt x="2443936" y="863647"/>
                  </a:lnTo>
                  <a:lnTo>
                    <a:pt x="2445838" y="945910"/>
                  </a:lnTo>
                  <a:lnTo>
                    <a:pt x="2447739" y="974058"/>
                  </a:lnTo>
                  <a:lnTo>
                    <a:pt x="2449640" y="1002722"/>
                  </a:lnTo>
                  <a:lnTo>
                    <a:pt x="2451541" y="1008585"/>
                  </a:lnTo>
                  <a:lnTo>
                    <a:pt x="2453442" y="934745"/>
                  </a:lnTo>
                  <a:lnTo>
                    <a:pt x="2455344" y="824569"/>
                  </a:lnTo>
                  <a:lnTo>
                    <a:pt x="2457245" y="820557"/>
                  </a:lnTo>
                  <a:lnTo>
                    <a:pt x="2459146" y="912657"/>
                  </a:lnTo>
                  <a:lnTo>
                    <a:pt x="2461047" y="1012377"/>
                  </a:lnTo>
                  <a:lnTo>
                    <a:pt x="2462948" y="1078985"/>
                  </a:lnTo>
                  <a:lnTo>
                    <a:pt x="2464850" y="1083158"/>
                  </a:lnTo>
                  <a:lnTo>
                    <a:pt x="2466751" y="1062748"/>
                  </a:lnTo>
                  <a:lnTo>
                    <a:pt x="2468652" y="1034825"/>
                  </a:lnTo>
                  <a:lnTo>
                    <a:pt x="2470553" y="965982"/>
                  </a:lnTo>
                  <a:lnTo>
                    <a:pt x="2472455" y="869325"/>
                  </a:lnTo>
                  <a:lnTo>
                    <a:pt x="2474356" y="775402"/>
                  </a:lnTo>
                  <a:lnTo>
                    <a:pt x="2476257" y="825294"/>
                  </a:lnTo>
                  <a:lnTo>
                    <a:pt x="2478158" y="985633"/>
                  </a:lnTo>
                  <a:lnTo>
                    <a:pt x="2480059" y="1036614"/>
                  </a:lnTo>
                  <a:lnTo>
                    <a:pt x="2481961" y="1043929"/>
                  </a:lnTo>
                  <a:lnTo>
                    <a:pt x="2483862" y="980980"/>
                  </a:lnTo>
                  <a:lnTo>
                    <a:pt x="2485763" y="897105"/>
                  </a:lnTo>
                  <a:lnTo>
                    <a:pt x="2487664" y="770328"/>
                  </a:lnTo>
                  <a:lnTo>
                    <a:pt x="2489565" y="609682"/>
                  </a:lnTo>
                  <a:lnTo>
                    <a:pt x="2491467" y="571191"/>
                  </a:lnTo>
                  <a:lnTo>
                    <a:pt x="2493368" y="570011"/>
                  </a:lnTo>
                  <a:lnTo>
                    <a:pt x="2495269" y="573825"/>
                  </a:lnTo>
                  <a:lnTo>
                    <a:pt x="2497170" y="570097"/>
                  </a:lnTo>
                  <a:lnTo>
                    <a:pt x="2499072" y="538471"/>
                  </a:lnTo>
                  <a:lnTo>
                    <a:pt x="2500973" y="500425"/>
                  </a:lnTo>
                  <a:lnTo>
                    <a:pt x="2502874" y="459995"/>
                  </a:lnTo>
                  <a:lnTo>
                    <a:pt x="2504775" y="489211"/>
                  </a:lnTo>
                  <a:lnTo>
                    <a:pt x="2506676" y="560884"/>
                  </a:lnTo>
                  <a:lnTo>
                    <a:pt x="2508578" y="640138"/>
                  </a:lnTo>
                  <a:lnTo>
                    <a:pt x="2510479" y="699153"/>
                  </a:lnTo>
                  <a:lnTo>
                    <a:pt x="2512380" y="728973"/>
                  </a:lnTo>
                  <a:lnTo>
                    <a:pt x="2514281" y="723021"/>
                  </a:lnTo>
                  <a:lnTo>
                    <a:pt x="2516182" y="659935"/>
                  </a:lnTo>
                  <a:lnTo>
                    <a:pt x="2518084" y="639116"/>
                  </a:lnTo>
                  <a:lnTo>
                    <a:pt x="2519985" y="645735"/>
                  </a:lnTo>
                  <a:lnTo>
                    <a:pt x="2521886" y="691665"/>
                  </a:lnTo>
                  <a:lnTo>
                    <a:pt x="2523787" y="754191"/>
                  </a:lnTo>
                  <a:lnTo>
                    <a:pt x="2525689" y="928173"/>
                  </a:lnTo>
                  <a:lnTo>
                    <a:pt x="2527590" y="1056334"/>
                  </a:lnTo>
                  <a:lnTo>
                    <a:pt x="2529491" y="1107809"/>
                  </a:lnTo>
                  <a:lnTo>
                    <a:pt x="2531392" y="1154559"/>
                  </a:lnTo>
                  <a:lnTo>
                    <a:pt x="2533293" y="1190439"/>
                  </a:lnTo>
                  <a:lnTo>
                    <a:pt x="2535195" y="1217673"/>
                  </a:lnTo>
                  <a:lnTo>
                    <a:pt x="2537096" y="1134815"/>
                  </a:lnTo>
                  <a:lnTo>
                    <a:pt x="2538997" y="1090348"/>
                  </a:lnTo>
                  <a:lnTo>
                    <a:pt x="2540898" y="1071217"/>
                  </a:lnTo>
                  <a:lnTo>
                    <a:pt x="2542799" y="996749"/>
                  </a:lnTo>
                  <a:lnTo>
                    <a:pt x="2544701" y="916929"/>
                  </a:lnTo>
                  <a:lnTo>
                    <a:pt x="2546602" y="771345"/>
                  </a:lnTo>
                  <a:lnTo>
                    <a:pt x="2548503" y="645246"/>
                  </a:lnTo>
                  <a:lnTo>
                    <a:pt x="2550404" y="511943"/>
                  </a:lnTo>
                  <a:lnTo>
                    <a:pt x="2552306" y="372724"/>
                  </a:lnTo>
                  <a:lnTo>
                    <a:pt x="2554207" y="281884"/>
                  </a:lnTo>
                  <a:lnTo>
                    <a:pt x="2556108" y="265781"/>
                  </a:lnTo>
                  <a:lnTo>
                    <a:pt x="2558009" y="319608"/>
                  </a:lnTo>
                  <a:lnTo>
                    <a:pt x="2559910" y="308036"/>
                  </a:lnTo>
                  <a:lnTo>
                    <a:pt x="2561812" y="315899"/>
                  </a:lnTo>
                  <a:lnTo>
                    <a:pt x="2563713" y="405442"/>
                  </a:lnTo>
                  <a:lnTo>
                    <a:pt x="2565614" y="471963"/>
                  </a:lnTo>
                  <a:lnTo>
                    <a:pt x="2567515" y="464751"/>
                  </a:lnTo>
                  <a:lnTo>
                    <a:pt x="2569416" y="502528"/>
                  </a:lnTo>
                  <a:lnTo>
                    <a:pt x="2571318" y="631549"/>
                  </a:lnTo>
                  <a:lnTo>
                    <a:pt x="2573219" y="760937"/>
                  </a:lnTo>
                  <a:lnTo>
                    <a:pt x="2575120" y="689258"/>
                  </a:lnTo>
                  <a:lnTo>
                    <a:pt x="2577021" y="595337"/>
                  </a:lnTo>
                  <a:lnTo>
                    <a:pt x="2578922" y="553771"/>
                  </a:lnTo>
                  <a:lnTo>
                    <a:pt x="2580824" y="489914"/>
                  </a:lnTo>
                  <a:lnTo>
                    <a:pt x="2582725" y="389783"/>
                  </a:lnTo>
                  <a:lnTo>
                    <a:pt x="2584626" y="330701"/>
                  </a:lnTo>
                  <a:lnTo>
                    <a:pt x="2586527" y="458206"/>
                  </a:lnTo>
                  <a:lnTo>
                    <a:pt x="2588429" y="626108"/>
                  </a:lnTo>
                  <a:lnTo>
                    <a:pt x="2590330" y="686756"/>
                  </a:lnTo>
                  <a:lnTo>
                    <a:pt x="2592231" y="752728"/>
                  </a:lnTo>
                  <a:lnTo>
                    <a:pt x="2594132" y="787006"/>
                  </a:lnTo>
                  <a:lnTo>
                    <a:pt x="2596033" y="754500"/>
                  </a:lnTo>
                  <a:lnTo>
                    <a:pt x="2597935" y="662659"/>
                  </a:lnTo>
                  <a:lnTo>
                    <a:pt x="2599836" y="560529"/>
                  </a:lnTo>
                  <a:lnTo>
                    <a:pt x="2601737" y="548782"/>
                  </a:lnTo>
                  <a:lnTo>
                    <a:pt x="2603638" y="528024"/>
                  </a:lnTo>
                  <a:lnTo>
                    <a:pt x="2605539" y="463948"/>
                  </a:lnTo>
                  <a:lnTo>
                    <a:pt x="2607441" y="340005"/>
                  </a:lnTo>
                  <a:lnTo>
                    <a:pt x="2609342" y="276168"/>
                  </a:lnTo>
                  <a:lnTo>
                    <a:pt x="2611243" y="320124"/>
                  </a:lnTo>
                  <a:lnTo>
                    <a:pt x="2613144" y="347670"/>
                  </a:lnTo>
                  <a:lnTo>
                    <a:pt x="2615046" y="328503"/>
                  </a:lnTo>
                  <a:lnTo>
                    <a:pt x="2616947" y="356812"/>
                  </a:lnTo>
                  <a:lnTo>
                    <a:pt x="2618848" y="419065"/>
                  </a:lnTo>
                  <a:lnTo>
                    <a:pt x="2620749" y="450969"/>
                  </a:lnTo>
                  <a:lnTo>
                    <a:pt x="2622650" y="389804"/>
                  </a:lnTo>
                  <a:lnTo>
                    <a:pt x="2624552" y="291830"/>
                  </a:lnTo>
                  <a:lnTo>
                    <a:pt x="2626453" y="255862"/>
                  </a:lnTo>
                  <a:lnTo>
                    <a:pt x="2628354" y="254511"/>
                  </a:lnTo>
                  <a:lnTo>
                    <a:pt x="2630255" y="323896"/>
                  </a:lnTo>
                  <a:lnTo>
                    <a:pt x="2632156" y="443956"/>
                  </a:lnTo>
                  <a:lnTo>
                    <a:pt x="2634058" y="609717"/>
                  </a:lnTo>
                  <a:lnTo>
                    <a:pt x="2635959" y="697292"/>
                  </a:lnTo>
                  <a:lnTo>
                    <a:pt x="2637860" y="662946"/>
                  </a:lnTo>
                  <a:lnTo>
                    <a:pt x="2639761" y="652576"/>
                  </a:lnTo>
                  <a:lnTo>
                    <a:pt x="2641663" y="584279"/>
                  </a:lnTo>
                  <a:lnTo>
                    <a:pt x="2643564" y="401058"/>
                  </a:lnTo>
                  <a:lnTo>
                    <a:pt x="2645465" y="196698"/>
                  </a:lnTo>
                  <a:lnTo>
                    <a:pt x="2647366" y="149011"/>
                  </a:lnTo>
                  <a:lnTo>
                    <a:pt x="2649267" y="139320"/>
                  </a:lnTo>
                  <a:lnTo>
                    <a:pt x="2651169" y="130672"/>
                  </a:lnTo>
                  <a:lnTo>
                    <a:pt x="2653070" y="166035"/>
                  </a:lnTo>
                  <a:lnTo>
                    <a:pt x="2654971" y="224220"/>
                  </a:lnTo>
                  <a:lnTo>
                    <a:pt x="2656872" y="351391"/>
                  </a:lnTo>
                  <a:lnTo>
                    <a:pt x="2658773" y="521770"/>
                  </a:lnTo>
                  <a:lnTo>
                    <a:pt x="2660675" y="663367"/>
                  </a:lnTo>
                  <a:lnTo>
                    <a:pt x="2662576" y="779353"/>
                  </a:lnTo>
                  <a:lnTo>
                    <a:pt x="2664477" y="846947"/>
                  </a:lnTo>
                  <a:lnTo>
                    <a:pt x="2666378" y="867974"/>
                  </a:lnTo>
                  <a:lnTo>
                    <a:pt x="2668280" y="846935"/>
                  </a:lnTo>
                  <a:lnTo>
                    <a:pt x="2670181" y="706240"/>
                  </a:lnTo>
                  <a:lnTo>
                    <a:pt x="2672082" y="618058"/>
                  </a:lnTo>
                  <a:lnTo>
                    <a:pt x="2673983" y="547995"/>
                  </a:lnTo>
                  <a:lnTo>
                    <a:pt x="2675884" y="521284"/>
                  </a:lnTo>
                  <a:lnTo>
                    <a:pt x="2677786" y="597095"/>
                  </a:lnTo>
                  <a:lnTo>
                    <a:pt x="2679687" y="624800"/>
                  </a:lnTo>
                  <a:lnTo>
                    <a:pt x="2681588" y="670183"/>
                  </a:lnTo>
                  <a:lnTo>
                    <a:pt x="2683489" y="775816"/>
                  </a:lnTo>
                  <a:lnTo>
                    <a:pt x="2685390" y="826316"/>
                  </a:lnTo>
                  <a:lnTo>
                    <a:pt x="2687292" y="861920"/>
                  </a:lnTo>
                  <a:lnTo>
                    <a:pt x="2689193" y="838905"/>
                  </a:lnTo>
                  <a:lnTo>
                    <a:pt x="2691094" y="819336"/>
                  </a:lnTo>
                  <a:lnTo>
                    <a:pt x="2692995" y="795402"/>
                  </a:lnTo>
                  <a:lnTo>
                    <a:pt x="2694897" y="713668"/>
                  </a:lnTo>
                  <a:lnTo>
                    <a:pt x="2696798" y="656207"/>
                  </a:lnTo>
                  <a:lnTo>
                    <a:pt x="2698699" y="587737"/>
                  </a:lnTo>
                  <a:lnTo>
                    <a:pt x="2700600" y="522047"/>
                  </a:lnTo>
                  <a:lnTo>
                    <a:pt x="2702501" y="468535"/>
                  </a:lnTo>
                  <a:lnTo>
                    <a:pt x="2704403" y="455170"/>
                  </a:lnTo>
                  <a:lnTo>
                    <a:pt x="2706304" y="466402"/>
                  </a:lnTo>
                  <a:lnTo>
                    <a:pt x="2708205" y="538705"/>
                  </a:lnTo>
                  <a:lnTo>
                    <a:pt x="2710106" y="615028"/>
                  </a:lnTo>
                  <a:lnTo>
                    <a:pt x="2712007" y="652069"/>
                  </a:lnTo>
                  <a:lnTo>
                    <a:pt x="2713909" y="609297"/>
                  </a:lnTo>
                  <a:lnTo>
                    <a:pt x="2715810" y="540420"/>
                  </a:lnTo>
                  <a:lnTo>
                    <a:pt x="2717711" y="468039"/>
                  </a:lnTo>
                  <a:lnTo>
                    <a:pt x="2719612" y="413630"/>
                  </a:lnTo>
                  <a:lnTo>
                    <a:pt x="2721514" y="290940"/>
                  </a:lnTo>
                  <a:lnTo>
                    <a:pt x="2723415" y="235424"/>
                  </a:lnTo>
                  <a:lnTo>
                    <a:pt x="2725316" y="248237"/>
                  </a:lnTo>
                  <a:lnTo>
                    <a:pt x="2727217" y="260318"/>
                  </a:lnTo>
                  <a:lnTo>
                    <a:pt x="2729118" y="300006"/>
                  </a:lnTo>
                  <a:lnTo>
                    <a:pt x="2731020" y="277462"/>
                  </a:lnTo>
                  <a:lnTo>
                    <a:pt x="2732921" y="335514"/>
                  </a:lnTo>
                  <a:lnTo>
                    <a:pt x="2734822" y="395488"/>
                  </a:lnTo>
                  <a:lnTo>
                    <a:pt x="2736723" y="495931"/>
                  </a:lnTo>
                  <a:lnTo>
                    <a:pt x="2738624" y="658290"/>
                  </a:lnTo>
                  <a:lnTo>
                    <a:pt x="2740526" y="766729"/>
                  </a:lnTo>
                  <a:lnTo>
                    <a:pt x="2742427" y="834127"/>
                  </a:lnTo>
                  <a:lnTo>
                    <a:pt x="2744328" y="836055"/>
                  </a:lnTo>
                  <a:lnTo>
                    <a:pt x="2746229" y="752999"/>
                  </a:lnTo>
                  <a:lnTo>
                    <a:pt x="2748131" y="707622"/>
                  </a:lnTo>
                  <a:lnTo>
                    <a:pt x="2750032" y="689794"/>
                  </a:lnTo>
                  <a:lnTo>
                    <a:pt x="2751933" y="736505"/>
                  </a:lnTo>
                  <a:lnTo>
                    <a:pt x="2753834" y="763102"/>
                  </a:lnTo>
                  <a:lnTo>
                    <a:pt x="2755735" y="758215"/>
                  </a:lnTo>
                  <a:lnTo>
                    <a:pt x="2757637" y="841942"/>
                  </a:lnTo>
                  <a:lnTo>
                    <a:pt x="2759538" y="835185"/>
                  </a:lnTo>
                  <a:lnTo>
                    <a:pt x="2761439" y="709357"/>
                  </a:lnTo>
                  <a:lnTo>
                    <a:pt x="2763340" y="570031"/>
                  </a:lnTo>
                  <a:lnTo>
                    <a:pt x="2765241" y="499261"/>
                  </a:lnTo>
                  <a:lnTo>
                    <a:pt x="2767143" y="561031"/>
                  </a:lnTo>
                  <a:lnTo>
                    <a:pt x="2769044" y="585691"/>
                  </a:lnTo>
                  <a:lnTo>
                    <a:pt x="2770945" y="632470"/>
                  </a:lnTo>
                  <a:lnTo>
                    <a:pt x="2772846" y="752301"/>
                  </a:lnTo>
                  <a:lnTo>
                    <a:pt x="2774748" y="789455"/>
                  </a:lnTo>
                  <a:lnTo>
                    <a:pt x="2776649" y="776013"/>
                  </a:lnTo>
                  <a:lnTo>
                    <a:pt x="2778550" y="741018"/>
                  </a:lnTo>
                  <a:lnTo>
                    <a:pt x="2780451" y="766521"/>
                  </a:lnTo>
                  <a:lnTo>
                    <a:pt x="2782352" y="788634"/>
                  </a:lnTo>
                  <a:lnTo>
                    <a:pt x="2784254" y="754854"/>
                  </a:lnTo>
                  <a:lnTo>
                    <a:pt x="2786155" y="736397"/>
                  </a:lnTo>
                  <a:lnTo>
                    <a:pt x="2788056" y="698191"/>
                  </a:lnTo>
                  <a:lnTo>
                    <a:pt x="2789957" y="604952"/>
                  </a:lnTo>
                  <a:lnTo>
                    <a:pt x="2791858" y="487371"/>
                  </a:lnTo>
                  <a:lnTo>
                    <a:pt x="2793760" y="396835"/>
                  </a:lnTo>
                  <a:lnTo>
                    <a:pt x="2795661" y="277725"/>
                  </a:lnTo>
                  <a:lnTo>
                    <a:pt x="2797562" y="182664"/>
                  </a:lnTo>
                  <a:lnTo>
                    <a:pt x="2799463" y="150760"/>
                  </a:lnTo>
                  <a:lnTo>
                    <a:pt x="2801365" y="185051"/>
                  </a:lnTo>
                  <a:lnTo>
                    <a:pt x="2803266" y="207972"/>
                  </a:lnTo>
                  <a:lnTo>
                    <a:pt x="2805167" y="214349"/>
                  </a:lnTo>
                  <a:lnTo>
                    <a:pt x="2807068" y="296586"/>
                  </a:lnTo>
                  <a:lnTo>
                    <a:pt x="2808969" y="362804"/>
                  </a:lnTo>
                  <a:lnTo>
                    <a:pt x="2810871" y="411052"/>
                  </a:lnTo>
                  <a:lnTo>
                    <a:pt x="2812772" y="429625"/>
                  </a:lnTo>
                  <a:lnTo>
                    <a:pt x="2814673" y="397764"/>
                  </a:lnTo>
                  <a:lnTo>
                    <a:pt x="2816574" y="364411"/>
                  </a:lnTo>
                  <a:lnTo>
                    <a:pt x="2818475" y="331321"/>
                  </a:lnTo>
                  <a:lnTo>
                    <a:pt x="2820377" y="319094"/>
                  </a:lnTo>
                  <a:lnTo>
                    <a:pt x="2822278" y="348923"/>
                  </a:lnTo>
                  <a:lnTo>
                    <a:pt x="2824179" y="363981"/>
                  </a:lnTo>
                  <a:lnTo>
                    <a:pt x="2826080" y="366092"/>
                  </a:lnTo>
                  <a:lnTo>
                    <a:pt x="2827982" y="342245"/>
                  </a:lnTo>
                  <a:lnTo>
                    <a:pt x="2829883" y="293761"/>
                  </a:lnTo>
                  <a:lnTo>
                    <a:pt x="2831784" y="279285"/>
                  </a:lnTo>
                  <a:lnTo>
                    <a:pt x="2833685" y="209679"/>
                  </a:lnTo>
                  <a:lnTo>
                    <a:pt x="2835586" y="111843"/>
                  </a:lnTo>
                  <a:lnTo>
                    <a:pt x="2837488" y="126382"/>
                  </a:lnTo>
                  <a:lnTo>
                    <a:pt x="2839389" y="198338"/>
                  </a:lnTo>
                  <a:lnTo>
                    <a:pt x="2841290" y="258340"/>
                  </a:lnTo>
                  <a:lnTo>
                    <a:pt x="2843191" y="253620"/>
                  </a:lnTo>
                  <a:lnTo>
                    <a:pt x="2845092" y="247077"/>
                  </a:lnTo>
                  <a:lnTo>
                    <a:pt x="2846994" y="364110"/>
                  </a:lnTo>
                  <a:lnTo>
                    <a:pt x="2848895" y="538268"/>
                  </a:lnTo>
                  <a:lnTo>
                    <a:pt x="2850796" y="673771"/>
                  </a:lnTo>
                  <a:lnTo>
                    <a:pt x="2852697" y="784128"/>
                  </a:lnTo>
                  <a:lnTo>
                    <a:pt x="2854599" y="955036"/>
                  </a:lnTo>
                  <a:lnTo>
                    <a:pt x="2856500" y="1069782"/>
                  </a:lnTo>
                  <a:lnTo>
                    <a:pt x="2858401" y="1070026"/>
                  </a:lnTo>
                  <a:lnTo>
                    <a:pt x="2860302" y="1048996"/>
                  </a:lnTo>
                  <a:lnTo>
                    <a:pt x="2862203" y="1043337"/>
                  </a:lnTo>
                  <a:lnTo>
                    <a:pt x="2864105" y="1086550"/>
                  </a:lnTo>
                  <a:lnTo>
                    <a:pt x="2866006" y="1100125"/>
                  </a:lnTo>
                  <a:lnTo>
                    <a:pt x="2867907" y="1083858"/>
                  </a:lnTo>
                  <a:lnTo>
                    <a:pt x="2869808" y="1100956"/>
                  </a:lnTo>
                  <a:lnTo>
                    <a:pt x="2871709" y="977094"/>
                  </a:lnTo>
                  <a:lnTo>
                    <a:pt x="2873611" y="822762"/>
                  </a:lnTo>
                  <a:lnTo>
                    <a:pt x="2875512" y="616608"/>
                  </a:lnTo>
                  <a:lnTo>
                    <a:pt x="2877413" y="383773"/>
                  </a:lnTo>
                  <a:lnTo>
                    <a:pt x="2879314" y="276860"/>
                  </a:lnTo>
                  <a:lnTo>
                    <a:pt x="2881215" y="204746"/>
                  </a:lnTo>
                  <a:lnTo>
                    <a:pt x="2883117" y="161565"/>
                  </a:lnTo>
                  <a:lnTo>
                    <a:pt x="2885018" y="125966"/>
                  </a:lnTo>
                  <a:lnTo>
                    <a:pt x="2886919" y="177979"/>
                  </a:lnTo>
                  <a:lnTo>
                    <a:pt x="2888820" y="362326"/>
                  </a:lnTo>
                  <a:lnTo>
                    <a:pt x="2890722" y="506896"/>
                  </a:lnTo>
                  <a:lnTo>
                    <a:pt x="2892623" y="695602"/>
                  </a:lnTo>
                  <a:lnTo>
                    <a:pt x="2894524" y="788605"/>
                  </a:lnTo>
                  <a:lnTo>
                    <a:pt x="2896425" y="847652"/>
                  </a:lnTo>
                  <a:lnTo>
                    <a:pt x="2898326" y="906447"/>
                  </a:lnTo>
                  <a:lnTo>
                    <a:pt x="2900228" y="791573"/>
                  </a:lnTo>
                  <a:lnTo>
                    <a:pt x="2902129" y="717333"/>
                  </a:lnTo>
                  <a:lnTo>
                    <a:pt x="2904030" y="606969"/>
                  </a:lnTo>
                  <a:lnTo>
                    <a:pt x="2905931" y="552818"/>
                  </a:lnTo>
                  <a:lnTo>
                    <a:pt x="2907832" y="577954"/>
                  </a:lnTo>
                  <a:lnTo>
                    <a:pt x="2909734" y="583416"/>
                  </a:lnTo>
                  <a:lnTo>
                    <a:pt x="2911635" y="550508"/>
                  </a:lnTo>
                  <a:lnTo>
                    <a:pt x="2913536" y="512866"/>
                  </a:lnTo>
                  <a:lnTo>
                    <a:pt x="2915437" y="423900"/>
                  </a:lnTo>
                  <a:lnTo>
                    <a:pt x="2917339" y="407953"/>
                  </a:lnTo>
                  <a:lnTo>
                    <a:pt x="2919240" y="409637"/>
                  </a:lnTo>
                  <a:lnTo>
                    <a:pt x="2921141" y="511445"/>
                  </a:lnTo>
                  <a:lnTo>
                    <a:pt x="2923042" y="631274"/>
                  </a:lnTo>
                  <a:lnTo>
                    <a:pt x="2924943" y="677732"/>
                  </a:lnTo>
                  <a:lnTo>
                    <a:pt x="2926845" y="725023"/>
                  </a:lnTo>
                  <a:lnTo>
                    <a:pt x="2928746" y="809284"/>
                  </a:lnTo>
                  <a:lnTo>
                    <a:pt x="2930647" y="816359"/>
                  </a:lnTo>
                  <a:lnTo>
                    <a:pt x="2932548" y="647030"/>
                  </a:lnTo>
                  <a:lnTo>
                    <a:pt x="2934449" y="586849"/>
                  </a:lnTo>
                  <a:lnTo>
                    <a:pt x="2936351" y="710799"/>
                  </a:lnTo>
                  <a:lnTo>
                    <a:pt x="2938252" y="799570"/>
                  </a:lnTo>
                  <a:lnTo>
                    <a:pt x="2940153" y="770679"/>
                  </a:lnTo>
                  <a:lnTo>
                    <a:pt x="2942054" y="741173"/>
                  </a:lnTo>
                  <a:lnTo>
                    <a:pt x="2943956" y="801063"/>
                  </a:lnTo>
                  <a:lnTo>
                    <a:pt x="2945857" y="865152"/>
                  </a:lnTo>
                  <a:lnTo>
                    <a:pt x="2947758" y="757416"/>
                  </a:lnTo>
                  <a:lnTo>
                    <a:pt x="2949659" y="651013"/>
                  </a:lnTo>
                  <a:lnTo>
                    <a:pt x="2951560" y="652065"/>
                  </a:lnTo>
                  <a:lnTo>
                    <a:pt x="2953462" y="695435"/>
                  </a:lnTo>
                  <a:lnTo>
                    <a:pt x="2955363" y="657626"/>
                  </a:lnTo>
                  <a:lnTo>
                    <a:pt x="2957264" y="568239"/>
                  </a:lnTo>
                  <a:lnTo>
                    <a:pt x="2959165" y="515892"/>
                  </a:lnTo>
                  <a:lnTo>
                    <a:pt x="2961066" y="604522"/>
                  </a:lnTo>
                  <a:lnTo>
                    <a:pt x="2962968" y="709042"/>
                  </a:lnTo>
                  <a:lnTo>
                    <a:pt x="2964869" y="743970"/>
                  </a:lnTo>
                  <a:lnTo>
                    <a:pt x="2966770" y="805880"/>
                  </a:lnTo>
                  <a:lnTo>
                    <a:pt x="2968671" y="917197"/>
                  </a:lnTo>
                  <a:lnTo>
                    <a:pt x="2970573" y="957279"/>
                  </a:lnTo>
                  <a:lnTo>
                    <a:pt x="2972474" y="877434"/>
                  </a:lnTo>
                  <a:lnTo>
                    <a:pt x="2974375" y="782471"/>
                  </a:lnTo>
                  <a:lnTo>
                    <a:pt x="2976276" y="730658"/>
                  </a:lnTo>
                  <a:lnTo>
                    <a:pt x="2978177" y="720171"/>
                  </a:lnTo>
                  <a:lnTo>
                    <a:pt x="2980079" y="781505"/>
                  </a:lnTo>
                  <a:lnTo>
                    <a:pt x="2981980" y="817780"/>
                  </a:lnTo>
                  <a:lnTo>
                    <a:pt x="2983881" y="755297"/>
                  </a:lnTo>
                  <a:lnTo>
                    <a:pt x="2985782" y="590866"/>
                  </a:lnTo>
                  <a:lnTo>
                    <a:pt x="2987683" y="477184"/>
                  </a:lnTo>
                  <a:lnTo>
                    <a:pt x="2989585" y="437421"/>
                  </a:lnTo>
                  <a:lnTo>
                    <a:pt x="2991486" y="327918"/>
                  </a:lnTo>
                  <a:lnTo>
                    <a:pt x="2993387" y="266647"/>
                  </a:lnTo>
                  <a:lnTo>
                    <a:pt x="2995288" y="292798"/>
                  </a:lnTo>
                  <a:lnTo>
                    <a:pt x="2997190" y="346100"/>
                  </a:lnTo>
                  <a:lnTo>
                    <a:pt x="2999091" y="381157"/>
                  </a:lnTo>
                  <a:lnTo>
                    <a:pt x="3000992" y="331267"/>
                  </a:lnTo>
                  <a:lnTo>
                    <a:pt x="3002893" y="247042"/>
                  </a:lnTo>
                  <a:lnTo>
                    <a:pt x="3004794" y="195198"/>
                  </a:lnTo>
                  <a:lnTo>
                    <a:pt x="3006696" y="162721"/>
                  </a:lnTo>
                  <a:lnTo>
                    <a:pt x="3008597" y="176641"/>
                  </a:lnTo>
                  <a:lnTo>
                    <a:pt x="3010498" y="208806"/>
                  </a:lnTo>
                  <a:lnTo>
                    <a:pt x="3012399" y="313296"/>
                  </a:lnTo>
                  <a:lnTo>
                    <a:pt x="3014300" y="392313"/>
                  </a:lnTo>
                  <a:lnTo>
                    <a:pt x="3016202" y="429490"/>
                  </a:lnTo>
                  <a:lnTo>
                    <a:pt x="3018103" y="520316"/>
                  </a:lnTo>
                  <a:lnTo>
                    <a:pt x="3020004" y="596353"/>
                  </a:lnTo>
                  <a:lnTo>
                    <a:pt x="3021905" y="544973"/>
                  </a:lnTo>
                  <a:lnTo>
                    <a:pt x="3023807" y="374952"/>
                  </a:lnTo>
                  <a:lnTo>
                    <a:pt x="3025708" y="245104"/>
                  </a:lnTo>
                  <a:lnTo>
                    <a:pt x="3027609" y="214709"/>
                  </a:lnTo>
                  <a:lnTo>
                    <a:pt x="3029510" y="121774"/>
                  </a:lnTo>
                  <a:lnTo>
                    <a:pt x="3031411" y="16875"/>
                  </a:lnTo>
                  <a:lnTo>
                    <a:pt x="3033313" y="0"/>
                  </a:lnTo>
                  <a:lnTo>
                    <a:pt x="3033313" y="0"/>
                  </a:lnTo>
                  <a:lnTo>
                    <a:pt x="3035214" y="35156"/>
                  </a:lnTo>
                  <a:lnTo>
                    <a:pt x="3037115" y="98086"/>
                  </a:lnTo>
                  <a:lnTo>
                    <a:pt x="3039016" y="141423"/>
                  </a:lnTo>
                  <a:lnTo>
                    <a:pt x="3040917" y="173017"/>
                  </a:lnTo>
                  <a:lnTo>
                    <a:pt x="3042819" y="201082"/>
                  </a:lnTo>
                  <a:lnTo>
                    <a:pt x="3044720" y="229897"/>
                  </a:lnTo>
                  <a:lnTo>
                    <a:pt x="3046621" y="288887"/>
                  </a:lnTo>
                  <a:lnTo>
                    <a:pt x="3048522" y="407870"/>
                  </a:lnTo>
                  <a:lnTo>
                    <a:pt x="3050424" y="528242"/>
                  </a:lnTo>
                  <a:lnTo>
                    <a:pt x="3052325" y="650496"/>
                  </a:lnTo>
                  <a:lnTo>
                    <a:pt x="3054226" y="785954"/>
                  </a:lnTo>
                  <a:lnTo>
                    <a:pt x="3056127" y="953216"/>
                  </a:lnTo>
                  <a:lnTo>
                    <a:pt x="3058028" y="1043610"/>
                  </a:lnTo>
                  <a:lnTo>
                    <a:pt x="3059930" y="1006786"/>
                  </a:lnTo>
                  <a:lnTo>
                    <a:pt x="3061831" y="998749"/>
                  </a:lnTo>
                  <a:lnTo>
                    <a:pt x="3063732" y="1034126"/>
                  </a:lnTo>
                  <a:lnTo>
                    <a:pt x="3065633" y="1043776"/>
                  </a:lnTo>
                  <a:lnTo>
                    <a:pt x="3067534" y="997405"/>
                  </a:lnTo>
                  <a:lnTo>
                    <a:pt x="3069436" y="933992"/>
                  </a:lnTo>
                  <a:lnTo>
                    <a:pt x="3071337" y="840144"/>
                  </a:lnTo>
                  <a:lnTo>
                    <a:pt x="3073238" y="681797"/>
                  </a:lnTo>
                  <a:lnTo>
                    <a:pt x="3075139" y="506036"/>
                  </a:lnTo>
                  <a:lnTo>
                    <a:pt x="3077041" y="374278"/>
                  </a:lnTo>
                  <a:lnTo>
                    <a:pt x="3078942" y="265547"/>
                  </a:lnTo>
                  <a:lnTo>
                    <a:pt x="3080843" y="272202"/>
                  </a:lnTo>
                  <a:lnTo>
                    <a:pt x="3082744" y="300310"/>
                  </a:lnTo>
                  <a:lnTo>
                    <a:pt x="3084645" y="322029"/>
                  </a:lnTo>
                  <a:lnTo>
                    <a:pt x="3086547" y="357482"/>
                  </a:lnTo>
                  <a:lnTo>
                    <a:pt x="3088448" y="332003"/>
                  </a:lnTo>
                  <a:lnTo>
                    <a:pt x="3090349" y="354443"/>
                  </a:lnTo>
                  <a:lnTo>
                    <a:pt x="3092250" y="293361"/>
                  </a:lnTo>
                  <a:lnTo>
                    <a:pt x="3094151" y="319417"/>
                  </a:lnTo>
                  <a:lnTo>
                    <a:pt x="3096053" y="395198"/>
                  </a:lnTo>
                  <a:lnTo>
                    <a:pt x="3097954" y="432552"/>
                  </a:lnTo>
                  <a:lnTo>
                    <a:pt x="3099855" y="527875"/>
                  </a:lnTo>
                  <a:lnTo>
                    <a:pt x="3101756" y="578965"/>
                  </a:lnTo>
                  <a:lnTo>
                    <a:pt x="3103658" y="600219"/>
                  </a:lnTo>
                  <a:lnTo>
                    <a:pt x="3105559" y="589255"/>
                  </a:lnTo>
                  <a:lnTo>
                    <a:pt x="3107460" y="634461"/>
                  </a:lnTo>
                  <a:lnTo>
                    <a:pt x="3109361" y="701141"/>
                  </a:lnTo>
                  <a:lnTo>
                    <a:pt x="3111262" y="737527"/>
                  </a:lnTo>
                  <a:lnTo>
                    <a:pt x="3113164" y="729389"/>
                  </a:lnTo>
                  <a:lnTo>
                    <a:pt x="3115065" y="671981"/>
                  </a:lnTo>
                  <a:lnTo>
                    <a:pt x="3116966" y="614901"/>
                  </a:lnTo>
                  <a:lnTo>
                    <a:pt x="3118867" y="533874"/>
                  </a:lnTo>
                  <a:lnTo>
                    <a:pt x="3120768" y="411721"/>
                  </a:lnTo>
                  <a:lnTo>
                    <a:pt x="3122670" y="330651"/>
                  </a:lnTo>
                  <a:lnTo>
                    <a:pt x="3124571" y="322342"/>
                  </a:lnTo>
                  <a:lnTo>
                    <a:pt x="3126472" y="340870"/>
                  </a:lnTo>
                  <a:lnTo>
                    <a:pt x="3128373" y="355168"/>
                  </a:lnTo>
                  <a:lnTo>
                    <a:pt x="3130275" y="353791"/>
                  </a:lnTo>
                  <a:lnTo>
                    <a:pt x="3132176" y="379077"/>
                  </a:lnTo>
                  <a:lnTo>
                    <a:pt x="3134077" y="448045"/>
                  </a:lnTo>
                  <a:lnTo>
                    <a:pt x="3135978" y="525276"/>
                  </a:lnTo>
                  <a:lnTo>
                    <a:pt x="3137879" y="604927"/>
                  </a:lnTo>
                  <a:lnTo>
                    <a:pt x="3139781" y="657513"/>
                  </a:lnTo>
                  <a:lnTo>
                    <a:pt x="3141682" y="624580"/>
                  </a:lnTo>
                  <a:lnTo>
                    <a:pt x="3143583" y="626476"/>
                  </a:lnTo>
                  <a:lnTo>
                    <a:pt x="3145484" y="538452"/>
                  </a:lnTo>
                  <a:lnTo>
                    <a:pt x="3147385" y="369266"/>
                  </a:lnTo>
                  <a:lnTo>
                    <a:pt x="3149287" y="254292"/>
                  </a:lnTo>
                  <a:lnTo>
                    <a:pt x="3151188" y="216928"/>
                  </a:lnTo>
                  <a:lnTo>
                    <a:pt x="3153089" y="234851"/>
                  </a:lnTo>
                  <a:lnTo>
                    <a:pt x="3154990" y="196161"/>
                  </a:lnTo>
                  <a:lnTo>
                    <a:pt x="3156891" y="173273"/>
                  </a:lnTo>
                  <a:lnTo>
                    <a:pt x="3158793" y="223976"/>
                  </a:lnTo>
                  <a:lnTo>
                    <a:pt x="3160694" y="343139"/>
                  </a:lnTo>
                  <a:lnTo>
                    <a:pt x="3162595" y="487687"/>
                  </a:lnTo>
                  <a:lnTo>
                    <a:pt x="3164496" y="595750"/>
                  </a:lnTo>
                  <a:lnTo>
                    <a:pt x="3166398" y="722853"/>
                  </a:lnTo>
                  <a:lnTo>
                    <a:pt x="3168299" y="871195"/>
                  </a:lnTo>
                  <a:lnTo>
                    <a:pt x="3170200" y="880139"/>
                  </a:lnTo>
                  <a:lnTo>
                    <a:pt x="3172101" y="823272"/>
                  </a:lnTo>
                  <a:lnTo>
                    <a:pt x="3174002" y="705214"/>
                  </a:lnTo>
                  <a:lnTo>
                    <a:pt x="3175904" y="573221"/>
                  </a:lnTo>
                  <a:lnTo>
                    <a:pt x="3177805" y="412588"/>
                  </a:lnTo>
                  <a:lnTo>
                    <a:pt x="3179706" y="254739"/>
                  </a:lnTo>
                  <a:lnTo>
                    <a:pt x="3181607" y="214110"/>
                  </a:lnTo>
                  <a:lnTo>
                    <a:pt x="3183508" y="150744"/>
                  </a:lnTo>
                  <a:lnTo>
                    <a:pt x="3185410" y="72624"/>
                  </a:lnTo>
                  <a:lnTo>
                    <a:pt x="3187311" y="64621"/>
                  </a:lnTo>
                  <a:lnTo>
                    <a:pt x="3189212" y="172966"/>
                  </a:lnTo>
                  <a:lnTo>
                    <a:pt x="3191113" y="357622"/>
                  </a:lnTo>
                  <a:lnTo>
                    <a:pt x="3193015" y="499492"/>
                  </a:lnTo>
                  <a:lnTo>
                    <a:pt x="3194916" y="652270"/>
                  </a:lnTo>
                  <a:lnTo>
                    <a:pt x="3196817" y="724359"/>
                  </a:lnTo>
                  <a:lnTo>
                    <a:pt x="3198718" y="704919"/>
                  </a:lnTo>
                  <a:lnTo>
                    <a:pt x="3200619" y="653110"/>
                  </a:lnTo>
                  <a:lnTo>
                    <a:pt x="3202521" y="501044"/>
                  </a:lnTo>
                  <a:lnTo>
                    <a:pt x="3204422" y="373684"/>
                  </a:lnTo>
                  <a:lnTo>
                    <a:pt x="3206323" y="271907"/>
                  </a:lnTo>
                  <a:lnTo>
                    <a:pt x="3208224" y="243724"/>
                  </a:lnTo>
                  <a:lnTo>
                    <a:pt x="3210125" y="311510"/>
                  </a:lnTo>
                  <a:lnTo>
                    <a:pt x="3212027" y="363139"/>
                  </a:lnTo>
                  <a:lnTo>
                    <a:pt x="3213928" y="387968"/>
                  </a:lnTo>
                  <a:lnTo>
                    <a:pt x="3215829" y="424811"/>
                  </a:lnTo>
                  <a:lnTo>
                    <a:pt x="3217730" y="508668"/>
                  </a:lnTo>
                  <a:lnTo>
                    <a:pt x="3219632" y="558983"/>
                  </a:lnTo>
                  <a:lnTo>
                    <a:pt x="3221533" y="706004"/>
                  </a:lnTo>
                  <a:lnTo>
                    <a:pt x="3223434" y="805264"/>
                  </a:lnTo>
                  <a:lnTo>
                    <a:pt x="3225335" y="884780"/>
                  </a:lnTo>
                  <a:lnTo>
                    <a:pt x="3227236" y="852567"/>
                  </a:lnTo>
                  <a:lnTo>
                    <a:pt x="3229138" y="746427"/>
                  </a:lnTo>
                  <a:lnTo>
                    <a:pt x="3231039" y="674039"/>
                  </a:lnTo>
                  <a:lnTo>
                    <a:pt x="3232940" y="471970"/>
                  </a:lnTo>
                  <a:lnTo>
                    <a:pt x="3234841" y="305710"/>
                  </a:lnTo>
                  <a:lnTo>
                    <a:pt x="3236742" y="238465"/>
                  </a:lnTo>
                  <a:lnTo>
                    <a:pt x="3238644" y="305892"/>
                  </a:lnTo>
                  <a:lnTo>
                    <a:pt x="3240545" y="433314"/>
                  </a:lnTo>
                  <a:lnTo>
                    <a:pt x="3242446" y="576039"/>
                  </a:lnTo>
                  <a:lnTo>
                    <a:pt x="3244347" y="691449"/>
                  </a:lnTo>
                  <a:lnTo>
                    <a:pt x="3246249" y="785415"/>
                  </a:lnTo>
                  <a:lnTo>
                    <a:pt x="3248150" y="782810"/>
                  </a:lnTo>
                  <a:lnTo>
                    <a:pt x="3250051" y="726068"/>
                  </a:lnTo>
                  <a:lnTo>
                    <a:pt x="3251952" y="604576"/>
                  </a:lnTo>
                  <a:lnTo>
                    <a:pt x="3253853" y="503047"/>
                  </a:lnTo>
                  <a:lnTo>
                    <a:pt x="3255755" y="493775"/>
                  </a:lnTo>
                  <a:lnTo>
                    <a:pt x="3257656" y="448997"/>
                  </a:lnTo>
                  <a:lnTo>
                    <a:pt x="3259557" y="458193"/>
                  </a:lnTo>
                  <a:lnTo>
                    <a:pt x="3261458" y="471174"/>
                  </a:lnTo>
                  <a:lnTo>
                    <a:pt x="3263359" y="552629"/>
                  </a:lnTo>
                  <a:lnTo>
                    <a:pt x="3265261" y="630654"/>
                  </a:lnTo>
                  <a:lnTo>
                    <a:pt x="3267162" y="646471"/>
                  </a:lnTo>
                  <a:lnTo>
                    <a:pt x="3269063" y="696944"/>
                  </a:lnTo>
                  <a:lnTo>
                    <a:pt x="3270964" y="755453"/>
                  </a:lnTo>
                  <a:lnTo>
                    <a:pt x="3272866" y="837660"/>
                  </a:lnTo>
                  <a:lnTo>
                    <a:pt x="3274767" y="900605"/>
                  </a:lnTo>
                  <a:lnTo>
                    <a:pt x="3276668" y="930962"/>
                  </a:lnTo>
                  <a:lnTo>
                    <a:pt x="3278569" y="917060"/>
                  </a:lnTo>
                  <a:lnTo>
                    <a:pt x="3280470" y="914450"/>
                  </a:lnTo>
                  <a:lnTo>
                    <a:pt x="3282372" y="938505"/>
                  </a:lnTo>
                  <a:lnTo>
                    <a:pt x="3284273" y="928235"/>
                  </a:lnTo>
                  <a:lnTo>
                    <a:pt x="3286174" y="913184"/>
                  </a:lnTo>
                  <a:lnTo>
                    <a:pt x="3288075" y="881895"/>
                  </a:lnTo>
                  <a:lnTo>
                    <a:pt x="3289976" y="879983"/>
                  </a:lnTo>
                  <a:lnTo>
                    <a:pt x="3291878" y="885408"/>
                  </a:lnTo>
                  <a:lnTo>
                    <a:pt x="3293779" y="795906"/>
                  </a:lnTo>
                  <a:lnTo>
                    <a:pt x="3295680" y="739804"/>
                  </a:lnTo>
                  <a:lnTo>
                    <a:pt x="3297581" y="673653"/>
                  </a:lnTo>
                  <a:lnTo>
                    <a:pt x="3299483" y="652723"/>
                  </a:lnTo>
                  <a:lnTo>
                    <a:pt x="3301384" y="607880"/>
                  </a:lnTo>
                  <a:lnTo>
                    <a:pt x="3303285" y="569344"/>
                  </a:lnTo>
                  <a:lnTo>
                    <a:pt x="3305186" y="574706"/>
                  </a:lnTo>
                  <a:lnTo>
                    <a:pt x="3307087" y="564270"/>
                  </a:lnTo>
                  <a:lnTo>
                    <a:pt x="3308989" y="534808"/>
                  </a:lnTo>
                  <a:lnTo>
                    <a:pt x="3310890" y="505231"/>
                  </a:lnTo>
                  <a:lnTo>
                    <a:pt x="3312791" y="512635"/>
                  </a:lnTo>
                  <a:lnTo>
                    <a:pt x="3314692" y="593413"/>
                  </a:lnTo>
                  <a:lnTo>
                    <a:pt x="3316593" y="738533"/>
                  </a:lnTo>
                  <a:lnTo>
                    <a:pt x="3318495" y="847918"/>
                  </a:lnTo>
                  <a:lnTo>
                    <a:pt x="3320396" y="884159"/>
                  </a:lnTo>
                  <a:lnTo>
                    <a:pt x="3322297" y="870066"/>
                  </a:lnTo>
                  <a:lnTo>
                    <a:pt x="3324198" y="843663"/>
                  </a:lnTo>
                  <a:lnTo>
                    <a:pt x="3326100" y="704913"/>
                  </a:lnTo>
                  <a:lnTo>
                    <a:pt x="3328001" y="568267"/>
                  </a:lnTo>
                  <a:lnTo>
                    <a:pt x="3329902" y="502307"/>
                  </a:lnTo>
                  <a:lnTo>
                    <a:pt x="3331803" y="556566"/>
                  </a:lnTo>
                  <a:lnTo>
                    <a:pt x="3333704" y="696543"/>
                  </a:lnTo>
                  <a:lnTo>
                    <a:pt x="3335606" y="730823"/>
                  </a:lnTo>
                  <a:lnTo>
                    <a:pt x="3337507" y="739516"/>
                  </a:lnTo>
                  <a:lnTo>
                    <a:pt x="3339408" y="754190"/>
                  </a:lnTo>
                  <a:lnTo>
                    <a:pt x="3341309" y="813973"/>
                  </a:lnTo>
                  <a:lnTo>
                    <a:pt x="3343210" y="881690"/>
                  </a:lnTo>
                  <a:lnTo>
                    <a:pt x="3345112" y="795716"/>
                  </a:lnTo>
                  <a:lnTo>
                    <a:pt x="3347013" y="822901"/>
                  </a:lnTo>
                  <a:lnTo>
                    <a:pt x="3348914" y="943840"/>
                  </a:lnTo>
                  <a:lnTo>
                    <a:pt x="3350815" y="986124"/>
                  </a:lnTo>
                  <a:lnTo>
                    <a:pt x="3352717" y="950140"/>
                  </a:lnTo>
                  <a:lnTo>
                    <a:pt x="3354618" y="830001"/>
                  </a:lnTo>
                  <a:lnTo>
                    <a:pt x="3356519" y="834125"/>
                  </a:lnTo>
                  <a:lnTo>
                    <a:pt x="3358420" y="777831"/>
                  </a:lnTo>
                  <a:lnTo>
                    <a:pt x="3360321" y="644695"/>
                  </a:lnTo>
                  <a:lnTo>
                    <a:pt x="3362223" y="564021"/>
                  </a:lnTo>
                  <a:lnTo>
                    <a:pt x="3364124" y="514908"/>
                  </a:lnTo>
                  <a:lnTo>
                    <a:pt x="3366025" y="498636"/>
                  </a:lnTo>
                  <a:lnTo>
                    <a:pt x="3367926" y="476260"/>
                  </a:lnTo>
                  <a:lnTo>
                    <a:pt x="3369827" y="527547"/>
                  </a:lnTo>
                  <a:lnTo>
                    <a:pt x="3371729" y="631874"/>
                  </a:lnTo>
                  <a:lnTo>
                    <a:pt x="3373630" y="708304"/>
                  </a:lnTo>
                  <a:lnTo>
                    <a:pt x="3375531" y="768374"/>
                  </a:lnTo>
                  <a:lnTo>
                    <a:pt x="3377432" y="766900"/>
                  </a:lnTo>
                  <a:lnTo>
                    <a:pt x="3379334" y="712501"/>
                  </a:lnTo>
                  <a:lnTo>
                    <a:pt x="3381235" y="689618"/>
                  </a:lnTo>
                  <a:lnTo>
                    <a:pt x="3383136" y="703754"/>
                  </a:lnTo>
                  <a:lnTo>
                    <a:pt x="3385037" y="664648"/>
                  </a:lnTo>
                  <a:lnTo>
                    <a:pt x="3386938" y="693820"/>
                  </a:lnTo>
                  <a:lnTo>
                    <a:pt x="3388840" y="808135"/>
                  </a:lnTo>
                  <a:lnTo>
                    <a:pt x="3390741" y="925452"/>
                  </a:lnTo>
                  <a:lnTo>
                    <a:pt x="3392642" y="1055110"/>
                  </a:lnTo>
                  <a:lnTo>
                    <a:pt x="3394543" y="1096856"/>
                  </a:lnTo>
                  <a:lnTo>
                    <a:pt x="3396444" y="1131148"/>
                  </a:lnTo>
                  <a:lnTo>
                    <a:pt x="3398346" y="1080328"/>
                  </a:lnTo>
                  <a:lnTo>
                    <a:pt x="3400247" y="919588"/>
                  </a:lnTo>
                  <a:lnTo>
                    <a:pt x="3402148" y="770560"/>
                  </a:lnTo>
                  <a:lnTo>
                    <a:pt x="3404049" y="566620"/>
                  </a:lnTo>
                  <a:lnTo>
                    <a:pt x="3405951" y="394402"/>
                  </a:lnTo>
                  <a:lnTo>
                    <a:pt x="3407852" y="323891"/>
                  </a:lnTo>
                  <a:lnTo>
                    <a:pt x="3409753" y="307704"/>
                  </a:lnTo>
                  <a:lnTo>
                    <a:pt x="3411654" y="384866"/>
                  </a:lnTo>
                  <a:lnTo>
                    <a:pt x="3413555" y="474359"/>
                  </a:lnTo>
                  <a:lnTo>
                    <a:pt x="3415457" y="624965"/>
                  </a:lnTo>
                  <a:lnTo>
                    <a:pt x="3417358" y="835769"/>
                  </a:lnTo>
                  <a:lnTo>
                    <a:pt x="3419259" y="943337"/>
                  </a:lnTo>
                  <a:lnTo>
                    <a:pt x="3421160" y="987750"/>
                  </a:lnTo>
                  <a:lnTo>
                    <a:pt x="3423061" y="1011823"/>
                  </a:lnTo>
                  <a:lnTo>
                    <a:pt x="3424963" y="1047287"/>
                  </a:lnTo>
                  <a:lnTo>
                    <a:pt x="3426864" y="973765"/>
                  </a:lnTo>
                  <a:lnTo>
                    <a:pt x="3428765" y="926434"/>
                  </a:lnTo>
                  <a:lnTo>
                    <a:pt x="3430666" y="921843"/>
                  </a:lnTo>
                  <a:lnTo>
                    <a:pt x="3432568" y="849420"/>
                  </a:lnTo>
                  <a:lnTo>
                    <a:pt x="3434469" y="798368"/>
                  </a:lnTo>
                  <a:lnTo>
                    <a:pt x="3436370" y="748567"/>
                  </a:lnTo>
                  <a:lnTo>
                    <a:pt x="3438271" y="706743"/>
                  </a:lnTo>
                  <a:lnTo>
                    <a:pt x="3440172" y="557169"/>
                  </a:lnTo>
                  <a:lnTo>
                    <a:pt x="3442074" y="395152"/>
                  </a:lnTo>
                  <a:lnTo>
                    <a:pt x="3443975" y="310715"/>
                  </a:lnTo>
                  <a:lnTo>
                    <a:pt x="3445876" y="202966"/>
                  </a:lnTo>
                  <a:lnTo>
                    <a:pt x="3447777" y="101945"/>
                  </a:lnTo>
                  <a:lnTo>
                    <a:pt x="3449678" y="79764"/>
                  </a:lnTo>
                  <a:lnTo>
                    <a:pt x="3451580" y="89796"/>
                  </a:lnTo>
                  <a:lnTo>
                    <a:pt x="3453481" y="136390"/>
                  </a:lnTo>
                  <a:lnTo>
                    <a:pt x="3455382" y="196632"/>
                  </a:lnTo>
                  <a:lnTo>
                    <a:pt x="3457283" y="349041"/>
                  </a:lnTo>
                  <a:lnTo>
                    <a:pt x="3459184" y="463293"/>
                  </a:lnTo>
                  <a:lnTo>
                    <a:pt x="3461086" y="466534"/>
                  </a:lnTo>
                  <a:lnTo>
                    <a:pt x="3462987" y="491381"/>
                  </a:lnTo>
                  <a:lnTo>
                    <a:pt x="3464888" y="510113"/>
                  </a:lnTo>
                  <a:lnTo>
                    <a:pt x="3466789" y="529228"/>
                  </a:lnTo>
                  <a:lnTo>
                    <a:pt x="3468691" y="434956"/>
                  </a:lnTo>
                  <a:lnTo>
                    <a:pt x="3470592" y="340963"/>
                  </a:lnTo>
                  <a:lnTo>
                    <a:pt x="3472493" y="323666"/>
                  </a:lnTo>
                  <a:lnTo>
                    <a:pt x="3474394" y="309400"/>
                  </a:lnTo>
                  <a:lnTo>
                    <a:pt x="3476295" y="351524"/>
                  </a:lnTo>
                  <a:lnTo>
                    <a:pt x="3478197" y="498710"/>
                  </a:lnTo>
                  <a:lnTo>
                    <a:pt x="3480098" y="707099"/>
                  </a:lnTo>
                  <a:lnTo>
                    <a:pt x="3481999" y="844410"/>
                  </a:lnTo>
                  <a:lnTo>
                    <a:pt x="3483900" y="958609"/>
                  </a:lnTo>
                  <a:lnTo>
                    <a:pt x="3485801" y="1086495"/>
                  </a:lnTo>
                  <a:lnTo>
                    <a:pt x="3487703" y="1204325"/>
                  </a:lnTo>
                  <a:lnTo>
                    <a:pt x="3489604" y="1122134"/>
                  </a:lnTo>
                  <a:lnTo>
                    <a:pt x="3491505" y="928369"/>
                  </a:lnTo>
                  <a:lnTo>
                    <a:pt x="3493406" y="813117"/>
                  </a:lnTo>
                  <a:lnTo>
                    <a:pt x="3495308" y="778042"/>
                  </a:lnTo>
                  <a:lnTo>
                    <a:pt x="3497209" y="740862"/>
                  </a:lnTo>
                  <a:lnTo>
                    <a:pt x="3499110" y="644265"/>
                  </a:lnTo>
                  <a:lnTo>
                    <a:pt x="3501011" y="625407"/>
                  </a:lnTo>
                  <a:lnTo>
                    <a:pt x="3502912" y="667541"/>
                  </a:lnTo>
                  <a:lnTo>
                    <a:pt x="3504814" y="719618"/>
                  </a:lnTo>
                  <a:lnTo>
                    <a:pt x="3506715" y="724177"/>
                  </a:lnTo>
                  <a:lnTo>
                    <a:pt x="3508616" y="765294"/>
                  </a:lnTo>
                  <a:lnTo>
                    <a:pt x="3510517" y="762631"/>
                  </a:lnTo>
                  <a:lnTo>
                    <a:pt x="3512418" y="755716"/>
                  </a:lnTo>
                  <a:lnTo>
                    <a:pt x="3514320" y="804145"/>
                  </a:lnTo>
                  <a:lnTo>
                    <a:pt x="3516221" y="842058"/>
                  </a:lnTo>
                  <a:lnTo>
                    <a:pt x="3518122" y="835183"/>
                  </a:lnTo>
                  <a:lnTo>
                    <a:pt x="3520023" y="754396"/>
                  </a:lnTo>
                  <a:lnTo>
                    <a:pt x="3521925" y="814819"/>
                  </a:lnTo>
                  <a:lnTo>
                    <a:pt x="3523826" y="965384"/>
                  </a:lnTo>
                  <a:lnTo>
                    <a:pt x="3525727" y="1144789"/>
                  </a:lnTo>
                  <a:lnTo>
                    <a:pt x="3527628" y="1261480"/>
                  </a:lnTo>
                  <a:lnTo>
                    <a:pt x="3529529" y="1305858"/>
                  </a:lnTo>
                  <a:lnTo>
                    <a:pt x="3531431" y="1306539"/>
                  </a:lnTo>
                  <a:lnTo>
                    <a:pt x="3533332" y="1208589"/>
                  </a:lnTo>
                  <a:lnTo>
                    <a:pt x="3535233" y="1071599"/>
                  </a:lnTo>
                  <a:lnTo>
                    <a:pt x="3537134" y="858581"/>
                  </a:lnTo>
                  <a:lnTo>
                    <a:pt x="3539035" y="713559"/>
                  </a:lnTo>
                  <a:lnTo>
                    <a:pt x="3540937" y="744401"/>
                  </a:lnTo>
                  <a:lnTo>
                    <a:pt x="3542838" y="844357"/>
                  </a:lnTo>
                  <a:lnTo>
                    <a:pt x="3544739" y="882713"/>
                  </a:lnTo>
                  <a:lnTo>
                    <a:pt x="3546640" y="878049"/>
                  </a:lnTo>
                  <a:lnTo>
                    <a:pt x="3548542" y="841695"/>
                  </a:lnTo>
                  <a:lnTo>
                    <a:pt x="3550443" y="768258"/>
                  </a:lnTo>
                  <a:lnTo>
                    <a:pt x="3552344" y="601134"/>
                  </a:lnTo>
                  <a:lnTo>
                    <a:pt x="3554245" y="461836"/>
                  </a:lnTo>
                  <a:lnTo>
                    <a:pt x="3556146" y="449818"/>
                  </a:lnTo>
                  <a:lnTo>
                    <a:pt x="3558048" y="491122"/>
                  </a:lnTo>
                  <a:lnTo>
                    <a:pt x="3559949" y="656093"/>
                  </a:lnTo>
                  <a:lnTo>
                    <a:pt x="3561850" y="906401"/>
                  </a:lnTo>
                  <a:lnTo>
                    <a:pt x="3563751" y="1215058"/>
                  </a:lnTo>
                  <a:lnTo>
                    <a:pt x="3565652" y="1446788"/>
                  </a:lnTo>
                  <a:lnTo>
                    <a:pt x="3567554" y="1518996"/>
                  </a:lnTo>
                  <a:lnTo>
                    <a:pt x="3569455" y="1466366"/>
                  </a:lnTo>
                  <a:lnTo>
                    <a:pt x="3571356" y="1359976"/>
                  </a:lnTo>
                  <a:lnTo>
                    <a:pt x="3573257" y="1366424"/>
                  </a:lnTo>
                  <a:lnTo>
                    <a:pt x="3575159" y="1258874"/>
                  </a:lnTo>
                  <a:lnTo>
                    <a:pt x="3577060" y="1060875"/>
                  </a:lnTo>
                  <a:lnTo>
                    <a:pt x="3578961" y="965023"/>
                  </a:lnTo>
                  <a:lnTo>
                    <a:pt x="3580862" y="919036"/>
                  </a:lnTo>
                  <a:lnTo>
                    <a:pt x="3582763" y="855270"/>
                  </a:lnTo>
                  <a:lnTo>
                    <a:pt x="3584665" y="671783"/>
                  </a:lnTo>
                  <a:lnTo>
                    <a:pt x="3586566" y="584905"/>
                  </a:lnTo>
                  <a:lnTo>
                    <a:pt x="3588467" y="624031"/>
                  </a:lnTo>
                  <a:lnTo>
                    <a:pt x="3590368" y="688946"/>
                  </a:lnTo>
                  <a:lnTo>
                    <a:pt x="3592269" y="820604"/>
                  </a:lnTo>
                  <a:lnTo>
                    <a:pt x="3594171" y="876634"/>
                  </a:lnTo>
                  <a:lnTo>
                    <a:pt x="3596072" y="831696"/>
                  </a:lnTo>
                  <a:lnTo>
                    <a:pt x="3597973" y="809344"/>
                  </a:lnTo>
                  <a:lnTo>
                    <a:pt x="3599874" y="786641"/>
                  </a:lnTo>
                  <a:lnTo>
                    <a:pt x="3601776" y="694794"/>
                  </a:lnTo>
                  <a:lnTo>
                    <a:pt x="3603677" y="582415"/>
                  </a:lnTo>
                  <a:lnTo>
                    <a:pt x="3605578" y="570084"/>
                  </a:lnTo>
                  <a:lnTo>
                    <a:pt x="3607479" y="624942"/>
                  </a:lnTo>
                  <a:lnTo>
                    <a:pt x="3609380" y="652473"/>
                  </a:lnTo>
                  <a:lnTo>
                    <a:pt x="3611282" y="756108"/>
                  </a:lnTo>
                  <a:lnTo>
                    <a:pt x="3613183" y="908519"/>
                  </a:lnTo>
                  <a:lnTo>
                    <a:pt x="3615084" y="957608"/>
                  </a:lnTo>
                  <a:lnTo>
                    <a:pt x="3616985" y="945571"/>
                  </a:lnTo>
                  <a:lnTo>
                    <a:pt x="3618886" y="941297"/>
                  </a:lnTo>
                  <a:lnTo>
                    <a:pt x="3620788" y="907073"/>
                  </a:lnTo>
                  <a:lnTo>
                    <a:pt x="3622689" y="824573"/>
                  </a:lnTo>
                  <a:lnTo>
                    <a:pt x="3624590" y="836441"/>
                  </a:lnTo>
                  <a:lnTo>
                    <a:pt x="3626491" y="911593"/>
                  </a:lnTo>
                  <a:lnTo>
                    <a:pt x="3628393" y="950513"/>
                  </a:lnTo>
                  <a:lnTo>
                    <a:pt x="3630294" y="984407"/>
                  </a:lnTo>
                  <a:lnTo>
                    <a:pt x="3632195" y="975741"/>
                  </a:lnTo>
                  <a:lnTo>
                    <a:pt x="3634096" y="926023"/>
                  </a:lnTo>
                  <a:lnTo>
                    <a:pt x="3635997" y="790606"/>
                  </a:lnTo>
                  <a:lnTo>
                    <a:pt x="3637899" y="721977"/>
                  </a:lnTo>
                  <a:lnTo>
                    <a:pt x="3639800" y="733192"/>
                  </a:lnTo>
                  <a:lnTo>
                    <a:pt x="3641701" y="756276"/>
                  </a:lnTo>
                  <a:lnTo>
                    <a:pt x="3643602" y="819270"/>
                  </a:lnTo>
                  <a:lnTo>
                    <a:pt x="3645503" y="870935"/>
                  </a:lnTo>
                  <a:lnTo>
                    <a:pt x="3647405" y="988092"/>
                  </a:lnTo>
                  <a:lnTo>
                    <a:pt x="3649306" y="978118"/>
                  </a:lnTo>
                  <a:lnTo>
                    <a:pt x="3651207" y="939565"/>
                  </a:lnTo>
                  <a:lnTo>
                    <a:pt x="3653108" y="890982"/>
                  </a:lnTo>
                  <a:lnTo>
                    <a:pt x="3655010" y="904104"/>
                  </a:lnTo>
                  <a:lnTo>
                    <a:pt x="3656911" y="903465"/>
                  </a:lnTo>
                  <a:lnTo>
                    <a:pt x="3658812" y="826483"/>
                  </a:lnTo>
                  <a:lnTo>
                    <a:pt x="3660713" y="924456"/>
                  </a:lnTo>
                  <a:lnTo>
                    <a:pt x="3662614" y="1026157"/>
                  </a:lnTo>
                  <a:lnTo>
                    <a:pt x="3664516" y="1087548"/>
                  </a:lnTo>
                  <a:lnTo>
                    <a:pt x="3666417" y="1095582"/>
                  </a:lnTo>
                  <a:lnTo>
                    <a:pt x="3668318" y="1129668"/>
                  </a:lnTo>
                  <a:lnTo>
                    <a:pt x="3670219" y="1153203"/>
                  </a:lnTo>
                  <a:lnTo>
                    <a:pt x="3672120" y="1115297"/>
                  </a:lnTo>
                  <a:lnTo>
                    <a:pt x="3674022" y="1119027"/>
                  </a:lnTo>
                  <a:lnTo>
                    <a:pt x="3675923" y="1090477"/>
                  </a:lnTo>
                  <a:lnTo>
                    <a:pt x="3677824" y="1098364"/>
                  </a:lnTo>
                  <a:lnTo>
                    <a:pt x="3679725" y="1076447"/>
                  </a:lnTo>
                  <a:lnTo>
                    <a:pt x="3681627" y="1063087"/>
                  </a:lnTo>
                  <a:lnTo>
                    <a:pt x="3683528" y="1026380"/>
                  </a:lnTo>
                  <a:lnTo>
                    <a:pt x="3685429" y="944514"/>
                  </a:lnTo>
                  <a:lnTo>
                    <a:pt x="3687330" y="1036014"/>
                  </a:lnTo>
                  <a:lnTo>
                    <a:pt x="3689231" y="1175101"/>
                  </a:lnTo>
                  <a:lnTo>
                    <a:pt x="3691133" y="1349536"/>
                  </a:lnTo>
                  <a:lnTo>
                    <a:pt x="3693034" y="1415873"/>
                  </a:lnTo>
                  <a:lnTo>
                    <a:pt x="3694935" y="1427208"/>
                  </a:lnTo>
                  <a:lnTo>
                    <a:pt x="3696836" y="1506428"/>
                  </a:lnTo>
                  <a:lnTo>
                    <a:pt x="3698737" y="1543548"/>
                  </a:lnTo>
                  <a:lnTo>
                    <a:pt x="3700639" y="1545416"/>
                  </a:lnTo>
                  <a:lnTo>
                    <a:pt x="3702540" y="1548259"/>
                  </a:lnTo>
                  <a:lnTo>
                    <a:pt x="3704441" y="1636742"/>
                  </a:lnTo>
                  <a:lnTo>
                    <a:pt x="3706342" y="1730112"/>
                  </a:lnTo>
                  <a:lnTo>
                    <a:pt x="3708244" y="1758827"/>
                  </a:lnTo>
                  <a:lnTo>
                    <a:pt x="3710145" y="1758372"/>
                  </a:lnTo>
                  <a:lnTo>
                    <a:pt x="3712046" y="1770133"/>
                  </a:lnTo>
                  <a:lnTo>
                    <a:pt x="3713947" y="1787651"/>
                  </a:lnTo>
                  <a:lnTo>
                    <a:pt x="3715848" y="1804018"/>
                  </a:lnTo>
                  <a:lnTo>
                    <a:pt x="3717750" y="1916488"/>
                  </a:lnTo>
                  <a:lnTo>
                    <a:pt x="3719651" y="2054374"/>
                  </a:lnTo>
                  <a:lnTo>
                    <a:pt x="3721552" y="2113691"/>
                  </a:lnTo>
                  <a:lnTo>
                    <a:pt x="3723453" y="2117500"/>
                  </a:lnTo>
                  <a:lnTo>
                    <a:pt x="3725354" y="2124577"/>
                  </a:lnTo>
                  <a:lnTo>
                    <a:pt x="3727256" y="2120131"/>
                  </a:lnTo>
                  <a:lnTo>
                    <a:pt x="3729157" y="2100582"/>
                  </a:lnTo>
                  <a:lnTo>
                    <a:pt x="3731058" y="2169082"/>
                  </a:lnTo>
                  <a:lnTo>
                    <a:pt x="3732959" y="2185682"/>
                  </a:lnTo>
                  <a:lnTo>
                    <a:pt x="3734861" y="2113424"/>
                  </a:lnTo>
                  <a:lnTo>
                    <a:pt x="3736762" y="2035056"/>
                  </a:lnTo>
                  <a:lnTo>
                    <a:pt x="3738663" y="2094480"/>
                  </a:lnTo>
                  <a:lnTo>
                    <a:pt x="3740564" y="2085363"/>
                  </a:lnTo>
                  <a:lnTo>
                    <a:pt x="3742465" y="1950760"/>
                  </a:lnTo>
                  <a:lnTo>
                    <a:pt x="3744367" y="1902632"/>
                  </a:lnTo>
                  <a:lnTo>
                    <a:pt x="3746268" y="1906667"/>
                  </a:lnTo>
                  <a:lnTo>
                    <a:pt x="3748169" y="1876654"/>
                  </a:lnTo>
                  <a:lnTo>
                    <a:pt x="3750070" y="1768662"/>
                  </a:lnTo>
                  <a:lnTo>
                    <a:pt x="3751971" y="1708557"/>
                  </a:lnTo>
                  <a:lnTo>
                    <a:pt x="3753873" y="1750850"/>
                  </a:lnTo>
                  <a:lnTo>
                    <a:pt x="3755774" y="1829146"/>
                  </a:lnTo>
                  <a:lnTo>
                    <a:pt x="3757675" y="1883044"/>
                  </a:lnTo>
                  <a:lnTo>
                    <a:pt x="3759576" y="1867546"/>
                  </a:lnTo>
                  <a:lnTo>
                    <a:pt x="3761477" y="1803360"/>
                  </a:lnTo>
                  <a:lnTo>
                    <a:pt x="3763379" y="1809200"/>
                  </a:lnTo>
                  <a:lnTo>
                    <a:pt x="3765280" y="1757095"/>
                  </a:lnTo>
                  <a:lnTo>
                    <a:pt x="3767181" y="1615976"/>
                  </a:lnTo>
                  <a:lnTo>
                    <a:pt x="3769082" y="1545409"/>
                  </a:lnTo>
                  <a:lnTo>
                    <a:pt x="3770984" y="1550474"/>
                  </a:lnTo>
                  <a:lnTo>
                    <a:pt x="3772885" y="1596220"/>
                  </a:lnTo>
                  <a:lnTo>
                    <a:pt x="3774786" y="1523328"/>
                  </a:lnTo>
                  <a:lnTo>
                    <a:pt x="3776687" y="1459940"/>
                  </a:lnTo>
                  <a:lnTo>
                    <a:pt x="3778588" y="1538969"/>
                  </a:lnTo>
                  <a:lnTo>
                    <a:pt x="3780490" y="1665767"/>
                  </a:lnTo>
                  <a:lnTo>
                    <a:pt x="3782391" y="1798585"/>
                  </a:lnTo>
                  <a:lnTo>
                    <a:pt x="3784292" y="1997649"/>
                  </a:lnTo>
                  <a:lnTo>
                    <a:pt x="3786193" y="2075328"/>
                  </a:lnTo>
                  <a:lnTo>
                    <a:pt x="3788094" y="2057598"/>
                  </a:lnTo>
                  <a:lnTo>
                    <a:pt x="3789996" y="1985421"/>
                  </a:lnTo>
                  <a:lnTo>
                    <a:pt x="3791897" y="1884243"/>
                  </a:lnTo>
                  <a:lnTo>
                    <a:pt x="3793798" y="1817660"/>
                  </a:lnTo>
                  <a:lnTo>
                    <a:pt x="3795699" y="1635586"/>
                  </a:lnTo>
                  <a:lnTo>
                    <a:pt x="3797601" y="1599029"/>
                  </a:lnTo>
                  <a:lnTo>
                    <a:pt x="3799502" y="1656984"/>
                  </a:lnTo>
                  <a:lnTo>
                    <a:pt x="3801403" y="1713494"/>
                  </a:lnTo>
                  <a:lnTo>
                    <a:pt x="3803304" y="1669499"/>
                  </a:lnTo>
                  <a:lnTo>
                    <a:pt x="3805205" y="1608473"/>
                  </a:lnTo>
                  <a:lnTo>
                    <a:pt x="3807107" y="1623555"/>
                  </a:lnTo>
                  <a:lnTo>
                    <a:pt x="3809008" y="1554072"/>
                  </a:lnTo>
                  <a:lnTo>
                    <a:pt x="3810909" y="1494784"/>
                  </a:lnTo>
                  <a:lnTo>
                    <a:pt x="3812810" y="1480531"/>
                  </a:lnTo>
                  <a:lnTo>
                    <a:pt x="3814711" y="1474654"/>
                  </a:lnTo>
                  <a:lnTo>
                    <a:pt x="3816613" y="1444981"/>
                  </a:lnTo>
                  <a:lnTo>
                    <a:pt x="3818514" y="1336495"/>
                  </a:lnTo>
                  <a:lnTo>
                    <a:pt x="3820415" y="1320508"/>
                  </a:lnTo>
                  <a:lnTo>
                    <a:pt x="3822316" y="1217566"/>
                  </a:lnTo>
                  <a:lnTo>
                    <a:pt x="3824218" y="1058251"/>
                  </a:lnTo>
                  <a:lnTo>
                    <a:pt x="3826119" y="978943"/>
                  </a:lnTo>
                  <a:lnTo>
                    <a:pt x="3828020" y="918258"/>
                  </a:lnTo>
                  <a:lnTo>
                    <a:pt x="3829921" y="989521"/>
                  </a:lnTo>
                  <a:lnTo>
                    <a:pt x="3831822" y="1247307"/>
                  </a:lnTo>
                  <a:lnTo>
                    <a:pt x="3833724" y="1554480"/>
                  </a:lnTo>
                  <a:lnTo>
                    <a:pt x="3835625" y="1661973"/>
                  </a:lnTo>
                  <a:lnTo>
                    <a:pt x="3837526" y="1683821"/>
                  </a:lnTo>
                  <a:lnTo>
                    <a:pt x="3839427" y="1762517"/>
                  </a:lnTo>
                  <a:lnTo>
                    <a:pt x="3841328" y="1719227"/>
                  </a:lnTo>
                  <a:lnTo>
                    <a:pt x="3843230" y="1521789"/>
                  </a:lnTo>
                  <a:lnTo>
                    <a:pt x="3845131" y="1335745"/>
                  </a:lnTo>
                  <a:lnTo>
                    <a:pt x="3847032" y="1294011"/>
                  </a:lnTo>
                  <a:lnTo>
                    <a:pt x="3848933" y="1326864"/>
                  </a:lnTo>
                  <a:lnTo>
                    <a:pt x="3850835" y="1287430"/>
                  </a:lnTo>
                  <a:lnTo>
                    <a:pt x="3852736" y="1250215"/>
                  </a:lnTo>
                  <a:lnTo>
                    <a:pt x="3854637" y="1198452"/>
                  </a:lnTo>
                  <a:lnTo>
                    <a:pt x="3856538" y="1146041"/>
                  </a:lnTo>
                  <a:lnTo>
                    <a:pt x="3858439" y="1201830"/>
                  </a:lnTo>
                  <a:lnTo>
                    <a:pt x="3860341" y="1203861"/>
                  </a:lnTo>
                  <a:lnTo>
                    <a:pt x="3862242" y="1149047"/>
                  </a:lnTo>
                  <a:lnTo>
                    <a:pt x="3864143" y="1147515"/>
                  </a:lnTo>
                  <a:lnTo>
                    <a:pt x="3866044" y="1190483"/>
                  </a:lnTo>
                  <a:lnTo>
                    <a:pt x="3867945" y="1262448"/>
                  </a:lnTo>
                  <a:lnTo>
                    <a:pt x="3869847" y="1243549"/>
                  </a:lnTo>
                  <a:lnTo>
                    <a:pt x="3871748" y="1169800"/>
                  </a:lnTo>
                  <a:lnTo>
                    <a:pt x="3873649" y="1191210"/>
                  </a:lnTo>
                  <a:lnTo>
                    <a:pt x="3875550" y="1209344"/>
                  </a:lnTo>
                  <a:lnTo>
                    <a:pt x="3877452" y="1149205"/>
                  </a:lnTo>
                  <a:lnTo>
                    <a:pt x="3879353" y="1062531"/>
                  </a:lnTo>
                  <a:lnTo>
                    <a:pt x="3881254" y="1005582"/>
                  </a:lnTo>
                  <a:lnTo>
                    <a:pt x="3883155" y="1007423"/>
                  </a:lnTo>
                  <a:lnTo>
                    <a:pt x="3885056" y="1008289"/>
                  </a:lnTo>
                  <a:lnTo>
                    <a:pt x="3886958" y="1061870"/>
                  </a:lnTo>
                  <a:lnTo>
                    <a:pt x="3888859" y="1122304"/>
                  </a:lnTo>
                  <a:lnTo>
                    <a:pt x="3890760" y="1181443"/>
                  </a:lnTo>
                  <a:lnTo>
                    <a:pt x="3892661" y="1198852"/>
                  </a:lnTo>
                  <a:lnTo>
                    <a:pt x="3894562" y="1219505"/>
                  </a:lnTo>
                  <a:lnTo>
                    <a:pt x="3896464" y="1198199"/>
                  </a:lnTo>
                  <a:lnTo>
                    <a:pt x="3898365" y="1089600"/>
                  </a:lnTo>
                  <a:lnTo>
                    <a:pt x="3900266" y="1013019"/>
                  </a:lnTo>
                  <a:lnTo>
                    <a:pt x="3902167" y="947151"/>
                  </a:lnTo>
                  <a:lnTo>
                    <a:pt x="3904069" y="922623"/>
                  </a:lnTo>
                  <a:lnTo>
                    <a:pt x="3905970" y="922545"/>
                  </a:lnTo>
                  <a:lnTo>
                    <a:pt x="3907871" y="934776"/>
                  </a:lnTo>
                  <a:lnTo>
                    <a:pt x="3909772" y="1023541"/>
                  </a:lnTo>
                  <a:lnTo>
                    <a:pt x="3911673" y="1221346"/>
                  </a:lnTo>
                  <a:lnTo>
                    <a:pt x="3913575" y="1391287"/>
                  </a:lnTo>
                  <a:lnTo>
                    <a:pt x="3915476" y="1546235"/>
                  </a:lnTo>
                  <a:lnTo>
                    <a:pt x="3917377" y="1726671"/>
                  </a:lnTo>
                  <a:lnTo>
                    <a:pt x="3919278" y="1905998"/>
                  </a:lnTo>
                  <a:lnTo>
                    <a:pt x="3921179" y="1926421"/>
                  </a:lnTo>
                  <a:lnTo>
                    <a:pt x="3923081" y="1804880"/>
                  </a:lnTo>
                  <a:lnTo>
                    <a:pt x="3924982" y="1719104"/>
                  </a:lnTo>
                  <a:lnTo>
                    <a:pt x="3926883" y="1606218"/>
                  </a:lnTo>
                  <a:lnTo>
                    <a:pt x="3928784" y="1442094"/>
                  </a:lnTo>
                  <a:lnTo>
                    <a:pt x="3930686" y="1269522"/>
                  </a:lnTo>
                  <a:lnTo>
                    <a:pt x="3932587" y="1191624"/>
                  </a:lnTo>
                  <a:lnTo>
                    <a:pt x="3934488" y="1218370"/>
                  </a:lnTo>
                  <a:lnTo>
                    <a:pt x="3936389" y="1251016"/>
                  </a:lnTo>
                  <a:lnTo>
                    <a:pt x="3938290" y="1308485"/>
                  </a:lnTo>
                  <a:lnTo>
                    <a:pt x="3940192" y="1398611"/>
                  </a:lnTo>
                  <a:lnTo>
                    <a:pt x="3942093" y="1466208"/>
                  </a:lnTo>
                  <a:lnTo>
                    <a:pt x="3943994" y="1454538"/>
                  </a:lnTo>
                  <a:lnTo>
                    <a:pt x="3945895" y="1355602"/>
                  </a:lnTo>
                  <a:lnTo>
                    <a:pt x="3947796" y="1228113"/>
                  </a:lnTo>
                  <a:lnTo>
                    <a:pt x="3949698" y="1153722"/>
                  </a:lnTo>
                  <a:lnTo>
                    <a:pt x="3951599" y="1093133"/>
                  </a:lnTo>
                  <a:lnTo>
                    <a:pt x="3953500" y="1048260"/>
                  </a:lnTo>
                  <a:lnTo>
                    <a:pt x="3955401" y="1102694"/>
                  </a:lnTo>
                  <a:lnTo>
                    <a:pt x="3957303" y="1137138"/>
                  </a:lnTo>
                  <a:lnTo>
                    <a:pt x="3959204" y="1171531"/>
                  </a:lnTo>
                  <a:lnTo>
                    <a:pt x="3961105" y="1176998"/>
                  </a:lnTo>
                  <a:lnTo>
                    <a:pt x="3963006" y="1230260"/>
                  </a:lnTo>
                  <a:lnTo>
                    <a:pt x="3964907" y="1410086"/>
                  </a:lnTo>
                  <a:lnTo>
                    <a:pt x="3966809" y="1520277"/>
                  </a:lnTo>
                  <a:lnTo>
                    <a:pt x="3968710" y="1594076"/>
                  </a:lnTo>
                  <a:lnTo>
                    <a:pt x="3970611" y="1589138"/>
                  </a:lnTo>
                  <a:lnTo>
                    <a:pt x="3972512" y="1574457"/>
                  </a:lnTo>
                  <a:lnTo>
                    <a:pt x="3974413" y="1572100"/>
                  </a:lnTo>
                  <a:lnTo>
                    <a:pt x="3976315" y="1509669"/>
                  </a:lnTo>
                  <a:lnTo>
                    <a:pt x="3978216" y="1567029"/>
                  </a:lnTo>
                  <a:lnTo>
                    <a:pt x="3980117" y="1672300"/>
                  </a:lnTo>
                  <a:lnTo>
                    <a:pt x="3982018" y="1806040"/>
                  </a:lnTo>
                  <a:lnTo>
                    <a:pt x="3983920" y="1849823"/>
                  </a:lnTo>
                  <a:lnTo>
                    <a:pt x="3985821" y="1906414"/>
                  </a:lnTo>
                  <a:lnTo>
                    <a:pt x="3987722" y="1943329"/>
                  </a:lnTo>
                  <a:lnTo>
                    <a:pt x="3989623" y="1794801"/>
                  </a:lnTo>
                  <a:lnTo>
                    <a:pt x="3991524" y="1609884"/>
                  </a:lnTo>
                  <a:lnTo>
                    <a:pt x="3993426" y="1469078"/>
                  </a:lnTo>
                  <a:lnTo>
                    <a:pt x="3995327" y="1399435"/>
                  </a:lnTo>
                  <a:lnTo>
                    <a:pt x="3997228" y="1314117"/>
                  </a:lnTo>
                  <a:lnTo>
                    <a:pt x="3999129" y="1306193"/>
                  </a:lnTo>
                  <a:lnTo>
                    <a:pt x="4001030" y="1375461"/>
                  </a:lnTo>
                  <a:lnTo>
                    <a:pt x="4002932" y="1440774"/>
                  </a:lnTo>
                  <a:lnTo>
                    <a:pt x="4004833" y="1490499"/>
                  </a:lnTo>
                  <a:lnTo>
                    <a:pt x="4006734" y="1610066"/>
                  </a:lnTo>
                  <a:lnTo>
                    <a:pt x="4008635" y="1668554"/>
                  </a:lnTo>
                  <a:lnTo>
                    <a:pt x="4010537" y="1605540"/>
                  </a:lnTo>
                  <a:lnTo>
                    <a:pt x="4012438" y="1643277"/>
                  </a:lnTo>
                  <a:lnTo>
                    <a:pt x="4014339" y="1794459"/>
                  </a:lnTo>
                  <a:lnTo>
                    <a:pt x="4016240" y="1958835"/>
                  </a:lnTo>
                  <a:lnTo>
                    <a:pt x="4018141" y="1954500"/>
                  </a:lnTo>
                  <a:lnTo>
                    <a:pt x="4020043" y="1948978"/>
                  </a:lnTo>
                  <a:lnTo>
                    <a:pt x="4021944" y="1990280"/>
                  </a:lnTo>
                  <a:lnTo>
                    <a:pt x="4023845" y="1992001"/>
                  </a:lnTo>
                  <a:lnTo>
                    <a:pt x="4025746" y="1957179"/>
                  </a:lnTo>
                  <a:lnTo>
                    <a:pt x="4027647" y="1919184"/>
                  </a:lnTo>
                  <a:lnTo>
                    <a:pt x="4029549" y="2019936"/>
                  </a:lnTo>
                  <a:lnTo>
                    <a:pt x="4031450" y="2193309"/>
                  </a:lnTo>
                  <a:lnTo>
                    <a:pt x="4033351" y="2320524"/>
                  </a:lnTo>
                  <a:lnTo>
                    <a:pt x="4035252" y="2356518"/>
                  </a:lnTo>
                  <a:lnTo>
                    <a:pt x="4037153" y="2371891"/>
                  </a:lnTo>
                  <a:lnTo>
                    <a:pt x="4039055" y="2347379"/>
                  </a:lnTo>
                  <a:lnTo>
                    <a:pt x="4040956" y="2269190"/>
                  </a:lnTo>
                  <a:lnTo>
                    <a:pt x="4042857" y="2193689"/>
                  </a:lnTo>
                  <a:lnTo>
                    <a:pt x="4044758" y="2119857"/>
                  </a:lnTo>
                  <a:lnTo>
                    <a:pt x="4046660" y="2109391"/>
                  </a:lnTo>
                  <a:lnTo>
                    <a:pt x="4048561" y="2060302"/>
                  </a:lnTo>
                  <a:lnTo>
                    <a:pt x="4050462" y="2067311"/>
                  </a:lnTo>
                  <a:lnTo>
                    <a:pt x="4052363" y="2186281"/>
                  </a:lnTo>
                  <a:lnTo>
                    <a:pt x="4054264" y="2134137"/>
                  </a:lnTo>
                  <a:lnTo>
                    <a:pt x="4056166" y="1964202"/>
                  </a:lnTo>
                  <a:lnTo>
                    <a:pt x="4058067" y="1773570"/>
                  </a:lnTo>
                  <a:lnTo>
                    <a:pt x="4059968" y="1650101"/>
                  </a:lnTo>
                  <a:lnTo>
                    <a:pt x="4061869" y="1532658"/>
                  </a:lnTo>
                  <a:lnTo>
                    <a:pt x="4063770" y="1318740"/>
                  </a:lnTo>
                  <a:lnTo>
                    <a:pt x="4065672" y="1184439"/>
                  </a:lnTo>
                  <a:lnTo>
                    <a:pt x="4067573" y="1171746"/>
                  </a:lnTo>
                  <a:lnTo>
                    <a:pt x="4069474" y="1266204"/>
                  </a:lnTo>
                  <a:lnTo>
                    <a:pt x="4071375" y="1357649"/>
                  </a:lnTo>
                  <a:lnTo>
                    <a:pt x="4073277" y="1291625"/>
                  </a:lnTo>
                  <a:lnTo>
                    <a:pt x="4075178" y="1179702"/>
                  </a:lnTo>
                  <a:lnTo>
                    <a:pt x="4077079" y="1079766"/>
                  </a:lnTo>
                  <a:lnTo>
                    <a:pt x="4078980" y="971468"/>
                  </a:lnTo>
                  <a:lnTo>
                    <a:pt x="4080881" y="763423"/>
                  </a:lnTo>
                  <a:lnTo>
                    <a:pt x="4082783" y="488526"/>
                  </a:lnTo>
                  <a:lnTo>
                    <a:pt x="4084684" y="374132"/>
                  </a:lnTo>
                  <a:lnTo>
                    <a:pt x="4086585" y="365107"/>
                  </a:lnTo>
                  <a:lnTo>
                    <a:pt x="4088486" y="371304"/>
                  </a:lnTo>
                  <a:lnTo>
                    <a:pt x="4090387" y="480398"/>
                  </a:lnTo>
                  <a:lnTo>
                    <a:pt x="4092289" y="654217"/>
                  </a:lnTo>
                  <a:lnTo>
                    <a:pt x="4094190" y="735492"/>
                  </a:lnTo>
                  <a:lnTo>
                    <a:pt x="4096091" y="821400"/>
                  </a:lnTo>
                  <a:lnTo>
                    <a:pt x="4097992" y="907949"/>
                  </a:lnTo>
                  <a:lnTo>
                    <a:pt x="4099894" y="955073"/>
                  </a:lnTo>
                  <a:lnTo>
                    <a:pt x="4101795" y="910232"/>
                  </a:lnTo>
                  <a:lnTo>
                    <a:pt x="4103696" y="761018"/>
                  </a:lnTo>
                  <a:lnTo>
                    <a:pt x="4105597" y="701235"/>
                  </a:lnTo>
                  <a:lnTo>
                    <a:pt x="4107498" y="578566"/>
                  </a:lnTo>
                  <a:lnTo>
                    <a:pt x="4109400" y="435754"/>
                  </a:lnTo>
                  <a:lnTo>
                    <a:pt x="4111301" y="346160"/>
                  </a:lnTo>
                  <a:lnTo>
                    <a:pt x="4113202" y="266971"/>
                  </a:lnTo>
                  <a:lnTo>
                    <a:pt x="4115103" y="240770"/>
                  </a:lnTo>
                  <a:lnTo>
                    <a:pt x="4117004" y="245397"/>
                  </a:lnTo>
                  <a:lnTo>
                    <a:pt x="4118906" y="268026"/>
                  </a:lnTo>
                  <a:lnTo>
                    <a:pt x="4120807" y="277645"/>
                  </a:lnTo>
                  <a:lnTo>
                    <a:pt x="4122708" y="269954"/>
                  </a:lnTo>
                  <a:lnTo>
                    <a:pt x="4124609" y="312632"/>
                  </a:lnTo>
                  <a:lnTo>
                    <a:pt x="4126511" y="389824"/>
                  </a:lnTo>
                  <a:lnTo>
                    <a:pt x="4128412" y="457190"/>
                  </a:lnTo>
                  <a:lnTo>
                    <a:pt x="4130313" y="559517"/>
                  </a:lnTo>
                  <a:lnTo>
                    <a:pt x="4132214" y="608474"/>
                  </a:lnTo>
                  <a:lnTo>
                    <a:pt x="4134115" y="661292"/>
                  </a:lnTo>
                  <a:lnTo>
                    <a:pt x="4136017" y="695583"/>
                  </a:lnTo>
                  <a:lnTo>
                    <a:pt x="4137918" y="672415"/>
                  </a:lnTo>
                  <a:lnTo>
                    <a:pt x="4139819" y="630394"/>
                  </a:lnTo>
                  <a:lnTo>
                    <a:pt x="4141720" y="568151"/>
                  </a:lnTo>
                  <a:lnTo>
                    <a:pt x="4143621" y="587895"/>
                  </a:lnTo>
                  <a:lnTo>
                    <a:pt x="4145523" y="572596"/>
                  </a:lnTo>
                  <a:lnTo>
                    <a:pt x="4147424" y="551886"/>
                  </a:lnTo>
                  <a:lnTo>
                    <a:pt x="4149325" y="570857"/>
                  </a:lnTo>
                  <a:lnTo>
                    <a:pt x="4151226" y="684772"/>
                  </a:lnTo>
                  <a:lnTo>
                    <a:pt x="4153128" y="897918"/>
                  </a:lnTo>
                  <a:lnTo>
                    <a:pt x="4155029" y="1122967"/>
                  </a:lnTo>
                  <a:lnTo>
                    <a:pt x="4156930" y="1431660"/>
                  </a:lnTo>
                  <a:lnTo>
                    <a:pt x="4158831" y="1722206"/>
                  </a:lnTo>
                  <a:lnTo>
                    <a:pt x="4160732" y="1861199"/>
                  </a:lnTo>
                  <a:lnTo>
                    <a:pt x="4162634" y="1917775"/>
                  </a:lnTo>
                  <a:lnTo>
                    <a:pt x="4164535" y="1952660"/>
                  </a:lnTo>
                  <a:lnTo>
                    <a:pt x="4166436" y="1931255"/>
                  </a:lnTo>
                  <a:lnTo>
                    <a:pt x="4168337" y="1763000"/>
                  </a:lnTo>
                  <a:lnTo>
                    <a:pt x="4170238" y="1561134"/>
                  </a:lnTo>
                  <a:lnTo>
                    <a:pt x="4172140" y="1543636"/>
                  </a:lnTo>
                  <a:lnTo>
                    <a:pt x="4174041" y="1504976"/>
                  </a:lnTo>
                  <a:lnTo>
                    <a:pt x="4175942" y="1400906"/>
                  </a:lnTo>
                  <a:lnTo>
                    <a:pt x="4177843" y="1260923"/>
                  </a:lnTo>
                  <a:lnTo>
                    <a:pt x="4179745" y="1237736"/>
                  </a:lnTo>
                  <a:lnTo>
                    <a:pt x="4181646" y="1274880"/>
                  </a:lnTo>
                  <a:lnTo>
                    <a:pt x="4183547" y="1288842"/>
                  </a:lnTo>
                  <a:lnTo>
                    <a:pt x="4185448" y="1313442"/>
                  </a:lnTo>
                  <a:lnTo>
                    <a:pt x="4187349" y="1344615"/>
                  </a:lnTo>
                  <a:lnTo>
                    <a:pt x="4189251" y="1407671"/>
                  </a:lnTo>
                  <a:lnTo>
                    <a:pt x="4191152" y="1375193"/>
                  </a:lnTo>
                  <a:lnTo>
                    <a:pt x="4193053" y="1316167"/>
                  </a:lnTo>
                  <a:lnTo>
                    <a:pt x="4194954" y="1247527"/>
                  </a:lnTo>
                  <a:lnTo>
                    <a:pt x="4196855" y="1162844"/>
                  </a:lnTo>
                  <a:lnTo>
                    <a:pt x="4198757" y="1053009"/>
                  </a:lnTo>
                  <a:lnTo>
                    <a:pt x="4200658" y="972907"/>
                  </a:lnTo>
                  <a:lnTo>
                    <a:pt x="4202559" y="1005720"/>
                  </a:lnTo>
                  <a:lnTo>
                    <a:pt x="4204460" y="1036959"/>
                  </a:lnTo>
                  <a:lnTo>
                    <a:pt x="4206362" y="1031405"/>
                  </a:lnTo>
                  <a:lnTo>
                    <a:pt x="4208263" y="1116423"/>
                  </a:lnTo>
                  <a:lnTo>
                    <a:pt x="4210164" y="1299754"/>
                  </a:lnTo>
                  <a:lnTo>
                    <a:pt x="4212065" y="1360888"/>
                  </a:lnTo>
                  <a:lnTo>
                    <a:pt x="4213966" y="1309428"/>
                  </a:lnTo>
                  <a:lnTo>
                    <a:pt x="4215868" y="1263291"/>
                  </a:lnTo>
                  <a:lnTo>
                    <a:pt x="4217769" y="1271413"/>
                  </a:lnTo>
                  <a:lnTo>
                    <a:pt x="4219670" y="1237514"/>
                  </a:lnTo>
                  <a:lnTo>
                    <a:pt x="4221571" y="1188202"/>
                  </a:lnTo>
                  <a:lnTo>
                    <a:pt x="4223472" y="1303976"/>
                  </a:lnTo>
                  <a:lnTo>
                    <a:pt x="4225374" y="1435408"/>
                  </a:lnTo>
                  <a:lnTo>
                    <a:pt x="4227275" y="1518834"/>
                  </a:lnTo>
                  <a:lnTo>
                    <a:pt x="4229176" y="1536441"/>
                  </a:lnTo>
                  <a:lnTo>
                    <a:pt x="4231077" y="1545683"/>
                  </a:lnTo>
                  <a:lnTo>
                    <a:pt x="4232979" y="1500820"/>
                  </a:lnTo>
                  <a:lnTo>
                    <a:pt x="4234880" y="1388598"/>
                  </a:lnTo>
                  <a:lnTo>
                    <a:pt x="4236781" y="1333367"/>
                  </a:lnTo>
                  <a:lnTo>
                    <a:pt x="4238682" y="1376902"/>
                  </a:lnTo>
                  <a:lnTo>
                    <a:pt x="4240583" y="1515482"/>
                  </a:lnTo>
                  <a:lnTo>
                    <a:pt x="4242485" y="1701530"/>
                  </a:lnTo>
                  <a:lnTo>
                    <a:pt x="4244386" y="1869244"/>
                  </a:lnTo>
                  <a:lnTo>
                    <a:pt x="4246287" y="1926327"/>
                  </a:lnTo>
                  <a:lnTo>
                    <a:pt x="4248188" y="1932609"/>
                  </a:lnTo>
                  <a:lnTo>
                    <a:pt x="4250089" y="1919979"/>
                  </a:lnTo>
                  <a:lnTo>
                    <a:pt x="4251991" y="1829948"/>
                  </a:lnTo>
                  <a:lnTo>
                    <a:pt x="4253892" y="1606994"/>
                  </a:lnTo>
                  <a:lnTo>
                    <a:pt x="4255793" y="1393947"/>
                  </a:lnTo>
                  <a:lnTo>
                    <a:pt x="4257694" y="1256963"/>
                  </a:lnTo>
                  <a:lnTo>
                    <a:pt x="4259596" y="1114076"/>
                  </a:lnTo>
                  <a:lnTo>
                    <a:pt x="4261497" y="969717"/>
                  </a:lnTo>
                  <a:lnTo>
                    <a:pt x="4263398" y="855785"/>
                  </a:lnTo>
                  <a:lnTo>
                    <a:pt x="4265299" y="805249"/>
                  </a:lnTo>
                  <a:lnTo>
                    <a:pt x="4267200" y="684378"/>
                  </a:lnTo>
                  <a:lnTo>
                    <a:pt x="4269102" y="604826"/>
                  </a:lnTo>
                  <a:lnTo>
                    <a:pt x="4271003" y="634594"/>
                  </a:lnTo>
                  <a:lnTo>
                    <a:pt x="4272904" y="646471"/>
                  </a:lnTo>
                  <a:lnTo>
                    <a:pt x="4274805" y="689458"/>
                  </a:lnTo>
                  <a:lnTo>
                    <a:pt x="4276706" y="745767"/>
                  </a:lnTo>
                  <a:lnTo>
                    <a:pt x="4278608" y="847897"/>
                  </a:lnTo>
                  <a:lnTo>
                    <a:pt x="4280509" y="1009852"/>
                  </a:lnTo>
                  <a:lnTo>
                    <a:pt x="4282410" y="1151325"/>
                  </a:lnTo>
                  <a:lnTo>
                    <a:pt x="4284311" y="1256035"/>
                  </a:lnTo>
                  <a:lnTo>
                    <a:pt x="4286213" y="1293916"/>
                  </a:lnTo>
                  <a:lnTo>
                    <a:pt x="4288114" y="1368617"/>
                  </a:lnTo>
                  <a:lnTo>
                    <a:pt x="4290015" y="1430060"/>
                  </a:lnTo>
                  <a:lnTo>
                    <a:pt x="4291916" y="1500530"/>
                  </a:lnTo>
                  <a:lnTo>
                    <a:pt x="4293817" y="1528847"/>
                  </a:lnTo>
                  <a:lnTo>
                    <a:pt x="4295719" y="1530186"/>
                  </a:lnTo>
                  <a:lnTo>
                    <a:pt x="4297620" y="1534104"/>
                  </a:lnTo>
                  <a:lnTo>
                    <a:pt x="4299521" y="1536460"/>
                  </a:lnTo>
                  <a:lnTo>
                    <a:pt x="4301422" y="1546648"/>
                  </a:lnTo>
                  <a:lnTo>
                    <a:pt x="4303323" y="1490025"/>
                  </a:lnTo>
                  <a:lnTo>
                    <a:pt x="4305225" y="1464322"/>
                  </a:lnTo>
                  <a:lnTo>
                    <a:pt x="4307126" y="1501461"/>
                  </a:lnTo>
                  <a:lnTo>
                    <a:pt x="4309027" y="1552571"/>
                  </a:lnTo>
                  <a:lnTo>
                    <a:pt x="4310928" y="1554627"/>
                  </a:lnTo>
                  <a:lnTo>
                    <a:pt x="4312830" y="1572331"/>
                  </a:lnTo>
                  <a:lnTo>
                    <a:pt x="4314731" y="1555929"/>
                  </a:lnTo>
                  <a:lnTo>
                    <a:pt x="4316632" y="1531210"/>
                  </a:lnTo>
                  <a:lnTo>
                    <a:pt x="4318533" y="1505490"/>
                  </a:lnTo>
                  <a:lnTo>
                    <a:pt x="4320434" y="1550365"/>
                  </a:lnTo>
                  <a:lnTo>
                    <a:pt x="4322336" y="1641923"/>
                  </a:lnTo>
                  <a:lnTo>
                    <a:pt x="4324237" y="1696776"/>
                  </a:lnTo>
                  <a:lnTo>
                    <a:pt x="4326138" y="1704150"/>
                  </a:lnTo>
                  <a:lnTo>
                    <a:pt x="4328039" y="1698989"/>
                  </a:lnTo>
                  <a:lnTo>
                    <a:pt x="4329940" y="1696642"/>
                  </a:lnTo>
                  <a:lnTo>
                    <a:pt x="4331842" y="1607195"/>
                  </a:lnTo>
                  <a:lnTo>
                    <a:pt x="4333743" y="1528757"/>
                  </a:lnTo>
                  <a:lnTo>
                    <a:pt x="4335644" y="1560004"/>
                  </a:lnTo>
                  <a:lnTo>
                    <a:pt x="4337545" y="1760782"/>
                  </a:lnTo>
                  <a:lnTo>
                    <a:pt x="4339446" y="1933184"/>
                  </a:lnTo>
                  <a:lnTo>
                    <a:pt x="4341348" y="2006073"/>
                  </a:lnTo>
                  <a:lnTo>
                    <a:pt x="4343249" y="2136851"/>
                  </a:lnTo>
                  <a:lnTo>
                    <a:pt x="4345150" y="2221373"/>
                  </a:lnTo>
                  <a:lnTo>
                    <a:pt x="4347051" y="2172065"/>
                  </a:lnTo>
                  <a:lnTo>
                    <a:pt x="4348953" y="2113971"/>
                  </a:lnTo>
                  <a:lnTo>
                    <a:pt x="4350854" y="2059713"/>
                  </a:lnTo>
                  <a:lnTo>
                    <a:pt x="4352755" y="2096068"/>
                  </a:lnTo>
                  <a:lnTo>
                    <a:pt x="4354656" y="2152880"/>
                  </a:lnTo>
                  <a:lnTo>
                    <a:pt x="4356557" y="2191292"/>
                  </a:lnTo>
                  <a:lnTo>
                    <a:pt x="4358459" y="2180982"/>
                  </a:lnTo>
                  <a:lnTo>
                    <a:pt x="4360360" y="1979306"/>
                  </a:lnTo>
                  <a:lnTo>
                    <a:pt x="4362261" y="1814485"/>
                  </a:lnTo>
                  <a:lnTo>
                    <a:pt x="4364162" y="1671077"/>
                  </a:lnTo>
                  <a:lnTo>
                    <a:pt x="4366063" y="1475292"/>
                  </a:lnTo>
                  <a:lnTo>
                    <a:pt x="4367965" y="1274685"/>
                  </a:lnTo>
                  <a:lnTo>
                    <a:pt x="4369866" y="1188601"/>
                  </a:lnTo>
                  <a:lnTo>
                    <a:pt x="4371767" y="1170528"/>
                  </a:lnTo>
                  <a:lnTo>
                    <a:pt x="4373668" y="1100475"/>
                  </a:lnTo>
                  <a:lnTo>
                    <a:pt x="4375570" y="1031494"/>
                  </a:lnTo>
                  <a:lnTo>
                    <a:pt x="4377471" y="983597"/>
                  </a:lnTo>
                  <a:lnTo>
                    <a:pt x="4379372" y="943991"/>
                  </a:lnTo>
                  <a:lnTo>
                    <a:pt x="4381273" y="905377"/>
                  </a:lnTo>
                  <a:lnTo>
                    <a:pt x="4383174" y="952839"/>
                  </a:lnTo>
                  <a:lnTo>
                    <a:pt x="4385076" y="1019103"/>
                  </a:lnTo>
                  <a:lnTo>
                    <a:pt x="4386977" y="1013989"/>
                  </a:lnTo>
                  <a:lnTo>
                    <a:pt x="4388878" y="999610"/>
                  </a:lnTo>
                  <a:lnTo>
                    <a:pt x="4390779" y="977543"/>
                  </a:lnTo>
                  <a:lnTo>
                    <a:pt x="4392680" y="936905"/>
                  </a:lnTo>
                  <a:lnTo>
                    <a:pt x="4394582" y="846886"/>
                  </a:lnTo>
                  <a:lnTo>
                    <a:pt x="4396483" y="795888"/>
                  </a:lnTo>
                  <a:lnTo>
                    <a:pt x="4398384" y="789999"/>
                  </a:lnTo>
                  <a:lnTo>
                    <a:pt x="4400285" y="774746"/>
                  </a:lnTo>
                  <a:lnTo>
                    <a:pt x="4402187" y="820646"/>
                  </a:lnTo>
                  <a:lnTo>
                    <a:pt x="4404088" y="908552"/>
                  </a:lnTo>
                  <a:lnTo>
                    <a:pt x="4405989" y="1012879"/>
                  </a:lnTo>
                  <a:lnTo>
                    <a:pt x="4407890" y="1073008"/>
                  </a:lnTo>
                  <a:lnTo>
                    <a:pt x="4409791" y="1172668"/>
                  </a:lnTo>
                  <a:lnTo>
                    <a:pt x="4411693" y="1426207"/>
                  </a:lnTo>
                  <a:lnTo>
                    <a:pt x="4413594" y="1532674"/>
                  </a:lnTo>
                  <a:lnTo>
                    <a:pt x="4415495" y="1494878"/>
                  </a:lnTo>
                  <a:lnTo>
                    <a:pt x="4417396" y="1395979"/>
                  </a:lnTo>
                  <a:lnTo>
                    <a:pt x="4419297" y="1347038"/>
                  </a:lnTo>
                  <a:lnTo>
                    <a:pt x="4421199" y="1273365"/>
                  </a:lnTo>
                  <a:lnTo>
                    <a:pt x="4423100" y="1060156"/>
                  </a:lnTo>
                  <a:lnTo>
                    <a:pt x="4425001" y="978362"/>
                  </a:lnTo>
                  <a:lnTo>
                    <a:pt x="4426902" y="991764"/>
                  </a:lnTo>
                  <a:lnTo>
                    <a:pt x="4428804" y="1077003"/>
                  </a:lnTo>
                  <a:lnTo>
                    <a:pt x="4430705" y="1144572"/>
                  </a:lnTo>
                  <a:lnTo>
                    <a:pt x="4432606" y="1224420"/>
                  </a:lnTo>
                  <a:lnTo>
                    <a:pt x="4434507" y="1275036"/>
                  </a:lnTo>
                  <a:lnTo>
                    <a:pt x="4436408" y="1293862"/>
                  </a:lnTo>
                  <a:lnTo>
                    <a:pt x="4438310" y="1377420"/>
                  </a:lnTo>
                  <a:lnTo>
                    <a:pt x="4440211" y="1432941"/>
                  </a:lnTo>
                  <a:lnTo>
                    <a:pt x="4442112" y="1395977"/>
                  </a:lnTo>
                  <a:lnTo>
                    <a:pt x="4444013" y="1310391"/>
                  </a:lnTo>
                  <a:lnTo>
                    <a:pt x="4445914" y="1231691"/>
                  </a:lnTo>
                  <a:lnTo>
                    <a:pt x="4447816" y="1175515"/>
                  </a:lnTo>
                  <a:lnTo>
                    <a:pt x="4449717" y="1084441"/>
                  </a:lnTo>
                  <a:lnTo>
                    <a:pt x="4451618" y="979394"/>
                  </a:lnTo>
                  <a:lnTo>
                    <a:pt x="4453519" y="1006024"/>
                  </a:lnTo>
                  <a:lnTo>
                    <a:pt x="4455421" y="1073837"/>
                  </a:lnTo>
                  <a:lnTo>
                    <a:pt x="4457322" y="1141795"/>
                  </a:lnTo>
                  <a:lnTo>
                    <a:pt x="4459223" y="1270459"/>
                  </a:lnTo>
                  <a:lnTo>
                    <a:pt x="4461124" y="1332026"/>
                  </a:lnTo>
                  <a:lnTo>
                    <a:pt x="4463025" y="1365356"/>
                  </a:lnTo>
                  <a:lnTo>
                    <a:pt x="4464927" y="1348768"/>
                  </a:lnTo>
                  <a:lnTo>
                    <a:pt x="4466828" y="1339546"/>
                  </a:lnTo>
                  <a:lnTo>
                    <a:pt x="4468729" y="1313208"/>
                  </a:lnTo>
                  <a:lnTo>
                    <a:pt x="4470630" y="1229947"/>
                  </a:lnTo>
                  <a:lnTo>
                    <a:pt x="4472531" y="1201683"/>
                  </a:lnTo>
                  <a:lnTo>
                    <a:pt x="4474433" y="1247156"/>
                  </a:lnTo>
                  <a:lnTo>
                    <a:pt x="4476334" y="1322240"/>
                  </a:lnTo>
                  <a:lnTo>
                    <a:pt x="4478235" y="1298391"/>
                  </a:lnTo>
                  <a:lnTo>
                    <a:pt x="4480136" y="1267149"/>
                  </a:lnTo>
                  <a:lnTo>
                    <a:pt x="4482038" y="1281520"/>
                  </a:lnTo>
                  <a:lnTo>
                    <a:pt x="4483939" y="1328092"/>
                  </a:lnTo>
                  <a:lnTo>
                    <a:pt x="4485840" y="1424595"/>
                  </a:lnTo>
                  <a:lnTo>
                    <a:pt x="4487741" y="1477340"/>
                  </a:lnTo>
                  <a:lnTo>
                    <a:pt x="4489642" y="1504001"/>
                  </a:lnTo>
                  <a:lnTo>
                    <a:pt x="4491544" y="1559563"/>
                  </a:lnTo>
                  <a:lnTo>
                    <a:pt x="4493445" y="1663399"/>
                  </a:lnTo>
                  <a:lnTo>
                    <a:pt x="4495346" y="1765603"/>
                  </a:lnTo>
                  <a:lnTo>
                    <a:pt x="4497247" y="1732510"/>
                  </a:lnTo>
                  <a:lnTo>
                    <a:pt x="4499148" y="1720426"/>
                  </a:lnTo>
                  <a:lnTo>
                    <a:pt x="4501050" y="1817492"/>
                  </a:lnTo>
                  <a:lnTo>
                    <a:pt x="4502951" y="1856278"/>
                  </a:lnTo>
                  <a:lnTo>
                    <a:pt x="4504852" y="1719343"/>
                  </a:lnTo>
                  <a:lnTo>
                    <a:pt x="4506753" y="1513834"/>
                  </a:lnTo>
                  <a:lnTo>
                    <a:pt x="4508655" y="1363199"/>
                  </a:lnTo>
                  <a:lnTo>
                    <a:pt x="4510556" y="1202592"/>
                  </a:lnTo>
                  <a:lnTo>
                    <a:pt x="4512457" y="1088702"/>
                  </a:lnTo>
                  <a:lnTo>
                    <a:pt x="4514358" y="1098379"/>
                  </a:lnTo>
                  <a:lnTo>
                    <a:pt x="4516259" y="1152626"/>
                  </a:lnTo>
                  <a:lnTo>
                    <a:pt x="4518161" y="1228112"/>
                  </a:lnTo>
                  <a:lnTo>
                    <a:pt x="4520062" y="1313972"/>
                  </a:lnTo>
                  <a:lnTo>
                    <a:pt x="4521963" y="1414733"/>
                  </a:lnTo>
                  <a:lnTo>
                    <a:pt x="4523864" y="1373403"/>
                  </a:lnTo>
                  <a:lnTo>
                    <a:pt x="4525765" y="1268604"/>
                  </a:lnTo>
                  <a:lnTo>
                    <a:pt x="4527667" y="1347775"/>
                  </a:lnTo>
                  <a:lnTo>
                    <a:pt x="4529568" y="1425001"/>
                  </a:lnTo>
                  <a:lnTo>
                    <a:pt x="4531469" y="1453956"/>
                  </a:lnTo>
                  <a:lnTo>
                    <a:pt x="4533370" y="1425596"/>
                  </a:lnTo>
                  <a:lnTo>
                    <a:pt x="4535272" y="1453816"/>
                  </a:lnTo>
                  <a:lnTo>
                    <a:pt x="4537173" y="1517226"/>
                  </a:lnTo>
                  <a:lnTo>
                    <a:pt x="4539074" y="1419498"/>
                  </a:lnTo>
                  <a:lnTo>
                    <a:pt x="4540975" y="1368728"/>
                  </a:lnTo>
                  <a:lnTo>
                    <a:pt x="4542876" y="1353226"/>
                  </a:lnTo>
                  <a:lnTo>
                    <a:pt x="4544778" y="1345401"/>
                  </a:lnTo>
                  <a:lnTo>
                    <a:pt x="4546679" y="1412813"/>
                  </a:lnTo>
                  <a:lnTo>
                    <a:pt x="4548580" y="1507519"/>
                  </a:lnTo>
                  <a:lnTo>
                    <a:pt x="4550481" y="1603320"/>
                  </a:lnTo>
                  <a:lnTo>
                    <a:pt x="4552382" y="1660487"/>
                  </a:lnTo>
                  <a:lnTo>
                    <a:pt x="4554284" y="1712367"/>
                  </a:lnTo>
                  <a:lnTo>
                    <a:pt x="4556185" y="1793444"/>
                  </a:lnTo>
                  <a:lnTo>
                    <a:pt x="4558086" y="1756031"/>
                  </a:lnTo>
                  <a:lnTo>
                    <a:pt x="4559987" y="1670952"/>
                  </a:lnTo>
                  <a:lnTo>
                    <a:pt x="4561889" y="1671970"/>
                  </a:lnTo>
                  <a:lnTo>
                    <a:pt x="4563790" y="1710036"/>
                  </a:lnTo>
                  <a:lnTo>
                    <a:pt x="4565691" y="1749862"/>
                  </a:lnTo>
                  <a:lnTo>
                    <a:pt x="4567592" y="1836212"/>
                  </a:lnTo>
                  <a:lnTo>
                    <a:pt x="4569493" y="1989874"/>
                  </a:lnTo>
                  <a:lnTo>
                    <a:pt x="4571395" y="2049919"/>
                  </a:lnTo>
                  <a:lnTo>
                    <a:pt x="4573296" y="2042009"/>
                  </a:lnTo>
                  <a:lnTo>
                    <a:pt x="4575197" y="2075334"/>
                  </a:lnTo>
                  <a:lnTo>
                    <a:pt x="4577098" y="2009119"/>
                  </a:lnTo>
                  <a:lnTo>
                    <a:pt x="4578999" y="1864455"/>
                  </a:lnTo>
                  <a:lnTo>
                    <a:pt x="4580901" y="1725588"/>
                  </a:lnTo>
                  <a:lnTo>
                    <a:pt x="4582802" y="1661248"/>
                  </a:lnTo>
                  <a:lnTo>
                    <a:pt x="4584703" y="1529968"/>
                  </a:lnTo>
                  <a:lnTo>
                    <a:pt x="4586604" y="1299632"/>
                  </a:lnTo>
                  <a:lnTo>
                    <a:pt x="4588506" y="1180973"/>
                  </a:lnTo>
                  <a:lnTo>
                    <a:pt x="4590407" y="1089799"/>
                  </a:lnTo>
                  <a:lnTo>
                    <a:pt x="4592308" y="1006837"/>
                  </a:lnTo>
                  <a:lnTo>
                    <a:pt x="4594209" y="963882"/>
                  </a:lnTo>
                  <a:lnTo>
                    <a:pt x="4596110" y="977453"/>
                  </a:lnTo>
                  <a:lnTo>
                    <a:pt x="4598012" y="1008594"/>
                  </a:lnTo>
                  <a:lnTo>
                    <a:pt x="4599913" y="1043870"/>
                  </a:lnTo>
                  <a:lnTo>
                    <a:pt x="4601814" y="1099505"/>
                  </a:lnTo>
                  <a:lnTo>
                    <a:pt x="4603715" y="1123346"/>
                  </a:lnTo>
                  <a:lnTo>
                    <a:pt x="4605616" y="1076885"/>
                  </a:lnTo>
                  <a:lnTo>
                    <a:pt x="4607518" y="1024049"/>
                  </a:lnTo>
                  <a:lnTo>
                    <a:pt x="4609419" y="1052611"/>
                  </a:lnTo>
                  <a:lnTo>
                    <a:pt x="4611320" y="1063126"/>
                  </a:lnTo>
                  <a:lnTo>
                    <a:pt x="4613221" y="1098422"/>
                  </a:lnTo>
                  <a:lnTo>
                    <a:pt x="4615122" y="1159586"/>
                  </a:lnTo>
                  <a:lnTo>
                    <a:pt x="4617024" y="1245233"/>
                  </a:lnTo>
                  <a:lnTo>
                    <a:pt x="4618925" y="1348810"/>
                  </a:lnTo>
                  <a:lnTo>
                    <a:pt x="4620826" y="1425398"/>
                  </a:lnTo>
                  <a:lnTo>
                    <a:pt x="4622727" y="1527203"/>
                  </a:lnTo>
                  <a:lnTo>
                    <a:pt x="4624629" y="1567839"/>
                  </a:lnTo>
                  <a:lnTo>
                    <a:pt x="4626530" y="1524067"/>
                  </a:lnTo>
                  <a:lnTo>
                    <a:pt x="4628431" y="1455698"/>
                  </a:lnTo>
                  <a:lnTo>
                    <a:pt x="4630332" y="1369535"/>
                  </a:lnTo>
                  <a:lnTo>
                    <a:pt x="4632233" y="1281413"/>
                  </a:lnTo>
                  <a:lnTo>
                    <a:pt x="4634135" y="1302248"/>
                  </a:lnTo>
                  <a:lnTo>
                    <a:pt x="4636036" y="1339504"/>
                  </a:lnTo>
                  <a:lnTo>
                    <a:pt x="4637937" y="1321869"/>
                  </a:lnTo>
                  <a:lnTo>
                    <a:pt x="4639838" y="1249634"/>
                  </a:lnTo>
                  <a:lnTo>
                    <a:pt x="4641739" y="1213472"/>
                  </a:lnTo>
                  <a:lnTo>
                    <a:pt x="4643641" y="1168588"/>
                  </a:lnTo>
                  <a:lnTo>
                    <a:pt x="4645542" y="1026264"/>
                  </a:lnTo>
                  <a:lnTo>
                    <a:pt x="4647443" y="887361"/>
                  </a:lnTo>
                  <a:lnTo>
                    <a:pt x="4649344" y="830315"/>
                  </a:lnTo>
                  <a:lnTo>
                    <a:pt x="4651246" y="858499"/>
                  </a:lnTo>
                  <a:lnTo>
                    <a:pt x="4653147" y="901062"/>
                  </a:lnTo>
                  <a:lnTo>
                    <a:pt x="4655048" y="892533"/>
                  </a:lnTo>
                  <a:lnTo>
                    <a:pt x="4656949" y="815472"/>
                  </a:lnTo>
                  <a:lnTo>
                    <a:pt x="4658850" y="741492"/>
                  </a:lnTo>
                  <a:lnTo>
                    <a:pt x="4660752" y="703878"/>
                  </a:lnTo>
                  <a:lnTo>
                    <a:pt x="4662653" y="664202"/>
                  </a:lnTo>
                  <a:lnTo>
                    <a:pt x="4664554" y="649056"/>
                  </a:lnTo>
                  <a:lnTo>
                    <a:pt x="4666455" y="642898"/>
                  </a:lnTo>
                  <a:lnTo>
                    <a:pt x="4668356" y="659863"/>
                  </a:lnTo>
                  <a:lnTo>
                    <a:pt x="4670258" y="650622"/>
                  </a:lnTo>
                  <a:lnTo>
                    <a:pt x="4672159" y="630918"/>
                  </a:lnTo>
                  <a:lnTo>
                    <a:pt x="4674060" y="767134"/>
                  </a:lnTo>
                  <a:lnTo>
                    <a:pt x="4675961" y="889286"/>
                  </a:lnTo>
                  <a:lnTo>
                    <a:pt x="4677863" y="971157"/>
                  </a:lnTo>
                  <a:lnTo>
                    <a:pt x="4679764" y="968543"/>
                  </a:lnTo>
                  <a:lnTo>
                    <a:pt x="4681665" y="962756"/>
                  </a:lnTo>
                  <a:lnTo>
                    <a:pt x="4683566" y="1002715"/>
                  </a:lnTo>
                  <a:lnTo>
                    <a:pt x="4685467" y="965269"/>
                  </a:lnTo>
                  <a:lnTo>
                    <a:pt x="4687369" y="882542"/>
                  </a:lnTo>
                  <a:lnTo>
                    <a:pt x="4689270" y="855903"/>
                  </a:lnTo>
                  <a:lnTo>
                    <a:pt x="4691171" y="984275"/>
                  </a:lnTo>
                  <a:lnTo>
                    <a:pt x="4693072" y="1166170"/>
                  </a:lnTo>
                  <a:lnTo>
                    <a:pt x="4694973" y="1348417"/>
                  </a:lnTo>
                  <a:lnTo>
                    <a:pt x="4696875" y="1398916"/>
                  </a:lnTo>
                  <a:lnTo>
                    <a:pt x="4698776" y="1382441"/>
                  </a:lnTo>
                  <a:lnTo>
                    <a:pt x="4700677" y="1351832"/>
                  </a:lnTo>
                  <a:lnTo>
                    <a:pt x="4702578" y="1263560"/>
                  </a:lnTo>
                  <a:lnTo>
                    <a:pt x="4704480" y="1190278"/>
                  </a:lnTo>
                  <a:lnTo>
                    <a:pt x="4706381" y="1115963"/>
                  </a:lnTo>
                  <a:lnTo>
                    <a:pt x="4708282" y="1196171"/>
                  </a:lnTo>
                  <a:lnTo>
                    <a:pt x="4710183" y="1382655"/>
                  </a:lnTo>
                  <a:lnTo>
                    <a:pt x="4712084" y="1575764"/>
                  </a:lnTo>
                  <a:lnTo>
                    <a:pt x="4713986" y="1812287"/>
                  </a:lnTo>
                  <a:lnTo>
                    <a:pt x="4715887" y="1943239"/>
                  </a:lnTo>
                  <a:lnTo>
                    <a:pt x="4717788" y="1999585"/>
                  </a:lnTo>
                  <a:lnTo>
                    <a:pt x="4719689" y="1960395"/>
                  </a:lnTo>
                  <a:lnTo>
                    <a:pt x="4721590" y="1881751"/>
                  </a:lnTo>
                  <a:lnTo>
                    <a:pt x="4723492" y="1828297"/>
                  </a:lnTo>
                  <a:lnTo>
                    <a:pt x="4725393" y="1806401"/>
                  </a:lnTo>
                  <a:lnTo>
                    <a:pt x="4727294" y="1835938"/>
                  </a:lnTo>
                  <a:lnTo>
                    <a:pt x="4729195" y="1887618"/>
                  </a:lnTo>
                  <a:lnTo>
                    <a:pt x="4731097" y="1901780"/>
                  </a:lnTo>
                  <a:lnTo>
                    <a:pt x="4732998" y="1936327"/>
                  </a:lnTo>
                  <a:lnTo>
                    <a:pt x="4734899" y="1894953"/>
                  </a:lnTo>
                  <a:lnTo>
                    <a:pt x="4736800" y="1842001"/>
                  </a:lnTo>
                  <a:lnTo>
                    <a:pt x="4738701" y="1955222"/>
                  </a:lnTo>
                  <a:lnTo>
                    <a:pt x="4740603" y="2018694"/>
                  </a:lnTo>
                  <a:lnTo>
                    <a:pt x="4742504" y="2106037"/>
                  </a:lnTo>
                  <a:lnTo>
                    <a:pt x="4744405" y="2134423"/>
                  </a:lnTo>
                  <a:lnTo>
                    <a:pt x="4746306" y="2167632"/>
                  </a:lnTo>
                  <a:lnTo>
                    <a:pt x="4748207" y="2134365"/>
                  </a:lnTo>
                  <a:lnTo>
                    <a:pt x="4750109" y="2012529"/>
                  </a:lnTo>
                  <a:lnTo>
                    <a:pt x="4752010" y="2017380"/>
                  </a:lnTo>
                  <a:lnTo>
                    <a:pt x="4753911" y="2014064"/>
                  </a:lnTo>
                  <a:lnTo>
                    <a:pt x="4755812" y="1960139"/>
                  </a:lnTo>
                  <a:lnTo>
                    <a:pt x="4757714" y="1912604"/>
                  </a:lnTo>
                  <a:lnTo>
                    <a:pt x="4759615" y="1853318"/>
                  </a:lnTo>
                  <a:lnTo>
                    <a:pt x="4761516" y="1842503"/>
                  </a:lnTo>
                  <a:lnTo>
                    <a:pt x="4763417" y="1773602"/>
                  </a:lnTo>
                  <a:lnTo>
                    <a:pt x="4765318" y="1680507"/>
                  </a:lnTo>
                  <a:lnTo>
                    <a:pt x="4767220" y="1659809"/>
                  </a:lnTo>
                  <a:lnTo>
                    <a:pt x="4769121" y="1689958"/>
                  </a:lnTo>
                  <a:lnTo>
                    <a:pt x="4771022" y="1727554"/>
                  </a:lnTo>
                  <a:lnTo>
                    <a:pt x="4772923" y="1676683"/>
                  </a:lnTo>
                  <a:lnTo>
                    <a:pt x="4774824" y="1660888"/>
                  </a:lnTo>
                  <a:lnTo>
                    <a:pt x="4776726" y="1728636"/>
                  </a:lnTo>
                  <a:lnTo>
                    <a:pt x="4778627" y="1787976"/>
                  </a:lnTo>
                  <a:lnTo>
                    <a:pt x="4780528" y="1797302"/>
                  </a:lnTo>
                  <a:lnTo>
                    <a:pt x="4782429" y="1869937"/>
                  </a:lnTo>
                  <a:lnTo>
                    <a:pt x="4784331" y="1989598"/>
                  </a:lnTo>
                  <a:lnTo>
                    <a:pt x="4786232" y="2058538"/>
                  </a:lnTo>
                  <a:lnTo>
                    <a:pt x="4788133" y="2018590"/>
                  </a:lnTo>
                  <a:lnTo>
                    <a:pt x="4790034" y="2083515"/>
                  </a:lnTo>
                  <a:lnTo>
                    <a:pt x="4791935" y="2189136"/>
                  </a:lnTo>
                  <a:lnTo>
                    <a:pt x="4793837" y="2204354"/>
                  </a:lnTo>
                  <a:lnTo>
                    <a:pt x="4795738" y="2174995"/>
                  </a:lnTo>
                  <a:lnTo>
                    <a:pt x="4797639" y="2234119"/>
                  </a:lnTo>
                  <a:lnTo>
                    <a:pt x="4799540" y="2319998"/>
                  </a:lnTo>
                  <a:lnTo>
                    <a:pt x="4801441" y="2232117"/>
                  </a:lnTo>
                  <a:lnTo>
                    <a:pt x="4803343" y="2182123"/>
                  </a:lnTo>
                  <a:lnTo>
                    <a:pt x="4805244" y="2184290"/>
                  </a:lnTo>
                  <a:lnTo>
                    <a:pt x="4807145" y="2194758"/>
                  </a:lnTo>
                  <a:lnTo>
                    <a:pt x="4809046" y="2102599"/>
                  </a:lnTo>
                  <a:lnTo>
                    <a:pt x="4810948" y="2053251"/>
                  </a:lnTo>
                  <a:lnTo>
                    <a:pt x="4812849" y="2114308"/>
                  </a:lnTo>
                  <a:lnTo>
                    <a:pt x="4814750" y="2184729"/>
                  </a:lnTo>
                  <a:lnTo>
                    <a:pt x="4816651" y="2266985"/>
                  </a:lnTo>
                  <a:lnTo>
                    <a:pt x="4818552" y="2392108"/>
                  </a:lnTo>
                  <a:lnTo>
                    <a:pt x="4820454" y="2558188"/>
                  </a:lnTo>
                  <a:lnTo>
                    <a:pt x="4822355" y="2710320"/>
                  </a:lnTo>
                  <a:lnTo>
                    <a:pt x="4824256" y="2817072"/>
                  </a:lnTo>
                  <a:lnTo>
                    <a:pt x="4826157" y="2757628"/>
                  </a:lnTo>
                  <a:lnTo>
                    <a:pt x="4828058" y="2700239"/>
                  </a:lnTo>
                  <a:lnTo>
                    <a:pt x="4829960" y="2607502"/>
                  </a:lnTo>
                  <a:lnTo>
                    <a:pt x="4831861" y="2474343"/>
                  </a:lnTo>
                  <a:lnTo>
                    <a:pt x="4833762" y="2317919"/>
                  </a:lnTo>
                  <a:lnTo>
                    <a:pt x="4835663" y="2130606"/>
                  </a:lnTo>
                  <a:lnTo>
                    <a:pt x="4837565" y="2164366"/>
                  </a:lnTo>
                  <a:lnTo>
                    <a:pt x="4839466" y="2141017"/>
                  </a:lnTo>
                  <a:lnTo>
                    <a:pt x="4841367" y="2030597"/>
                  </a:lnTo>
                  <a:lnTo>
                    <a:pt x="4843268" y="1904128"/>
                  </a:lnTo>
                  <a:lnTo>
                    <a:pt x="4845169" y="1820166"/>
                  </a:lnTo>
                  <a:lnTo>
                    <a:pt x="4847071" y="1871132"/>
                  </a:lnTo>
                  <a:lnTo>
                    <a:pt x="4848972" y="1806511"/>
                  </a:lnTo>
                  <a:lnTo>
                    <a:pt x="4850873" y="1691228"/>
                  </a:lnTo>
                  <a:lnTo>
                    <a:pt x="4852774" y="1627350"/>
                  </a:lnTo>
                  <a:lnTo>
                    <a:pt x="4854675" y="1627486"/>
                  </a:lnTo>
                  <a:lnTo>
                    <a:pt x="4856577" y="1609538"/>
                  </a:lnTo>
                  <a:lnTo>
                    <a:pt x="4858478" y="1421468"/>
                  </a:lnTo>
                  <a:lnTo>
                    <a:pt x="4860379" y="1233471"/>
                  </a:lnTo>
                  <a:lnTo>
                    <a:pt x="4862280" y="1163849"/>
                  </a:lnTo>
                  <a:lnTo>
                    <a:pt x="4864182" y="1090964"/>
                  </a:lnTo>
                  <a:lnTo>
                    <a:pt x="4866083" y="948195"/>
                  </a:lnTo>
                  <a:lnTo>
                    <a:pt x="4867984" y="791011"/>
                  </a:lnTo>
                  <a:lnTo>
                    <a:pt x="4869885" y="738162"/>
                  </a:lnTo>
                  <a:lnTo>
                    <a:pt x="4871786" y="668973"/>
                  </a:lnTo>
                  <a:lnTo>
                    <a:pt x="4873688" y="570939"/>
                  </a:lnTo>
                  <a:lnTo>
                    <a:pt x="4875589" y="476377"/>
                  </a:lnTo>
                  <a:lnTo>
                    <a:pt x="4877490" y="437698"/>
                  </a:lnTo>
                  <a:lnTo>
                    <a:pt x="4879391" y="424771"/>
                  </a:lnTo>
                  <a:lnTo>
                    <a:pt x="4881292" y="398587"/>
                  </a:lnTo>
                  <a:lnTo>
                    <a:pt x="4883194" y="401943"/>
                  </a:lnTo>
                  <a:lnTo>
                    <a:pt x="4885095" y="444796"/>
                  </a:lnTo>
                  <a:lnTo>
                    <a:pt x="4886996" y="530774"/>
                  </a:lnTo>
                  <a:lnTo>
                    <a:pt x="4888897" y="613638"/>
                  </a:lnTo>
                  <a:lnTo>
                    <a:pt x="4890799" y="640781"/>
                  </a:lnTo>
                  <a:lnTo>
                    <a:pt x="4892700" y="654479"/>
                  </a:lnTo>
                  <a:lnTo>
                    <a:pt x="4894601" y="639751"/>
                  </a:lnTo>
                  <a:lnTo>
                    <a:pt x="4896502" y="643672"/>
                  </a:lnTo>
                  <a:lnTo>
                    <a:pt x="4898403" y="645591"/>
                  </a:lnTo>
                  <a:lnTo>
                    <a:pt x="4900305" y="687871"/>
                  </a:lnTo>
                  <a:lnTo>
                    <a:pt x="4902206" y="766401"/>
                  </a:lnTo>
                  <a:lnTo>
                    <a:pt x="4904107" y="810732"/>
                  </a:lnTo>
                  <a:lnTo>
                    <a:pt x="4906008" y="838641"/>
                  </a:lnTo>
                  <a:lnTo>
                    <a:pt x="4907909" y="877315"/>
                  </a:lnTo>
                  <a:lnTo>
                    <a:pt x="4909811" y="899529"/>
                  </a:lnTo>
                  <a:lnTo>
                    <a:pt x="4911712" y="875578"/>
                  </a:lnTo>
                  <a:lnTo>
                    <a:pt x="4913613" y="815931"/>
                  </a:lnTo>
                  <a:lnTo>
                    <a:pt x="4915514" y="781918"/>
                  </a:lnTo>
                  <a:lnTo>
                    <a:pt x="4917415" y="773947"/>
                  </a:lnTo>
                  <a:lnTo>
                    <a:pt x="4919317" y="690144"/>
                  </a:lnTo>
                  <a:lnTo>
                    <a:pt x="4921218" y="708489"/>
                  </a:lnTo>
                  <a:lnTo>
                    <a:pt x="4923119" y="796636"/>
                  </a:lnTo>
                  <a:lnTo>
                    <a:pt x="4925020" y="799649"/>
                  </a:lnTo>
                  <a:lnTo>
                    <a:pt x="4926922" y="759737"/>
                  </a:lnTo>
                  <a:lnTo>
                    <a:pt x="4928823" y="704352"/>
                  </a:lnTo>
                  <a:lnTo>
                    <a:pt x="4930724" y="689006"/>
                  </a:lnTo>
                  <a:lnTo>
                    <a:pt x="4932625" y="567342"/>
                  </a:lnTo>
                  <a:lnTo>
                    <a:pt x="4934526" y="417124"/>
                  </a:lnTo>
                  <a:lnTo>
                    <a:pt x="4936428" y="406818"/>
                  </a:lnTo>
                  <a:lnTo>
                    <a:pt x="4938329" y="380669"/>
                  </a:lnTo>
                  <a:lnTo>
                    <a:pt x="4940230" y="360966"/>
                  </a:lnTo>
                  <a:lnTo>
                    <a:pt x="4942131" y="305446"/>
                  </a:lnTo>
                  <a:lnTo>
                    <a:pt x="4944032" y="269699"/>
                  </a:lnTo>
                  <a:lnTo>
                    <a:pt x="4945934" y="239597"/>
                  </a:lnTo>
                  <a:lnTo>
                    <a:pt x="4947835" y="211694"/>
                  </a:lnTo>
                  <a:lnTo>
                    <a:pt x="4949736" y="279062"/>
                  </a:lnTo>
                  <a:lnTo>
                    <a:pt x="4951637" y="396932"/>
                  </a:lnTo>
                  <a:lnTo>
                    <a:pt x="4953539" y="483938"/>
                  </a:lnTo>
                  <a:lnTo>
                    <a:pt x="4955440" y="539443"/>
                  </a:lnTo>
                  <a:lnTo>
                    <a:pt x="4957341" y="582979"/>
                  </a:lnTo>
                  <a:lnTo>
                    <a:pt x="4959242" y="613929"/>
                  </a:lnTo>
                  <a:lnTo>
                    <a:pt x="4961143" y="592312"/>
                  </a:lnTo>
                  <a:lnTo>
                    <a:pt x="4963045" y="622297"/>
                  </a:lnTo>
                  <a:lnTo>
                    <a:pt x="4964946" y="770412"/>
                  </a:lnTo>
                  <a:lnTo>
                    <a:pt x="4966847" y="939256"/>
                  </a:lnTo>
                  <a:lnTo>
                    <a:pt x="4968748" y="1054795"/>
                  </a:lnTo>
                  <a:lnTo>
                    <a:pt x="4970649" y="1184627"/>
                  </a:lnTo>
                  <a:lnTo>
                    <a:pt x="4972551" y="1302591"/>
                  </a:lnTo>
                  <a:lnTo>
                    <a:pt x="4974452" y="1371496"/>
                  </a:lnTo>
                  <a:lnTo>
                    <a:pt x="4976353" y="1329208"/>
                  </a:lnTo>
                  <a:lnTo>
                    <a:pt x="4978254" y="1193854"/>
                  </a:lnTo>
                  <a:lnTo>
                    <a:pt x="4980156" y="1078071"/>
                  </a:lnTo>
                  <a:lnTo>
                    <a:pt x="4982057" y="940183"/>
                  </a:lnTo>
                  <a:lnTo>
                    <a:pt x="4983958" y="824016"/>
                  </a:lnTo>
                  <a:lnTo>
                    <a:pt x="4985859" y="697549"/>
                  </a:lnTo>
                  <a:lnTo>
                    <a:pt x="4987760" y="570363"/>
                  </a:lnTo>
                  <a:lnTo>
                    <a:pt x="4989662" y="473015"/>
                  </a:lnTo>
                  <a:lnTo>
                    <a:pt x="4991563" y="452363"/>
                  </a:lnTo>
                  <a:lnTo>
                    <a:pt x="4993464" y="504244"/>
                  </a:lnTo>
                  <a:lnTo>
                    <a:pt x="4995365" y="561323"/>
                  </a:lnTo>
                  <a:lnTo>
                    <a:pt x="4997266" y="608027"/>
                  </a:lnTo>
                  <a:lnTo>
                    <a:pt x="4999168" y="703300"/>
                  </a:lnTo>
                  <a:lnTo>
                    <a:pt x="5001069" y="843354"/>
                  </a:lnTo>
                  <a:lnTo>
                    <a:pt x="5002970" y="886081"/>
                  </a:lnTo>
                  <a:lnTo>
                    <a:pt x="5004871" y="847136"/>
                  </a:lnTo>
                  <a:lnTo>
                    <a:pt x="5006773" y="824588"/>
                  </a:lnTo>
                  <a:lnTo>
                    <a:pt x="5008674" y="815093"/>
                  </a:lnTo>
                  <a:lnTo>
                    <a:pt x="5010575" y="755935"/>
                  </a:lnTo>
                  <a:lnTo>
                    <a:pt x="5012476" y="822146"/>
                  </a:lnTo>
                  <a:lnTo>
                    <a:pt x="5014377" y="883571"/>
                  </a:lnTo>
                  <a:lnTo>
                    <a:pt x="5016279" y="984348"/>
                  </a:lnTo>
                  <a:lnTo>
                    <a:pt x="5018180" y="1073809"/>
                  </a:lnTo>
                  <a:lnTo>
                    <a:pt x="5020081" y="1193312"/>
                  </a:lnTo>
                  <a:lnTo>
                    <a:pt x="5021982" y="1352059"/>
                  </a:lnTo>
                  <a:lnTo>
                    <a:pt x="5023883" y="1380326"/>
                  </a:lnTo>
                  <a:lnTo>
                    <a:pt x="5025785" y="1423081"/>
                  </a:lnTo>
                  <a:lnTo>
                    <a:pt x="5027686" y="1449829"/>
                  </a:lnTo>
                  <a:lnTo>
                    <a:pt x="5029587" y="1510933"/>
                  </a:lnTo>
                  <a:lnTo>
                    <a:pt x="5031488" y="1495837"/>
                  </a:lnTo>
                  <a:lnTo>
                    <a:pt x="5033390" y="1427868"/>
                  </a:lnTo>
                  <a:lnTo>
                    <a:pt x="5035291" y="1444812"/>
                  </a:lnTo>
                  <a:lnTo>
                    <a:pt x="5037192" y="1544049"/>
                  </a:lnTo>
                  <a:lnTo>
                    <a:pt x="5039093" y="1676940"/>
                  </a:lnTo>
                  <a:lnTo>
                    <a:pt x="5040994" y="1753066"/>
                  </a:lnTo>
                  <a:lnTo>
                    <a:pt x="5042896" y="1816621"/>
                  </a:lnTo>
                  <a:lnTo>
                    <a:pt x="5044797" y="1904980"/>
                  </a:lnTo>
                  <a:lnTo>
                    <a:pt x="5046698" y="1929585"/>
                  </a:lnTo>
                  <a:lnTo>
                    <a:pt x="5048599" y="1939658"/>
                  </a:lnTo>
                  <a:lnTo>
                    <a:pt x="5050500" y="1956583"/>
                  </a:lnTo>
                  <a:lnTo>
                    <a:pt x="5052402" y="2048880"/>
                  </a:lnTo>
                  <a:lnTo>
                    <a:pt x="5054303" y="2187568"/>
                  </a:lnTo>
                  <a:lnTo>
                    <a:pt x="5056204" y="2316558"/>
                  </a:lnTo>
                  <a:lnTo>
                    <a:pt x="5058105" y="2402281"/>
                  </a:lnTo>
                  <a:lnTo>
                    <a:pt x="5060007" y="2428767"/>
                  </a:lnTo>
                  <a:lnTo>
                    <a:pt x="5061908" y="2479702"/>
                  </a:lnTo>
                  <a:lnTo>
                    <a:pt x="5063809" y="2489594"/>
                  </a:lnTo>
                  <a:lnTo>
                    <a:pt x="5065710" y="2517029"/>
                  </a:lnTo>
                  <a:lnTo>
                    <a:pt x="5067611" y="2495122"/>
                  </a:lnTo>
                  <a:lnTo>
                    <a:pt x="5069513" y="2462381"/>
                  </a:lnTo>
                  <a:lnTo>
                    <a:pt x="5071414" y="2460740"/>
                  </a:lnTo>
                  <a:lnTo>
                    <a:pt x="5073315" y="2483854"/>
                  </a:lnTo>
                  <a:lnTo>
                    <a:pt x="5075216" y="2471307"/>
                  </a:lnTo>
                  <a:lnTo>
                    <a:pt x="5077117" y="2429555"/>
                  </a:lnTo>
                  <a:lnTo>
                    <a:pt x="5079019" y="2460406"/>
                  </a:lnTo>
                  <a:lnTo>
                    <a:pt x="5080920" y="2585120"/>
                  </a:lnTo>
                  <a:lnTo>
                    <a:pt x="5082821" y="2719979"/>
                  </a:lnTo>
                  <a:lnTo>
                    <a:pt x="5084722" y="2757724"/>
                  </a:lnTo>
                  <a:lnTo>
                    <a:pt x="5086624" y="2827031"/>
                  </a:lnTo>
                  <a:lnTo>
                    <a:pt x="5088525" y="2868690"/>
                  </a:lnTo>
                  <a:lnTo>
                    <a:pt x="5090426" y="2926807"/>
                  </a:lnTo>
                  <a:lnTo>
                    <a:pt x="5092327" y="2944793"/>
                  </a:lnTo>
                  <a:lnTo>
                    <a:pt x="5094228" y="2892127"/>
                  </a:lnTo>
                  <a:lnTo>
                    <a:pt x="5096130" y="2784834"/>
                  </a:lnTo>
                  <a:lnTo>
                    <a:pt x="5098031" y="2673277"/>
                  </a:lnTo>
                  <a:lnTo>
                    <a:pt x="5099932" y="2618087"/>
                  </a:lnTo>
                  <a:lnTo>
                    <a:pt x="5101833" y="2640759"/>
                  </a:lnTo>
                  <a:lnTo>
                    <a:pt x="5103734" y="2662200"/>
                  </a:lnTo>
                  <a:lnTo>
                    <a:pt x="5105636" y="2683149"/>
                  </a:lnTo>
                  <a:lnTo>
                    <a:pt x="5107537" y="2764426"/>
                  </a:lnTo>
                  <a:lnTo>
                    <a:pt x="5109438" y="2858699"/>
                  </a:lnTo>
                  <a:lnTo>
                    <a:pt x="5111339" y="2939805"/>
                  </a:lnTo>
                  <a:lnTo>
                    <a:pt x="5113241" y="2875126"/>
                  </a:lnTo>
                  <a:lnTo>
                    <a:pt x="5115142" y="2728656"/>
                  </a:lnTo>
                  <a:lnTo>
                    <a:pt x="5117043" y="2683890"/>
                  </a:lnTo>
                  <a:lnTo>
                    <a:pt x="5118944" y="2690624"/>
                  </a:lnTo>
                  <a:lnTo>
                    <a:pt x="5120845" y="2623911"/>
                  </a:lnTo>
                  <a:lnTo>
                    <a:pt x="5122747" y="2597989"/>
                  </a:lnTo>
                  <a:lnTo>
                    <a:pt x="5124648" y="2614401"/>
                  </a:lnTo>
                  <a:lnTo>
                    <a:pt x="5126549" y="2666377"/>
                  </a:lnTo>
                  <a:lnTo>
                    <a:pt x="5128450" y="2676252"/>
                  </a:lnTo>
                  <a:lnTo>
                    <a:pt x="5130351" y="2705668"/>
                  </a:lnTo>
                  <a:lnTo>
                    <a:pt x="5132253" y="2805530"/>
                  </a:lnTo>
                  <a:lnTo>
                    <a:pt x="5134154" y="2859217"/>
                  </a:lnTo>
                  <a:lnTo>
                    <a:pt x="5136055" y="2919428"/>
                  </a:lnTo>
                  <a:lnTo>
                    <a:pt x="5137956" y="2995078"/>
                  </a:lnTo>
                  <a:lnTo>
                    <a:pt x="5139858" y="3067031"/>
                  </a:lnTo>
                  <a:lnTo>
                    <a:pt x="5141759" y="3080451"/>
                  </a:lnTo>
                  <a:lnTo>
                    <a:pt x="5143660" y="3074088"/>
                  </a:lnTo>
                  <a:lnTo>
                    <a:pt x="5145561" y="3056541"/>
                  </a:lnTo>
                  <a:lnTo>
                    <a:pt x="5147462" y="3058719"/>
                  </a:lnTo>
                  <a:lnTo>
                    <a:pt x="5149364" y="3028704"/>
                  </a:lnTo>
                  <a:lnTo>
                    <a:pt x="5151265" y="2961183"/>
                  </a:lnTo>
                  <a:lnTo>
                    <a:pt x="5153166" y="2935157"/>
                  </a:lnTo>
                  <a:lnTo>
                    <a:pt x="5155067" y="2941519"/>
                  </a:lnTo>
                  <a:lnTo>
                    <a:pt x="5156968" y="2959068"/>
                  </a:lnTo>
                  <a:lnTo>
                    <a:pt x="5158870" y="2956891"/>
                  </a:lnTo>
                  <a:lnTo>
                    <a:pt x="5160771" y="3017610"/>
                  </a:lnTo>
                  <a:lnTo>
                    <a:pt x="5162672" y="3077414"/>
                  </a:lnTo>
                  <a:lnTo>
                    <a:pt x="5164573" y="3084025"/>
                  </a:lnTo>
                  <a:lnTo>
                    <a:pt x="5166475" y="3084026"/>
                  </a:lnTo>
                  <a:lnTo>
                    <a:pt x="5168376" y="3044599"/>
                  </a:lnTo>
                  <a:lnTo>
                    <a:pt x="5170277" y="2979426"/>
                  </a:lnTo>
                  <a:lnTo>
                    <a:pt x="5172178" y="2959795"/>
                  </a:lnTo>
                  <a:lnTo>
                    <a:pt x="5174079" y="2968088"/>
                  </a:lnTo>
                  <a:lnTo>
                    <a:pt x="5175981" y="2948167"/>
                  </a:lnTo>
                  <a:lnTo>
                    <a:pt x="5177882" y="2950647"/>
                  </a:lnTo>
                  <a:lnTo>
                    <a:pt x="5179783" y="2990651"/>
                  </a:lnTo>
                  <a:lnTo>
                    <a:pt x="5181684" y="3019999"/>
                  </a:lnTo>
                  <a:lnTo>
                    <a:pt x="5183585" y="2980090"/>
                  </a:lnTo>
                  <a:lnTo>
                    <a:pt x="5185487" y="2929458"/>
                  </a:lnTo>
                  <a:lnTo>
                    <a:pt x="5187388" y="2952929"/>
                  </a:lnTo>
                  <a:lnTo>
                    <a:pt x="5189289" y="2885411"/>
                  </a:lnTo>
                  <a:lnTo>
                    <a:pt x="5191190" y="2855164"/>
                  </a:lnTo>
                  <a:lnTo>
                    <a:pt x="5193091" y="2890989"/>
                  </a:lnTo>
                  <a:lnTo>
                    <a:pt x="5194993" y="2929158"/>
                  </a:lnTo>
                  <a:lnTo>
                    <a:pt x="5196894" y="2973163"/>
                  </a:lnTo>
                  <a:lnTo>
                    <a:pt x="5198795" y="2995452"/>
                  </a:lnTo>
                  <a:lnTo>
                    <a:pt x="5200696" y="3098935"/>
                  </a:lnTo>
                  <a:lnTo>
                    <a:pt x="5201037" y="311697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741191" y="2854569"/>
              <a:ext cx="91670" cy="407907"/>
            </a:xfrm>
            <a:custGeom>
              <a:avLst/>
              <a:pathLst>
                <a:path w="91670" h="407907">
                  <a:moveTo>
                    <a:pt x="0" y="407907"/>
                  </a:moveTo>
                  <a:lnTo>
                    <a:pt x="563" y="391428"/>
                  </a:lnTo>
                  <a:lnTo>
                    <a:pt x="2464" y="344834"/>
                  </a:lnTo>
                  <a:lnTo>
                    <a:pt x="4366" y="340388"/>
                  </a:lnTo>
                  <a:lnTo>
                    <a:pt x="6267" y="347241"/>
                  </a:lnTo>
                  <a:lnTo>
                    <a:pt x="8168" y="358637"/>
                  </a:lnTo>
                  <a:lnTo>
                    <a:pt x="10069" y="382255"/>
                  </a:lnTo>
                  <a:lnTo>
                    <a:pt x="11970" y="402135"/>
                  </a:lnTo>
                  <a:lnTo>
                    <a:pt x="13872" y="390414"/>
                  </a:lnTo>
                  <a:lnTo>
                    <a:pt x="15773" y="351586"/>
                  </a:lnTo>
                  <a:lnTo>
                    <a:pt x="17674" y="260962"/>
                  </a:lnTo>
                  <a:lnTo>
                    <a:pt x="19575" y="222154"/>
                  </a:lnTo>
                  <a:lnTo>
                    <a:pt x="21476" y="198537"/>
                  </a:lnTo>
                  <a:lnTo>
                    <a:pt x="23378" y="198538"/>
                  </a:lnTo>
                  <a:lnTo>
                    <a:pt x="25279" y="211020"/>
                  </a:lnTo>
                  <a:lnTo>
                    <a:pt x="27180" y="217581"/>
                  </a:lnTo>
                  <a:lnTo>
                    <a:pt x="29081" y="254809"/>
                  </a:lnTo>
                  <a:lnTo>
                    <a:pt x="30983" y="217449"/>
                  </a:lnTo>
                  <a:lnTo>
                    <a:pt x="32884" y="143811"/>
                  </a:lnTo>
                  <a:lnTo>
                    <a:pt x="34785" y="70401"/>
                  </a:lnTo>
                  <a:lnTo>
                    <a:pt x="36686" y="0"/>
                  </a:lnTo>
                  <a:lnTo>
                    <a:pt x="38587" y="15481"/>
                  </a:lnTo>
                  <a:lnTo>
                    <a:pt x="40489" y="80379"/>
                  </a:lnTo>
                  <a:lnTo>
                    <a:pt x="42390" y="165430"/>
                  </a:lnTo>
                  <a:lnTo>
                    <a:pt x="44291" y="208645"/>
                  </a:lnTo>
                  <a:lnTo>
                    <a:pt x="46192" y="247389"/>
                  </a:lnTo>
                  <a:lnTo>
                    <a:pt x="48093" y="326896"/>
                  </a:lnTo>
                  <a:lnTo>
                    <a:pt x="49995" y="342406"/>
                  </a:lnTo>
                  <a:lnTo>
                    <a:pt x="51896" y="318645"/>
                  </a:lnTo>
                  <a:lnTo>
                    <a:pt x="53797" y="305115"/>
                  </a:lnTo>
                  <a:lnTo>
                    <a:pt x="55698" y="308277"/>
                  </a:lnTo>
                  <a:lnTo>
                    <a:pt x="57600" y="312674"/>
                  </a:lnTo>
                  <a:lnTo>
                    <a:pt x="59501" y="311582"/>
                  </a:lnTo>
                  <a:lnTo>
                    <a:pt x="61402" y="274202"/>
                  </a:lnTo>
                  <a:lnTo>
                    <a:pt x="63303" y="301787"/>
                  </a:lnTo>
                  <a:lnTo>
                    <a:pt x="65204" y="339222"/>
                  </a:lnTo>
                  <a:lnTo>
                    <a:pt x="67106" y="360282"/>
                  </a:lnTo>
                  <a:lnTo>
                    <a:pt x="69007" y="334885"/>
                  </a:lnTo>
                  <a:lnTo>
                    <a:pt x="70908" y="266622"/>
                  </a:lnTo>
                  <a:lnTo>
                    <a:pt x="72809" y="295491"/>
                  </a:lnTo>
                  <a:lnTo>
                    <a:pt x="74710" y="301540"/>
                  </a:lnTo>
                  <a:lnTo>
                    <a:pt x="76612" y="271110"/>
                  </a:lnTo>
                  <a:lnTo>
                    <a:pt x="78513" y="203423"/>
                  </a:lnTo>
                  <a:lnTo>
                    <a:pt x="80414" y="150917"/>
                  </a:lnTo>
                  <a:lnTo>
                    <a:pt x="82315" y="191684"/>
                  </a:lnTo>
                  <a:lnTo>
                    <a:pt x="84217" y="194249"/>
                  </a:lnTo>
                  <a:lnTo>
                    <a:pt x="86118" y="159106"/>
                  </a:lnTo>
                  <a:lnTo>
                    <a:pt x="88019" y="160522"/>
                  </a:lnTo>
                  <a:lnTo>
                    <a:pt x="89920" y="251769"/>
                  </a:lnTo>
                  <a:lnTo>
                    <a:pt x="91670" y="40790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844524" y="2941823"/>
              <a:ext cx="52368" cy="320653"/>
            </a:xfrm>
            <a:custGeom>
              <a:avLst/>
              <a:pathLst>
                <a:path w="52368" h="320653">
                  <a:moveTo>
                    <a:pt x="0" y="320653"/>
                  </a:moveTo>
                  <a:lnTo>
                    <a:pt x="1797" y="304929"/>
                  </a:lnTo>
                  <a:lnTo>
                    <a:pt x="3698" y="310886"/>
                  </a:lnTo>
                  <a:lnTo>
                    <a:pt x="5599" y="278445"/>
                  </a:lnTo>
                  <a:lnTo>
                    <a:pt x="7501" y="204791"/>
                  </a:lnTo>
                  <a:lnTo>
                    <a:pt x="9402" y="177963"/>
                  </a:lnTo>
                  <a:lnTo>
                    <a:pt x="11303" y="137016"/>
                  </a:lnTo>
                  <a:lnTo>
                    <a:pt x="13204" y="104080"/>
                  </a:lnTo>
                  <a:lnTo>
                    <a:pt x="15105" y="62456"/>
                  </a:lnTo>
                  <a:lnTo>
                    <a:pt x="17007" y="22405"/>
                  </a:lnTo>
                  <a:lnTo>
                    <a:pt x="18908" y="0"/>
                  </a:lnTo>
                  <a:lnTo>
                    <a:pt x="20809" y="52168"/>
                  </a:lnTo>
                  <a:lnTo>
                    <a:pt x="22710" y="80502"/>
                  </a:lnTo>
                  <a:lnTo>
                    <a:pt x="24611" y="92958"/>
                  </a:lnTo>
                  <a:lnTo>
                    <a:pt x="26513" y="142772"/>
                  </a:lnTo>
                  <a:lnTo>
                    <a:pt x="28414" y="205802"/>
                  </a:lnTo>
                  <a:lnTo>
                    <a:pt x="30315" y="258344"/>
                  </a:lnTo>
                  <a:lnTo>
                    <a:pt x="32216" y="260784"/>
                  </a:lnTo>
                  <a:lnTo>
                    <a:pt x="34118" y="292923"/>
                  </a:lnTo>
                  <a:lnTo>
                    <a:pt x="36019" y="283496"/>
                  </a:lnTo>
                  <a:lnTo>
                    <a:pt x="37920" y="259914"/>
                  </a:lnTo>
                  <a:lnTo>
                    <a:pt x="39821" y="250598"/>
                  </a:lnTo>
                  <a:lnTo>
                    <a:pt x="41722" y="250598"/>
                  </a:lnTo>
                  <a:lnTo>
                    <a:pt x="43624" y="269121"/>
                  </a:lnTo>
                  <a:lnTo>
                    <a:pt x="45525" y="268609"/>
                  </a:lnTo>
                  <a:lnTo>
                    <a:pt x="47426" y="293958"/>
                  </a:lnTo>
                  <a:lnTo>
                    <a:pt x="49327" y="318365"/>
                  </a:lnTo>
                  <a:lnTo>
                    <a:pt x="51228" y="316721"/>
                  </a:lnTo>
                  <a:lnTo>
                    <a:pt x="52368" y="32065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897761" y="3209504"/>
              <a:ext cx="5721" cy="52972"/>
            </a:xfrm>
            <a:custGeom>
              <a:avLst/>
              <a:pathLst>
                <a:path w="5721" h="52972">
                  <a:moveTo>
                    <a:pt x="0" y="52972"/>
                  </a:moveTo>
                  <a:lnTo>
                    <a:pt x="1794" y="8812"/>
                  </a:lnTo>
                  <a:lnTo>
                    <a:pt x="3695" y="0"/>
                  </a:lnTo>
                  <a:lnTo>
                    <a:pt x="5596" y="51334"/>
                  </a:lnTo>
                  <a:lnTo>
                    <a:pt x="5721" y="5297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6908090" y="3161496"/>
              <a:ext cx="11350" cy="100980"/>
            </a:xfrm>
            <a:custGeom>
              <a:avLst/>
              <a:pathLst>
                <a:path w="11350" h="100980">
                  <a:moveTo>
                    <a:pt x="0" y="100980"/>
                  </a:moveTo>
                  <a:lnTo>
                    <a:pt x="971" y="79651"/>
                  </a:lnTo>
                  <a:lnTo>
                    <a:pt x="2872" y="98591"/>
                  </a:lnTo>
                  <a:lnTo>
                    <a:pt x="4774" y="87474"/>
                  </a:lnTo>
                  <a:lnTo>
                    <a:pt x="6675" y="22124"/>
                  </a:lnTo>
                  <a:lnTo>
                    <a:pt x="8576" y="0"/>
                  </a:lnTo>
                  <a:lnTo>
                    <a:pt x="10477" y="64885"/>
                  </a:lnTo>
                  <a:lnTo>
                    <a:pt x="11350" y="10098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6927638" y="3097444"/>
              <a:ext cx="12782" cy="165032"/>
            </a:xfrm>
            <a:custGeom>
              <a:avLst/>
              <a:pathLst>
                <a:path w="12782" h="165032">
                  <a:moveTo>
                    <a:pt x="0" y="165032"/>
                  </a:moveTo>
                  <a:lnTo>
                    <a:pt x="435" y="146666"/>
                  </a:lnTo>
                  <a:lnTo>
                    <a:pt x="2336" y="57634"/>
                  </a:lnTo>
                  <a:lnTo>
                    <a:pt x="4237" y="14214"/>
                  </a:lnTo>
                  <a:lnTo>
                    <a:pt x="6138" y="0"/>
                  </a:lnTo>
                  <a:lnTo>
                    <a:pt x="8039" y="56106"/>
                  </a:lnTo>
                  <a:lnTo>
                    <a:pt x="9941" y="84988"/>
                  </a:lnTo>
                  <a:lnTo>
                    <a:pt x="11842" y="131456"/>
                  </a:lnTo>
                  <a:lnTo>
                    <a:pt x="12782" y="16503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6956316" y="3129394"/>
              <a:ext cx="13028" cy="133082"/>
            </a:xfrm>
            <a:custGeom>
              <a:avLst/>
              <a:pathLst>
                <a:path w="13028" h="133082">
                  <a:moveTo>
                    <a:pt x="0" y="133082"/>
                  </a:moveTo>
                  <a:lnTo>
                    <a:pt x="275" y="120568"/>
                  </a:lnTo>
                  <a:lnTo>
                    <a:pt x="2176" y="27447"/>
                  </a:lnTo>
                  <a:lnTo>
                    <a:pt x="4077" y="0"/>
                  </a:lnTo>
                  <a:lnTo>
                    <a:pt x="5979" y="0"/>
                  </a:lnTo>
                  <a:lnTo>
                    <a:pt x="7880" y="0"/>
                  </a:lnTo>
                  <a:lnTo>
                    <a:pt x="9781" y="12453"/>
                  </a:lnTo>
                  <a:lnTo>
                    <a:pt x="11682" y="87848"/>
                  </a:lnTo>
                  <a:lnTo>
                    <a:pt x="13028" y="13308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6978684" y="3134375"/>
              <a:ext cx="23716" cy="128102"/>
            </a:xfrm>
            <a:custGeom>
              <a:avLst/>
              <a:pathLst>
                <a:path w="23716" h="128102">
                  <a:moveTo>
                    <a:pt x="0" y="128102"/>
                  </a:moveTo>
                  <a:lnTo>
                    <a:pt x="722" y="89991"/>
                  </a:lnTo>
                  <a:lnTo>
                    <a:pt x="2623" y="33738"/>
                  </a:lnTo>
                  <a:lnTo>
                    <a:pt x="4524" y="47679"/>
                  </a:lnTo>
                  <a:lnTo>
                    <a:pt x="6426" y="43006"/>
                  </a:lnTo>
                  <a:lnTo>
                    <a:pt x="8327" y="3810"/>
                  </a:lnTo>
                  <a:lnTo>
                    <a:pt x="10228" y="0"/>
                  </a:lnTo>
                  <a:lnTo>
                    <a:pt x="12129" y="52196"/>
                  </a:lnTo>
                  <a:lnTo>
                    <a:pt x="14031" y="45014"/>
                  </a:lnTo>
                  <a:lnTo>
                    <a:pt x="15932" y="12708"/>
                  </a:lnTo>
                  <a:lnTo>
                    <a:pt x="17833" y="2268"/>
                  </a:lnTo>
                  <a:lnTo>
                    <a:pt x="19734" y="14483"/>
                  </a:lnTo>
                  <a:lnTo>
                    <a:pt x="21635" y="53785"/>
                  </a:lnTo>
                  <a:lnTo>
                    <a:pt x="23537" y="121550"/>
                  </a:lnTo>
                  <a:lnTo>
                    <a:pt x="23716" y="12810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7007437" y="2974408"/>
              <a:ext cx="25915" cy="288068"/>
            </a:xfrm>
            <a:custGeom>
              <a:avLst/>
              <a:pathLst>
                <a:path w="25915" h="288068">
                  <a:moveTo>
                    <a:pt x="0" y="288068"/>
                  </a:moveTo>
                  <a:lnTo>
                    <a:pt x="487" y="270307"/>
                  </a:lnTo>
                  <a:lnTo>
                    <a:pt x="2388" y="243572"/>
                  </a:lnTo>
                  <a:lnTo>
                    <a:pt x="4289" y="207143"/>
                  </a:lnTo>
                  <a:lnTo>
                    <a:pt x="6191" y="103764"/>
                  </a:lnTo>
                  <a:lnTo>
                    <a:pt x="8092" y="0"/>
                  </a:lnTo>
                  <a:lnTo>
                    <a:pt x="9993" y="36525"/>
                  </a:lnTo>
                  <a:lnTo>
                    <a:pt x="11894" y="82314"/>
                  </a:lnTo>
                  <a:lnTo>
                    <a:pt x="13795" y="78107"/>
                  </a:lnTo>
                  <a:lnTo>
                    <a:pt x="15697" y="88515"/>
                  </a:lnTo>
                  <a:lnTo>
                    <a:pt x="17598" y="138627"/>
                  </a:lnTo>
                  <a:lnTo>
                    <a:pt x="19499" y="211054"/>
                  </a:lnTo>
                  <a:lnTo>
                    <a:pt x="21400" y="243166"/>
                  </a:lnTo>
                  <a:lnTo>
                    <a:pt x="23302" y="256749"/>
                  </a:lnTo>
                  <a:lnTo>
                    <a:pt x="25203" y="269758"/>
                  </a:lnTo>
                  <a:lnTo>
                    <a:pt x="25915" y="28806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7062068" y="2644421"/>
              <a:ext cx="37450" cy="618055"/>
            </a:xfrm>
            <a:custGeom>
              <a:avLst/>
              <a:pathLst>
                <a:path w="37450" h="618055">
                  <a:moveTo>
                    <a:pt x="0" y="618055"/>
                  </a:moveTo>
                  <a:lnTo>
                    <a:pt x="991" y="601933"/>
                  </a:lnTo>
                  <a:lnTo>
                    <a:pt x="2892" y="511561"/>
                  </a:lnTo>
                  <a:lnTo>
                    <a:pt x="4794" y="456390"/>
                  </a:lnTo>
                  <a:lnTo>
                    <a:pt x="6695" y="443884"/>
                  </a:lnTo>
                  <a:lnTo>
                    <a:pt x="8596" y="480990"/>
                  </a:lnTo>
                  <a:lnTo>
                    <a:pt x="10497" y="475723"/>
                  </a:lnTo>
                  <a:lnTo>
                    <a:pt x="12398" y="447791"/>
                  </a:lnTo>
                  <a:lnTo>
                    <a:pt x="14300" y="468822"/>
                  </a:lnTo>
                  <a:lnTo>
                    <a:pt x="16201" y="475218"/>
                  </a:lnTo>
                  <a:lnTo>
                    <a:pt x="18102" y="470291"/>
                  </a:lnTo>
                  <a:lnTo>
                    <a:pt x="20003" y="398217"/>
                  </a:lnTo>
                  <a:lnTo>
                    <a:pt x="21904" y="318024"/>
                  </a:lnTo>
                  <a:lnTo>
                    <a:pt x="23806" y="246567"/>
                  </a:lnTo>
                  <a:lnTo>
                    <a:pt x="25707" y="145176"/>
                  </a:lnTo>
                  <a:lnTo>
                    <a:pt x="27608" y="61185"/>
                  </a:lnTo>
                  <a:lnTo>
                    <a:pt x="29509" y="0"/>
                  </a:lnTo>
                  <a:lnTo>
                    <a:pt x="31411" y="78112"/>
                  </a:lnTo>
                  <a:lnTo>
                    <a:pt x="33312" y="228098"/>
                  </a:lnTo>
                  <a:lnTo>
                    <a:pt x="35213" y="440011"/>
                  </a:lnTo>
                  <a:lnTo>
                    <a:pt x="37114" y="603693"/>
                  </a:lnTo>
                  <a:lnTo>
                    <a:pt x="37450" y="61805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7107963" y="3085099"/>
              <a:ext cx="10855" cy="177377"/>
            </a:xfrm>
            <a:custGeom>
              <a:avLst/>
              <a:pathLst>
                <a:path w="10855" h="177377">
                  <a:moveTo>
                    <a:pt x="0" y="177377"/>
                  </a:moveTo>
                  <a:lnTo>
                    <a:pt x="725" y="108584"/>
                  </a:lnTo>
                  <a:lnTo>
                    <a:pt x="2626" y="0"/>
                  </a:lnTo>
                  <a:lnTo>
                    <a:pt x="4527" y="24460"/>
                  </a:lnTo>
                  <a:lnTo>
                    <a:pt x="6428" y="18159"/>
                  </a:lnTo>
                  <a:lnTo>
                    <a:pt x="8330" y="20141"/>
                  </a:lnTo>
                  <a:lnTo>
                    <a:pt x="10231" y="134495"/>
                  </a:lnTo>
                  <a:lnTo>
                    <a:pt x="10855" y="17737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7127170" y="3135099"/>
              <a:ext cx="8882" cy="127378"/>
            </a:xfrm>
            <a:custGeom>
              <a:avLst/>
              <a:pathLst>
                <a:path w="8882" h="127378">
                  <a:moveTo>
                    <a:pt x="0" y="127378"/>
                  </a:moveTo>
                  <a:lnTo>
                    <a:pt x="530" y="118257"/>
                  </a:lnTo>
                  <a:lnTo>
                    <a:pt x="2431" y="44641"/>
                  </a:lnTo>
                  <a:lnTo>
                    <a:pt x="4332" y="0"/>
                  </a:lnTo>
                  <a:lnTo>
                    <a:pt x="6234" y="19662"/>
                  </a:lnTo>
                  <a:lnTo>
                    <a:pt x="8135" y="107583"/>
                  </a:lnTo>
                  <a:lnTo>
                    <a:pt x="8882" y="12737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7189378" y="2250244"/>
              <a:ext cx="244240" cy="1012232"/>
            </a:xfrm>
            <a:custGeom>
              <a:avLst/>
              <a:pathLst>
                <a:path w="244240" h="1012232">
                  <a:moveTo>
                    <a:pt x="0" y="1012232"/>
                  </a:moveTo>
                  <a:lnTo>
                    <a:pt x="1062" y="949379"/>
                  </a:lnTo>
                  <a:lnTo>
                    <a:pt x="2963" y="916131"/>
                  </a:lnTo>
                  <a:lnTo>
                    <a:pt x="4865" y="942492"/>
                  </a:lnTo>
                  <a:lnTo>
                    <a:pt x="6766" y="940439"/>
                  </a:lnTo>
                  <a:lnTo>
                    <a:pt x="8667" y="996216"/>
                  </a:lnTo>
                  <a:lnTo>
                    <a:pt x="10568" y="980795"/>
                  </a:lnTo>
                  <a:lnTo>
                    <a:pt x="12469" y="897596"/>
                  </a:lnTo>
                  <a:lnTo>
                    <a:pt x="14371" y="758707"/>
                  </a:lnTo>
                  <a:lnTo>
                    <a:pt x="16272" y="697367"/>
                  </a:lnTo>
                  <a:lnTo>
                    <a:pt x="18173" y="721365"/>
                  </a:lnTo>
                  <a:lnTo>
                    <a:pt x="20074" y="698852"/>
                  </a:lnTo>
                  <a:lnTo>
                    <a:pt x="21976" y="618121"/>
                  </a:lnTo>
                  <a:lnTo>
                    <a:pt x="23877" y="602662"/>
                  </a:lnTo>
                  <a:lnTo>
                    <a:pt x="25778" y="560111"/>
                  </a:lnTo>
                  <a:lnTo>
                    <a:pt x="27679" y="352881"/>
                  </a:lnTo>
                  <a:lnTo>
                    <a:pt x="29580" y="169677"/>
                  </a:lnTo>
                  <a:lnTo>
                    <a:pt x="31482" y="33680"/>
                  </a:lnTo>
                  <a:lnTo>
                    <a:pt x="33383" y="14413"/>
                  </a:lnTo>
                  <a:lnTo>
                    <a:pt x="35284" y="9224"/>
                  </a:lnTo>
                  <a:lnTo>
                    <a:pt x="37185" y="0"/>
                  </a:lnTo>
                  <a:lnTo>
                    <a:pt x="39086" y="28445"/>
                  </a:lnTo>
                  <a:lnTo>
                    <a:pt x="40988" y="53901"/>
                  </a:lnTo>
                  <a:lnTo>
                    <a:pt x="42889" y="119022"/>
                  </a:lnTo>
                  <a:lnTo>
                    <a:pt x="44790" y="147465"/>
                  </a:lnTo>
                  <a:lnTo>
                    <a:pt x="46691" y="171954"/>
                  </a:lnTo>
                  <a:lnTo>
                    <a:pt x="48593" y="237562"/>
                  </a:lnTo>
                  <a:lnTo>
                    <a:pt x="50494" y="354103"/>
                  </a:lnTo>
                  <a:lnTo>
                    <a:pt x="52395" y="433767"/>
                  </a:lnTo>
                  <a:lnTo>
                    <a:pt x="54296" y="422145"/>
                  </a:lnTo>
                  <a:lnTo>
                    <a:pt x="56197" y="427487"/>
                  </a:lnTo>
                  <a:lnTo>
                    <a:pt x="58099" y="423161"/>
                  </a:lnTo>
                  <a:lnTo>
                    <a:pt x="60000" y="481555"/>
                  </a:lnTo>
                  <a:lnTo>
                    <a:pt x="61901" y="561774"/>
                  </a:lnTo>
                  <a:lnTo>
                    <a:pt x="63802" y="619996"/>
                  </a:lnTo>
                  <a:lnTo>
                    <a:pt x="65703" y="654440"/>
                  </a:lnTo>
                  <a:lnTo>
                    <a:pt x="67605" y="645695"/>
                  </a:lnTo>
                  <a:lnTo>
                    <a:pt x="69506" y="639457"/>
                  </a:lnTo>
                  <a:lnTo>
                    <a:pt x="71407" y="602254"/>
                  </a:lnTo>
                  <a:lnTo>
                    <a:pt x="73308" y="527643"/>
                  </a:lnTo>
                  <a:lnTo>
                    <a:pt x="75210" y="451968"/>
                  </a:lnTo>
                  <a:lnTo>
                    <a:pt x="77111" y="464973"/>
                  </a:lnTo>
                  <a:lnTo>
                    <a:pt x="79012" y="527644"/>
                  </a:lnTo>
                  <a:lnTo>
                    <a:pt x="80913" y="606777"/>
                  </a:lnTo>
                  <a:lnTo>
                    <a:pt x="82814" y="699676"/>
                  </a:lnTo>
                  <a:lnTo>
                    <a:pt x="84716" y="776025"/>
                  </a:lnTo>
                  <a:lnTo>
                    <a:pt x="86617" y="863346"/>
                  </a:lnTo>
                  <a:lnTo>
                    <a:pt x="88518" y="929334"/>
                  </a:lnTo>
                  <a:lnTo>
                    <a:pt x="90419" y="931611"/>
                  </a:lnTo>
                  <a:lnTo>
                    <a:pt x="92320" y="927485"/>
                  </a:lnTo>
                  <a:lnTo>
                    <a:pt x="94222" y="886767"/>
                  </a:lnTo>
                  <a:lnTo>
                    <a:pt x="96123" y="849405"/>
                  </a:lnTo>
                  <a:lnTo>
                    <a:pt x="98024" y="871033"/>
                  </a:lnTo>
                  <a:lnTo>
                    <a:pt x="99925" y="867622"/>
                  </a:lnTo>
                  <a:lnTo>
                    <a:pt x="101827" y="879880"/>
                  </a:lnTo>
                  <a:lnTo>
                    <a:pt x="103728" y="879187"/>
                  </a:lnTo>
                  <a:lnTo>
                    <a:pt x="105629" y="862576"/>
                  </a:lnTo>
                  <a:lnTo>
                    <a:pt x="107530" y="879617"/>
                  </a:lnTo>
                  <a:lnTo>
                    <a:pt x="109431" y="827168"/>
                  </a:lnTo>
                  <a:lnTo>
                    <a:pt x="111333" y="771567"/>
                  </a:lnTo>
                  <a:lnTo>
                    <a:pt x="113234" y="736418"/>
                  </a:lnTo>
                  <a:lnTo>
                    <a:pt x="115135" y="718991"/>
                  </a:lnTo>
                  <a:lnTo>
                    <a:pt x="117036" y="753238"/>
                  </a:lnTo>
                  <a:lnTo>
                    <a:pt x="118937" y="763368"/>
                  </a:lnTo>
                  <a:lnTo>
                    <a:pt x="120839" y="734325"/>
                  </a:lnTo>
                  <a:lnTo>
                    <a:pt x="122740" y="692652"/>
                  </a:lnTo>
                  <a:lnTo>
                    <a:pt x="124641" y="726759"/>
                  </a:lnTo>
                  <a:lnTo>
                    <a:pt x="126542" y="766143"/>
                  </a:lnTo>
                  <a:lnTo>
                    <a:pt x="128444" y="714236"/>
                  </a:lnTo>
                  <a:lnTo>
                    <a:pt x="130345" y="615972"/>
                  </a:lnTo>
                  <a:lnTo>
                    <a:pt x="132246" y="597338"/>
                  </a:lnTo>
                  <a:lnTo>
                    <a:pt x="134147" y="698228"/>
                  </a:lnTo>
                  <a:lnTo>
                    <a:pt x="136048" y="728382"/>
                  </a:lnTo>
                  <a:lnTo>
                    <a:pt x="137950" y="714823"/>
                  </a:lnTo>
                  <a:lnTo>
                    <a:pt x="139851" y="743381"/>
                  </a:lnTo>
                  <a:lnTo>
                    <a:pt x="141752" y="825907"/>
                  </a:lnTo>
                  <a:lnTo>
                    <a:pt x="143653" y="909516"/>
                  </a:lnTo>
                  <a:lnTo>
                    <a:pt x="145554" y="935808"/>
                  </a:lnTo>
                  <a:lnTo>
                    <a:pt x="147456" y="917573"/>
                  </a:lnTo>
                  <a:lnTo>
                    <a:pt x="149357" y="836171"/>
                  </a:lnTo>
                  <a:lnTo>
                    <a:pt x="151258" y="790798"/>
                  </a:lnTo>
                  <a:lnTo>
                    <a:pt x="153159" y="759592"/>
                  </a:lnTo>
                  <a:lnTo>
                    <a:pt x="155061" y="759429"/>
                  </a:lnTo>
                  <a:lnTo>
                    <a:pt x="156962" y="702249"/>
                  </a:lnTo>
                  <a:lnTo>
                    <a:pt x="158863" y="702287"/>
                  </a:lnTo>
                  <a:lnTo>
                    <a:pt x="160764" y="788653"/>
                  </a:lnTo>
                  <a:lnTo>
                    <a:pt x="162665" y="789488"/>
                  </a:lnTo>
                  <a:lnTo>
                    <a:pt x="164567" y="777111"/>
                  </a:lnTo>
                  <a:lnTo>
                    <a:pt x="166468" y="759321"/>
                  </a:lnTo>
                  <a:lnTo>
                    <a:pt x="168369" y="681529"/>
                  </a:lnTo>
                  <a:lnTo>
                    <a:pt x="170270" y="600100"/>
                  </a:lnTo>
                  <a:lnTo>
                    <a:pt x="172171" y="579934"/>
                  </a:lnTo>
                  <a:lnTo>
                    <a:pt x="174073" y="628583"/>
                  </a:lnTo>
                  <a:lnTo>
                    <a:pt x="175974" y="568258"/>
                  </a:lnTo>
                  <a:lnTo>
                    <a:pt x="177875" y="451954"/>
                  </a:lnTo>
                  <a:lnTo>
                    <a:pt x="179776" y="495865"/>
                  </a:lnTo>
                  <a:lnTo>
                    <a:pt x="181678" y="470795"/>
                  </a:lnTo>
                  <a:lnTo>
                    <a:pt x="183579" y="382892"/>
                  </a:lnTo>
                  <a:lnTo>
                    <a:pt x="185480" y="375299"/>
                  </a:lnTo>
                  <a:lnTo>
                    <a:pt x="187381" y="437048"/>
                  </a:lnTo>
                  <a:lnTo>
                    <a:pt x="189282" y="475981"/>
                  </a:lnTo>
                  <a:lnTo>
                    <a:pt x="191184" y="480637"/>
                  </a:lnTo>
                  <a:lnTo>
                    <a:pt x="193085" y="593046"/>
                  </a:lnTo>
                  <a:lnTo>
                    <a:pt x="194986" y="661757"/>
                  </a:lnTo>
                  <a:lnTo>
                    <a:pt x="196887" y="584869"/>
                  </a:lnTo>
                  <a:lnTo>
                    <a:pt x="198788" y="550884"/>
                  </a:lnTo>
                  <a:lnTo>
                    <a:pt x="200690" y="634099"/>
                  </a:lnTo>
                  <a:lnTo>
                    <a:pt x="202591" y="689676"/>
                  </a:lnTo>
                  <a:lnTo>
                    <a:pt x="204492" y="687577"/>
                  </a:lnTo>
                  <a:lnTo>
                    <a:pt x="206393" y="667240"/>
                  </a:lnTo>
                  <a:lnTo>
                    <a:pt x="208295" y="645510"/>
                  </a:lnTo>
                  <a:lnTo>
                    <a:pt x="210196" y="665801"/>
                  </a:lnTo>
                  <a:lnTo>
                    <a:pt x="212097" y="649881"/>
                  </a:lnTo>
                  <a:lnTo>
                    <a:pt x="213998" y="599262"/>
                  </a:lnTo>
                  <a:lnTo>
                    <a:pt x="215899" y="614854"/>
                  </a:lnTo>
                  <a:lnTo>
                    <a:pt x="217801" y="677515"/>
                  </a:lnTo>
                  <a:lnTo>
                    <a:pt x="219702" y="801939"/>
                  </a:lnTo>
                  <a:lnTo>
                    <a:pt x="221603" y="884599"/>
                  </a:lnTo>
                  <a:lnTo>
                    <a:pt x="223504" y="916838"/>
                  </a:lnTo>
                  <a:lnTo>
                    <a:pt x="225405" y="958675"/>
                  </a:lnTo>
                  <a:lnTo>
                    <a:pt x="227307" y="956850"/>
                  </a:lnTo>
                  <a:lnTo>
                    <a:pt x="229208" y="940134"/>
                  </a:lnTo>
                  <a:lnTo>
                    <a:pt x="231109" y="904971"/>
                  </a:lnTo>
                  <a:lnTo>
                    <a:pt x="233010" y="859365"/>
                  </a:lnTo>
                  <a:lnTo>
                    <a:pt x="234911" y="817463"/>
                  </a:lnTo>
                  <a:lnTo>
                    <a:pt x="236813" y="830571"/>
                  </a:lnTo>
                  <a:lnTo>
                    <a:pt x="238714" y="808083"/>
                  </a:lnTo>
                  <a:lnTo>
                    <a:pt x="240615" y="850996"/>
                  </a:lnTo>
                  <a:lnTo>
                    <a:pt x="242516" y="948382"/>
                  </a:lnTo>
                  <a:lnTo>
                    <a:pt x="244240" y="101223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7442023" y="3214855"/>
              <a:ext cx="8241" cy="47621"/>
            </a:xfrm>
            <a:custGeom>
              <a:avLst/>
              <a:pathLst>
                <a:path w="8241" h="47621">
                  <a:moveTo>
                    <a:pt x="0" y="47621"/>
                  </a:moveTo>
                  <a:lnTo>
                    <a:pt x="1279" y="36699"/>
                  </a:lnTo>
                  <a:lnTo>
                    <a:pt x="3180" y="27424"/>
                  </a:lnTo>
                  <a:lnTo>
                    <a:pt x="5081" y="0"/>
                  </a:lnTo>
                  <a:lnTo>
                    <a:pt x="6982" y="12795"/>
                  </a:lnTo>
                  <a:lnTo>
                    <a:pt x="8241" y="4762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7473017" y="2996531"/>
              <a:ext cx="88645" cy="265946"/>
            </a:xfrm>
            <a:custGeom>
              <a:avLst/>
              <a:pathLst>
                <a:path w="88645" h="265946">
                  <a:moveTo>
                    <a:pt x="0" y="265946"/>
                  </a:moveTo>
                  <a:lnTo>
                    <a:pt x="704" y="257819"/>
                  </a:lnTo>
                  <a:lnTo>
                    <a:pt x="2606" y="166627"/>
                  </a:lnTo>
                  <a:lnTo>
                    <a:pt x="4507" y="108208"/>
                  </a:lnTo>
                  <a:lnTo>
                    <a:pt x="6408" y="104353"/>
                  </a:lnTo>
                  <a:lnTo>
                    <a:pt x="8309" y="77725"/>
                  </a:lnTo>
                  <a:lnTo>
                    <a:pt x="10211" y="66166"/>
                  </a:lnTo>
                  <a:lnTo>
                    <a:pt x="12112" y="85935"/>
                  </a:lnTo>
                  <a:lnTo>
                    <a:pt x="14013" y="120787"/>
                  </a:lnTo>
                  <a:lnTo>
                    <a:pt x="15914" y="151733"/>
                  </a:lnTo>
                  <a:lnTo>
                    <a:pt x="17815" y="86097"/>
                  </a:lnTo>
                  <a:lnTo>
                    <a:pt x="19717" y="79613"/>
                  </a:lnTo>
                  <a:lnTo>
                    <a:pt x="21618" y="68933"/>
                  </a:lnTo>
                  <a:lnTo>
                    <a:pt x="23519" y="19492"/>
                  </a:lnTo>
                  <a:lnTo>
                    <a:pt x="25420" y="3838"/>
                  </a:lnTo>
                  <a:lnTo>
                    <a:pt x="27321" y="0"/>
                  </a:lnTo>
                  <a:lnTo>
                    <a:pt x="29223" y="16176"/>
                  </a:lnTo>
                  <a:lnTo>
                    <a:pt x="31124" y="68343"/>
                  </a:lnTo>
                  <a:lnTo>
                    <a:pt x="33025" y="89524"/>
                  </a:lnTo>
                  <a:lnTo>
                    <a:pt x="34926" y="75673"/>
                  </a:lnTo>
                  <a:lnTo>
                    <a:pt x="36828" y="26706"/>
                  </a:lnTo>
                  <a:lnTo>
                    <a:pt x="38729" y="39892"/>
                  </a:lnTo>
                  <a:lnTo>
                    <a:pt x="40630" y="122164"/>
                  </a:lnTo>
                  <a:lnTo>
                    <a:pt x="42531" y="150244"/>
                  </a:lnTo>
                  <a:lnTo>
                    <a:pt x="44432" y="199099"/>
                  </a:lnTo>
                  <a:lnTo>
                    <a:pt x="46334" y="240727"/>
                  </a:lnTo>
                  <a:lnTo>
                    <a:pt x="48235" y="259038"/>
                  </a:lnTo>
                  <a:lnTo>
                    <a:pt x="50136" y="262287"/>
                  </a:lnTo>
                  <a:lnTo>
                    <a:pt x="52037" y="261470"/>
                  </a:lnTo>
                  <a:lnTo>
                    <a:pt x="53938" y="220465"/>
                  </a:lnTo>
                  <a:lnTo>
                    <a:pt x="55840" y="153565"/>
                  </a:lnTo>
                  <a:lnTo>
                    <a:pt x="57741" y="163617"/>
                  </a:lnTo>
                  <a:lnTo>
                    <a:pt x="59642" y="183789"/>
                  </a:lnTo>
                  <a:lnTo>
                    <a:pt x="61543" y="151784"/>
                  </a:lnTo>
                  <a:lnTo>
                    <a:pt x="63445" y="68671"/>
                  </a:lnTo>
                  <a:lnTo>
                    <a:pt x="65346" y="80359"/>
                  </a:lnTo>
                  <a:lnTo>
                    <a:pt x="67247" y="77852"/>
                  </a:lnTo>
                  <a:lnTo>
                    <a:pt x="69148" y="68508"/>
                  </a:lnTo>
                  <a:lnTo>
                    <a:pt x="71049" y="111106"/>
                  </a:lnTo>
                  <a:lnTo>
                    <a:pt x="72951" y="175887"/>
                  </a:lnTo>
                  <a:lnTo>
                    <a:pt x="74852" y="179519"/>
                  </a:lnTo>
                  <a:lnTo>
                    <a:pt x="76753" y="116321"/>
                  </a:lnTo>
                  <a:lnTo>
                    <a:pt x="78654" y="70747"/>
                  </a:lnTo>
                  <a:lnTo>
                    <a:pt x="80555" y="60215"/>
                  </a:lnTo>
                  <a:lnTo>
                    <a:pt x="82457" y="63503"/>
                  </a:lnTo>
                  <a:lnTo>
                    <a:pt x="84358" y="72721"/>
                  </a:lnTo>
                  <a:lnTo>
                    <a:pt x="86259" y="159313"/>
                  </a:lnTo>
                  <a:lnTo>
                    <a:pt x="88160" y="227486"/>
                  </a:lnTo>
                  <a:lnTo>
                    <a:pt x="88645" y="26594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7573474" y="2911562"/>
              <a:ext cx="49979" cy="350914"/>
            </a:xfrm>
            <a:custGeom>
              <a:avLst/>
              <a:pathLst>
                <a:path w="49979" h="350914">
                  <a:moveTo>
                    <a:pt x="0" y="350914"/>
                  </a:moveTo>
                  <a:lnTo>
                    <a:pt x="1011" y="316483"/>
                  </a:lnTo>
                  <a:lnTo>
                    <a:pt x="2912" y="279835"/>
                  </a:lnTo>
                  <a:lnTo>
                    <a:pt x="4814" y="295613"/>
                  </a:lnTo>
                  <a:lnTo>
                    <a:pt x="6715" y="301984"/>
                  </a:lnTo>
                  <a:lnTo>
                    <a:pt x="8616" y="276666"/>
                  </a:lnTo>
                  <a:lnTo>
                    <a:pt x="10517" y="226056"/>
                  </a:lnTo>
                  <a:lnTo>
                    <a:pt x="12418" y="157743"/>
                  </a:lnTo>
                  <a:lnTo>
                    <a:pt x="14320" y="40480"/>
                  </a:lnTo>
                  <a:lnTo>
                    <a:pt x="16221" y="0"/>
                  </a:lnTo>
                  <a:lnTo>
                    <a:pt x="18122" y="47917"/>
                  </a:lnTo>
                  <a:lnTo>
                    <a:pt x="20023" y="136981"/>
                  </a:lnTo>
                  <a:lnTo>
                    <a:pt x="21924" y="159024"/>
                  </a:lnTo>
                  <a:lnTo>
                    <a:pt x="23826" y="120593"/>
                  </a:lnTo>
                  <a:lnTo>
                    <a:pt x="25727" y="183722"/>
                  </a:lnTo>
                  <a:lnTo>
                    <a:pt x="27628" y="232567"/>
                  </a:lnTo>
                  <a:lnTo>
                    <a:pt x="29529" y="156577"/>
                  </a:lnTo>
                  <a:lnTo>
                    <a:pt x="31431" y="96811"/>
                  </a:lnTo>
                  <a:lnTo>
                    <a:pt x="33332" y="79822"/>
                  </a:lnTo>
                  <a:lnTo>
                    <a:pt x="35233" y="115616"/>
                  </a:lnTo>
                  <a:lnTo>
                    <a:pt x="37134" y="143397"/>
                  </a:lnTo>
                  <a:lnTo>
                    <a:pt x="39035" y="96448"/>
                  </a:lnTo>
                  <a:lnTo>
                    <a:pt x="40937" y="102548"/>
                  </a:lnTo>
                  <a:lnTo>
                    <a:pt x="42838" y="151496"/>
                  </a:lnTo>
                  <a:lnTo>
                    <a:pt x="44739" y="242841"/>
                  </a:lnTo>
                  <a:lnTo>
                    <a:pt x="46640" y="322698"/>
                  </a:lnTo>
                  <a:lnTo>
                    <a:pt x="48541" y="315543"/>
                  </a:lnTo>
                  <a:lnTo>
                    <a:pt x="49979" y="35091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7629234" y="2996430"/>
              <a:ext cx="13451" cy="266046"/>
            </a:xfrm>
            <a:custGeom>
              <a:avLst/>
              <a:pathLst>
                <a:path w="13451" h="266046">
                  <a:moveTo>
                    <a:pt x="0" y="266046"/>
                  </a:moveTo>
                  <a:lnTo>
                    <a:pt x="387" y="255024"/>
                  </a:lnTo>
                  <a:lnTo>
                    <a:pt x="2288" y="168226"/>
                  </a:lnTo>
                  <a:lnTo>
                    <a:pt x="4189" y="115207"/>
                  </a:lnTo>
                  <a:lnTo>
                    <a:pt x="6090" y="45438"/>
                  </a:lnTo>
                  <a:lnTo>
                    <a:pt x="7992" y="0"/>
                  </a:lnTo>
                  <a:lnTo>
                    <a:pt x="9893" y="62628"/>
                  </a:lnTo>
                  <a:lnTo>
                    <a:pt x="11794" y="136626"/>
                  </a:lnTo>
                  <a:lnTo>
                    <a:pt x="13451" y="26604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7647485" y="1771181"/>
              <a:ext cx="473935" cy="1491296"/>
            </a:xfrm>
            <a:custGeom>
              <a:avLst/>
              <a:pathLst>
                <a:path w="473935" h="1491296">
                  <a:moveTo>
                    <a:pt x="0" y="1491296"/>
                  </a:moveTo>
                  <a:lnTo>
                    <a:pt x="1148" y="1470938"/>
                  </a:lnTo>
                  <a:lnTo>
                    <a:pt x="3049" y="1410779"/>
                  </a:lnTo>
                  <a:lnTo>
                    <a:pt x="4950" y="1328751"/>
                  </a:lnTo>
                  <a:lnTo>
                    <a:pt x="6851" y="1216502"/>
                  </a:lnTo>
                  <a:lnTo>
                    <a:pt x="8752" y="1193543"/>
                  </a:lnTo>
                  <a:lnTo>
                    <a:pt x="10654" y="1247273"/>
                  </a:lnTo>
                  <a:lnTo>
                    <a:pt x="12555" y="1307775"/>
                  </a:lnTo>
                  <a:lnTo>
                    <a:pt x="14456" y="1323463"/>
                  </a:lnTo>
                  <a:lnTo>
                    <a:pt x="16357" y="1356547"/>
                  </a:lnTo>
                  <a:lnTo>
                    <a:pt x="18258" y="1362703"/>
                  </a:lnTo>
                  <a:lnTo>
                    <a:pt x="20160" y="1319880"/>
                  </a:lnTo>
                  <a:lnTo>
                    <a:pt x="22061" y="1289737"/>
                  </a:lnTo>
                  <a:lnTo>
                    <a:pt x="23962" y="1203989"/>
                  </a:lnTo>
                  <a:lnTo>
                    <a:pt x="25863" y="1093343"/>
                  </a:lnTo>
                  <a:lnTo>
                    <a:pt x="27765" y="964131"/>
                  </a:lnTo>
                  <a:lnTo>
                    <a:pt x="29666" y="848558"/>
                  </a:lnTo>
                  <a:lnTo>
                    <a:pt x="31567" y="800440"/>
                  </a:lnTo>
                  <a:lnTo>
                    <a:pt x="33468" y="734939"/>
                  </a:lnTo>
                  <a:lnTo>
                    <a:pt x="35369" y="625371"/>
                  </a:lnTo>
                  <a:lnTo>
                    <a:pt x="37271" y="529730"/>
                  </a:lnTo>
                  <a:lnTo>
                    <a:pt x="39172" y="473072"/>
                  </a:lnTo>
                  <a:lnTo>
                    <a:pt x="41073" y="446692"/>
                  </a:lnTo>
                  <a:lnTo>
                    <a:pt x="42974" y="389121"/>
                  </a:lnTo>
                  <a:lnTo>
                    <a:pt x="44875" y="272386"/>
                  </a:lnTo>
                  <a:lnTo>
                    <a:pt x="46777" y="207712"/>
                  </a:lnTo>
                  <a:lnTo>
                    <a:pt x="48678" y="178451"/>
                  </a:lnTo>
                  <a:lnTo>
                    <a:pt x="50579" y="112932"/>
                  </a:lnTo>
                  <a:lnTo>
                    <a:pt x="52480" y="26256"/>
                  </a:lnTo>
                  <a:lnTo>
                    <a:pt x="54382" y="16545"/>
                  </a:lnTo>
                  <a:lnTo>
                    <a:pt x="56283" y="89511"/>
                  </a:lnTo>
                  <a:lnTo>
                    <a:pt x="58184" y="160212"/>
                  </a:lnTo>
                  <a:lnTo>
                    <a:pt x="60085" y="292337"/>
                  </a:lnTo>
                  <a:lnTo>
                    <a:pt x="61986" y="452324"/>
                  </a:lnTo>
                  <a:lnTo>
                    <a:pt x="63888" y="610126"/>
                  </a:lnTo>
                  <a:lnTo>
                    <a:pt x="65789" y="704903"/>
                  </a:lnTo>
                  <a:lnTo>
                    <a:pt x="67690" y="775843"/>
                  </a:lnTo>
                  <a:lnTo>
                    <a:pt x="69591" y="856936"/>
                  </a:lnTo>
                  <a:lnTo>
                    <a:pt x="71492" y="909909"/>
                  </a:lnTo>
                  <a:lnTo>
                    <a:pt x="73394" y="899867"/>
                  </a:lnTo>
                  <a:lnTo>
                    <a:pt x="75295" y="819690"/>
                  </a:lnTo>
                  <a:lnTo>
                    <a:pt x="77196" y="762438"/>
                  </a:lnTo>
                  <a:lnTo>
                    <a:pt x="79097" y="749396"/>
                  </a:lnTo>
                  <a:lnTo>
                    <a:pt x="80999" y="673364"/>
                  </a:lnTo>
                  <a:lnTo>
                    <a:pt x="82900" y="550361"/>
                  </a:lnTo>
                  <a:lnTo>
                    <a:pt x="84801" y="552736"/>
                  </a:lnTo>
                  <a:lnTo>
                    <a:pt x="86702" y="638342"/>
                  </a:lnTo>
                  <a:lnTo>
                    <a:pt x="88603" y="641303"/>
                  </a:lnTo>
                  <a:lnTo>
                    <a:pt x="90505" y="606908"/>
                  </a:lnTo>
                  <a:lnTo>
                    <a:pt x="92406" y="640892"/>
                  </a:lnTo>
                  <a:lnTo>
                    <a:pt x="94307" y="658363"/>
                  </a:lnTo>
                  <a:lnTo>
                    <a:pt x="96208" y="594503"/>
                  </a:lnTo>
                  <a:lnTo>
                    <a:pt x="98109" y="475453"/>
                  </a:lnTo>
                  <a:lnTo>
                    <a:pt x="100011" y="399573"/>
                  </a:lnTo>
                  <a:lnTo>
                    <a:pt x="101912" y="286787"/>
                  </a:lnTo>
                  <a:lnTo>
                    <a:pt x="103813" y="176278"/>
                  </a:lnTo>
                  <a:lnTo>
                    <a:pt x="105714" y="167401"/>
                  </a:lnTo>
                  <a:lnTo>
                    <a:pt x="107616" y="131637"/>
                  </a:lnTo>
                  <a:lnTo>
                    <a:pt x="109517" y="170679"/>
                  </a:lnTo>
                  <a:lnTo>
                    <a:pt x="111418" y="221859"/>
                  </a:lnTo>
                  <a:lnTo>
                    <a:pt x="113319" y="299102"/>
                  </a:lnTo>
                  <a:lnTo>
                    <a:pt x="115220" y="398467"/>
                  </a:lnTo>
                  <a:lnTo>
                    <a:pt x="117122" y="463723"/>
                  </a:lnTo>
                  <a:lnTo>
                    <a:pt x="119023" y="562343"/>
                  </a:lnTo>
                  <a:lnTo>
                    <a:pt x="120924" y="600885"/>
                  </a:lnTo>
                  <a:lnTo>
                    <a:pt x="122825" y="706790"/>
                  </a:lnTo>
                  <a:lnTo>
                    <a:pt x="124726" y="806452"/>
                  </a:lnTo>
                  <a:lnTo>
                    <a:pt x="126628" y="807156"/>
                  </a:lnTo>
                  <a:lnTo>
                    <a:pt x="128529" y="799401"/>
                  </a:lnTo>
                  <a:lnTo>
                    <a:pt x="130430" y="817390"/>
                  </a:lnTo>
                  <a:lnTo>
                    <a:pt x="132331" y="826150"/>
                  </a:lnTo>
                  <a:lnTo>
                    <a:pt x="134233" y="767121"/>
                  </a:lnTo>
                  <a:lnTo>
                    <a:pt x="136134" y="668680"/>
                  </a:lnTo>
                  <a:lnTo>
                    <a:pt x="138035" y="610621"/>
                  </a:lnTo>
                  <a:lnTo>
                    <a:pt x="139936" y="520421"/>
                  </a:lnTo>
                  <a:lnTo>
                    <a:pt x="141837" y="407331"/>
                  </a:lnTo>
                  <a:lnTo>
                    <a:pt x="143739" y="281383"/>
                  </a:lnTo>
                  <a:lnTo>
                    <a:pt x="145640" y="157298"/>
                  </a:lnTo>
                  <a:lnTo>
                    <a:pt x="147541" y="95911"/>
                  </a:lnTo>
                  <a:lnTo>
                    <a:pt x="149442" y="63062"/>
                  </a:lnTo>
                  <a:lnTo>
                    <a:pt x="151343" y="0"/>
                  </a:lnTo>
                  <a:lnTo>
                    <a:pt x="153245" y="59253"/>
                  </a:lnTo>
                  <a:lnTo>
                    <a:pt x="155146" y="173846"/>
                  </a:lnTo>
                  <a:lnTo>
                    <a:pt x="157047" y="307377"/>
                  </a:lnTo>
                  <a:lnTo>
                    <a:pt x="158948" y="408538"/>
                  </a:lnTo>
                  <a:lnTo>
                    <a:pt x="160850" y="440880"/>
                  </a:lnTo>
                  <a:lnTo>
                    <a:pt x="162751" y="572771"/>
                  </a:lnTo>
                  <a:lnTo>
                    <a:pt x="164652" y="589755"/>
                  </a:lnTo>
                  <a:lnTo>
                    <a:pt x="166553" y="578536"/>
                  </a:lnTo>
                  <a:lnTo>
                    <a:pt x="168454" y="574176"/>
                  </a:lnTo>
                  <a:lnTo>
                    <a:pt x="170356" y="555540"/>
                  </a:lnTo>
                  <a:lnTo>
                    <a:pt x="172257" y="656680"/>
                  </a:lnTo>
                  <a:lnTo>
                    <a:pt x="174158" y="737089"/>
                  </a:lnTo>
                  <a:lnTo>
                    <a:pt x="176059" y="826469"/>
                  </a:lnTo>
                  <a:lnTo>
                    <a:pt x="177960" y="892021"/>
                  </a:lnTo>
                  <a:lnTo>
                    <a:pt x="179862" y="948051"/>
                  </a:lnTo>
                  <a:lnTo>
                    <a:pt x="181763" y="1055340"/>
                  </a:lnTo>
                  <a:lnTo>
                    <a:pt x="183664" y="1072592"/>
                  </a:lnTo>
                  <a:lnTo>
                    <a:pt x="185565" y="1019909"/>
                  </a:lnTo>
                  <a:lnTo>
                    <a:pt x="187467" y="948092"/>
                  </a:lnTo>
                  <a:lnTo>
                    <a:pt x="189368" y="840938"/>
                  </a:lnTo>
                  <a:lnTo>
                    <a:pt x="191269" y="793076"/>
                  </a:lnTo>
                  <a:lnTo>
                    <a:pt x="193170" y="767281"/>
                  </a:lnTo>
                  <a:lnTo>
                    <a:pt x="195071" y="790591"/>
                  </a:lnTo>
                  <a:lnTo>
                    <a:pt x="196973" y="874050"/>
                  </a:lnTo>
                  <a:lnTo>
                    <a:pt x="198874" y="1000529"/>
                  </a:lnTo>
                  <a:lnTo>
                    <a:pt x="200775" y="1162900"/>
                  </a:lnTo>
                  <a:lnTo>
                    <a:pt x="202676" y="1198354"/>
                  </a:lnTo>
                  <a:lnTo>
                    <a:pt x="204577" y="1168471"/>
                  </a:lnTo>
                  <a:lnTo>
                    <a:pt x="206479" y="1152998"/>
                  </a:lnTo>
                  <a:lnTo>
                    <a:pt x="208380" y="1106207"/>
                  </a:lnTo>
                  <a:lnTo>
                    <a:pt x="210281" y="985553"/>
                  </a:lnTo>
                  <a:lnTo>
                    <a:pt x="212182" y="883151"/>
                  </a:lnTo>
                  <a:lnTo>
                    <a:pt x="214083" y="859042"/>
                  </a:lnTo>
                  <a:lnTo>
                    <a:pt x="215985" y="854504"/>
                  </a:lnTo>
                  <a:lnTo>
                    <a:pt x="217886" y="835316"/>
                  </a:lnTo>
                  <a:lnTo>
                    <a:pt x="219787" y="823569"/>
                  </a:lnTo>
                  <a:lnTo>
                    <a:pt x="221688" y="777554"/>
                  </a:lnTo>
                  <a:lnTo>
                    <a:pt x="223590" y="714527"/>
                  </a:lnTo>
                  <a:lnTo>
                    <a:pt x="225491" y="665180"/>
                  </a:lnTo>
                  <a:lnTo>
                    <a:pt x="227392" y="624527"/>
                  </a:lnTo>
                  <a:lnTo>
                    <a:pt x="229293" y="591779"/>
                  </a:lnTo>
                  <a:lnTo>
                    <a:pt x="231194" y="574173"/>
                  </a:lnTo>
                  <a:lnTo>
                    <a:pt x="233096" y="600288"/>
                  </a:lnTo>
                  <a:lnTo>
                    <a:pt x="234997" y="668456"/>
                  </a:lnTo>
                  <a:lnTo>
                    <a:pt x="236898" y="736148"/>
                  </a:lnTo>
                  <a:lnTo>
                    <a:pt x="238799" y="788507"/>
                  </a:lnTo>
                  <a:lnTo>
                    <a:pt x="240700" y="825738"/>
                  </a:lnTo>
                  <a:lnTo>
                    <a:pt x="242602" y="824404"/>
                  </a:lnTo>
                  <a:lnTo>
                    <a:pt x="244503" y="846163"/>
                  </a:lnTo>
                  <a:lnTo>
                    <a:pt x="246404" y="889472"/>
                  </a:lnTo>
                  <a:lnTo>
                    <a:pt x="248305" y="923440"/>
                  </a:lnTo>
                  <a:lnTo>
                    <a:pt x="250207" y="944501"/>
                  </a:lnTo>
                  <a:lnTo>
                    <a:pt x="252108" y="1012008"/>
                  </a:lnTo>
                  <a:lnTo>
                    <a:pt x="254009" y="1106721"/>
                  </a:lnTo>
                  <a:lnTo>
                    <a:pt x="255910" y="1165821"/>
                  </a:lnTo>
                  <a:lnTo>
                    <a:pt x="257811" y="1202819"/>
                  </a:lnTo>
                  <a:lnTo>
                    <a:pt x="259713" y="1165745"/>
                  </a:lnTo>
                  <a:lnTo>
                    <a:pt x="261614" y="1100825"/>
                  </a:lnTo>
                  <a:lnTo>
                    <a:pt x="263515" y="1012179"/>
                  </a:lnTo>
                  <a:lnTo>
                    <a:pt x="265416" y="1054420"/>
                  </a:lnTo>
                  <a:lnTo>
                    <a:pt x="267317" y="1103165"/>
                  </a:lnTo>
                  <a:lnTo>
                    <a:pt x="269219" y="1059093"/>
                  </a:lnTo>
                  <a:lnTo>
                    <a:pt x="271120" y="1059305"/>
                  </a:lnTo>
                  <a:lnTo>
                    <a:pt x="273021" y="1155995"/>
                  </a:lnTo>
                  <a:lnTo>
                    <a:pt x="274922" y="1206619"/>
                  </a:lnTo>
                  <a:lnTo>
                    <a:pt x="276824" y="1087881"/>
                  </a:lnTo>
                  <a:lnTo>
                    <a:pt x="278725" y="1038955"/>
                  </a:lnTo>
                  <a:lnTo>
                    <a:pt x="280626" y="1093339"/>
                  </a:lnTo>
                  <a:lnTo>
                    <a:pt x="282527" y="1113933"/>
                  </a:lnTo>
                  <a:lnTo>
                    <a:pt x="284428" y="1060442"/>
                  </a:lnTo>
                  <a:lnTo>
                    <a:pt x="286330" y="961817"/>
                  </a:lnTo>
                  <a:lnTo>
                    <a:pt x="288231" y="948147"/>
                  </a:lnTo>
                  <a:lnTo>
                    <a:pt x="290132" y="890677"/>
                  </a:lnTo>
                  <a:lnTo>
                    <a:pt x="292033" y="781305"/>
                  </a:lnTo>
                  <a:lnTo>
                    <a:pt x="293934" y="782172"/>
                  </a:lnTo>
                  <a:lnTo>
                    <a:pt x="295836" y="844237"/>
                  </a:lnTo>
                  <a:lnTo>
                    <a:pt x="297737" y="988812"/>
                  </a:lnTo>
                  <a:lnTo>
                    <a:pt x="299638" y="1111012"/>
                  </a:lnTo>
                  <a:lnTo>
                    <a:pt x="301539" y="1223761"/>
                  </a:lnTo>
                  <a:lnTo>
                    <a:pt x="303441" y="1359952"/>
                  </a:lnTo>
                  <a:lnTo>
                    <a:pt x="305342" y="1426107"/>
                  </a:lnTo>
                  <a:lnTo>
                    <a:pt x="307243" y="1421639"/>
                  </a:lnTo>
                  <a:lnTo>
                    <a:pt x="309144" y="1394355"/>
                  </a:lnTo>
                  <a:lnTo>
                    <a:pt x="311045" y="1276008"/>
                  </a:lnTo>
                  <a:lnTo>
                    <a:pt x="312947" y="1145072"/>
                  </a:lnTo>
                  <a:lnTo>
                    <a:pt x="314848" y="1023726"/>
                  </a:lnTo>
                  <a:lnTo>
                    <a:pt x="316749" y="939841"/>
                  </a:lnTo>
                  <a:lnTo>
                    <a:pt x="318650" y="963455"/>
                  </a:lnTo>
                  <a:lnTo>
                    <a:pt x="320551" y="894634"/>
                  </a:lnTo>
                  <a:lnTo>
                    <a:pt x="322453" y="897158"/>
                  </a:lnTo>
                  <a:lnTo>
                    <a:pt x="324354" y="942934"/>
                  </a:lnTo>
                  <a:lnTo>
                    <a:pt x="326255" y="991213"/>
                  </a:lnTo>
                  <a:lnTo>
                    <a:pt x="328156" y="946737"/>
                  </a:lnTo>
                  <a:lnTo>
                    <a:pt x="330058" y="818052"/>
                  </a:lnTo>
                  <a:lnTo>
                    <a:pt x="331959" y="859478"/>
                  </a:lnTo>
                  <a:lnTo>
                    <a:pt x="333860" y="897678"/>
                  </a:lnTo>
                  <a:lnTo>
                    <a:pt x="335761" y="879451"/>
                  </a:lnTo>
                  <a:lnTo>
                    <a:pt x="337662" y="816033"/>
                  </a:lnTo>
                  <a:lnTo>
                    <a:pt x="339564" y="814275"/>
                  </a:lnTo>
                  <a:lnTo>
                    <a:pt x="341465" y="798016"/>
                  </a:lnTo>
                  <a:lnTo>
                    <a:pt x="343366" y="738775"/>
                  </a:lnTo>
                  <a:lnTo>
                    <a:pt x="345267" y="701226"/>
                  </a:lnTo>
                  <a:lnTo>
                    <a:pt x="347168" y="709834"/>
                  </a:lnTo>
                  <a:lnTo>
                    <a:pt x="349070" y="785391"/>
                  </a:lnTo>
                  <a:lnTo>
                    <a:pt x="350971" y="817768"/>
                  </a:lnTo>
                  <a:lnTo>
                    <a:pt x="352872" y="874424"/>
                  </a:lnTo>
                  <a:lnTo>
                    <a:pt x="354773" y="969484"/>
                  </a:lnTo>
                  <a:lnTo>
                    <a:pt x="356675" y="1072199"/>
                  </a:lnTo>
                  <a:lnTo>
                    <a:pt x="358576" y="1166523"/>
                  </a:lnTo>
                  <a:lnTo>
                    <a:pt x="360477" y="1179140"/>
                  </a:lnTo>
                  <a:lnTo>
                    <a:pt x="362378" y="1152810"/>
                  </a:lnTo>
                  <a:lnTo>
                    <a:pt x="364279" y="1079576"/>
                  </a:lnTo>
                  <a:lnTo>
                    <a:pt x="366181" y="978257"/>
                  </a:lnTo>
                  <a:lnTo>
                    <a:pt x="368082" y="856844"/>
                  </a:lnTo>
                  <a:lnTo>
                    <a:pt x="369983" y="656481"/>
                  </a:lnTo>
                  <a:lnTo>
                    <a:pt x="371884" y="499416"/>
                  </a:lnTo>
                  <a:lnTo>
                    <a:pt x="373785" y="473933"/>
                  </a:lnTo>
                  <a:lnTo>
                    <a:pt x="375687" y="520399"/>
                  </a:lnTo>
                  <a:lnTo>
                    <a:pt x="377588" y="471334"/>
                  </a:lnTo>
                  <a:lnTo>
                    <a:pt x="379489" y="360673"/>
                  </a:lnTo>
                  <a:lnTo>
                    <a:pt x="381390" y="341738"/>
                  </a:lnTo>
                  <a:lnTo>
                    <a:pt x="383292" y="421013"/>
                  </a:lnTo>
                  <a:lnTo>
                    <a:pt x="385193" y="484237"/>
                  </a:lnTo>
                  <a:lnTo>
                    <a:pt x="387094" y="533129"/>
                  </a:lnTo>
                  <a:lnTo>
                    <a:pt x="388995" y="655319"/>
                  </a:lnTo>
                  <a:lnTo>
                    <a:pt x="390896" y="780297"/>
                  </a:lnTo>
                  <a:lnTo>
                    <a:pt x="392798" y="872589"/>
                  </a:lnTo>
                  <a:lnTo>
                    <a:pt x="394699" y="911487"/>
                  </a:lnTo>
                  <a:lnTo>
                    <a:pt x="396600" y="933315"/>
                  </a:lnTo>
                  <a:lnTo>
                    <a:pt x="398501" y="931935"/>
                  </a:lnTo>
                  <a:lnTo>
                    <a:pt x="400402" y="919083"/>
                  </a:lnTo>
                  <a:lnTo>
                    <a:pt x="402304" y="960644"/>
                  </a:lnTo>
                  <a:lnTo>
                    <a:pt x="404205" y="961166"/>
                  </a:lnTo>
                  <a:lnTo>
                    <a:pt x="406106" y="925870"/>
                  </a:lnTo>
                  <a:lnTo>
                    <a:pt x="408007" y="884655"/>
                  </a:lnTo>
                  <a:lnTo>
                    <a:pt x="409909" y="835331"/>
                  </a:lnTo>
                  <a:lnTo>
                    <a:pt x="411810" y="845750"/>
                  </a:lnTo>
                  <a:lnTo>
                    <a:pt x="413711" y="885657"/>
                  </a:lnTo>
                  <a:lnTo>
                    <a:pt x="415612" y="907313"/>
                  </a:lnTo>
                  <a:lnTo>
                    <a:pt x="417513" y="970214"/>
                  </a:lnTo>
                  <a:lnTo>
                    <a:pt x="419415" y="1079235"/>
                  </a:lnTo>
                  <a:lnTo>
                    <a:pt x="421316" y="1234704"/>
                  </a:lnTo>
                  <a:lnTo>
                    <a:pt x="423217" y="1298581"/>
                  </a:lnTo>
                  <a:lnTo>
                    <a:pt x="425118" y="1315750"/>
                  </a:lnTo>
                  <a:lnTo>
                    <a:pt x="427019" y="1405173"/>
                  </a:lnTo>
                  <a:lnTo>
                    <a:pt x="428921" y="1485058"/>
                  </a:lnTo>
                  <a:lnTo>
                    <a:pt x="430822" y="1486513"/>
                  </a:lnTo>
                  <a:lnTo>
                    <a:pt x="432723" y="1374005"/>
                  </a:lnTo>
                  <a:lnTo>
                    <a:pt x="434624" y="1266455"/>
                  </a:lnTo>
                  <a:lnTo>
                    <a:pt x="436526" y="1248056"/>
                  </a:lnTo>
                  <a:lnTo>
                    <a:pt x="438427" y="1212340"/>
                  </a:lnTo>
                  <a:lnTo>
                    <a:pt x="440328" y="1188374"/>
                  </a:lnTo>
                  <a:lnTo>
                    <a:pt x="442229" y="1193343"/>
                  </a:lnTo>
                  <a:lnTo>
                    <a:pt x="444130" y="1241178"/>
                  </a:lnTo>
                  <a:lnTo>
                    <a:pt x="446032" y="1313636"/>
                  </a:lnTo>
                  <a:lnTo>
                    <a:pt x="447933" y="1314993"/>
                  </a:lnTo>
                  <a:lnTo>
                    <a:pt x="449834" y="1341264"/>
                  </a:lnTo>
                  <a:lnTo>
                    <a:pt x="451735" y="1354705"/>
                  </a:lnTo>
                  <a:lnTo>
                    <a:pt x="453636" y="1384906"/>
                  </a:lnTo>
                  <a:lnTo>
                    <a:pt x="455538" y="1442058"/>
                  </a:lnTo>
                  <a:lnTo>
                    <a:pt x="457439" y="1454088"/>
                  </a:lnTo>
                  <a:lnTo>
                    <a:pt x="459340" y="1423812"/>
                  </a:lnTo>
                  <a:lnTo>
                    <a:pt x="461241" y="1371571"/>
                  </a:lnTo>
                  <a:lnTo>
                    <a:pt x="463143" y="1324420"/>
                  </a:lnTo>
                  <a:lnTo>
                    <a:pt x="465044" y="1278744"/>
                  </a:lnTo>
                  <a:lnTo>
                    <a:pt x="466945" y="1230438"/>
                  </a:lnTo>
                  <a:lnTo>
                    <a:pt x="468846" y="1271277"/>
                  </a:lnTo>
                  <a:lnTo>
                    <a:pt x="470747" y="1360494"/>
                  </a:lnTo>
                  <a:lnTo>
                    <a:pt x="472649" y="1452401"/>
                  </a:lnTo>
                  <a:lnTo>
                    <a:pt x="473935" y="149129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8122932" y="2804313"/>
              <a:ext cx="140248" cy="458164"/>
            </a:xfrm>
            <a:custGeom>
              <a:avLst/>
              <a:pathLst>
                <a:path w="140248" h="458164">
                  <a:moveTo>
                    <a:pt x="0" y="458164"/>
                  </a:moveTo>
                  <a:lnTo>
                    <a:pt x="1005" y="437314"/>
                  </a:lnTo>
                  <a:lnTo>
                    <a:pt x="2906" y="386142"/>
                  </a:lnTo>
                  <a:lnTo>
                    <a:pt x="4807" y="318357"/>
                  </a:lnTo>
                  <a:lnTo>
                    <a:pt x="6708" y="271628"/>
                  </a:lnTo>
                  <a:lnTo>
                    <a:pt x="8610" y="217845"/>
                  </a:lnTo>
                  <a:lnTo>
                    <a:pt x="10511" y="141573"/>
                  </a:lnTo>
                  <a:lnTo>
                    <a:pt x="12412" y="132192"/>
                  </a:lnTo>
                  <a:lnTo>
                    <a:pt x="14313" y="207801"/>
                  </a:lnTo>
                  <a:lnTo>
                    <a:pt x="16214" y="281198"/>
                  </a:lnTo>
                  <a:lnTo>
                    <a:pt x="18116" y="296063"/>
                  </a:lnTo>
                  <a:lnTo>
                    <a:pt x="20017" y="317918"/>
                  </a:lnTo>
                  <a:lnTo>
                    <a:pt x="21918" y="357616"/>
                  </a:lnTo>
                  <a:lnTo>
                    <a:pt x="23819" y="434292"/>
                  </a:lnTo>
                  <a:lnTo>
                    <a:pt x="25720" y="401053"/>
                  </a:lnTo>
                  <a:lnTo>
                    <a:pt x="27622" y="322213"/>
                  </a:lnTo>
                  <a:lnTo>
                    <a:pt x="29523" y="241493"/>
                  </a:lnTo>
                  <a:lnTo>
                    <a:pt x="31424" y="176166"/>
                  </a:lnTo>
                  <a:lnTo>
                    <a:pt x="33325" y="187290"/>
                  </a:lnTo>
                  <a:lnTo>
                    <a:pt x="35227" y="207833"/>
                  </a:lnTo>
                  <a:lnTo>
                    <a:pt x="37128" y="197375"/>
                  </a:lnTo>
                  <a:lnTo>
                    <a:pt x="39029" y="120177"/>
                  </a:lnTo>
                  <a:lnTo>
                    <a:pt x="40930" y="93390"/>
                  </a:lnTo>
                  <a:lnTo>
                    <a:pt x="42831" y="106926"/>
                  </a:lnTo>
                  <a:lnTo>
                    <a:pt x="44733" y="118744"/>
                  </a:lnTo>
                  <a:lnTo>
                    <a:pt x="46634" y="82709"/>
                  </a:lnTo>
                  <a:lnTo>
                    <a:pt x="48535" y="80189"/>
                  </a:lnTo>
                  <a:lnTo>
                    <a:pt x="50436" y="171242"/>
                  </a:lnTo>
                  <a:lnTo>
                    <a:pt x="52337" y="226890"/>
                  </a:lnTo>
                  <a:lnTo>
                    <a:pt x="54239" y="233143"/>
                  </a:lnTo>
                  <a:lnTo>
                    <a:pt x="56140" y="195384"/>
                  </a:lnTo>
                  <a:lnTo>
                    <a:pt x="58041" y="187979"/>
                  </a:lnTo>
                  <a:lnTo>
                    <a:pt x="59942" y="222383"/>
                  </a:lnTo>
                  <a:lnTo>
                    <a:pt x="61844" y="278036"/>
                  </a:lnTo>
                  <a:lnTo>
                    <a:pt x="63745" y="274708"/>
                  </a:lnTo>
                  <a:lnTo>
                    <a:pt x="65646" y="212121"/>
                  </a:lnTo>
                  <a:lnTo>
                    <a:pt x="67547" y="127578"/>
                  </a:lnTo>
                  <a:lnTo>
                    <a:pt x="69448" y="108404"/>
                  </a:lnTo>
                  <a:lnTo>
                    <a:pt x="71350" y="125743"/>
                  </a:lnTo>
                  <a:lnTo>
                    <a:pt x="73251" y="70987"/>
                  </a:lnTo>
                  <a:lnTo>
                    <a:pt x="75152" y="86709"/>
                  </a:lnTo>
                  <a:lnTo>
                    <a:pt x="77053" y="190076"/>
                  </a:lnTo>
                  <a:lnTo>
                    <a:pt x="78954" y="232175"/>
                  </a:lnTo>
                  <a:lnTo>
                    <a:pt x="80856" y="162913"/>
                  </a:lnTo>
                  <a:lnTo>
                    <a:pt x="82757" y="111477"/>
                  </a:lnTo>
                  <a:lnTo>
                    <a:pt x="84658" y="77857"/>
                  </a:lnTo>
                  <a:lnTo>
                    <a:pt x="86559" y="48145"/>
                  </a:lnTo>
                  <a:lnTo>
                    <a:pt x="88461" y="23204"/>
                  </a:lnTo>
                  <a:lnTo>
                    <a:pt x="90362" y="82069"/>
                  </a:lnTo>
                  <a:lnTo>
                    <a:pt x="92263" y="116775"/>
                  </a:lnTo>
                  <a:lnTo>
                    <a:pt x="94164" y="126581"/>
                  </a:lnTo>
                  <a:lnTo>
                    <a:pt x="96065" y="114022"/>
                  </a:lnTo>
                  <a:lnTo>
                    <a:pt x="97967" y="134294"/>
                  </a:lnTo>
                  <a:lnTo>
                    <a:pt x="99868" y="137123"/>
                  </a:lnTo>
                  <a:lnTo>
                    <a:pt x="101769" y="99012"/>
                  </a:lnTo>
                  <a:lnTo>
                    <a:pt x="103670" y="146248"/>
                  </a:lnTo>
                  <a:lnTo>
                    <a:pt x="105571" y="159924"/>
                  </a:lnTo>
                  <a:lnTo>
                    <a:pt x="107473" y="177474"/>
                  </a:lnTo>
                  <a:lnTo>
                    <a:pt x="109374" y="150342"/>
                  </a:lnTo>
                  <a:lnTo>
                    <a:pt x="111275" y="184744"/>
                  </a:lnTo>
                  <a:lnTo>
                    <a:pt x="113176" y="255440"/>
                  </a:lnTo>
                  <a:lnTo>
                    <a:pt x="115078" y="252816"/>
                  </a:lnTo>
                  <a:lnTo>
                    <a:pt x="116979" y="260618"/>
                  </a:lnTo>
                  <a:lnTo>
                    <a:pt x="118880" y="226166"/>
                  </a:lnTo>
                  <a:lnTo>
                    <a:pt x="120781" y="174146"/>
                  </a:lnTo>
                  <a:lnTo>
                    <a:pt x="122682" y="105226"/>
                  </a:lnTo>
                  <a:lnTo>
                    <a:pt x="124584" y="39294"/>
                  </a:lnTo>
                  <a:lnTo>
                    <a:pt x="126485" y="71946"/>
                  </a:lnTo>
                  <a:lnTo>
                    <a:pt x="128386" y="0"/>
                  </a:lnTo>
                  <a:lnTo>
                    <a:pt x="130287" y="3429"/>
                  </a:lnTo>
                  <a:lnTo>
                    <a:pt x="132188" y="86229"/>
                  </a:lnTo>
                  <a:lnTo>
                    <a:pt x="134090" y="179433"/>
                  </a:lnTo>
                  <a:lnTo>
                    <a:pt x="135991" y="286507"/>
                  </a:lnTo>
                  <a:lnTo>
                    <a:pt x="137892" y="304914"/>
                  </a:lnTo>
                  <a:lnTo>
                    <a:pt x="139793" y="425072"/>
                  </a:lnTo>
                  <a:lnTo>
                    <a:pt x="140248" y="45816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8271837" y="2590329"/>
              <a:ext cx="85429" cy="672147"/>
            </a:xfrm>
            <a:custGeom>
              <a:avLst/>
              <a:pathLst>
                <a:path w="85429" h="672147">
                  <a:moveTo>
                    <a:pt x="0" y="672147"/>
                  </a:moveTo>
                  <a:lnTo>
                    <a:pt x="394" y="653801"/>
                  </a:lnTo>
                  <a:lnTo>
                    <a:pt x="2295" y="606538"/>
                  </a:lnTo>
                  <a:lnTo>
                    <a:pt x="4196" y="514627"/>
                  </a:lnTo>
                  <a:lnTo>
                    <a:pt x="6097" y="376546"/>
                  </a:lnTo>
                  <a:lnTo>
                    <a:pt x="7999" y="291258"/>
                  </a:lnTo>
                  <a:lnTo>
                    <a:pt x="9900" y="272980"/>
                  </a:lnTo>
                  <a:lnTo>
                    <a:pt x="11801" y="191176"/>
                  </a:lnTo>
                  <a:lnTo>
                    <a:pt x="13702" y="95973"/>
                  </a:lnTo>
                  <a:lnTo>
                    <a:pt x="15603" y="93796"/>
                  </a:lnTo>
                  <a:lnTo>
                    <a:pt x="17505" y="155673"/>
                  </a:lnTo>
                  <a:lnTo>
                    <a:pt x="19406" y="196674"/>
                  </a:lnTo>
                  <a:lnTo>
                    <a:pt x="21307" y="220944"/>
                  </a:lnTo>
                  <a:lnTo>
                    <a:pt x="23208" y="297496"/>
                  </a:lnTo>
                  <a:lnTo>
                    <a:pt x="25109" y="395405"/>
                  </a:lnTo>
                  <a:lnTo>
                    <a:pt x="27011" y="410652"/>
                  </a:lnTo>
                  <a:lnTo>
                    <a:pt x="28912" y="339720"/>
                  </a:lnTo>
                  <a:lnTo>
                    <a:pt x="30813" y="343170"/>
                  </a:lnTo>
                  <a:lnTo>
                    <a:pt x="32714" y="339827"/>
                  </a:lnTo>
                  <a:lnTo>
                    <a:pt x="34616" y="326685"/>
                  </a:lnTo>
                  <a:lnTo>
                    <a:pt x="36517" y="228760"/>
                  </a:lnTo>
                  <a:lnTo>
                    <a:pt x="38418" y="195164"/>
                  </a:lnTo>
                  <a:lnTo>
                    <a:pt x="40319" y="192657"/>
                  </a:lnTo>
                  <a:lnTo>
                    <a:pt x="42220" y="128774"/>
                  </a:lnTo>
                  <a:lnTo>
                    <a:pt x="44122" y="82099"/>
                  </a:lnTo>
                  <a:lnTo>
                    <a:pt x="46023" y="133063"/>
                  </a:lnTo>
                  <a:lnTo>
                    <a:pt x="47924" y="211261"/>
                  </a:lnTo>
                  <a:lnTo>
                    <a:pt x="49825" y="188256"/>
                  </a:lnTo>
                  <a:lnTo>
                    <a:pt x="51726" y="204621"/>
                  </a:lnTo>
                  <a:lnTo>
                    <a:pt x="53628" y="211091"/>
                  </a:lnTo>
                  <a:lnTo>
                    <a:pt x="55529" y="169651"/>
                  </a:lnTo>
                  <a:lnTo>
                    <a:pt x="57430" y="115764"/>
                  </a:lnTo>
                  <a:lnTo>
                    <a:pt x="59331" y="71102"/>
                  </a:lnTo>
                  <a:lnTo>
                    <a:pt x="61233" y="96892"/>
                  </a:lnTo>
                  <a:lnTo>
                    <a:pt x="63134" y="74544"/>
                  </a:lnTo>
                  <a:lnTo>
                    <a:pt x="65035" y="68030"/>
                  </a:lnTo>
                  <a:lnTo>
                    <a:pt x="66936" y="139514"/>
                  </a:lnTo>
                  <a:lnTo>
                    <a:pt x="68837" y="179883"/>
                  </a:lnTo>
                  <a:lnTo>
                    <a:pt x="70739" y="116514"/>
                  </a:lnTo>
                  <a:lnTo>
                    <a:pt x="72640" y="0"/>
                  </a:lnTo>
                  <a:lnTo>
                    <a:pt x="74541" y="32"/>
                  </a:lnTo>
                  <a:lnTo>
                    <a:pt x="76442" y="141569"/>
                  </a:lnTo>
                  <a:lnTo>
                    <a:pt x="78343" y="228222"/>
                  </a:lnTo>
                  <a:lnTo>
                    <a:pt x="80245" y="233851"/>
                  </a:lnTo>
                  <a:lnTo>
                    <a:pt x="82146" y="364625"/>
                  </a:lnTo>
                  <a:lnTo>
                    <a:pt x="84047" y="583868"/>
                  </a:lnTo>
                  <a:lnTo>
                    <a:pt x="85429" y="67214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8367963" y="2142900"/>
              <a:ext cx="285165" cy="1119576"/>
            </a:xfrm>
            <a:custGeom>
              <a:avLst/>
              <a:pathLst>
                <a:path w="285165" h="1119576">
                  <a:moveTo>
                    <a:pt x="0" y="1119576"/>
                  </a:moveTo>
                  <a:lnTo>
                    <a:pt x="1230" y="1054205"/>
                  </a:lnTo>
                  <a:lnTo>
                    <a:pt x="3131" y="878529"/>
                  </a:lnTo>
                  <a:lnTo>
                    <a:pt x="5032" y="693176"/>
                  </a:lnTo>
                  <a:lnTo>
                    <a:pt x="6933" y="481884"/>
                  </a:lnTo>
                  <a:lnTo>
                    <a:pt x="8835" y="329722"/>
                  </a:lnTo>
                  <a:lnTo>
                    <a:pt x="10736" y="226242"/>
                  </a:lnTo>
                  <a:lnTo>
                    <a:pt x="12637" y="146805"/>
                  </a:lnTo>
                  <a:lnTo>
                    <a:pt x="14538" y="85042"/>
                  </a:lnTo>
                  <a:lnTo>
                    <a:pt x="16440" y="53682"/>
                  </a:lnTo>
                  <a:lnTo>
                    <a:pt x="18341" y="105344"/>
                  </a:lnTo>
                  <a:lnTo>
                    <a:pt x="20242" y="107558"/>
                  </a:lnTo>
                  <a:lnTo>
                    <a:pt x="22143" y="53505"/>
                  </a:lnTo>
                  <a:lnTo>
                    <a:pt x="24044" y="68"/>
                  </a:lnTo>
                  <a:lnTo>
                    <a:pt x="25946" y="25026"/>
                  </a:lnTo>
                  <a:lnTo>
                    <a:pt x="27847" y="36964"/>
                  </a:lnTo>
                  <a:lnTo>
                    <a:pt x="29748" y="0"/>
                  </a:lnTo>
                  <a:lnTo>
                    <a:pt x="31649" y="15686"/>
                  </a:lnTo>
                  <a:lnTo>
                    <a:pt x="33550" y="76050"/>
                  </a:lnTo>
                  <a:lnTo>
                    <a:pt x="35452" y="92088"/>
                  </a:lnTo>
                  <a:lnTo>
                    <a:pt x="37353" y="97139"/>
                  </a:lnTo>
                  <a:lnTo>
                    <a:pt x="39254" y="140750"/>
                  </a:lnTo>
                  <a:lnTo>
                    <a:pt x="41155" y="219627"/>
                  </a:lnTo>
                  <a:lnTo>
                    <a:pt x="43057" y="217649"/>
                  </a:lnTo>
                  <a:lnTo>
                    <a:pt x="44958" y="197368"/>
                  </a:lnTo>
                  <a:lnTo>
                    <a:pt x="46859" y="265973"/>
                  </a:lnTo>
                  <a:lnTo>
                    <a:pt x="48760" y="376678"/>
                  </a:lnTo>
                  <a:lnTo>
                    <a:pt x="50661" y="421514"/>
                  </a:lnTo>
                  <a:lnTo>
                    <a:pt x="52563" y="444667"/>
                  </a:lnTo>
                  <a:lnTo>
                    <a:pt x="54464" y="492791"/>
                  </a:lnTo>
                  <a:lnTo>
                    <a:pt x="56365" y="461283"/>
                  </a:lnTo>
                  <a:lnTo>
                    <a:pt x="58266" y="416021"/>
                  </a:lnTo>
                  <a:lnTo>
                    <a:pt x="60167" y="414891"/>
                  </a:lnTo>
                  <a:lnTo>
                    <a:pt x="62069" y="490382"/>
                  </a:lnTo>
                  <a:lnTo>
                    <a:pt x="63970" y="482928"/>
                  </a:lnTo>
                  <a:lnTo>
                    <a:pt x="65871" y="441760"/>
                  </a:lnTo>
                  <a:lnTo>
                    <a:pt x="67772" y="481213"/>
                  </a:lnTo>
                  <a:lnTo>
                    <a:pt x="69674" y="533903"/>
                  </a:lnTo>
                  <a:lnTo>
                    <a:pt x="71575" y="582593"/>
                  </a:lnTo>
                  <a:lnTo>
                    <a:pt x="73476" y="639344"/>
                  </a:lnTo>
                  <a:lnTo>
                    <a:pt x="75377" y="778512"/>
                  </a:lnTo>
                  <a:lnTo>
                    <a:pt x="77278" y="920312"/>
                  </a:lnTo>
                  <a:lnTo>
                    <a:pt x="79180" y="1000529"/>
                  </a:lnTo>
                  <a:lnTo>
                    <a:pt x="81081" y="1073821"/>
                  </a:lnTo>
                  <a:lnTo>
                    <a:pt x="82982" y="1103438"/>
                  </a:lnTo>
                  <a:lnTo>
                    <a:pt x="84883" y="1064442"/>
                  </a:lnTo>
                  <a:lnTo>
                    <a:pt x="86784" y="938418"/>
                  </a:lnTo>
                  <a:lnTo>
                    <a:pt x="88686" y="822496"/>
                  </a:lnTo>
                  <a:lnTo>
                    <a:pt x="90587" y="764028"/>
                  </a:lnTo>
                  <a:lnTo>
                    <a:pt x="92488" y="664473"/>
                  </a:lnTo>
                  <a:lnTo>
                    <a:pt x="94389" y="535604"/>
                  </a:lnTo>
                  <a:lnTo>
                    <a:pt x="96291" y="451961"/>
                  </a:lnTo>
                  <a:lnTo>
                    <a:pt x="98192" y="562803"/>
                  </a:lnTo>
                  <a:lnTo>
                    <a:pt x="100093" y="673724"/>
                  </a:lnTo>
                  <a:lnTo>
                    <a:pt x="101994" y="717472"/>
                  </a:lnTo>
                  <a:lnTo>
                    <a:pt x="103895" y="832271"/>
                  </a:lnTo>
                  <a:lnTo>
                    <a:pt x="105797" y="949501"/>
                  </a:lnTo>
                  <a:lnTo>
                    <a:pt x="107698" y="1013198"/>
                  </a:lnTo>
                  <a:lnTo>
                    <a:pt x="109599" y="984867"/>
                  </a:lnTo>
                  <a:lnTo>
                    <a:pt x="111500" y="948625"/>
                  </a:lnTo>
                  <a:lnTo>
                    <a:pt x="113401" y="951608"/>
                  </a:lnTo>
                  <a:lnTo>
                    <a:pt x="115303" y="894204"/>
                  </a:lnTo>
                  <a:lnTo>
                    <a:pt x="117204" y="853088"/>
                  </a:lnTo>
                  <a:lnTo>
                    <a:pt x="119105" y="875581"/>
                  </a:lnTo>
                  <a:lnTo>
                    <a:pt x="121006" y="829486"/>
                  </a:lnTo>
                  <a:lnTo>
                    <a:pt x="122908" y="778304"/>
                  </a:lnTo>
                  <a:lnTo>
                    <a:pt x="124809" y="743874"/>
                  </a:lnTo>
                  <a:lnTo>
                    <a:pt x="126710" y="796621"/>
                  </a:lnTo>
                  <a:lnTo>
                    <a:pt x="128611" y="867244"/>
                  </a:lnTo>
                  <a:lnTo>
                    <a:pt x="130512" y="778484"/>
                  </a:lnTo>
                  <a:lnTo>
                    <a:pt x="132414" y="738960"/>
                  </a:lnTo>
                  <a:lnTo>
                    <a:pt x="134315" y="808786"/>
                  </a:lnTo>
                  <a:lnTo>
                    <a:pt x="136216" y="767700"/>
                  </a:lnTo>
                  <a:lnTo>
                    <a:pt x="138117" y="695931"/>
                  </a:lnTo>
                  <a:lnTo>
                    <a:pt x="140018" y="643079"/>
                  </a:lnTo>
                  <a:lnTo>
                    <a:pt x="141920" y="696836"/>
                  </a:lnTo>
                  <a:lnTo>
                    <a:pt x="143821" y="724302"/>
                  </a:lnTo>
                  <a:lnTo>
                    <a:pt x="145722" y="702377"/>
                  </a:lnTo>
                  <a:lnTo>
                    <a:pt x="147623" y="742713"/>
                  </a:lnTo>
                  <a:lnTo>
                    <a:pt x="149525" y="715170"/>
                  </a:lnTo>
                  <a:lnTo>
                    <a:pt x="151426" y="649589"/>
                  </a:lnTo>
                  <a:lnTo>
                    <a:pt x="153327" y="598618"/>
                  </a:lnTo>
                  <a:lnTo>
                    <a:pt x="155228" y="524918"/>
                  </a:lnTo>
                  <a:lnTo>
                    <a:pt x="157129" y="439911"/>
                  </a:lnTo>
                  <a:lnTo>
                    <a:pt x="159031" y="467563"/>
                  </a:lnTo>
                  <a:lnTo>
                    <a:pt x="160932" y="410349"/>
                  </a:lnTo>
                  <a:lnTo>
                    <a:pt x="162833" y="325208"/>
                  </a:lnTo>
                  <a:lnTo>
                    <a:pt x="164734" y="351814"/>
                  </a:lnTo>
                  <a:lnTo>
                    <a:pt x="166635" y="426470"/>
                  </a:lnTo>
                  <a:lnTo>
                    <a:pt x="168537" y="489650"/>
                  </a:lnTo>
                  <a:lnTo>
                    <a:pt x="170438" y="441070"/>
                  </a:lnTo>
                  <a:lnTo>
                    <a:pt x="172339" y="499794"/>
                  </a:lnTo>
                  <a:lnTo>
                    <a:pt x="174240" y="568217"/>
                  </a:lnTo>
                  <a:lnTo>
                    <a:pt x="176142" y="535731"/>
                  </a:lnTo>
                  <a:lnTo>
                    <a:pt x="178043" y="498033"/>
                  </a:lnTo>
                  <a:lnTo>
                    <a:pt x="179944" y="468971"/>
                  </a:lnTo>
                  <a:lnTo>
                    <a:pt x="181845" y="499192"/>
                  </a:lnTo>
                  <a:lnTo>
                    <a:pt x="183746" y="618977"/>
                  </a:lnTo>
                  <a:lnTo>
                    <a:pt x="185648" y="661051"/>
                  </a:lnTo>
                  <a:lnTo>
                    <a:pt x="187549" y="682977"/>
                  </a:lnTo>
                  <a:lnTo>
                    <a:pt x="189450" y="704242"/>
                  </a:lnTo>
                  <a:lnTo>
                    <a:pt x="191351" y="732337"/>
                  </a:lnTo>
                  <a:lnTo>
                    <a:pt x="193252" y="767036"/>
                  </a:lnTo>
                  <a:lnTo>
                    <a:pt x="195154" y="727288"/>
                  </a:lnTo>
                  <a:lnTo>
                    <a:pt x="197055" y="761726"/>
                  </a:lnTo>
                  <a:lnTo>
                    <a:pt x="198956" y="839323"/>
                  </a:lnTo>
                  <a:lnTo>
                    <a:pt x="200857" y="919317"/>
                  </a:lnTo>
                  <a:lnTo>
                    <a:pt x="202759" y="972589"/>
                  </a:lnTo>
                  <a:lnTo>
                    <a:pt x="204660" y="968432"/>
                  </a:lnTo>
                  <a:lnTo>
                    <a:pt x="206561" y="938908"/>
                  </a:lnTo>
                  <a:lnTo>
                    <a:pt x="208462" y="939432"/>
                  </a:lnTo>
                  <a:lnTo>
                    <a:pt x="210363" y="925017"/>
                  </a:lnTo>
                  <a:lnTo>
                    <a:pt x="212265" y="859004"/>
                  </a:lnTo>
                  <a:lnTo>
                    <a:pt x="214166" y="807352"/>
                  </a:lnTo>
                  <a:lnTo>
                    <a:pt x="216067" y="796325"/>
                  </a:lnTo>
                  <a:lnTo>
                    <a:pt x="217968" y="841660"/>
                  </a:lnTo>
                  <a:lnTo>
                    <a:pt x="219869" y="859679"/>
                  </a:lnTo>
                  <a:lnTo>
                    <a:pt x="221771" y="798514"/>
                  </a:lnTo>
                  <a:lnTo>
                    <a:pt x="223672" y="764283"/>
                  </a:lnTo>
                  <a:lnTo>
                    <a:pt x="225573" y="809932"/>
                  </a:lnTo>
                  <a:lnTo>
                    <a:pt x="227474" y="863987"/>
                  </a:lnTo>
                  <a:lnTo>
                    <a:pt x="229376" y="883512"/>
                  </a:lnTo>
                  <a:lnTo>
                    <a:pt x="231277" y="897855"/>
                  </a:lnTo>
                  <a:lnTo>
                    <a:pt x="233178" y="973571"/>
                  </a:lnTo>
                  <a:lnTo>
                    <a:pt x="235079" y="1049369"/>
                  </a:lnTo>
                  <a:lnTo>
                    <a:pt x="236980" y="1048805"/>
                  </a:lnTo>
                  <a:lnTo>
                    <a:pt x="238882" y="1030865"/>
                  </a:lnTo>
                  <a:lnTo>
                    <a:pt x="240783" y="932382"/>
                  </a:lnTo>
                  <a:lnTo>
                    <a:pt x="242684" y="875016"/>
                  </a:lnTo>
                  <a:lnTo>
                    <a:pt x="244585" y="875017"/>
                  </a:lnTo>
                  <a:lnTo>
                    <a:pt x="246486" y="899461"/>
                  </a:lnTo>
                  <a:lnTo>
                    <a:pt x="248388" y="893861"/>
                  </a:lnTo>
                  <a:lnTo>
                    <a:pt x="250289" y="852979"/>
                  </a:lnTo>
                  <a:lnTo>
                    <a:pt x="252190" y="864935"/>
                  </a:lnTo>
                  <a:lnTo>
                    <a:pt x="254091" y="873469"/>
                  </a:lnTo>
                  <a:lnTo>
                    <a:pt x="255992" y="856162"/>
                  </a:lnTo>
                  <a:lnTo>
                    <a:pt x="257894" y="762773"/>
                  </a:lnTo>
                  <a:lnTo>
                    <a:pt x="259795" y="718430"/>
                  </a:lnTo>
                  <a:lnTo>
                    <a:pt x="261696" y="742313"/>
                  </a:lnTo>
                  <a:lnTo>
                    <a:pt x="263597" y="818164"/>
                  </a:lnTo>
                  <a:lnTo>
                    <a:pt x="265499" y="866997"/>
                  </a:lnTo>
                  <a:lnTo>
                    <a:pt x="267400" y="884305"/>
                  </a:lnTo>
                  <a:lnTo>
                    <a:pt x="269301" y="982198"/>
                  </a:lnTo>
                  <a:lnTo>
                    <a:pt x="271202" y="962543"/>
                  </a:lnTo>
                  <a:lnTo>
                    <a:pt x="273103" y="929297"/>
                  </a:lnTo>
                  <a:lnTo>
                    <a:pt x="275005" y="939971"/>
                  </a:lnTo>
                  <a:lnTo>
                    <a:pt x="276906" y="965516"/>
                  </a:lnTo>
                  <a:lnTo>
                    <a:pt x="278807" y="997379"/>
                  </a:lnTo>
                  <a:lnTo>
                    <a:pt x="280708" y="980182"/>
                  </a:lnTo>
                  <a:lnTo>
                    <a:pt x="282609" y="1051224"/>
                  </a:lnTo>
                  <a:lnTo>
                    <a:pt x="284511" y="1112751"/>
                  </a:lnTo>
                  <a:lnTo>
                    <a:pt x="285165" y="111957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8665842" y="2884291"/>
              <a:ext cx="37832" cy="378185"/>
            </a:xfrm>
            <a:custGeom>
              <a:avLst/>
              <a:pathLst>
                <a:path w="37832" h="378185">
                  <a:moveTo>
                    <a:pt x="0" y="378185"/>
                  </a:moveTo>
                  <a:lnTo>
                    <a:pt x="1842" y="256843"/>
                  </a:lnTo>
                  <a:lnTo>
                    <a:pt x="3743" y="136956"/>
                  </a:lnTo>
                  <a:lnTo>
                    <a:pt x="5644" y="96008"/>
                  </a:lnTo>
                  <a:lnTo>
                    <a:pt x="7545" y="99380"/>
                  </a:lnTo>
                  <a:lnTo>
                    <a:pt x="9447" y="64831"/>
                  </a:lnTo>
                  <a:lnTo>
                    <a:pt x="11348" y="20740"/>
                  </a:lnTo>
                  <a:lnTo>
                    <a:pt x="13249" y="0"/>
                  </a:lnTo>
                  <a:lnTo>
                    <a:pt x="15150" y="40255"/>
                  </a:lnTo>
                  <a:lnTo>
                    <a:pt x="17051" y="77171"/>
                  </a:lnTo>
                  <a:lnTo>
                    <a:pt x="18953" y="101899"/>
                  </a:lnTo>
                  <a:lnTo>
                    <a:pt x="20854" y="145937"/>
                  </a:lnTo>
                  <a:lnTo>
                    <a:pt x="22755" y="231734"/>
                  </a:lnTo>
                  <a:lnTo>
                    <a:pt x="24656" y="351733"/>
                  </a:lnTo>
                  <a:lnTo>
                    <a:pt x="26558" y="368402"/>
                  </a:lnTo>
                  <a:lnTo>
                    <a:pt x="28459" y="335821"/>
                  </a:lnTo>
                  <a:lnTo>
                    <a:pt x="30360" y="328987"/>
                  </a:lnTo>
                  <a:lnTo>
                    <a:pt x="32261" y="306281"/>
                  </a:lnTo>
                  <a:lnTo>
                    <a:pt x="34162" y="314672"/>
                  </a:lnTo>
                  <a:lnTo>
                    <a:pt x="36064" y="307275"/>
                  </a:lnTo>
                  <a:lnTo>
                    <a:pt x="37832" y="37818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8735339" y="3158825"/>
              <a:ext cx="61600" cy="103651"/>
            </a:xfrm>
            <a:custGeom>
              <a:avLst/>
              <a:pathLst>
                <a:path w="61600" h="103651">
                  <a:moveTo>
                    <a:pt x="0" y="103651"/>
                  </a:moveTo>
                  <a:lnTo>
                    <a:pt x="789" y="80318"/>
                  </a:lnTo>
                  <a:lnTo>
                    <a:pt x="2690" y="58765"/>
                  </a:lnTo>
                  <a:lnTo>
                    <a:pt x="4591" y="58765"/>
                  </a:lnTo>
                  <a:lnTo>
                    <a:pt x="6492" y="58765"/>
                  </a:lnTo>
                  <a:lnTo>
                    <a:pt x="8393" y="58765"/>
                  </a:lnTo>
                  <a:lnTo>
                    <a:pt x="10295" y="58765"/>
                  </a:lnTo>
                  <a:lnTo>
                    <a:pt x="12196" y="58765"/>
                  </a:lnTo>
                  <a:lnTo>
                    <a:pt x="14097" y="58765"/>
                  </a:lnTo>
                  <a:lnTo>
                    <a:pt x="15998" y="58765"/>
                  </a:lnTo>
                  <a:lnTo>
                    <a:pt x="17900" y="58765"/>
                  </a:lnTo>
                  <a:lnTo>
                    <a:pt x="19801" y="58765"/>
                  </a:lnTo>
                  <a:lnTo>
                    <a:pt x="21702" y="58765"/>
                  </a:lnTo>
                  <a:lnTo>
                    <a:pt x="23603" y="58765"/>
                  </a:lnTo>
                  <a:lnTo>
                    <a:pt x="25504" y="58765"/>
                  </a:lnTo>
                  <a:lnTo>
                    <a:pt x="27406" y="58765"/>
                  </a:lnTo>
                  <a:lnTo>
                    <a:pt x="29307" y="58765"/>
                  </a:lnTo>
                  <a:lnTo>
                    <a:pt x="31208" y="58765"/>
                  </a:lnTo>
                  <a:lnTo>
                    <a:pt x="33109" y="58765"/>
                  </a:lnTo>
                  <a:lnTo>
                    <a:pt x="35010" y="58765"/>
                  </a:lnTo>
                  <a:lnTo>
                    <a:pt x="36912" y="58765"/>
                  </a:lnTo>
                  <a:lnTo>
                    <a:pt x="38813" y="58765"/>
                  </a:lnTo>
                  <a:lnTo>
                    <a:pt x="40714" y="58765"/>
                  </a:lnTo>
                  <a:lnTo>
                    <a:pt x="42615" y="58765"/>
                  </a:lnTo>
                  <a:lnTo>
                    <a:pt x="44517" y="58765"/>
                  </a:lnTo>
                  <a:lnTo>
                    <a:pt x="46418" y="58765"/>
                  </a:lnTo>
                  <a:lnTo>
                    <a:pt x="48319" y="53164"/>
                  </a:lnTo>
                  <a:lnTo>
                    <a:pt x="50220" y="16515"/>
                  </a:lnTo>
                  <a:lnTo>
                    <a:pt x="52121" y="0"/>
                  </a:lnTo>
                  <a:lnTo>
                    <a:pt x="54023" y="27433"/>
                  </a:lnTo>
                  <a:lnTo>
                    <a:pt x="55924" y="32018"/>
                  </a:lnTo>
                  <a:lnTo>
                    <a:pt x="57825" y="34088"/>
                  </a:lnTo>
                  <a:lnTo>
                    <a:pt x="59726" y="56307"/>
                  </a:lnTo>
                  <a:lnTo>
                    <a:pt x="61600" y="10365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8799167" y="3234227"/>
              <a:ext cx="4528" cy="28249"/>
            </a:xfrm>
            <a:custGeom>
              <a:avLst/>
              <a:pathLst>
                <a:path w="4528" h="28249">
                  <a:moveTo>
                    <a:pt x="0" y="28249"/>
                  </a:moveTo>
                  <a:lnTo>
                    <a:pt x="1601" y="0"/>
                  </a:lnTo>
                  <a:lnTo>
                    <a:pt x="3502" y="24033"/>
                  </a:lnTo>
                  <a:lnTo>
                    <a:pt x="4528" y="2824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8804818" y="3204673"/>
              <a:ext cx="5057" cy="57803"/>
            </a:xfrm>
            <a:custGeom>
              <a:avLst/>
              <a:pathLst>
                <a:path w="5057" h="57803">
                  <a:moveTo>
                    <a:pt x="0" y="57803"/>
                  </a:moveTo>
                  <a:lnTo>
                    <a:pt x="1654" y="33626"/>
                  </a:lnTo>
                  <a:lnTo>
                    <a:pt x="3556" y="0"/>
                  </a:lnTo>
                  <a:lnTo>
                    <a:pt x="5057" y="5780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8823503" y="2997790"/>
              <a:ext cx="18061" cy="264686"/>
            </a:xfrm>
            <a:custGeom>
              <a:avLst/>
              <a:pathLst>
                <a:path w="18061" h="264686">
                  <a:moveTo>
                    <a:pt x="0" y="264686"/>
                  </a:moveTo>
                  <a:lnTo>
                    <a:pt x="80" y="262818"/>
                  </a:lnTo>
                  <a:lnTo>
                    <a:pt x="1981" y="250154"/>
                  </a:lnTo>
                  <a:lnTo>
                    <a:pt x="3882" y="187967"/>
                  </a:lnTo>
                  <a:lnTo>
                    <a:pt x="5783" y="190315"/>
                  </a:lnTo>
                  <a:lnTo>
                    <a:pt x="7684" y="132243"/>
                  </a:lnTo>
                  <a:lnTo>
                    <a:pt x="9586" y="56551"/>
                  </a:lnTo>
                  <a:lnTo>
                    <a:pt x="11487" y="0"/>
                  </a:lnTo>
                  <a:lnTo>
                    <a:pt x="13388" y="78286"/>
                  </a:lnTo>
                  <a:lnTo>
                    <a:pt x="15289" y="175357"/>
                  </a:lnTo>
                  <a:lnTo>
                    <a:pt x="17191" y="214780"/>
                  </a:lnTo>
                  <a:lnTo>
                    <a:pt x="18061" y="26468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8851205" y="3106410"/>
              <a:ext cx="24691" cy="156066"/>
            </a:xfrm>
            <a:custGeom>
              <a:avLst/>
              <a:pathLst>
                <a:path w="24691" h="156066">
                  <a:moveTo>
                    <a:pt x="0" y="156066"/>
                  </a:moveTo>
                  <a:lnTo>
                    <a:pt x="896" y="129086"/>
                  </a:lnTo>
                  <a:lnTo>
                    <a:pt x="2797" y="51060"/>
                  </a:lnTo>
                  <a:lnTo>
                    <a:pt x="4698" y="58221"/>
                  </a:lnTo>
                  <a:lnTo>
                    <a:pt x="6600" y="42059"/>
                  </a:lnTo>
                  <a:lnTo>
                    <a:pt x="8501" y="25590"/>
                  </a:lnTo>
                  <a:lnTo>
                    <a:pt x="10402" y="17646"/>
                  </a:lnTo>
                  <a:lnTo>
                    <a:pt x="12303" y="8262"/>
                  </a:lnTo>
                  <a:lnTo>
                    <a:pt x="14204" y="0"/>
                  </a:lnTo>
                  <a:lnTo>
                    <a:pt x="16106" y="20051"/>
                  </a:lnTo>
                  <a:lnTo>
                    <a:pt x="18007" y="72377"/>
                  </a:lnTo>
                  <a:lnTo>
                    <a:pt x="19908" y="90832"/>
                  </a:lnTo>
                  <a:lnTo>
                    <a:pt x="21809" y="98777"/>
                  </a:lnTo>
                  <a:lnTo>
                    <a:pt x="23710" y="146474"/>
                  </a:lnTo>
                  <a:lnTo>
                    <a:pt x="24691" y="15606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8877024" y="3149996"/>
              <a:ext cx="13690" cy="112480"/>
            </a:xfrm>
            <a:custGeom>
              <a:avLst/>
              <a:pathLst>
                <a:path w="13690" h="112480">
                  <a:moveTo>
                    <a:pt x="0" y="112480"/>
                  </a:moveTo>
                  <a:lnTo>
                    <a:pt x="1694" y="38636"/>
                  </a:lnTo>
                  <a:lnTo>
                    <a:pt x="3595" y="0"/>
                  </a:lnTo>
                  <a:lnTo>
                    <a:pt x="5497" y="18302"/>
                  </a:lnTo>
                  <a:lnTo>
                    <a:pt x="7398" y="44603"/>
                  </a:lnTo>
                  <a:lnTo>
                    <a:pt x="9299" y="44602"/>
                  </a:lnTo>
                  <a:lnTo>
                    <a:pt x="11200" y="65667"/>
                  </a:lnTo>
                  <a:lnTo>
                    <a:pt x="13101" y="111714"/>
                  </a:lnTo>
                  <a:lnTo>
                    <a:pt x="13690" y="11248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8892128" y="2990322"/>
              <a:ext cx="32361" cy="272154"/>
            </a:xfrm>
            <a:custGeom>
              <a:avLst/>
              <a:pathLst>
                <a:path w="32361" h="272154">
                  <a:moveTo>
                    <a:pt x="0" y="272154"/>
                  </a:moveTo>
                  <a:lnTo>
                    <a:pt x="1800" y="241725"/>
                  </a:lnTo>
                  <a:lnTo>
                    <a:pt x="3701" y="185954"/>
                  </a:lnTo>
                  <a:lnTo>
                    <a:pt x="5602" y="173305"/>
                  </a:lnTo>
                  <a:lnTo>
                    <a:pt x="7503" y="161842"/>
                  </a:lnTo>
                  <a:lnTo>
                    <a:pt x="9405" y="157264"/>
                  </a:lnTo>
                  <a:lnTo>
                    <a:pt x="11306" y="124946"/>
                  </a:lnTo>
                  <a:lnTo>
                    <a:pt x="13207" y="99398"/>
                  </a:lnTo>
                  <a:lnTo>
                    <a:pt x="15108" y="128865"/>
                  </a:lnTo>
                  <a:lnTo>
                    <a:pt x="17009" y="119230"/>
                  </a:lnTo>
                  <a:lnTo>
                    <a:pt x="18911" y="65270"/>
                  </a:lnTo>
                  <a:lnTo>
                    <a:pt x="20812" y="0"/>
                  </a:lnTo>
                  <a:lnTo>
                    <a:pt x="22713" y="10277"/>
                  </a:lnTo>
                  <a:lnTo>
                    <a:pt x="24614" y="35109"/>
                  </a:lnTo>
                  <a:lnTo>
                    <a:pt x="26516" y="67864"/>
                  </a:lnTo>
                  <a:lnTo>
                    <a:pt x="28417" y="135235"/>
                  </a:lnTo>
                  <a:lnTo>
                    <a:pt x="30318" y="200655"/>
                  </a:lnTo>
                  <a:lnTo>
                    <a:pt x="32219" y="270505"/>
                  </a:lnTo>
                  <a:lnTo>
                    <a:pt x="32361" y="27215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8931318" y="3003800"/>
              <a:ext cx="67176" cy="258676"/>
            </a:xfrm>
            <a:custGeom>
              <a:avLst/>
              <a:pathLst>
                <a:path w="67176" h="258676">
                  <a:moveTo>
                    <a:pt x="0" y="258676"/>
                  </a:moveTo>
                  <a:lnTo>
                    <a:pt x="634" y="248427"/>
                  </a:lnTo>
                  <a:lnTo>
                    <a:pt x="2535" y="250497"/>
                  </a:lnTo>
                  <a:lnTo>
                    <a:pt x="4436" y="250498"/>
                  </a:lnTo>
                  <a:lnTo>
                    <a:pt x="6338" y="230489"/>
                  </a:lnTo>
                  <a:lnTo>
                    <a:pt x="8239" y="188700"/>
                  </a:lnTo>
                  <a:lnTo>
                    <a:pt x="10140" y="158375"/>
                  </a:lnTo>
                  <a:lnTo>
                    <a:pt x="12041" y="143998"/>
                  </a:lnTo>
                  <a:lnTo>
                    <a:pt x="13942" y="132037"/>
                  </a:lnTo>
                  <a:lnTo>
                    <a:pt x="15844" y="102028"/>
                  </a:lnTo>
                  <a:lnTo>
                    <a:pt x="17745" y="95167"/>
                  </a:lnTo>
                  <a:lnTo>
                    <a:pt x="19646" y="114770"/>
                  </a:lnTo>
                  <a:lnTo>
                    <a:pt x="21547" y="118179"/>
                  </a:lnTo>
                  <a:lnTo>
                    <a:pt x="23449" y="118180"/>
                  </a:lnTo>
                  <a:lnTo>
                    <a:pt x="25350" y="128071"/>
                  </a:lnTo>
                  <a:lnTo>
                    <a:pt x="27251" y="142996"/>
                  </a:lnTo>
                  <a:lnTo>
                    <a:pt x="29152" y="123719"/>
                  </a:lnTo>
                  <a:lnTo>
                    <a:pt x="31053" y="134994"/>
                  </a:lnTo>
                  <a:lnTo>
                    <a:pt x="32955" y="143718"/>
                  </a:lnTo>
                  <a:lnTo>
                    <a:pt x="34856" y="143718"/>
                  </a:lnTo>
                  <a:lnTo>
                    <a:pt x="36757" y="143719"/>
                  </a:lnTo>
                  <a:lnTo>
                    <a:pt x="38658" y="189176"/>
                  </a:lnTo>
                  <a:lnTo>
                    <a:pt x="40559" y="245749"/>
                  </a:lnTo>
                  <a:lnTo>
                    <a:pt x="42461" y="247587"/>
                  </a:lnTo>
                  <a:lnTo>
                    <a:pt x="44362" y="247588"/>
                  </a:lnTo>
                  <a:lnTo>
                    <a:pt x="46263" y="247589"/>
                  </a:lnTo>
                  <a:lnTo>
                    <a:pt x="48164" y="247589"/>
                  </a:lnTo>
                  <a:lnTo>
                    <a:pt x="50066" y="184604"/>
                  </a:lnTo>
                  <a:lnTo>
                    <a:pt x="51967" y="136948"/>
                  </a:lnTo>
                  <a:lnTo>
                    <a:pt x="53868" y="143951"/>
                  </a:lnTo>
                  <a:lnTo>
                    <a:pt x="55769" y="121606"/>
                  </a:lnTo>
                  <a:lnTo>
                    <a:pt x="57670" y="60123"/>
                  </a:lnTo>
                  <a:lnTo>
                    <a:pt x="59572" y="0"/>
                  </a:lnTo>
                  <a:lnTo>
                    <a:pt x="61473" y="26192"/>
                  </a:lnTo>
                  <a:lnTo>
                    <a:pt x="63374" y="89964"/>
                  </a:lnTo>
                  <a:lnTo>
                    <a:pt x="65275" y="107592"/>
                  </a:lnTo>
                  <a:lnTo>
                    <a:pt x="67176" y="129936"/>
                  </a:lnTo>
                  <a:lnTo>
                    <a:pt x="67176" y="12993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444934" y="145504"/>
              <a:ext cx="8553560" cy="3116972"/>
            </a:xfrm>
            <a:custGeom>
              <a:avLst/>
              <a:pathLst>
                <a:path w="8553560" h="3116972">
                  <a:moveTo>
                    <a:pt x="0" y="3116972"/>
                  </a:moveTo>
                  <a:lnTo>
                    <a:pt x="1901" y="3116972"/>
                  </a:lnTo>
                  <a:lnTo>
                    <a:pt x="3802" y="3116972"/>
                  </a:lnTo>
                  <a:lnTo>
                    <a:pt x="5703" y="3116972"/>
                  </a:lnTo>
                  <a:lnTo>
                    <a:pt x="7604" y="3116972"/>
                  </a:lnTo>
                  <a:lnTo>
                    <a:pt x="9506" y="3029112"/>
                  </a:lnTo>
                  <a:lnTo>
                    <a:pt x="11407" y="3018331"/>
                  </a:lnTo>
                  <a:lnTo>
                    <a:pt x="13308" y="3078008"/>
                  </a:lnTo>
                  <a:lnTo>
                    <a:pt x="15209" y="3079549"/>
                  </a:lnTo>
                  <a:lnTo>
                    <a:pt x="17110" y="2998734"/>
                  </a:lnTo>
                  <a:lnTo>
                    <a:pt x="19012" y="2916207"/>
                  </a:lnTo>
                  <a:lnTo>
                    <a:pt x="20913" y="2976859"/>
                  </a:lnTo>
                  <a:lnTo>
                    <a:pt x="22814" y="2982039"/>
                  </a:lnTo>
                  <a:lnTo>
                    <a:pt x="24715" y="2944502"/>
                  </a:lnTo>
                  <a:lnTo>
                    <a:pt x="26616" y="2941995"/>
                  </a:lnTo>
                  <a:lnTo>
                    <a:pt x="28518" y="3063516"/>
                  </a:lnTo>
                  <a:lnTo>
                    <a:pt x="30419" y="3116972"/>
                  </a:lnTo>
                  <a:lnTo>
                    <a:pt x="32320" y="3116972"/>
                  </a:lnTo>
                  <a:lnTo>
                    <a:pt x="34221" y="3116972"/>
                  </a:lnTo>
                  <a:lnTo>
                    <a:pt x="36123" y="3116972"/>
                  </a:lnTo>
                  <a:lnTo>
                    <a:pt x="38024" y="3116972"/>
                  </a:lnTo>
                  <a:lnTo>
                    <a:pt x="39925" y="3116972"/>
                  </a:lnTo>
                  <a:lnTo>
                    <a:pt x="41826" y="3116972"/>
                  </a:lnTo>
                  <a:lnTo>
                    <a:pt x="43727" y="3056315"/>
                  </a:lnTo>
                  <a:lnTo>
                    <a:pt x="45629" y="3002197"/>
                  </a:lnTo>
                  <a:lnTo>
                    <a:pt x="47530" y="2965291"/>
                  </a:lnTo>
                  <a:lnTo>
                    <a:pt x="49431" y="2971143"/>
                  </a:lnTo>
                  <a:lnTo>
                    <a:pt x="51332" y="2998645"/>
                  </a:lnTo>
                  <a:lnTo>
                    <a:pt x="53233" y="3012321"/>
                  </a:lnTo>
                  <a:lnTo>
                    <a:pt x="55135" y="3016157"/>
                  </a:lnTo>
                  <a:lnTo>
                    <a:pt x="57036" y="3015082"/>
                  </a:lnTo>
                  <a:lnTo>
                    <a:pt x="58937" y="3022691"/>
                  </a:lnTo>
                  <a:lnTo>
                    <a:pt x="60838" y="2949134"/>
                  </a:lnTo>
                  <a:lnTo>
                    <a:pt x="62740" y="2923766"/>
                  </a:lnTo>
                  <a:lnTo>
                    <a:pt x="64641" y="2908566"/>
                  </a:lnTo>
                  <a:lnTo>
                    <a:pt x="66542" y="2915644"/>
                  </a:lnTo>
                  <a:lnTo>
                    <a:pt x="68443" y="2946162"/>
                  </a:lnTo>
                  <a:lnTo>
                    <a:pt x="70344" y="2956231"/>
                  </a:lnTo>
                  <a:lnTo>
                    <a:pt x="72246" y="2983813"/>
                  </a:lnTo>
                  <a:lnTo>
                    <a:pt x="74147" y="3004640"/>
                  </a:lnTo>
                  <a:lnTo>
                    <a:pt x="76048" y="3001300"/>
                  </a:lnTo>
                  <a:lnTo>
                    <a:pt x="77949" y="2979931"/>
                  </a:lnTo>
                  <a:lnTo>
                    <a:pt x="79850" y="2954094"/>
                  </a:lnTo>
                  <a:lnTo>
                    <a:pt x="81752" y="2907950"/>
                  </a:lnTo>
                  <a:lnTo>
                    <a:pt x="83653" y="2920079"/>
                  </a:lnTo>
                  <a:lnTo>
                    <a:pt x="85554" y="2944703"/>
                  </a:lnTo>
                  <a:lnTo>
                    <a:pt x="87455" y="3026111"/>
                  </a:lnTo>
                  <a:lnTo>
                    <a:pt x="89357" y="3090949"/>
                  </a:lnTo>
                  <a:lnTo>
                    <a:pt x="91258" y="3116972"/>
                  </a:lnTo>
                  <a:lnTo>
                    <a:pt x="93159" y="3116972"/>
                  </a:lnTo>
                  <a:lnTo>
                    <a:pt x="95060" y="3116972"/>
                  </a:lnTo>
                  <a:lnTo>
                    <a:pt x="96961" y="3116972"/>
                  </a:lnTo>
                  <a:lnTo>
                    <a:pt x="98863" y="3111694"/>
                  </a:lnTo>
                  <a:lnTo>
                    <a:pt x="100764" y="3098868"/>
                  </a:lnTo>
                  <a:lnTo>
                    <a:pt x="102665" y="3077866"/>
                  </a:lnTo>
                  <a:lnTo>
                    <a:pt x="104566" y="3033802"/>
                  </a:lnTo>
                  <a:lnTo>
                    <a:pt x="106467" y="2979806"/>
                  </a:lnTo>
                  <a:lnTo>
                    <a:pt x="108369" y="2960509"/>
                  </a:lnTo>
                  <a:lnTo>
                    <a:pt x="110270" y="2986053"/>
                  </a:lnTo>
                  <a:lnTo>
                    <a:pt x="112171" y="2998724"/>
                  </a:lnTo>
                  <a:lnTo>
                    <a:pt x="114072" y="3000495"/>
                  </a:lnTo>
                  <a:lnTo>
                    <a:pt x="115974" y="3037010"/>
                  </a:lnTo>
                  <a:lnTo>
                    <a:pt x="117875" y="3095369"/>
                  </a:lnTo>
                  <a:lnTo>
                    <a:pt x="119776" y="3116972"/>
                  </a:lnTo>
                  <a:lnTo>
                    <a:pt x="121677" y="3100521"/>
                  </a:lnTo>
                  <a:lnTo>
                    <a:pt x="123578" y="3023849"/>
                  </a:lnTo>
                  <a:lnTo>
                    <a:pt x="125480" y="3020093"/>
                  </a:lnTo>
                  <a:lnTo>
                    <a:pt x="127381" y="3020094"/>
                  </a:lnTo>
                  <a:lnTo>
                    <a:pt x="129282" y="2993014"/>
                  </a:lnTo>
                  <a:lnTo>
                    <a:pt x="131183" y="2934915"/>
                  </a:lnTo>
                  <a:lnTo>
                    <a:pt x="133084" y="2944700"/>
                  </a:lnTo>
                  <a:lnTo>
                    <a:pt x="134986" y="2990021"/>
                  </a:lnTo>
                  <a:lnTo>
                    <a:pt x="136887" y="2999521"/>
                  </a:lnTo>
                  <a:lnTo>
                    <a:pt x="138788" y="2981457"/>
                  </a:lnTo>
                  <a:lnTo>
                    <a:pt x="140689" y="2958435"/>
                  </a:lnTo>
                  <a:lnTo>
                    <a:pt x="142591" y="2989593"/>
                  </a:lnTo>
                  <a:lnTo>
                    <a:pt x="144492" y="3035669"/>
                  </a:lnTo>
                  <a:lnTo>
                    <a:pt x="146393" y="3054345"/>
                  </a:lnTo>
                  <a:lnTo>
                    <a:pt x="148294" y="3048603"/>
                  </a:lnTo>
                  <a:lnTo>
                    <a:pt x="150195" y="3066669"/>
                  </a:lnTo>
                  <a:lnTo>
                    <a:pt x="152097" y="3112409"/>
                  </a:lnTo>
                  <a:lnTo>
                    <a:pt x="153998" y="3098228"/>
                  </a:lnTo>
                  <a:lnTo>
                    <a:pt x="155899" y="3116972"/>
                  </a:lnTo>
                  <a:lnTo>
                    <a:pt x="157800" y="3116972"/>
                  </a:lnTo>
                  <a:lnTo>
                    <a:pt x="159701" y="3116972"/>
                  </a:lnTo>
                  <a:lnTo>
                    <a:pt x="161603" y="3116972"/>
                  </a:lnTo>
                  <a:lnTo>
                    <a:pt x="163504" y="3116972"/>
                  </a:lnTo>
                  <a:lnTo>
                    <a:pt x="165405" y="3116972"/>
                  </a:lnTo>
                  <a:lnTo>
                    <a:pt x="167306" y="3116972"/>
                  </a:lnTo>
                  <a:lnTo>
                    <a:pt x="169208" y="3116972"/>
                  </a:lnTo>
                  <a:lnTo>
                    <a:pt x="171109" y="3116972"/>
                  </a:lnTo>
                  <a:lnTo>
                    <a:pt x="173010" y="3116972"/>
                  </a:lnTo>
                  <a:lnTo>
                    <a:pt x="174911" y="3116972"/>
                  </a:lnTo>
                  <a:lnTo>
                    <a:pt x="176812" y="3116972"/>
                  </a:lnTo>
                  <a:lnTo>
                    <a:pt x="178714" y="3116972"/>
                  </a:lnTo>
                  <a:lnTo>
                    <a:pt x="180615" y="3116972"/>
                  </a:lnTo>
                  <a:lnTo>
                    <a:pt x="182516" y="3098290"/>
                  </a:lnTo>
                  <a:lnTo>
                    <a:pt x="184417" y="3065436"/>
                  </a:lnTo>
                  <a:lnTo>
                    <a:pt x="186318" y="3032288"/>
                  </a:lnTo>
                  <a:lnTo>
                    <a:pt x="188220" y="2990209"/>
                  </a:lnTo>
                  <a:lnTo>
                    <a:pt x="190121" y="2975491"/>
                  </a:lnTo>
                  <a:lnTo>
                    <a:pt x="192022" y="2970864"/>
                  </a:lnTo>
                  <a:lnTo>
                    <a:pt x="193923" y="3077796"/>
                  </a:lnTo>
                  <a:lnTo>
                    <a:pt x="195825" y="3116972"/>
                  </a:lnTo>
                  <a:lnTo>
                    <a:pt x="197726" y="3116972"/>
                  </a:lnTo>
                  <a:lnTo>
                    <a:pt x="199627" y="3116972"/>
                  </a:lnTo>
                  <a:lnTo>
                    <a:pt x="201528" y="3116972"/>
                  </a:lnTo>
                  <a:lnTo>
                    <a:pt x="203429" y="3116972"/>
                  </a:lnTo>
                  <a:lnTo>
                    <a:pt x="205331" y="3056730"/>
                  </a:lnTo>
                  <a:lnTo>
                    <a:pt x="207232" y="2986253"/>
                  </a:lnTo>
                  <a:lnTo>
                    <a:pt x="209133" y="3007871"/>
                  </a:lnTo>
                  <a:lnTo>
                    <a:pt x="211034" y="3082573"/>
                  </a:lnTo>
                  <a:lnTo>
                    <a:pt x="212935" y="3116972"/>
                  </a:lnTo>
                  <a:lnTo>
                    <a:pt x="214837" y="3116972"/>
                  </a:lnTo>
                  <a:lnTo>
                    <a:pt x="216738" y="3116972"/>
                  </a:lnTo>
                  <a:lnTo>
                    <a:pt x="218639" y="3116972"/>
                  </a:lnTo>
                  <a:lnTo>
                    <a:pt x="220540" y="3116972"/>
                  </a:lnTo>
                  <a:lnTo>
                    <a:pt x="222442" y="3058388"/>
                  </a:lnTo>
                  <a:lnTo>
                    <a:pt x="224343" y="2916273"/>
                  </a:lnTo>
                  <a:lnTo>
                    <a:pt x="226244" y="2823609"/>
                  </a:lnTo>
                  <a:lnTo>
                    <a:pt x="228145" y="2813376"/>
                  </a:lnTo>
                  <a:lnTo>
                    <a:pt x="230046" y="2852365"/>
                  </a:lnTo>
                  <a:lnTo>
                    <a:pt x="231948" y="2883997"/>
                  </a:lnTo>
                  <a:lnTo>
                    <a:pt x="233849" y="2930533"/>
                  </a:lnTo>
                  <a:lnTo>
                    <a:pt x="235750" y="3034574"/>
                  </a:lnTo>
                  <a:lnTo>
                    <a:pt x="237651" y="3083810"/>
                  </a:lnTo>
                  <a:lnTo>
                    <a:pt x="239552" y="3031721"/>
                  </a:lnTo>
                  <a:lnTo>
                    <a:pt x="241454" y="3003340"/>
                  </a:lnTo>
                  <a:lnTo>
                    <a:pt x="243355" y="2994033"/>
                  </a:lnTo>
                  <a:lnTo>
                    <a:pt x="245256" y="2995519"/>
                  </a:lnTo>
                  <a:lnTo>
                    <a:pt x="247157" y="3047999"/>
                  </a:lnTo>
                  <a:lnTo>
                    <a:pt x="249059" y="3116972"/>
                  </a:lnTo>
                  <a:lnTo>
                    <a:pt x="250960" y="3116972"/>
                  </a:lnTo>
                  <a:lnTo>
                    <a:pt x="252861" y="3116972"/>
                  </a:lnTo>
                  <a:lnTo>
                    <a:pt x="254762" y="3116972"/>
                  </a:lnTo>
                  <a:lnTo>
                    <a:pt x="256663" y="3116972"/>
                  </a:lnTo>
                  <a:lnTo>
                    <a:pt x="258565" y="3116972"/>
                  </a:lnTo>
                  <a:lnTo>
                    <a:pt x="260466" y="3116972"/>
                  </a:lnTo>
                  <a:lnTo>
                    <a:pt x="262367" y="3116972"/>
                  </a:lnTo>
                  <a:lnTo>
                    <a:pt x="264268" y="3116972"/>
                  </a:lnTo>
                  <a:lnTo>
                    <a:pt x="266169" y="3116972"/>
                  </a:lnTo>
                  <a:lnTo>
                    <a:pt x="268071" y="3116972"/>
                  </a:lnTo>
                  <a:lnTo>
                    <a:pt x="269972" y="3080743"/>
                  </a:lnTo>
                  <a:lnTo>
                    <a:pt x="271873" y="3030976"/>
                  </a:lnTo>
                  <a:lnTo>
                    <a:pt x="273774" y="3001663"/>
                  </a:lnTo>
                  <a:lnTo>
                    <a:pt x="275676" y="3026364"/>
                  </a:lnTo>
                  <a:lnTo>
                    <a:pt x="277577" y="3003416"/>
                  </a:lnTo>
                  <a:lnTo>
                    <a:pt x="279478" y="2961830"/>
                  </a:lnTo>
                  <a:lnTo>
                    <a:pt x="281379" y="3016354"/>
                  </a:lnTo>
                  <a:lnTo>
                    <a:pt x="283280" y="3056845"/>
                  </a:lnTo>
                  <a:lnTo>
                    <a:pt x="285182" y="3079422"/>
                  </a:lnTo>
                  <a:lnTo>
                    <a:pt x="287083" y="3054724"/>
                  </a:lnTo>
                  <a:lnTo>
                    <a:pt x="288984" y="3077673"/>
                  </a:lnTo>
                  <a:lnTo>
                    <a:pt x="290885" y="3116972"/>
                  </a:lnTo>
                  <a:lnTo>
                    <a:pt x="292786" y="3110855"/>
                  </a:lnTo>
                  <a:lnTo>
                    <a:pt x="294688" y="3089577"/>
                  </a:lnTo>
                  <a:lnTo>
                    <a:pt x="296589" y="3087503"/>
                  </a:lnTo>
                  <a:lnTo>
                    <a:pt x="298490" y="3087504"/>
                  </a:lnTo>
                  <a:lnTo>
                    <a:pt x="300391" y="3094079"/>
                  </a:lnTo>
                  <a:lnTo>
                    <a:pt x="302292" y="3116972"/>
                  </a:lnTo>
                  <a:lnTo>
                    <a:pt x="304194" y="3116972"/>
                  </a:lnTo>
                  <a:lnTo>
                    <a:pt x="306095" y="3116972"/>
                  </a:lnTo>
                  <a:lnTo>
                    <a:pt x="307996" y="3116972"/>
                  </a:lnTo>
                  <a:lnTo>
                    <a:pt x="309897" y="3116972"/>
                  </a:lnTo>
                  <a:lnTo>
                    <a:pt x="311799" y="3101352"/>
                  </a:lnTo>
                  <a:lnTo>
                    <a:pt x="313700" y="3037158"/>
                  </a:lnTo>
                  <a:lnTo>
                    <a:pt x="315601" y="2968505"/>
                  </a:lnTo>
                  <a:lnTo>
                    <a:pt x="317502" y="2963261"/>
                  </a:lnTo>
                  <a:lnTo>
                    <a:pt x="319403" y="2978590"/>
                  </a:lnTo>
                  <a:lnTo>
                    <a:pt x="321305" y="2983535"/>
                  </a:lnTo>
                  <a:lnTo>
                    <a:pt x="323206" y="3027133"/>
                  </a:lnTo>
                  <a:lnTo>
                    <a:pt x="325107" y="3071951"/>
                  </a:lnTo>
                  <a:lnTo>
                    <a:pt x="327008" y="3116972"/>
                  </a:lnTo>
                  <a:lnTo>
                    <a:pt x="328909" y="3116972"/>
                  </a:lnTo>
                  <a:lnTo>
                    <a:pt x="330811" y="3116972"/>
                  </a:lnTo>
                  <a:lnTo>
                    <a:pt x="332712" y="3116972"/>
                  </a:lnTo>
                  <a:lnTo>
                    <a:pt x="334613" y="3116972"/>
                  </a:lnTo>
                  <a:lnTo>
                    <a:pt x="336514" y="3109760"/>
                  </a:lnTo>
                  <a:lnTo>
                    <a:pt x="338416" y="3045278"/>
                  </a:lnTo>
                  <a:lnTo>
                    <a:pt x="340317" y="3013346"/>
                  </a:lnTo>
                  <a:lnTo>
                    <a:pt x="342218" y="2956627"/>
                  </a:lnTo>
                  <a:lnTo>
                    <a:pt x="344119" y="2935239"/>
                  </a:lnTo>
                  <a:lnTo>
                    <a:pt x="346020" y="2887926"/>
                  </a:lnTo>
                  <a:lnTo>
                    <a:pt x="347922" y="2893444"/>
                  </a:lnTo>
                  <a:lnTo>
                    <a:pt x="349823" y="2914592"/>
                  </a:lnTo>
                  <a:lnTo>
                    <a:pt x="351724" y="2896078"/>
                  </a:lnTo>
                  <a:lnTo>
                    <a:pt x="353625" y="2902342"/>
                  </a:lnTo>
                  <a:lnTo>
                    <a:pt x="355526" y="2865362"/>
                  </a:lnTo>
                  <a:lnTo>
                    <a:pt x="357428" y="2873564"/>
                  </a:lnTo>
                  <a:lnTo>
                    <a:pt x="359329" y="2891023"/>
                  </a:lnTo>
                  <a:lnTo>
                    <a:pt x="361230" y="2908667"/>
                  </a:lnTo>
                  <a:lnTo>
                    <a:pt x="363131" y="2959116"/>
                  </a:lnTo>
                  <a:lnTo>
                    <a:pt x="365033" y="2986172"/>
                  </a:lnTo>
                  <a:lnTo>
                    <a:pt x="366934" y="3021142"/>
                  </a:lnTo>
                  <a:lnTo>
                    <a:pt x="368835" y="3066358"/>
                  </a:lnTo>
                  <a:lnTo>
                    <a:pt x="370736" y="3072086"/>
                  </a:lnTo>
                  <a:lnTo>
                    <a:pt x="372637" y="3072086"/>
                  </a:lnTo>
                  <a:lnTo>
                    <a:pt x="374539" y="3052223"/>
                  </a:lnTo>
                  <a:lnTo>
                    <a:pt x="376440" y="3054457"/>
                  </a:lnTo>
                  <a:lnTo>
                    <a:pt x="378341" y="3091531"/>
                  </a:lnTo>
                  <a:lnTo>
                    <a:pt x="380242" y="3074140"/>
                  </a:lnTo>
                  <a:lnTo>
                    <a:pt x="382143" y="3061251"/>
                  </a:lnTo>
                  <a:lnTo>
                    <a:pt x="384045" y="3061252"/>
                  </a:lnTo>
                  <a:lnTo>
                    <a:pt x="385946" y="3081114"/>
                  </a:lnTo>
                  <a:lnTo>
                    <a:pt x="387847" y="3078881"/>
                  </a:lnTo>
                  <a:lnTo>
                    <a:pt x="389748" y="3041806"/>
                  </a:lnTo>
                  <a:lnTo>
                    <a:pt x="391650" y="3059197"/>
                  </a:lnTo>
                  <a:lnTo>
                    <a:pt x="393551" y="3083778"/>
                  </a:lnTo>
                  <a:lnTo>
                    <a:pt x="395452" y="3111210"/>
                  </a:lnTo>
                  <a:lnTo>
                    <a:pt x="397353" y="3116972"/>
                  </a:lnTo>
                  <a:lnTo>
                    <a:pt x="399254" y="3116972"/>
                  </a:lnTo>
                  <a:lnTo>
                    <a:pt x="401156" y="3100706"/>
                  </a:lnTo>
                  <a:lnTo>
                    <a:pt x="403057" y="3078410"/>
                  </a:lnTo>
                  <a:lnTo>
                    <a:pt x="404958" y="3081743"/>
                  </a:lnTo>
                  <a:lnTo>
                    <a:pt x="406859" y="3095431"/>
                  </a:lnTo>
                  <a:lnTo>
                    <a:pt x="408760" y="3116972"/>
                  </a:lnTo>
                  <a:lnTo>
                    <a:pt x="410662" y="3116972"/>
                  </a:lnTo>
                  <a:lnTo>
                    <a:pt x="412563" y="3116972"/>
                  </a:lnTo>
                  <a:lnTo>
                    <a:pt x="414464" y="3116972"/>
                  </a:lnTo>
                  <a:lnTo>
                    <a:pt x="416365" y="3116972"/>
                  </a:lnTo>
                  <a:lnTo>
                    <a:pt x="418267" y="3116972"/>
                  </a:lnTo>
                  <a:lnTo>
                    <a:pt x="420168" y="3116972"/>
                  </a:lnTo>
                  <a:lnTo>
                    <a:pt x="422069" y="3116777"/>
                  </a:lnTo>
                  <a:lnTo>
                    <a:pt x="423970" y="3116777"/>
                  </a:lnTo>
                  <a:lnTo>
                    <a:pt x="425871" y="3101217"/>
                  </a:lnTo>
                  <a:lnTo>
                    <a:pt x="427773" y="3074235"/>
                  </a:lnTo>
                  <a:lnTo>
                    <a:pt x="429674" y="3072086"/>
                  </a:lnTo>
                  <a:lnTo>
                    <a:pt x="431575" y="3072086"/>
                  </a:lnTo>
                  <a:lnTo>
                    <a:pt x="433476" y="3072086"/>
                  </a:lnTo>
                  <a:lnTo>
                    <a:pt x="435377" y="3072086"/>
                  </a:lnTo>
                  <a:lnTo>
                    <a:pt x="437279" y="3087646"/>
                  </a:lnTo>
                  <a:lnTo>
                    <a:pt x="439180" y="3114627"/>
                  </a:lnTo>
                  <a:lnTo>
                    <a:pt x="441081" y="3116919"/>
                  </a:lnTo>
                  <a:lnTo>
                    <a:pt x="442982" y="3116972"/>
                  </a:lnTo>
                  <a:lnTo>
                    <a:pt x="444884" y="3116972"/>
                  </a:lnTo>
                  <a:lnTo>
                    <a:pt x="446785" y="3116972"/>
                  </a:lnTo>
                  <a:lnTo>
                    <a:pt x="448686" y="3045738"/>
                  </a:lnTo>
                  <a:lnTo>
                    <a:pt x="450587" y="2990347"/>
                  </a:lnTo>
                  <a:lnTo>
                    <a:pt x="452488" y="2988055"/>
                  </a:lnTo>
                  <a:lnTo>
                    <a:pt x="454390" y="2987370"/>
                  </a:lnTo>
                  <a:lnTo>
                    <a:pt x="456291" y="2968013"/>
                  </a:lnTo>
                  <a:lnTo>
                    <a:pt x="458192" y="2981582"/>
                  </a:lnTo>
                  <a:lnTo>
                    <a:pt x="460093" y="3050412"/>
                  </a:lnTo>
                  <a:lnTo>
                    <a:pt x="461994" y="3116972"/>
                  </a:lnTo>
                  <a:lnTo>
                    <a:pt x="463896" y="3116972"/>
                  </a:lnTo>
                  <a:lnTo>
                    <a:pt x="465797" y="3116972"/>
                  </a:lnTo>
                  <a:lnTo>
                    <a:pt x="467698" y="3116972"/>
                  </a:lnTo>
                  <a:lnTo>
                    <a:pt x="469599" y="3116972"/>
                  </a:lnTo>
                  <a:lnTo>
                    <a:pt x="471501" y="3116972"/>
                  </a:lnTo>
                  <a:lnTo>
                    <a:pt x="473402" y="3116972"/>
                  </a:lnTo>
                  <a:lnTo>
                    <a:pt x="475303" y="3102503"/>
                  </a:lnTo>
                  <a:lnTo>
                    <a:pt x="477204" y="3046607"/>
                  </a:lnTo>
                  <a:lnTo>
                    <a:pt x="479105" y="3046607"/>
                  </a:lnTo>
                  <a:lnTo>
                    <a:pt x="481007" y="3058925"/>
                  </a:lnTo>
                  <a:lnTo>
                    <a:pt x="482908" y="3112315"/>
                  </a:lnTo>
                  <a:lnTo>
                    <a:pt x="484809" y="3116972"/>
                  </a:lnTo>
                  <a:lnTo>
                    <a:pt x="486710" y="3116972"/>
                  </a:lnTo>
                  <a:lnTo>
                    <a:pt x="488611" y="3116972"/>
                  </a:lnTo>
                  <a:lnTo>
                    <a:pt x="490513" y="3116972"/>
                  </a:lnTo>
                  <a:lnTo>
                    <a:pt x="492414" y="3116972"/>
                  </a:lnTo>
                  <a:lnTo>
                    <a:pt x="494315" y="3111580"/>
                  </a:lnTo>
                  <a:lnTo>
                    <a:pt x="496216" y="3084147"/>
                  </a:lnTo>
                  <a:lnTo>
                    <a:pt x="498118" y="3076367"/>
                  </a:lnTo>
                  <a:lnTo>
                    <a:pt x="500019" y="3103799"/>
                  </a:lnTo>
                  <a:lnTo>
                    <a:pt x="501920" y="3116972"/>
                  </a:lnTo>
                  <a:lnTo>
                    <a:pt x="503821" y="3116972"/>
                  </a:lnTo>
                  <a:lnTo>
                    <a:pt x="505722" y="3116972"/>
                  </a:lnTo>
                  <a:lnTo>
                    <a:pt x="507624" y="3116972"/>
                  </a:lnTo>
                  <a:lnTo>
                    <a:pt x="509525" y="3116972"/>
                  </a:lnTo>
                  <a:lnTo>
                    <a:pt x="511426" y="3094373"/>
                  </a:lnTo>
                  <a:lnTo>
                    <a:pt x="513327" y="3085779"/>
                  </a:lnTo>
                  <a:lnTo>
                    <a:pt x="515228" y="3113211"/>
                  </a:lnTo>
                  <a:lnTo>
                    <a:pt x="517130" y="3104244"/>
                  </a:lnTo>
                  <a:lnTo>
                    <a:pt x="519031" y="3052444"/>
                  </a:lnTo>
                  <a:lnTo>
                    <a:pt x="520932" y="3046825"/>
                  </a:lnTo>
                  <a:lnTo>
                    <a:pt x="522833" y="3042229"/>
                  </a:lnTo>
                  <a:lnTo>
                    <a:pt x="524735" y="3003456"/>
                  </a:lnTo>
                  <a:lnTo>
                    <a:pt x="526636" y="2944530"/>
                  </a:lnTo>
                  <a:lnTo>
                    <a:pt x="528537" y="2951116"/>
                  </a:lnTo>
                  <a:lnTo>
                    <a:pt x="530438" y="2996649"/>
                  </a:lnTo>
                  <a:lnTo>
                    <a:pt x="532339" y="3000281"/>
                  </a:lnTo>
                  <a:lnTo>
                    <a:pt x="534241" y="3004880"/>
                  </a:lnTo>
                  <a:lnTo>
                    <a:pt x="536142" y="3039065"/>
                  </a:lnTo>
                  <a:lnTo>
                    <a:pt x="538043" y="3070557"/>
                  </a:lnTo>
                  <a:lnTo>
                    <a:pt x="539944" y="3072086"/>
                  </a:lnTo>
                  <a:lnTo>
                    <a:pt x="541845" y="3072086"/>
                  </a:lnTo>
                  <a:lnTo>
                    <a:pt x="543747" y="3072086"/>
                  </a:lnTo>
                  <a:lnTo>
                    <a:pt x="545648" y="3072086"/>
                  </a:lnTo>
                  <a:lnTo>
                    <a:pt x="547549" y="3072086"/>
                  </a:lnTo>
                  <a:lnTo>
                    <a:pt x="549450" y="3072086"/>
                  </a:lnTo>
                  <a:lnTo>
                    <a:pt x="551352" y="3072086"/>
                  </a:lnTo>
                  <a:lnTo>
                    <a:pt x="553253" y="3072086"/>
                  </a:lnTo>
                  <a:lnTo>
                    <a:pt x="555154" y="3072086"/>
                  </a:lnTo>
                  <a:lnTo>
                    <a:pt x="557055" y="3072086"/>
                  </a:lnTo>
                  <a:lnTo>
                    <a:pt x="558956" y="3072086"/>
                  </a:lnTo>
                  <a:lnTo>
                    <a:pt x="560858" y="3072086"/>
                  </a:lnTo>
                  <a:lnTo>
                    <a:pt x="562759" y="3072086"/>
                  </a:lnTo>
                  <a:lnTo>
                    <a:pt x="564660" y="3072086"/>
                  </a:lnTo>
                  <a:lnTo>
                    <a:pt x="566561" y="3072086"/>
                  </a:lnTo>
                  <a:lnTo>
                    <a:pt x="568462" y="3072086"/>
                  </a:lnTo>
                  <a:lnTo>
                    <a:pt x="570364" y="3072086"/>
                  </a:lnTo>
                  <a:lnTo>
                    <a:pt x="572265" y="3072086"/>
                  </a:lnTo>
                  <a:lnTo>
                    <a:pt x="574166" y="3072086"/>
                  </a:lnTo>
                  <a:lnTo>
                    <a:pt x="576067" y="3072086"/>
                  </a:lnTo>
                  <a:lnTo>
                    <a:pt x="577969" y="3072086"/>
                  </a:lnTo>
                  <a:lnTo>
                    <a:pt x="579870" y="3072086"/>
                  </a:lnTo>
                  <a:lnTo>
                    <a:pt x="581771" y="3072086"/>
                  </a:lnTo>
                  <a:lnTo>
                    <a:pt x="583672" y="3072086"/>
                  </a:lnTo>
                  <a:lnTo>
                    <a:pt x="585573" y="3072086"/>
                  </a:lnTo>
                  <a:lnTo>
                    <a:pt x="587475" y="3039227"/>
                  </a:lnTo>
                  <a:lnTo>
                    <a:pt x="589376" y="2963784"/>
                  </a:lnTo>
                  <a:lnTo>
                    <a:pt x="591277" y="2941920"/>
                  </a:lnTo>
                  <a:lnTo>
                    <a:pt x="593178" y="2941921"/>
                  </a:lnTo>
                  <a:lnTo>
                    <a:pt x="595079" y="2941921"/>
                  </a:lnTo>
                  <a:lnTo>
                    <a:pt x="596981" y="2965481"/>
                  </a:lnTo>
                  <a:lnTo>
                    <a:pt x="598882" y="3033284"/>
                  </a:lnTo>
                  <a:lnTo>
                    <a:pt x="600783" y="3093778"/>
                  </a:lnTo>
                  <a:lnTo>
                    <a:pt x="602684" y="3089933"/>
                  </a:lnTo>
                  <a:lnTo>
                    <a:pt x="604585" y="3089934"/>
                  </a:lnTo>
                  <a:lnTo>
                    <a:pt x="606487" y="3089935"/>
                  </a:lnTo>
                  <a:lnTo>
                    <a:pt x="608388" y="3066377"/>
                  </a:lnTo>
                  <a:lnTo>
                    <a:pt x="610289" y="3031431"/>
                  </a:lnTo>
                  <a:lnTo>
                    <a:pt x="612190" y="3046378"/>
                  </a:lnTo>
                  <a:lnTo>
                    <a:pt x="614092" y="3072086"/>
                  </a:lnTo>
                  <a:lnTo>
                    <a:pt x="615993" y="3072086"/>
                  </a:lnTo>
                  <a:lnTo>
                    <a:pt x="617894" y="3072086"/>
                  </a:lnTo>
                  <a:lnTo>
                    <a:pt x="619795" y="3072086"/>
                  </a:lnTo>
                  <a:lnTo>
                    <a:pt x="621696" y="3052007"/>
                  </a:lnTo>
                  <a:lnTo>
                    <a:pt x="623598" y="3041047"/>
                  </a:lnTo>
                  <a:lnTo>
                    <a:pt x="625499" y="3092544"/>
                  </a:lnTo>
                  <a:lnTo>
                    <a:pt x="627400" y="3098379"/>
                  </a:lnTo>
                  <a:lnTo>
                    <a:pt x="629301" y="3089073"/>
                  </a:lnTo>
                  <a:lnTo>
                    <a:pt x="631202" y="3048382"/>
                  </a:lnTo>
                  <a:lnTo>
                    <a:pt x="633104" y="3008582"/>
                  </a:lnTo>
                  <a:lnTo>
                    <a:pt x="635005" y="2984473"/>
                  </a:lnTo>
                  <a:lnTo>
                    <a:pt x="636906" y="2932976"/>
                  </a:lnTo>
                  <a:lnTo>
                    <a:pt x="638807" y="2902645"/>
                  </a:lnTo>
                  <a:lnTo>
                    <a:pt x="640709" y="2824723"/>
                  </a:lnTo>
                  <a:lnTo>
                    <a:pt x="642610" y="2736315"/>
                  </a:lnTo>
                  <a:lnTo>
                    <a:pt x="644511" y="2758391"/>
                  </a:lnTo>
                  <a:lnTo>
                    <a:pt x="646412" y="2793778"/>
                  </a:lnTo>
                  <a:lnTo>
                    <a:pt x="648313" y="2800091"/>
                  </a:lnTo>
                  <a:lnTo>
                    <a:pt x="650215" y="2824586"/>
                  </a:lnTo>
                  <a:lnTo>
                    <a:pt x="652116" y="2911817"/>
                  </a:lnTo>
                  <a:lnTo>
                    <a:pt x="654017" y="3031194"/>
                  </a:lnTo>
                  <a:lnTo>
                    <a:pt x="655918" y="3022848"/>
                  </a:lnTo>
                  <a:lnTo>
                    <a:pt x="657819" y="3034795"/>
                  </a:lnTo>
                  <a:lnTo>
                    <a:pt x="659721" y="3049136"/>
                  </a:lnTo>
                  <a:lnTo>
                    <a:pt x="661622" y="3042539"/>
                  </a:lnTo>
                  <a:lnTo>
                    <a:pt x="663523" y="3009245"/>
                  </a:lnTo>
                  <a:lnTo>
                    <a:pt x="665424" y="2996506"/>
                  </a:lnTo>
                  <a:lnTo>
                    <a:pt x="667326" y="3080382"/>
                  </a:lnTo>
                  <a:lnTo>
                    <a:pt x="669227" y="3097951"/>
                  </a:lnTo>
                  <a:lnTo>
                    <a:pt x="671128" y="3110565"/>
                  </a:lnTo>
                  <a:lnTo>
                    <a:pt x="673029" y="3116972"/>
                  </a:lnTo>
                  <a:lnTo>
                    <a:pt x="674930" y="3116972"/>
                  </a:lnTo>
                  <a:lnTo>
                    <a:pt x="676832" y="3116972"/>
                  </a:lnTo>
                  <a:lnTo>
                    <a:pt x="678733" y="3116972"/>
                  </a:lnTo>
                  <a:lnTo>
                    <a:pt x="680634" y="3055963"/>
                  </a:lnTo>
                  <a:lnTo>
                    <a:pt x="682535" y="3024114"/>
                  </a:lnTo>
                  <a:lnTo>
                    <a:pt x="684436" y="3067725"/>
                  </a:lnTo>
                  <a:lnTo>
                    <a:pt x="686338" y="3103646"/>
                  </a:lnTo>
                  <a:lnTo>
                    <a:pt x="688239" y="3116972"/>
                  </a:lnTo>
                  <a:lnTo>
                    <a:pt x="690140" y="3116972"/>
                  </a:lnTo>
                  <a:lnTo>
                    <a:pt x="692041" y="3116972"/>
                  </a:lnTo>
                  <a:lnTo>
                    <a:pt x="693943" y="3116972"/>
                  </a:lnTo>
                  <a:lnTo>
                    <a:pt x="695844" y="3116972"/>
                  </a:lnTo>
                  <a:lnTo>
                    <a:pt x="697745" y="3116972"/>
                  </a:lnTo>
                  <a:lnTo>
                    <a:pt x="699646" y="3116972"/>
                  </a:lnTo>
                  <a:lnTo>
                    <a:pt x="701547" y="3116972"/>
                  </a:lnTo>
                  <a:lnTo>
                    <a:pt x="703449" y="3065340"/>
                  </a:lnTo>
                  <a:lnTo>
                    <a:pt x="705350" y="3019157"/>
                  </a:lnTo>
                  <a:lnTo>
                    <a:pt x="707251" y="2991725"/>
                  </a:lnTo>
                  <a:lnTo>
                    <a:pt x="709152" y="2995671"/>
                  </a:lnTo>
                  <a:lnTo>
                    <a:pt x="711053" y="2955809"/>
                  </a:lnTo>
                  <a:lnTo>
                    <a:pt x="712955" y="2884815"/>
                  </a:lnTo>
                  <a:lnTo>
                    <a:pt x="714856" y="2943279"/>
                  </a:lnTo>
                  <a:lnTo>
                    <a:pt x="716757" y="3003549"/>
                  </a:lnTo>
                  <a:lnTo>
                    <a:pt x="718658" y="3003548"/>
                  </a:lnTo>
                  <a:lnTo>
                    <a:pt x="720560" y="3019251"/>
                  </a:lnTo>
                  <a:lnTo>
                    <a:pt x="722461" y="3079669"/>
                  </a:lnTo>
                  <a:lnTo>
                    <a:pt x="724362" y="3116972"/>
                  </a:lnTo>
                  <a:lnTo>
                    <a:pt x="726263" y="3116972"/>
                  </a:lnTo>
                  <a:lnTo>
                    <a:pt x="728164" y="3116972"/>
                  </a:lnTo>
                  <a:lnTo>
                    <a:pt x="730066" y="3116972"/>
                  </a:lnTo>
                  <a:lnTo>
                    <a:pt x="731967" y="3092377"/>
                  </a:lnTo>
                  <a:lnTo>
                    <a:pt x="733868" y="3072086"/>
                  </a:lnTo>
                  <a:lnTo>
                    <a:pt x="735769" y="3072086"/>
                  </a:lnTo>
                  <a:lnTo>
                    <a:pt x="737670" y="3072086"/>
                  </a:lnTo>
                  <a:lnTo>
                    <a:pt x="739572" y="3072086"/>
                  </a:lnTo>
                  <a:lnTo>
                    <a:pt x="741473" y="3072086"/>
                  </a:lnTo>
                  <a:lnTo>
                    <a:pt x="743374" y="3066854"/>
                  </a:lnTo>
                  <a:lnTo>
                    <a:pt x="745275" y="3032202"/>
                  </a:lnTo>
                  <a:lnTo>
                    <a:pt x="747177" y="3037509"/>
                  </a:lnTo>
                  <a:lnTo>
                    <a:pt x="749078" y="3047059"/>
                  </a:lnTo>
                  <a:lnTo>
                    <a:pt x="750979" y="3047060"/>
                  </a:lnTo>
                  <a:lnTo>
                    <a:pt x="752880" y="3059121"/>
                  </a:lnTo>
                  <a:lnTo>
                    <a:pt x="754781" y="3097348"/>
                  </a:lnTo>
                  <a:lnTo>
                    <a:pt x="756683" y="3116972"/>
                  </a:lnTo>
                  <a:lnTo>
                    <a:pt x="758584" y="3116972"/>
                  </a:lnTo>
                  <a:lnTo>
                    <a:pt x="760485" y="3116972"/>
                  </a:lnTo>
                  <a:lnTo>
                    <a:pt x="762386" y="3116972"/>
                  </a:lnTo>
                  <a:lnTo>
                    <a:pt x="764287" y="3116972"/>
                  </a:lnTo>
                  <a:lnTo>
                    <a:pt x="766189" y="3116972"/>
                  </a:lnTo>
                  <a:lnTo>
                    <a:pt x="768090" y="3116972"/>
                  </a:lnTo>
                  <a:lnTo>
                    <a:pt x="769991" y="3116972"/>
                  </a:lnTo>
                  <a:lnTo>
                    <a:pt x="771892" y="3109689"/>
                  </a:lnTo>
                  <a:lnTo>
                    <a:pt x="773794" y="3046540"/>
                  </a:lnTo>
                  <a:lnTo>
                    <a:pt x="775695" y="2998663"/>
                  </a:lnTo>
                  <a:lnTo>
                    <a:pt x="777596" y="2942279"/>
                  </a:lnTo>
                  <a:lnTo>
                    <a:pt x="779497" y="2945525"/>
                  </a:lnTo>
                  <a:lnTo>
                    <a:pt x="781398" y="2959048"/>
                  </a:lnTo>
                  <a:lnTo>
                    <a:pt x="783300" y="2913644"/>
                  </a:lnTo>
                  <a:lnTo>
                    <a:pt x="785201" y="2863469"/>
                  </a:lnTo>
                  <a:lnTo>
                    <a:pt x="787102" y="2883197"/>
                  </a:lnTo>
                  <a:lnTo>
                    <a:pt x="789003" y="2961594"/>
                  </a:lnTo>
                  <a:lnTo>
                    <a:pt x="790904" y="2966118"/>
                  </a:lnTo>
                  <a:lnTo>
                    <a:pt x="792806" y="2950688"/>
                  </a:lnTo>
                  <a:lnTo>
                    <a:pt x="794707" y="2963711"/>
                  </a:lnTo>
                  <a:lnTo>
                    <a:pt x="796608" y="2937637"/>
                  </a:lnTo>
                  <a:lnTo>
                    <a:pt x="798509" y="2807919"/>
                  </a:lnTo>
                  <a:lnTo>
                    <a:pt x="800411" y="2648401"/>
                  </a:lnTo>
                  <a:lnTo>
                    <a:pt x="802312" y="2570582"/>
                  </a:lnTo>
                  <a:lnTo>
                    <a:pt x="804213" y="2533276"/>
                  </a:lnTo>
                  <a:lnTo>
                    <a:pt x="806114" y="2552577"/>
                  </a:lnTo>
                  <a:lnTo>
                    <a:pt x="808015" y="2655959"/>
                  </a:lnTo>
                  <a:lnTo>
                    <a:pt x="809917" y="2793605"/>
                  </a:lnTo>
                  <a:lnTo>
                    <a:pt x="811818" y="2873427"/>
                  </a:lnTo>
                  <a:lnTo>
                    <a:pt x="813719" y="2941896"/>
                  </a:lnTo>
                  <a:lnTo>
                    <a:pt x="815620" y="2993833"/>
                  </a:lnTo>
                  <a:lnTo>
                    <a:pt x="817521" y="2922023"/>
                  </a:lnTo>
                  <a:lnTo>
                    <a:pt x="819423" y="2817261"/>
                  </a:lnTo>
                  <a:lnTo>
                    <a:pt x="821324" y="2812510"/>
                  </a:lnTo>
                  <a:lnTo>
                    <a:pt x="823225" y="2884686"/>
                  </a:lnTo>
                  <a:lnTo>
                    <a:pt x="825126" y="2925854"/>
                  </a:lnTo>
                  <a:lnTo>
                    <a:pt x="827028" y="2949578"/>
                  </a:lnTo>
                  <a:lnTo>
                    <a:pt x="828929" y="3005254"/>
                  </a:lnTo>
                  <a:lnTo>
                    <a:pt x="830830" y="3030692"/>
                  </a:lnTo>
                  <a:lnTo>
                    <a:pt x="832731" y="2913143"/>
                  </a:lnTo>
                  <a:lnTo>
                    <a:pt x="834632" y="2763136"/>
                  </a:lnTo>
                  <a:lnTo>
                    <a:pt x="836534" y="2674300"/>
                  </a:lnTo>
                  <a:lnTo>
                    <a:pt x="838435" y="2629918"/>
                  </a:lnTo>
                  <a:lnTo>
                    <a:pt x="840336" y="2644009"/>
                  </a:lnTo>
                  <a:lnTo>
                    <a:pt x="842237" y="2629828"/>
                  </a:lnTo>
                  <a:lnTo>
                    <a:pt x="844138" y="2641768"/>
                  </a:lnTo>
                  <a:lnTo>
                    <a:pt x="846040" y="2698573"/>
                  </a:lnTo>
                  <a:lnTo>
                    <a:pt x="847941" y="2741672"/>
                  </a:lnTo>
                  <a:lnTo>
                    <a:pt x="849842" y="2725644"/>
                  </a:lnTo>
                  <a:lnTo>
                    <a:pt x="851743" y="2719261"/>
                  </a:lnTo>
                  <a:lnTo>
                    <a:pt x="853645" y="2802203"/>
                  </a:lnTo>
                  <a:lnTo>
                    <a:pt x="855546" y="2877859"/>
                  </a:lnTo>
                  <a:lnTo>
                    <a:pt x="857447" y="2804473"/>
                  </a:lnTo>
                  <a:lnTo>
                    <a:pt x="859348" y="2634445"/>
                  </a:lnTo>
                  <a:lnTo>
                    <a:pt x="861249" y="2505629"/>
                  </a:lnTo>
                  <a:lnTo>
                    <a:pt x="863151" y="2457870"/>
                  </a:lnTo>
                  <a:lnTo>
                    <a:pt x="865052" y="2350727"/>
                  </a:lnTo>
                  <a:lnTo>
                    <a:pt x="866953" y="2282385"/>
                  </a:lnTo>
                  <a:lnTo>
                    <a:pt x="868854" y="2344999"/>
                  </a:lnTo>
                  <a:lnTo>
                    <a:pt x="870755" y="2481790"/>
                  </a:lnTo>
                  <a:lnTo>
                    <a:pt x="872657" y="2604651"/>
                  </a:lnTo>
                  <a:lnTo>
                    <a:pt x="874558" y="2646481"/>
                  </a:lnTo>
                  <a:lnTo>
                    <a:pt x="876459" y="2681181"/>
                  </a:lnTo>
                  <a:lnTo>
                    <a:pt x="878360" y="2671939"/>
                  </a:lnTo>
                  <a:lnTo>
                    <a:pt x="880261" y="2697619"/>
                  </a:lnTo>
                  <a:lnTo>
                    <a:pt x="882163" y="2677276"/>
                  </a:lnTo>
                  <a:lnTo>
                    <a:pt x="884064" y="2663143"/>
                  </a:lnTo>
                  <a:lnTo>
                    <a:pt x="885965" y="2664933"/>
                  </a:lnTo>
                  <a:lnTo>
                    <a:pt x="887866" y="2642715"/>
                  </a:lnTo>
                  <a:lnTo>
                    <a:pt x="889768" y="2611277"/>
                  </a:lnTo>
                  <a:lnTo>
                    <a:pt x="891669" y="2618516"/>
                  </a:lnTo>
                  <a:lnTo>
                    <a:pt x="893570" y="2701045"/>
                  </a:lnTo>
                  <a:lnTo>
                    <a:pt x="895471" y="2717938"/>
                  </a:lnTo>
                  <a:lnTo>
                    <a:pt x="897372" y="2594263"/>
                  </a:lnTo>
                  <a:lnTo>
                    <a:pt x="899274" y="2571847"/>
                  </a:lnTo>
                  <a:lnTo>
                    <a:pt x="901175" y="2599158"/>
                  </a:lnTo>
                  <a:lnTo>
                    <a:pt x="903076" y="2486721"/>
                  </a:lnTo>
                  <a:lnTo>
                    <a:pt x="904977" y="2404433"/>
                  </a:lnTo>
                  <a:lnTo>
                    <a:pt x="906878" y="2442517"/>
                  </a:lnTo>
                  <a:lnTo>
                    <a:pt x="908780" y="2567652"/>
                  </a:lnTo>
                  <a:lnTo>
                    <a:pt x="910681" y="2622096"/>
                  </a:lnTo>
                  <a:lnTo>
                    <a:pt x="912582" y="2655256"/>
                  </a:lnTo>
                  <a:lnTo>
                    <a:pt x="914483" y="2744690"/>
                  </a:lnTo>
                  <a:lnTo>
                    <a:pt x="916385" y="2726972"/>
                  </a:lnTo>
                  <a:lnTo>
                    <a:pt x="918286" y="2562320"/>
                  </a:lnTo>
                  <a:lnTo>
                    <a:pt x="920187" y="2404187"/>
                  </a:lnTo>
                  <a:lnTo>
                    <a:pt x="922088" y="2336539"/>
                  </a:lnTo>
                  <a:lnTo>
                    <a:pt x="923989" y="2357654"/>
                  </a:lnTo>
                  <a:lnTo>
                    <a:pt x="925891" y="2348398"/>
                  </a:lnTo>
                  <a:lnTo>
                    <a:pt x="927792" y="2388570"/>
                  </a:lnTo>
                  <a:lnTo>
                    <a:pt x="929693" y="2582333"/>
                  </a:lnTo>
                  <a:lnTo>
                    <a:pt x="931594" y="2781263"/>
                  </a:lnTo>
                  <a:lnTo>
                    <a:pt x="933495" y="2911246"/>
                  </a:lnTo>
                  <a:lnTo>
                    <a:pt x="935397" y="2957003"/>
                  </a:lnTo>
                  <a:lnTo>
                    <a:pt x="937298" y="3019605"/>
                  </a:lnTo>
                  <a:lnTo>
                    <a:pt x="939199" y="2968111"/>
                  </a:lnTo>
                  <a:lnTo>
                    <a:pt x="941100" y="2788892"/>
                  </a:lnTo>
                  <a:lnTo>
                    <a:pt x="943002" y="2671033"/>
                  </a:lnTo>
                  <a:lnTo>
                    <a:pt x="944903" y="2552044"/>
                  </a:lnTo>
                  <a:lnTo>
                    <a:pt x="946804" y="2418102"/>
                  </a:lnTo>
                  <a:lnTo>
                    <a:pt x="948705" y="2255411"/>
                  </a:lnTo>
                  <a:lnTo>
                    <a:pt x="950606" y="2316064"/>
                  </a:lnTo>
                  <a:lnTo>
                    <a:pt x="952508" y="2489985"/>
                  </a:lnTo>
                  <a:lnTo>
                    <a:pt x="954409" y="2616813"/>
                  </a:lnTo>
                  <a:lnTo>
                    <a:pt x="956310" y="2709493"/>
                  </a:lnTo>
                  <a:lnTo>
                    <a:pt x="958211" y="2780378"/>
                  </a:lnTo>
                  <a:lnTo>
                    <a:pt x="960112" y="2892508"/>
                  </a:lnTo>
                  <a:lnTo>
                    <a:pt x="962014" y="2897801"/>
                  </a:lnTo>
                  <a:lnTo>
                    <a:pt x="963915" y="2816009"/>
                  </a:lnTo>
                  <a:lnTo>
                    <a:pt x="965816" y="2683054"/>
                  </a:lnTo>
                  <a:lnTo>
                    <a:pt x="967717" y="2640883"/>
                  </a:lnTo>
                  <a:lnTo>
                    <a:pt x="969619" y="2706588"/>
                  </a:lnTo>
                  <a:lnTo>
                    <a:pt x="971520" y="2762543"/>
                  </a:lnTo>
                  <a:lnTo>
                    <a:pt x="973421" y="2773427"/>
                  </a:lnTo>
                  <a:lnTo>
                    <a:pt x="975322" y="2770013"/>
                  </a:lnTo>
                  <a:lnTo>
                    <a:pt x="977223" y="2859141"/>
                  </a:lnTo>
                  <a:lnTo>
                    <a:pt x="979125" y="2931793"/>
                  </a:lnTo>
                  <a:lnTo>
                    <a:pt x="981026" y="2902532"/>
                  </a:lnTo>
                  <a:lnTo>
                    <a:pt x="982927" y="2830793"/>
                  </a:lnTo>
                  <a:lnTo>
                    <a:pt x="984828" y="2787320"/>
                  </a:lnTo>
                  <a:lnTo>
                    <a:pt x="986729" y="2799150"/>
                  </a:lnTo>
                  <a:lnTo>
                    <a:pt x="988631" y="2772438"/>
                  </a:lnTo>
                  <a:lnTo>
                    <a:pt x="990532" y="2775383"/>
                  </a:lnTo>
                  <a:lnTo>
                    <a:pt x="992433" y="2771711"/>
                  </a:lnTo>
                  <a:lnTo>
                    <a:pt x="994334" y="2819910"/>
                  </a:lnTo>
                  <a:lnTo>
                    <a:pt x="996236" y="2887275"/>
                  </a:lnTo>
                  <a:lnTo>
                    <a:pt x="998137" y="2876894"/>
                  </a:lnTo>
                  <a:lnTo>
                    <a:pt x="1000038" y="2851322"/>
                  </a:lnTo>
                  <a:lnTo>
                    <a:pt x="1001939" y="2821068"/>
                  </a:lnTo>
                  <a:lnTo>
                    <a:pt x="1003840" y="2809379"/>
                  </a:lnTo>
                  <a:lnTo>
                    <a:pt x="1005742" y="2738059"/>
                  </a:lnTo>
                  <a:lnTo>
                    <a:pt x="1007643" y="2711214"/>
                  </a:lnTo>
                  <a:lnTo>
                    <a:pt x="1009544" y="2766846"/>
                  </a:lnTo>
                  <a:lnTo>
                    <a:pt x="1011445" y="2773945"/>
                  </a:lnTo>
                  <a:lnTo>
                    <a:pt x="1013346" y="2729063"/>
                  </a:lnTo>
                  <a:lnTo>
                    <a:pt x="1015248" y="2756252"/>
                  </a:lnTo>
                  <a:lnTo>
                    <a:pt x="1017149" y="2844854"/>
                  </a:lnTo>
                  <a:lnTo>
                    <a:pt x="1019050" y="2795348"/>
                  </a:lnTo>
                  <a:lnTo>
                    <a:pt x="1020951" y="2665990"/>
                  </a:lnTo>
                  <a:lnTo>
                    <a:pt x="1022853" y="2671858"/>
                  </a:lnTo>
                  <a:lnTo>
                    <a:pt x="1024754" y="2659992"/>
                  </a:lnTo>
                  <a:lnTo>
                    <a:pt x="1026655" y="2580146"/>
                  </a:lnTo>
                  <a:lnTo>
                    <a:pt x="1028556" y="2541052"/>
                  </a:lnTo>
                  <a:lnTo>
                    <a:pt x="1030457" y="2623721"/>
                  </a:lnTo>
                  <a:lnTo>
                    <a:pt x="1032359" y="2700623"/>
                  </a:lnTo>
                  <a:lnTo>
                    <a:pt x="1034260" y="2678227"/>
                  </a:lnTo>
                  <a:lnTo>
                    <a:pt x="1036161" y="2655402"/>
                  </a:lnTo>
                  <a:lnTo>
                    <a:pt x="1038062" y="2741271"/>
                  </a:lnTo>
                  <a:lnTo>
                    <a:pt x="1039963" y="2814056"/>
                  </a:lnTo>
                  <a:lnTo>
                    <a:pt x="1041865" y="2825811"/>
                  </a:lnTo>
                  <a:lnTo>
                    <a:pt x="1043766" y="2891175"/>
                  </a:lnTo>
                  <a:lnTo>
                    <a:pt x="1045667" y="2931752"/>
                  </a:lnTo>
                  <a:lnTo>
                    <a:pt x="1047568" y="2957177"/>
                  </a:lnTo>
                  <a:lnTo>
                    <a:pt x="1049470" y="2899348"/>
                  </a:lnTo>
                  <a:lnTo>
                    <a:pt x="1051371" y="2811458"/>
                  </a:lnTo>
                  <a:lnTo>
                    <a:pt x="1053272" y="2761739"/>
                  </a:lnTo>
                  <a:lnTo>
                    <a:pt x="1055173" y="2721759"/>
                  </a:lnTo>
                  <a:lnTo>
                    <a:pt x="1057074" y="2729801"/>
                  </a:lnTo>
                  <a:lnTo>
                    <a:pt x="1058976" y="2791722"/>
                  </a:lnTo>
                  <a:lnTo>
                    <a:pt x="1060877" y="2860385"/>
                  </a:lnTo>
                  <a:lnTo>
                    <a:pt x="1062778" y="2965292"/>
                  </a:lnTo>
                  <a:lnTo>
                    <a:pt x="1064679" y="3035924"/>
                  </a:lnTo>
                  <a:lnTo>
                    <a:pt x="1066580" y="3083676"/>
                  </a:lnTo>
                  <a:lnTo>
                    <a:pt x="1068482" y="3116972"/>
                  </a:lnTo>
                  <a:lnTo>
                    <a:pt x="1070383" y="3116972"/>
                  </a:lnTo>
                  <a:lnTo>
                    <a:pt x="1072284" y="3116972"/>
                  </a:lnTo>
                  <a:lnTo>
                    <a:pt x="1074185" y="3116972"/>
                  </a:lnTo>
                  <a:lnTo>
                    <a:pt x="1076087" y="3116972"/>
                  </a:lnTo>
                  <a:lnTo>
                    <a:pt x="1077988" y="3116972"/>
                  </a:lnTo>
                  <a:lnTo>
                    <a:pt x="1079889" y="3116972"/>
                  </a:lnTo>
                  <a:lnTo>
                    <a:pt x="1081790" y="3092676"/>
                  </a:lnTo>
                  <a:lnTo>
                    <a:pt x="1083691" y="3050834"/>
                  </a:lnTo>
                  <a:lnTo>
                    <a:pt x="1085593" y="3021026"/>
                  </a:lnTo>
                  <a:lnTo>
                    <a:pt x="1087494" y="3021302"/>
                  </a:lnTo>
                  <a:lnTo>
                    <a:pt x="1089395" y="2996293"/>
                  </a:lnTo>
                  <a:lnTo>
                    <a:pt x="1091296" y="2902871"/>
                  </a:lnTo>
                  <a:lnTo>
                    <a:pt x="1093197" y="2877346"/>
                  </a:lnTo>
                  <a:lnTo>
                    <a:pt x="1095099" y="2832808"/>
                  </a:lnTo>
                  <a:lnTo>
                    <a:pt x="1097000" y="2815790"/>
                  </a:lnTo>
                  <a:lnTo>
                    <a:pt x="1098901" y="2709553"/>
                  </a:lnTo>
                  <a:lnTo>
                    <a:pt x="1100802" y="2569483"/>
                  </a:lnTo>
                  <a:lnTo>
                    <a:pt x="1102704" y="2578984"/>
                  </a:lnTo>
                  <a:lnTo>
                    <a:pt x="1104605" y="2638767"/>
                  </a:lnTo>
                  <a:lnTo>
                    <a:pt x="1106506" y="2681193"/>
                  </a:lnTo>
                  <a:lnTo>
                    <a:pt x="1108407" y="2666093"/>
                  </a:lnTo>
                  <a:lnTo>
                    <a:pt x="1110308" y="2695743"/>
                  </a:lnTo>
                  <a:lnTo>
                    <a:pt x="1112210" y="2739472"/>
                  </a:lnTo>
                  <a:lnTo>
                    <a:pt x="1114111" y="2824807"/>
                  </a:lnTo>
                  <a:lnTo>
                    <a:pt x="1116012" y="2866980"/>
                  </a:lnTo>
                  <a:lnTo>
                    <a:pt x="1117913" y="2878480"/>
                  </a:lnTo>
                  <a:lnTo>
                    <a:pt x="1119814" y="2910293"/>
                  </a:lnTo>
                  <a:lnTo>
                    <a:pt x="1121716" y="2982971"/>
                  </a:lnTo>
                  <a:lnTo>
                    <a:pt x="1123617" y="3088905"/>
                  </a:lnTo>
                  <a:lnTo>
                    <a:pt x="1125518" y="3050842"/>
                  </a:lnTo>
                  <a:lnTo>
                    <a:pt x="1127419" y="2951435"/>
                  </a:lnTo>
                  <a:lnTo>
                    <a:pt x="1129321" y="2946269"/>
                  </a:lnTo>
                  <a:lnTo>
                    <a:pt x="1131222" y="3023826"/>
                  </a:lnTo>
                  <a:lnTo>
                    <a:pt x="1133123" y="3073275"/>
                  </a:lnTo>
                  <a:lnTo>
                    <a:pt x="1135024" y="3081892"/>
                  </a:lnTo>
                  <a:lnTo>
                    <a:pt x="1136925" y="3087840"/>
                  </a:lnTo>
                  <a:lnTo>
                    <a:pt x="1138827" y="3095964"/>
                  </a:lnTo>
                  <a:lnTo>
                    <a:pt x="1140728" y="3059960"/>
                  </a:lnTo>
                  <a:lnTo>
                    <a:pt x="1142629" y="3005947"/>
                  </a:lnTo>
                  <a:lnTo>
                    <a:pt x="1144530" y="2950273"/>
                  </a:lnTo>
                  <a:lnTo>
                    <a:pt x="1146431" y="2895511"/>
                  </a:lnTo>
                  <a:lnTo>
                    <a:pt x="1148333" y="2871190"/>
                  </a:lnTo>
                  <a:lnTo>
                    <a:pt x="1150234" y="2844050"/>
                  </a:lnTo>
                  <a:lnTo>
                    <a:pt x="1152135" y="2845758"/>
                  </a:lnTo>
                  <a:lnTo>
                    <a:pt x="1154036" y="2841636"/>
                  </a:lnTo>
                  <a:lnTo>
                    <a:pt x="1155938" y="2851494"/>
                  </a:lnTo>
                  <a:lnTo>
                    <a:pt x="1157839" y="2888937"/>
                  </a:lnTo>
                  <a:lnTo>
                    <a:pt x="1159740" y="2898489"/>
                  </a:lnTo>
                  <a:lnTo>
                    <a:pt x="1161641" y="2895784"/>
                  </a:lnTo>
                  <a:lnTo>
                    <a:pt x="1163542" y="2876928"/>
                  </a:lnTo>
                  <a:lnTo>
                    <a:pt x="1165444" y="2883199"/>
                  </a:lnTo>
                  <a:lnTo>
                    <a:pt x="1167345" y="2921921"/>
                  </a:lnTo>
                  <a:lnTo>
                    <a:pt x="1169246" y="2956950"/>
                  </a:lnTo>
                  <a:lnTo>
                    <a:pt x="1171147" y="2960794"/>
                  </a:lnTo>
                  <a:lnTo>
                    <a:pt x="1173048" y="2974760"/>
                  </a:lnTo>
                  <a:lnTo>
                    <a:pt x="1174950" y="2962693"/>
                  </a:lnTo>
                  <a:lnTo>
                    <a:pt x="1176851" y="2921456"/>
                  </a:lnTo>
                  <a:lnTo>
                    <a:pt x="1178752" y="2849743"/>
                  </a:lnTo>
                  <a:lnTo>
                    <a:pt x="1180653" y="2770030"/>
                  </a:lnTo>
                  <a:lnTo>
                    <a:pt x="1182554" y="2740156"/>
                  </a:lnTo>
                  <a:lnTo>
                    <a:pt x="1184456" y="2749127"/>
                  </a:lnTo>
                  <a:lnTo>
                    <a:pt x="1186357" y="2753324"/>
                  </a:lnTo>
                  <a:lnTo>
                    <a:pt x="1188258" y="2774750"/>
                  </a:lnTo>
                  <a:lnTo>
                    <a:pt x="1190159" y="2770479"/>
                  </a:lnTo>
                  <a:lnTo>
                    <a:pt x="1192061" y="2791460"/>
                  </a:lnTo>
                  <a:lnTo>
                    <a:pt x="1193962" y="2818933"/>
                  </a:lnTo>
                  <a:lnTo>
                    <a:pt x="1195863" y="2858258"/>
                  </a:lnTo>
                  <a:lnTo>
                    <a:pt x="1197764" y="2886738"/>
                  </a:lnTo>
                  <a:lnTo>
                    <a:pt x="1199665" y="2844687"/>
                  </a:lnTo>
                  <a:lnTo>
                    <a:pt x="1201567" y="2871861"/>
                  </a:lnTo>
                  <a:lnTo>
                    <a:pt x="1203468" y="2914162"/>
                  </a:lnTo>
                  <a:lnTo>
                    <a:pt x="1205369" y="2904412"/>
                  </a:lnTo>
                  <a:lnTo>
                    <a:pt x="1207270" y="2879135"/>
                  </a:lnTo>
                  <a:lnTo>
                    <a:pt x="1209171" y="2908413"/>
                  </a:lnTo>
                  <a:lnTo>
                    <a:pt x="1211073" y="2968128"/>
                  </a:lnTo>
                  <a:lnTo>
                    <a:pt x="1212974" y="2983989"/>
                  </a:lnTo>
                  <a:lnTo>
                    <a:pt x="1214875" y="2955776"/>
                  </a:lnTo>
                  <a:lnTo>
                    <a:pt x="1216776" y="2963144"/>
                  </a:lnTo>
                  <a:lnTo>
                    <a:pt x="1218678" y="2941482"/>
                  </a:lnTo>
                  <a:lnTo>
                    <a:pt x="1220579" y="2885489"/>
                  </a:lnTo>
                  <a:lnTo>
                    <a:pt x="1222480" y="2864214"/>
                  </a:lnTo>
                  <a:lnTo>
                    <a:pt x="1224381" y="2888793"/>
                  </a:lnTo>
                  <a:lnTo>
                    <a:pt x="1226282" y="2912458"/>
                  </a:lnTo>
                  <a:lnTo>
                    <a:pt x="1228184" y="2894876"/>
                  </a:lnTo>
                  <a:lnTo>
                    <a:pt x="1230085" y="2931600"/>
                  </a:lnTo>
                  <a:lnTo>
                    <a:pt x="1231986" y="2997796"/>
                  </a:lnTo>
                  <a:lnTo>
                    <a:pt x="1233887" y="2922010"/>
                  </a:lnTo>
                  <a:lnTo>
                    <a:pt x="1235788" y="2772383"/>
                  </a:lnTo>
                  <a:lnTo>
                    <a:pt x="1237690" y="2744404"/>
                  </a:lnTo>
                  <a:lnTo>
                    <a:pt x="1239591" y="2740680"/>
                  </a:lnTo>
                  <a:lnTo>
                    <a:pt x="1241492" y="2729810"/>
                  </a:lnTo>
                  <a:lnTo>
                    <a:pt x="1243393" y="2712760"/>
                  </a:lnTo>
                  <a:lnTo>
                    <a:pt x="1245295" y="2684565"/>
                  </a:lnTo>
                  <a:lnTo>
                    <a:pt x="1247196" y="2689872"/>
                  </a:lnTo>
                  <a:lnTo>
                    <a:pt x="1249097" y="2598132"/>
                  </a:lnTo>
                  <a:lnTo>
                    <a:pt x="1250998" y="2534789"/>
                  </a:lnTo>
                  <a:lnTo>
                    <a:pt x="1252899" y="2449377"/>
                  </a:lnTo>
                  <a:lnTo>
                    <a:pt x="1254801" y="2414612"/>
                  </a:lnTo>
                  <a:lnTo>
                    <a:pt x="1256702" y="2464197"/>
                  </a:lnTo>
                  <a:lnTo>
                    <a:pt x="1258603" y="2513279"/>
                  </a:lnTo>
                  <a:lnTo>
                    <a:pt x="1260504" y="2516419"/>
                  </a:lnTo>
                  <a:lnTo>
                    <a:pt x="1262405" y="2525843"/>
                  </a:lnTo>
                  <a:lnTo>
                    <a:pt x="1264307" y="2583076"/>
                  </a:lnTo>
                  <a:lnTo>
                    <a:pt x="1266208" y="2618171"/>
                  </a:lnTo>
                  <a:lnTo>
                    <a:pt x="1268109" y="2665050"/>
                  </a:lnTo>
                  <a:lnTo>
                    <a:pt x="1270010" y="2657304"/>
                  </a:lnTo>
                  <a:lnTo>
                    <a:pt x="1271912" y="2734078"/>
                  </a:lnTo>
                  <a:lnTo>
                    <a:pt x="1273813" y="2846303"/>
                  </a:lnTo>
                  <a:lnTo>
                    <a:pt x="1275714" y="2915794"/>
                  </a:lnTo>
                  <a:lnTo>
                    <a:pt x="1277615" y="2936204"/>
                  </a:lnTo>
                  <a:lnTo>
                    <a:pt x="1279516" y="2964997"/>
                  </a:lnTo>
                  <a:lnTo>
                    <a:pt x="1281418" y="3037626"/>
                  </a:lnTo>
                  <a:lnTo>
                    <a:pt x="1283319" y="3096095"/>
                  </a:lnTo>
                  <a:lnTo>
                    <a:pt x="1285220" y="3015233"/>
                  </a:lnTo>
                  <a:lnTo>
                    <a:pt x="1287121" y="2886199"/>
                  </a:lnTo>
                  <a:lnTo>
                    <a:pt x="1289022" y="2874227"/>
                  </a:lnTo>
                  <a:lnTo>
                    <a:pt x="1290924" y="2880596"/>
                  </a:lnTo>
                  <a:lnTo>
                    <a:pt x="1292825" y="2864024"/>
                  </a:lnTo>
                  <a:lnTo>
                    <a:pt x="1294726" y="2816714"/>
                  </a:lnTo>
                  <a:lnTo>
                    <a:pt x="1296627" y="2882896"/>
                  </a:lnTo>
                  <a:lnTo>
                    <a:pt x="1298529" y="2965784"/>
                  </a:lnTo>
                  <a:lnTo>
                    <a:pt x="1300430" y="2960902"/>
                  </a:lnTo>
                  <a:lnTo>
                    <a:pt x="1302331" y="2941883"/>
                  </a:lnTo>
                  <a:lnTo>
                    <a:pt x="1304232" y="2943883"/>
                  </a:lnTo>
                  <a:lnTo>
                    <a:pt x="1306133" y="2881642"/>
                  </a:lnTo>
                  <a:lnTo>
                    <a:pt x="1308035" y="2821662"/>
                  </a:lnTo>
                  <a:lnTo>
                    <a:pt x="1309936" y="2845552"/>
                  </a:lnTo>
                  <a:lnTo>
                    <a:pt x="1311837" y="2854717"/>
                  </a:lnTo>
                  <a:lnTo>
                    <a:pt x="1313738" y="2806841"/>
                  </a:lnTo>
                  <a:lnTo>
                    <a:pt x="1315639" y="2761825"/>
                  </a:lnTo>
                  <a:lnTo>
                    <a:pt x="1317541" y="2781822"/>
                  </a:lnTo>
                  <a:lnTo>
                    <a:pt x="1319442" y="2815892"/>
                  </a:lnTo>
                  <a:lnTo>
                    <a:pt x="1321343" y="2808831"/>
                  </a:lnTo>
                  <a:lnTo>
                    <a:pt x="1323244" y="2787016"/>
                  </a:lnTo>
                  <a:lnTo>
                    <a:pt x="1325146" y="2768583"/>
                  </a:lnTo>
                  <a:lnTo>
                    <a:pt x="1327047" y="2693438"/>
                  </a:lnTo>
                  <a:lnTo>
                    <a:pt x="1328948" y="2535999"/>
                  </a:lnTo>
                  <a:lnTo>
                    <a:pt x="1330849" y="2351918"/>
                  </a:lnTo>
                  <a:lnTo>
                    <a:pt x="1332750" y="2254941"/>
                  </a:lnTo>
                  <a:lnTo>
                    <a:pt x="1334652" y="2169919"/>
                  </a:lnTo>
                  <a:lnTo>
                    <a:pt x="1336553" y="2090675"/>
                  </a:lnTo>
                  <a:lnTo>
                    <a:pt x="1338454" y="2070812"/>
                  </a:lnTo>
                  <a:lnTo>
                    <a:pt x="1340355" y="2090700"/>
                  </a:lnTo>
                  <a:lnTo>
                    <a:pt x="1342256" y="2134139"/>
                  </a:lnTo>
                  <a:lnTo>
                    <a:pt x="1344158" y="2220200"/>
                  </a:lnTo>
                  <a:lnTo>
                    <a:pt x="1346059" y="2291127"/>
                  </a:lnTo>
                  <a:lnTo>
                    <a:pt x="1347960" y="2304842"/>
                  </a:lnTo>
                  <a:lnTo>
                    <a:pt x="1349861" y="2304866"/>
                  </a:lnTo>
                  <a:lnTo>
                    <a:pt x="1351763" y="2403080"/>
                  </a:lnTo>
                  <a:lnTo>
                    <a:pt x="1353664" y="2429859"/>
                  </a:lnTo>
                  <a:lnTo>
                    <a:pt x="1355565" y="2290194"/>
                  </a:lnTo>
                  <a:lnTo>
                    <a:pt x="1357466" y="2159889"/>
                  </a:lnTo>
                  <a:lnTo>
                    <a:pt x="1359367" y="2219158"/>
                  </a:lnTo>
                  <a:lnTo>
                    <a:pt x="1361269" y="2314511"/>
                  </a:lnTo>
                  <a:lnTo>
                    <a:pt x="1363170" y="2316781"/>
                  </a:lnTo>
                  <a:lnTo>
                    <a:pt x="1365071" y="2426679"/>
                  </a:lnTo>
                  <a:lnTo>
                    <a:pt x="1366972" y="2517650"/>
                  </a:lnTo>
                  <a:lnTo>
                    <a:pt x="1368873" y="2539512"/>
                  </a:lnTo>
                  <a:lnTo>
                    <a:pt x="1370775" y="2473892"/>
                  </a:lnTo>
                  <a:lnTo>
                    <a:pt x="1372676" y="2429880"/>
                  </a:lnTo>
                  <a:lnTo>
                    <a:pt x="1374577" y="2382352"/>
                  </a:lnTo>
                  <a:lnTo>
                    <a:pt x="1376478" y="2231375"/>
                  </a:lnTo>
                  <a:lnTo>
                    <a:pt x="1378380" y="2090376"/>
                  </a:lnTo>
                  <a:lnTo>
                    <a:pt x="1380281" y="2072780"/>
                  </a:lnTo>
                  <a:lnTo>
                    <a:pt x="1382182" y="2069457"/>
                  </a:lnTo>
                  <a:lnTo>
                    <a:pt x="1384083" y="2129390"/>
                  </a:lnTo>
                  <a:lnTo>
                    <a:pt x="1385984" y="2236029"/>
                  </a:lnTo>
                  <a:lnTo>
                    <a:pt x="1387886" y="2329930"/>
                  </a:lnTo>
                  <a:lnTo>
                    <a:pt x="1389787" y="2370862"/>
                  </a:lnTo>
                  <a:lnTo>
                    <a:pt x="1391688" y="2337507"/>
                  </a:lnTo>
                  <a:lnTo>
                    <a:pt x="1393589" y="2317645"/>
                  </a:lnTo>
                  <a:lnTo>
                    <a:pt x="1395490" y="2166179"/>
                  </a:lnTo>
                  <a:lnTo>
                    <a:pt x="1397392" y="2048185"/>
                  </a:lnTo>
                  <a:lnTo>
                    <a:pt x="1399293" y="2044976"/>
                  </a:lnTo>
                  <a:lnTo>
                    <a:pt x="1401194" y="2093635"/>
                  </a:lnTo>
                  <a:lnTo>
                    <a:pt x="1403095" y="2151050"/>
                  </a:lnTo>
                  <a:lnTo>
                    <a:pt x="1404997" y="2210641"/>
                  </a:lnTo>
                  <a:lnTo>
                    <a:pt x="1406898" y="2233803"/>
                  </a:lnTo>
                  <a:lnTo>
                    <a:pt x="1408799" y="2235629"/>
                  </a:lnTo>
                  <a:lnTo>
                    <a:pt x="1410700" y="2184583"/>
                  </a:lnTo>
                  <a:lnTo>
                    <a:pt x="1412601" y="2095209"/>
                  </a:lnTo>
                  <a:lnTo>
                    <a:pt x="1414503" y="1960282"/>
                  </a:lnTo>
                  <a:lnTo>
                    <a:pt x="1416404" y="1784082"/>
                  </a:lnTo>
                  <a:lnTo>
                    <a:pt x="1418305" y="1661825"/>
                  </a:lnTo>
                  <a:lnTo>
                    <a:pt x="1420206" y="1517904"/>
                  </a:lnTo>
                  <a:lnTo>
                    <a:pt x="1422107" y="1444249"/>
                  </a:lnTo>
                  <a:lnTo>
                    <a:pt x="1424009" y="1378978"/>
                  </a:lnTo>
                  <a:lnTo>
                    <a:pt x="1425910" y="1299534"/>
                  </a:lnTo>
                  <a:lnTo>
                    <a:pt x="1427811" y="1276339"/>
                  </a:lnTo>
                  <a:lnTo>
                    <a:pt x="1429712" y="1241922"/>
                  </a:lnTo>
                  <a:lnTo>
                    <a:pt x="1431614" y="1199398"/>
                  </a:lnTo>
                  <a:lnTo>
                    <a:pt x="1433515" y="1141305"/>
                  </a:lnTo>
                  <a:lnTo>
                    <a:pt x="1435416" y="1125403"/>
                  </a:lnTo>
                  <a:lnTo>
                    <a:pt x="1437317" y="1220694"/>
                  </a:lnTo>
                  <a:lnTo>
                    <a:pt x="1439218" y="1311803"/>
                  </a:lnTo>
                  <a:lnTo>
                    <a:pt x="1441120" y="1469754"/>
                  </a:lnTo>
                  <a:lnTo>
                    <a:pt x="1443021" y="1668720"/>
                  </a:lnTo>
                  <a:lnTo>
                    <a:pt x="1444922" y="1795066"/>
                  </a:lnTo>
                  <a:lnTo>
                    <a:pt x="1446823" y="1912534"/>
                  </a:lnTo>
                  <a:lnTo>
                    <a:pt x="1448724" y="1995816"/>
                  </a:lnTo>
                  <a:lnTo>
                    <a:pt x="1450626" y="2038085"/>
                  </a:lnTo>
                  <a:lnTo>
                    <a:pt x="1452527" y="1959077"/>
                  </a:lnTo>
                  <a:lnTo>
                    <a:pt x="1454428" y="1822276"/>
                  </a:lnTo>
                  <a:lnTo>
                    <a:pt x="1456329" y="1779285"/>
                  </a:lnTo>
                  <a:lnTo>
                    <a:pt x="1458230" y="1710297"/>
                  </a:lnTo>
                  <a:lnTo>
                    <a:pt x="1460132" y="1521463"/>
                  </a:lnTo>
                  <a:lnTo>
                    <a:pt x="1462033" y="1319000"/>
                  </a:lnTo>
                  <a:lnTo>
                    <a:pt x="1463934" y="1174724"/>
                  </a:lnTo>
                  <a:lnTo>
                    <a:pt x="1465835" y="1062088"/>
                  </a:lnTo>
                  <a:lnTo>
                    <a:pt x="1467737" y="865138"/>
                  </a:lnTo>
                  <a:lnTo>
                    <a:pt x="1469638" y="728033"/>
                  </a:lnTo>
                  <a:lnTo>
                    <a:pt x="1471539" y="707251"/>
                  </a:lnTo>
                  <a:lnTo>
                    <a:pt x="1473440" y="709090"/>
                  </a:lnTo>
                  <a:lnTo>
                    <a:pt x="1475341" y="731061"/>
                  </a:lnTo>
                  <a:lnTo>
                    <a:pt x="1477243" y="743783"/>
                  </a:lnTo>
                  <a:lnTo>
                    <a:pt x="1479144" y="752798"/>
                  </a:lnTo>
                  <a:lnTo>
                    <a:pt x="1481045" y="741508"/>
                  </a:lnTo>
                  <a:lnTo>
                    <a:pt x="1482946" y="768926"/>
                  </a:lnTo>
                  <a:lnTo>
                    <a:pt x="1484847" y="855778"/>
                  </a:lnTo>
                  <a:lnTo>
                    <a:pt x="1486749" y="997841"/>
                  </a:lnTo>
                  <a:lnTo>
                    <a:pt x="1488650" y="1167313"/>
                  </a:lnTo>
                  <a:lnTo>
                    <a:pt x="1490551" y="1310081"/>
                  </a:lnTo>
                  <a:lnTo>
                    <a:pt x="1492452" y="1421968"/>
                  </a:lnTo>
                  <a:lnTo>
                    <a:pt x="1494354" y="1542716"/>
                  </a:lnTo>
                  <a:lnTo>
                    <a:pt x="1496255" y="1579581"/>
                  </a:lnTo>
                  <a:lnTo>
                    <a:pt x="1498156" y="1548204"/>
                  </a:lnTo>
                  <a:lnTo>
                    <a:pt x="1500057" y="1509741"/>
                  </a:lnTo>
                  <a:lnTo>
                    <a:pt x="1501958" y="1511574"/>
                  </a:lnTo>
                  <a:lnTo>
                    <a:pt x="1503860" y="1574423"/>
                  </a:lnTo>
                  <a:lnTo>
                    <a:pt x="1505761" y="1538983"/>
                  </a:lnTo>
                  <a:lnTo>
                    <a:pt x="1507662" y="1513647"/>
                  </a:lnTo>
                  <a:lnTo>
                    <a:pt x="1509563" y="1511309"/>
                  </a:lnTo>
                  <a:lnTo>
                    <a:pt x="1511464" y="1543025"/>
                  </a:lnTo>
                  <a:lnTo>
                    <a:pt x="1513366" y="1567241"/>
                  </a:lnTo>
                  <a:lnTo>
                    <a:pt x="1515267" y="1579540"/>
                  </a:lnTo>
                  <a:lnTo>
                    <a:pt x="1517168" y="1687533"/>
                  </a:lnTo>
                  <a:lnTo>
                    <a:pt x="1519069" y="1806427"/>
                  </a:lnTo>
                  <a:lnTo>
                    <a:pt x="1520971" y="1877994"/>
                  </a:lnTo>
                  <a:lnTo>
                    <a:pt x="1522872" y="1986541"/>
                  </a:lnTo>
                  <a:lnTo>
                    <a:pt x="1524773" y="2115896"/>
                  </a:lnTo>
                  <a:lnTo>
                    <a:pt x="1526674" y="2190501"/>
                  </a:lnTo>
                  <a:lnTo>
                    <a:pt x="1528575" y="2288396"/>
                  </a:lnTo>
                  <a:lnTo>
                    <a:pt x="1530477" y="2317601"/>
                  </a:lnTo>
                  <a:lnTo>
                    <a:pt x="1532378" y="2370252"/>
                  </a:lnTo>
                  <a:lnTo>
                    <a:pt x="1534279" y="2354681"/>
                  </a:lnTo>
                  <a:lnTo>
                    <a:pt x="1536180" y="2258683"/>
                  </a:lnTo>
                  <a:lnTo>
                    <a:pt x="1538081" y="2236935"/>
                  </a:lnTo>
                  <a:lnTo>
                    <a:pt x="1539983" y="2151809"/>
                  </a:lnTo>
                  <a:lnTo>
                    <a:pt x="1541884" y="2181696"/>
                  </a:lnTo>
                  <a:lnTo>
                    <a:pt x="1543785" y="2190022"/>
                  </a:lnTo>
                  <a:lnTo>
                    <a:pt x="1545686" y="2170037"/>
                  </a:lnTo>
                  <a:lnTo>
                    <a:pt x="1547588" y="2279939"/>
                  </a:lnTo>
                  <a:lnTo>
                    <a:pt x="1549489" y="2368899"/>
                  </a:lnTo>
                  <a:lnTo>
                    <a:pt x="1551390" y="2365231"/>
                  </a:lnTo>
                  <a:lnTo>
                    <a:pt x="1553291" y="2302328"/>
                  </a:lnTo>
                  <a:lnTo>
                    <a:pt x="1555192" y="2238432"/>
                  </a:lnTo>
                  <a:lnTo>
                    <a:pt x="1557094" y="2229106"/>
                  </a:lnTo>
                  <a:lnTo>
                    <a:pt x="1558995" y="2145616"/>
                  </a:lnTo>
                  <a:lnTo>
                    <a:pt x="1560896" y="2084328"/>
                  </a:lnTo>
                  <a:lnTo>
                    <a:pt x="1562797" y="2143529"/>
                  </a:lnTo>
                  <a:lnTo>
                    <a:pt x="1564698" y="2249222"/>
                  </a:lnTo>
                  <a:lnTo>
                    <a:pt x="1566600" y="2389053"/>
                  </a:lnTo>
                  <a:lnTo>
                    <a:pt x="1568501" y="2442898"/>
                  </a:lnTo>
                  <a:lnTo>
                    <a:pt x="1570402" y="2469825"/>
                  </a:lnTo>
                  <a:lnTo>
                    <a:pt x="1572303" y="2468879"/>
                  </a:lnTo>
                  <a:lnTo>
                    <a:pt x="1574205" y="2496797"/>
                  </a:lnTo>
                  <a:lnTo>
                    <a:pt x="1576106" y="2445666"/>
                  </a:lnTo>
                  <a:lnTo>
                    <a:pt x="1578007" y="2384367"/>
                  </a:lnTo>
                  <a:lnTo>
                    <a:pt x="1579908" y="2397978"/>
                  </a:lnTo>
                  <a:lnTo>
                    <a:pt x="1581809" y="2404527"/>
                  </a:lnTo>
                  <a:lnTo>
                    <a:pt x="1583711" y="2372163"/>
                  </a:lnTo>
                  <a:lnTo>
                    <a:pt x="1585612" y="2291023"/>
                  </a:lnTo>
                  <a:lnTo>
                    <a:pt x="1587513" y="2282211"/>
                  </a:lnTo>
                  <a:lnTo>
                    <a:pt x="1589414" y="2298681"/>
                  </a:lnTo>
                  <a:lnTo>
                    <a:pt x="1591315" y="2315023"/>
                  </a:lnTo>
                  <a:lnTo>
                    <a:pt x="1593217" y="2283091"/>
                  </a:lnTo>
                  <a:lnTo>
                    <a:pt x="1595118" y="2287330"/>
                  </a:lnTo>
                  <a:lnTo>
                    <a:pt x="1597019" y="2411336"/>
                  </a:lnTo>
                  <a:lnTo>
                    <a:pt x="1598920" y="2441578"/>
                  </a:lnTo>
                  <a:lnTo>
                    <a:pt x="1600822" y="2445140"/>
                  </a:lnTo>
                  <a:lnTo>
                    <a:pt x="1602723" y="2457068"/>
                  </a:lnTo>
                  <a:lnTo>
                    <a:pt x="1604624" y="2538075"/>
                  </a:lnTo>
                  <a:lnTo>
                    <a:pt x="1606525" y="2576367"/>
                  </a:lnTo>
                  <a:lnTo>
                    <a:pt x="1608426" y="2441137"/>
                  </a:lnTo>
                  <a:lnTo>
                    <a:pt x="1610328" y="2398413"/>
                  </a:lnTo>
                  <a:lnTo>
                    <a:pt x="1612229" y="2326428"/>
                  </a:lnTo>
                  <a:lnTo>
                    <a:pt x="1614130" y="2257364"/>
                  </a:lnTo>
                  <a:lnTo>
                    <a:pt x="1616031" y="2263653"/>
                  </a:lnTo>
                  <a:lnTo>
                    <a:pt x="1617932" y="2330865"/>
                  </a:lnTo>
                  <a:lnTo>
                    <a:pt x="1619834" y="2406486"/>
                  </a:lnTo>
                  <a:lnTo>
                    <a:pt x="1621735" y="2452109"/>
                  </a:lnTo>
                  <a:lnTo>
                    <a:pt x="1623636" y="2546249"/>
                  </a:lnTo>
                  <a:lnTo>
                    <a:pt x="1625537" y="2596986"/>
                  </a:lnTo>
                  <a:lnTo>
                    <a:pt x="1627439" y="2624779"/>
                  </a:lnTo>
                  <a:lnTo>
                    <a:pt x="1629340" y="2643137"/>
                  </a:lnTo>
                  <a:lnTo>
                    <a:pt x="1631241" y="2690770"/>
                  </a:lnTo>
                  <a:lnTo>
                    <a:pt x="1633142" y="2745748"/>
                  </a:lnTo>
                  <a:lnTo>
                    <a:pt x="1635043" y="2808433"/>
                  </a:lnTo>
                  <a:lnTo>
                    <a:pt x="1636945" y="2882283"/>
                  </a:lnTo>
                  <a:lnTo>
                    <a:pt x="1638846" y="2895754"/>
                  </a:lnTo>
                  <a:lnTo>
                    <a:pt x="1640747" y="2936116"/>
                  </a:lnTo>
                  <a:lnTo>
                    <a:pt x="1642648" y="2994027"/>
                  </a:lnTo>
                  <a:lnTo>
                    <a:pt x="1644549" y="3028060"/>
                  </a:lnTo>
                  <a:lnTo>
                    <a:pt x="1646451" y="3026446"/>
                  </a:lnTo>
                  <a:lnTo>
                    <a:pt x="1648352" y="2974480"/>
                  </a:lnTo>
                  <a:lnTo>
                    <a:pt x="1650253" y="2912900"/>
                  </a:lnTo>
                  <a:lnTo>
                    <a:pt x="1652154" y="2849929"/>
                  </a:lnTo>
                  <a:lnTo>
                    <a:pt x="1654056" y="2802345"/>
                  </a:lnTo>
                  <a:lnTo>
                    <a:pt x="1655957" y="2751628"/>
                  </a:lnTo>
                  <a:lnTo>
                    <a:pt x="1657858" y="2722002"/>
                  </a:lnTo>
                  <a:lnTo>
                    <a:pt x="1659759" y="2691486"/>
                  </a:lnTo>
                  <a:lnTo>
                    <a:pt x="1661660" y="2684288"/>
                  </a:lnTo>
                  <a:lnTo>
                    <a:pt x="1663562" y="2731243"/>
                  </a:lnTo>
                  <a:lnTo>
                    <a:pt x="1665463" y="2714489"/>
                  </a:lnTo>
                  <a:lnTo>
                    <a:pt x="1667364" y="2715571"/>
                  </a:lnTo>
                  <a:lnTo>
                    <a:pt x="1669265" y="2780936"/>
                  </a:lnTo>
                  <a:lnTo>
                    <a:pt x="1671166" y="2821665"/>
                  </a:lnTo>
                  <a:lnTo>
                    <a:pt x="1673068" y="2811465"/>
                  </a:lnTo>
                  <a:lnTo>
                    <a:pt x="1674969" y="2792477"/>
                  </a:lnTo>
                  <a:lnTo>
                    <a:pt x="1676870" y="2782354"/>
                  </a:lnTo>
                  <a:lnTo>
                    <a:pt x="1678771" y="2762395"/>
                  </a:lnTo>
                  <a:lnTo>
                    <a:pt x="1680673" y="2625802"/>
                  </a:lnTo>
                  <a:lnTo>
                    <a:pt x="1682574" y="2527193"/>
                  </a:lnTo>
                  <a:lnTo>
                    <a:pt x="1684475" y="2528850"/>
                  </a:lnTo>
                  <a:lnTo>
                    <a:pt x="1686376" y="2515776"/>
                  </a:lnTo>
                  <a:lnTo>
                    <a:pt x="1688277" y="2569160"/>
                  </a:lnTo>
                  <a:lnTo>
                    <a:pt x="1690179" y="2651733"/>
                  </a:lnTo>
                  <a:lnTo>
                    <a:pt x="1692080" y="2789614"/>
                  </a:lnTo>
                  <a:lnTo>
                    <a:pt x="1693981" y="2884175"/>
                  </a:lnTo>
                  <a:lnTo>
                    <a:pt x="1695882" y="2904637"/>
                  </a:lnTo>
                  <a:lnTo>
                    <a:pt x="1697783" y="2879880"/>
                  </a:lnTo>
                  <a:lnTo>
                    <a:pt x="1699685" y="2834347"/>
                  </a:lnTo>
                  <a:lnTo>
                    <a:pt x="1701586" y="2715892"/>
                  </a:lnTo>
                  <a:lnTo>
                    <a:pt x="1703487" y="2653080"/>
                  </a:lnTo>
                  <a:lnTo>
                    <a:pt x="1705388" y="2653815"/>
                  </a:lnTo>
                  <a:lnTo>
                    <a:pt x="1707290" y="2711371"/>
                  </a:lnTo>
                  <a:lnTo>
                    <a:pt x="1709191" y="2815394"/>
                  </a:lnTo>
                  <a:lnTo>
                    <a:pt x="1711092" y="2909681"/>
                  </a:lnTo>
                  <a:lnTo>
                    <a:pt x="1712993" y="3005833"/>
                  </a:lnTo>
                  <a:lnTo>
                    <a:pt x="1714894" y="2935915"/>
                  </a:lnTo>
                  <a:lnTo>
                    <a:pt x="1716796" y="2826394"/>
                  </a:lnTo>
                  <a:lnTo>
                    <a:pt x="1718697" y="2736312"/>
                  </a:lnTo>
                  <a:lnTo>
                    <a:pt x="1720598" y="2542712"/>
                  </a:lnTo>
                  <a:lnTo>
                    <a:pt x="1722499" y="2367504"/>
                  </a:lnTo>
                  <a:lnTo>
                    <a:pt x="1724400" y="2252933"/>
                  </a:lnTo>
                  <a:lnTo>
                    <a:pt x="1726302" y="2295564"/>
                  </a:lnTo>
                  <a:lnTo>
                    <a:pt x="1728203" y="2358663"/>
                  </a:lnTo>
                  <a:lnTo>
                    <a:pt x="1730104" y="2360777"/>
                  </a:lnTo>
                  <a:lnTo>
                    <a:pt x="1732005" y="2475645"/>
                  </a:lnTo>
                  <a:lnTo>
                    <a:pt x="1733907" y="2600181"/>
                  </a:lnTo>
                  <a:lnTo>
                    <a:pt x="1735808" y="2699814"/>
                  </a:lnTo>
                  <a:lnTo>
                    <a:pt x="1737709" y="2714952"/>
                  </a:lnTo>
                  <a:lnTo>
                    <a:pt x="1739610" y="2776123"/>
                  </a:lnTo>
                  <a:lnTo>
                    <a:pt x="1741511" y="2866141"/>
                  </a:lnTo>
                  <a:lnTo>
                    <a:pt x="1743413" y="2816908"/>
                  </a:lnTo>
                  <a:lnTo>
                    <a:pt x="1745314" y="2730766"/>
                  </a:lnTo>
                  <a:lnTo>
                    <a:pt x="1747215" y="2633239"/>
                  </a:lnTo>
                  <a:lnTo>
                    <a:pt x="1749116" y="2526019"/>
                  </a:lnTo>
                  <a:lnTo>
                    <a:pt x="1751017" y="2478178"/>
                  </a:lnTo>
                  <a:lnTo>
                    <a:pt x="1752919" y="2489870"/>
                  </a:lnTo>
                  <a:lnTo>
                    <a:pt x="1754820" y="2551750"/>
                  </a:lnTo>
                  <a:lnTo>
                    <a:pt x="1756721" y="2607928"/>
                  </a:lnTo>
                  <a:lnTo>
                    <a:pt x="1758622" y="2635388"/>
                  </a:lnTo>
                  <a:lnTo>
                    <a:pt x="1760523" y="2669951"/>
                  </a:lnTo>
                  <a:lnTo>
                    <a:pt x="1762425" y="2652446"/>
                  </a:lnTo>
                  <a:lnTo>
                    <a:pt x="1764326" y="2573293"/>
                  </a:lnTo>
                  <a:lnTo>
                    <a:pt x="1766227" y="2545461"/>
                  </a:lnTo>
                  <a:lnTo>
                    <a:pt x="1768128" y="2456717"/>
                  </a:lnTo>
                  <a:lnTo>
                    <a:pt x="1770030" y="2429192"/>
                  </a:lnTo>
                  <a:lnTo>
                    <a:pt x="1771931" y="2425888"/>
                  </a:lnTo>
                  <a:lnTo>
                    <a:pt x="1773832" y="2379303"/>
                  </a:lnTo>
                  <a:lnTo>
                    <a:pt x="1775733" y="2330569"/>
                  </a:lnTo>
                  <a:lnTo>
                    <a:pt x="1777634" y="2214357"/>
                  </a:lnTo>
                  <a:lnTo>
                    <a:pt x="1779536" y="2099871"/>
                  </a:lnTo>
                  <a:lnTo>
                    <a:pt x="1781437" y="2006100"/>
                  </a:lnTo>
                  <a:lnTo>
                    <a:pt x="1783338" y="2016566"/>
                  </a:lnTo>
                  <a:lnTo>
                    <a:pt x="1785239" y="2064873"/>
                  </a:lnTo>
                  <a:lnTo>
                    <a:pt x="1787140" y="2098157"/>
                  </a:lnTo>
                  <a:lnTo>
                    <a:pt x="1789042" y="2150123"/>
                  </a:lnTo>
                  <a:lnTo>
                    <a:pt x="1790943" y="2208599"/>
                  </a:lnTo>
                  <a:lnTo>
                    <a:pt x="1792844" y="2216639"/>
                  </a:lnTo>
                  <a:lnTo>
                    <a:pt x="1794745" y="2161845"/>
                  </a:lnTo>
                  <a:lnTo>
                    <a:pt x="1796647" y="2109709"/>
                  </a:lnTo>
                  <a:lnTo>
                    <a:pt x="1798548" y="2071175"/>
                  </a:lnTo>
                  <a:lnTo>
                    <a:pt x="1800449" y="1992358"/>
                  </a:lnTo>
                  <a:lnTo>
                    <a:pt x="1802350" y="1969669"/>
                  </a:lnTo>
                  <a:lnTo>
                    <a:pt x="1804251" y="1974120"/>
                  </a:lnTo>
                  <a:lnTo>
                    <a:pt x="1806153" y="1975820"/>
                  </a:lnTo>
                  <a:lnTo>
                    <a:pt x="1808054" y="1975530"/>
                  </a:lnTo>
                  <a:lnTo>
                    <a:pt x="1809955" y="1959368"/>
                  </a:lnTo>
                  <a:lnTo>
                    <a:pt x="1811856" y="2024914"/>
                  </a:lnTo>
                  <a:lnTo>
                    <a:pt x="1813757" y="2118321"/>
                  </a:lnTo>
                  <a:lnTo>
                    <a:pt x="1815659" y="2232755"/>
                  </a:lnTo>
                  <a:lnTo>
                    <a:pt x="1817560" y="2233492"/>
                  </a:lnTo>
                  <a:lnTo>
                    <a:pt x="1819461" y="2179619"/>
                  </a:lnTo>
                  <a:lnTo>
                    <a:pt x="1821362" y="2118485"/>
                  </a:lnTo>
                  <a:lnTo>
                    <a:pt x="1823264" y="2017979"/>
                  </a:lnTo>
                  <a:lnTo>
                    <a:pt x="1825165" y="1871825"/>
                  </a:lnTo>
                  <a:lnTo>
                    <a:pt x="1827066" y="1736695"/>
                  </a:lnTo>
                  <a:lnTo>
                    <a:pt x="1828967" y="1666011"/>
                  </a:lnTo>
                  <a:lnTo>
                    <a:pt x="1830868" y="1659290"/>
                  </a:lnTo>
                  <a:lnTo>
                    <a:pt x="1832770" y="1682390"/>
                  </a:lnTo>
                  <a:lnTo>
                    <a:pt x="1834671" y="1687323"/>
                  </a:lnTo>
                  <a:lnTo>
                    <a:pt x="1836572" y="1711155"/>
                  </a:lnTo>
                  <a:lnTo>
                    <a:pt x="1838473" y="1777960"/>
                  </a:lnTo>
                  <a:lnTo>
                    <a:pt x="1840374" y="1837173"/>
                  </a:lnTo>
                  <a:lnTo>
                    <a:pt x="1842276" y="1867794"/>
                  </a:lnTo>
                  <a:lnTo>
                    <a:pt x="1844177" y="1908146"/>
                  </a:lnTo>
                  <a:lnTo>
                    <a:pt x="1846078" y="1958637"/>
                  </a:lnTo>
                  <a:lnTo>
                    <a:pt x="1847979" y="1932408"/>
                  </a:lnTo>
                  <a:lnTo>
                    <a:pt x="1849881" y="1821195"/>
                  </a:lnTo>
                  <a:lnTo>
                    <a:pt x="1851782" y="1745274"/>
                  </a:lnTo>
                  <a:lnTo>
                    <a:pt x="1853683" y="1753619"/>
                  </a:lnTo>
                  <a:lnTo>
                    <a:pt x="1855584" y="1769358"/>
                  </a:lnTo>
                  <a:lnTo>
                    <a:pt x="1857485" y="1786039"/>
                  </a:lnTo>
                  <a:lnTo>
                    <a:pt x="1859387" y="1873787"/>
                  </a:lnTo>
                  <a:lnTo>
                    <a:pt x="1861288" y="1977347"/>
                  </a:lnTo>
                  <a:lnTo>
                    <a:pt x="1863189" y="2015762"/>
                  </a:lnTo>
                  <a:lnTo>
                    <a:pt x="1865090" y="1979805"/>
                  </a:lnTo>
                  <a:lnTo>
                    <a:pt x="1866991" y="1906754"/>
                  </a:lnTo>
                  <a:lnTo>
                    <a:pt x="1868893" y="1875600"/>
                  </a:lnTo>
                  <a:lnTo>
                    <a:pt x="1870794" y="1833043"/>
                  </a:lnTo>
                  <a:lnTo>
                    <a:pt x="1872695" y="1765996"/>
                  </a:lnTo>
                  <a:lnTo>
                    <a:pt x="1874596" y="1809691"/>
                  </a:lnTo>
                  <a:lnTo>
                    <a:pt x="1876498" y="1907758"/>
                  </a:lnTo>
                  <a:lnTo>
                    <a:pt x="1878399" y="1991080"/>
                  </a:lnTo>
                  <a:lnTo>
                    <a:pt x="1880300" y="2010881"/>
                  </a:lnTo>
                  <a:lnTo>
                    <a:pt x="1882201" y="2047407"/>
                  </a:lnTo>
                  <a:lnTo>
                    <a:pt x="1884102" y="2063898"/>
                  </a:lnTo>
                  <a:lnTo>
                    <a:pt x="1886004" y="1990906"/>
                  </a:lnTo>
                  <a:lnTo>
                    <a:pt x="1887905" y="1799555"/>
                  </a:lnTo>
                  <a:lnTo>
                    <a:pt x="1889806" y="1700332"/>
                  </a:lnTo>
                  <a:lnTo>
                    <a:pt x="1891707" y="1668118"/>
                  </a:lnTo>
                  <a:lnTo>
                    <a:pt x="1893608" y="1655242"/>
                  </a:lnTo>
                  <a:lnTo>
                    <a:pt x="1895510" y="1688545"/>
                  </a:lnTo>
                  <a:lnTo>
                    <a:pt x="1897411" y="1807026"/>
                  </a:lnTo>
                  <a:lnTo>
                    <a:pt x="1899312" y="1892264"/>
                  </a:lnTo>
                  <a:lnTo>
                    <a:pt x="1901213" y="1848574"/>
                  </a:lnTo>
                  <a:lnTo>
                    <a:pt x="1903115" y="1814984"/>
                  </a:lnTo>
                  <a:lnTo>
                    <a:pt x="1905016" y="1721280"/>
                  </a:lnTo>
                  <a:lnTo>
                    <a:pt x="1906917" y="1562297"/>
                  </a:lnTo>
                  <a:lnTo>
                    <a:pt x="1908818" y="1357361"/>
                  </a:lnTo>
                  <a:lnTo>
                    <a:pt x="1910719" y="1290754"/>
                  </a:lnTo>
                  <a:lnTo>
                    <a:pt x="1912621" y="1240653"/>
                  </a:lnTo>
                  <a:lnTo>
                    <a:pt x="1914522" y="1243010"/>
                  </a:lnTo>
                  <a:lnTo>
                    <a:pt x="1916423" y="1302823"/>
                  </a:lnTo>
                  <a:lnTo>
                    <a:pt x="1918324" y="1313867"/>
                  </a:lnTo>
                  <a:lnTo>
                    <a:pt x="1920225" y="1307301"/>
                  </a:lnTo>
                  <a:lnTo>
                    <a:pt x="1922127" y="1262246"/>
                  </a:lnTo>
                  <a:lnTo>
                    <a:pt x="1924028" y="1244553"/>
                  </a:lnTo>
                  <a:lnTo>
                    <a:pt x="1925929" y="1088843"/>
                  </a:lnTo>
                  <a:lnTo>
                    <a:pt x="1927830" y="990407"/>
                  </a:lnTo>
                  <a:lnTo>
                    <a:pt x="1929732" y="1020190"/>
                  </a:lnTo>
                  <a:lnTo>
                    <a:pt x="1931633" y="970776"/>
                  </a:lnTo>
                  <a:lnTo>
                    <a:pt x="1933534" y="877535"/>
                  </a:lnTo>
                  <a:lnTo>
                    <a:pt x="1935435" y="777740"/>
                  </a:lnTo>
                  <a:lnTo>
                    <a:pt x="1937336" y="724066"/>
                  </a:lnTo>
                  <a:lnTo>
                    <a:pt x="1939238" y="641161"/>
                  </a:lnTo>
                  <a:lnTo>
                    <a:pt x="1941139" y="507861"/>
                  </a:lnTo>
                  <a:lnTo>
                    <a:pt x="1943040" y="465686"/>
                  </a:lnTo>
                  <a:lnTo>
                    <a:pt x="1944941" y="472524"/>
                  </a:lnTo>
                  <a:lnTo>
                    <a:pt x="1946842" y="488176"/>
                  </a:lnTo>
                  <a:lnTo>
                    <a:pt x="1948744" y="520401"/>
                  </a:lnTo>
                  <a:lnTo>
                    <a:pt x="1950645" y="575871"/>
                  </a:lnTo>
                  <a:lnTo>
                    <a:pt x="1952546" y="736183"/>
                  </a:lnTo>
                  <a:lnTo>
                    <a:pt x="1954447" y="904183"/>
                  </a:lnTo>
                  <a:lnTo>
                    <a:pt x="1956349" y="1055963"/>
                  </a:lnTo>
                  <a:lnTo>
                    <a:pt x="1958250" y="1232723"/>
                  </a:lnTo>
                  <a:lnTo>
                    <a:pt x="1960151" y="1349511"/>
                  </a:lnTo>
                  <a:lnTo>
                    <a:pt x="1962052" y="1269691"/>
                  </a:lnTo>
                  <a:lnTo>
                    <a:pt x="1963953" y="1064019"/>
                  </a:lnTo>
                  <a:lnTo>
                    <a:pt x="1965855" y="931888"/>
                  </a:lnTo>
                  <a:lnTo>
                    <a:pt x="1967756" y="825314"/>
                  </a:lnTo>
                  <a:lnTo>
                    <a:pt x="1969657" y="675013"/>
                  </a:lnTo>
                  <a:lnTo>
                    <a:pt x="1971558" y="591956"/>
                  </a:lnTo>
                  <a:lnTo>
                    <a:pt x="1973459" y="626838"/>
                  </a:lnTo>
                  <a:lnTo>
                    <a:pt x="1975361" y="720894"/>
                  </a:lnTo>
                  <a:lnTo>
                    <a:pt x="1977262" y="749569"/>
                  </a:lnTo>
                  <a:lnTo>
                    <a:pt x="1979163" y="797178"/>
                  </a:lnTo>
                  <a:lnTo>
                    <a:pt x="1981064" y="828853"/>
                  </a:lnTo>
                  <a:lnTo>
                    <a:pt x="1982966" y="776841"/>
                  </a:lnTo>
                  <a:lnTo>
                    <a:pt x="1984867" y="743342"/>
                  </a:lnTo>
                  <a:lnTo>
                    <a:pt x="1986768" y="746894"/>
                  </a:lnTo>
                  <a:lnTo>
                    <a:pt x="1988669" y="719108"/>
                  </a:lnTo>
                  <a:lnTo>
                    <a:pt x="1990570" y="638244"/>
                  </a:lnTo>
                  <a:lnTo>
                    <a:pt x="1992472" y="635348"/>
                  </a:lnTo>
                  <a:lnTo>
                    <a:pt x="1994373" y="727297"/>
                  </a:lnTo>
                  <a:lnTo>
                    <a:pt x="1996274" y="759500"/>
                  </a:lnTo>
                  <a:lnTo>
                    <a:pt x="1998175" y="697277"/>
                  </a:lnTo>
                  <a:lnTo>
                    <a:pt x="2000076" y="672603"/>
                  </a:lnTo>
                  <a:lnTo>
                    <a:pt x="2001978" y="716087"/>
                  </a:lnTo>
                  <a:lnTo>
                    <a:pt x="2003879" y="703715"/>
                  </a:lnTo>
                  <a:lnTo>
                    <a:pt x="2005780" y="697820"/>
                  </a:lnTo>
                  <a:lnTo>
                    <a:pt x="2007681" y="799276"/>
                  </a:lnTo>
                  <a:lnTo>
                    <a:pt x="2009583" y="955203"/>
                  </a:lnTo>
                  <a:lnTo>
                    <a:pt x="2011484" y="1056461"/>
                  </a:lnTo>
                  <a:lnTo>
                    <a:pt x="2013385" y="1120139"/>
                  </a:lnTo>
                  <a:lnTo>
                    <a:pt x="2015286" y="1289281"/>
                  </a:lnTo>
                  <a:lnTo>
                    <a:pt x="2017187" y="1419681"/>
                  </a:lnTo>
                  <a:lnTo>
                    <a:pt x="2019089" y="1490205"/>
                  </a:lnTo>
                  <a:lnTo>
                    <a:pt x="2020990" y="1541501"/>
                  </a:lnTo>
                  <a:lnTo>
                    <a:pt x="2022891" y="1628592"/>
                  </a:lnTo>
                  <a:lnTo>
                    <a:pt x="2024792" y="1703789"/>
                  </a:lnTo>
                  <a:lnTo>
                    <a:pt x="2026693" y="1586823"/>
                  </a:lnTo>
                  <a:lnTo>
                    <a:pt x="2028595" y="1471018"/>
                  </a:lnTo>
                  <a:lnTo>
                    <a:pt x="2030496" y="1325621"/>
                  </a:lnTo>
                  <a:lnTo>
                    <a:pt x="2032397" y="1198452"/>
                  </a:lnTo>
                  <a:lnTo>
                    <a:pt x="2034298" y="1057039"/>
                  </a:lnTo>
                  <a:lnTo>
                    <a:pt x="2036199" y="889210"/>
                  </a:lnTo>
                  <a:lnTo>
                    <a:pt x="2038101" y="838446"/>
                  </a:lnTo>
                  <a:lnTo>
                    <a:pt x="2040002" y="813361"/>
                  </a:lnTo>
                  <a:lnTo>
                    <a:pt x="2041903" y="836907"/>
                  </a:lnTo>
                  <a:lnTo>
                    <a:pt x="2043804" y="848773"/>
                  </a:lnTo>
                  <a:lnTo>
                    <a:pt x="2045706" y="880437"/>
                  </a:lnTo>
                  <a:lnTo>
                    <a:pt x="2047607" y="953733"/>
                  </a:lnTo>
                  <a:lnTo>
                    <a:pt x="2049508" y="1062303"/>
                  </a:lnTo>
                  <a:lnTo>
                    <a:pt x="2051409" y="1187782"/>
                  </a:lnTo>
                  <a:lnTo>
                    <a:pt x="2053310" y="1321833"/>
                  </a:lnTo>
                  <a:lnTo>
                    <a:pt x="2055212" y="1518658"/>
                  </a:lnTo>
                  <a:lnTo>
                    <a:pt x="2057113" y="1751220"/>
                  </a:lnTo>
                  <a:lnTo>
                    <a:pt x="2059014" y="1786464"/>
                  </a:lnTo>
                  <a:lnTo>
                    <a:pt x="2060915" y="1775755"/>
                  </a:lnTo>
                  <a:lnTo>
                    <a:pt x="2062816" y="1778359"/>
                  </a:lnTo>
                  <a:lnTo>
                    <a:pt x="2064718" y="1700663"/>
                  </a:lnTo>
                  <a:lnTo>
                    <a:pt x="2066619" y="1549184"/>
                  </a:lnTo>
                  <a:lnTo>
                    <a:pt x="2068520" y="1330557"/>
                  </a:lnTo>
                  <a:lnTo>
                    <a:pt x="2070421" y="1310376"/>
                  </a:lnTo>
                  <a:lnTo>
                    <a:pt x="2072323" y="1335724"/>
                  </a:lnTo>
                  <a:lnTo>
                    <a:pt x="2074224" y="1332037"/>
                  </a:lnTo>
                  <a:lnTo>
                    <a:pt x="2076125" y="1374929"/>
                  </a:lnTo>
                  <a:lnTo>
                    <a:pt x="2078026" y="1350045"/>
                  </a:lnTo>
                  <a:lnTo>
                    <a:pt x="2079927" y="1326082"/>
                  </a:lnTo>
                  <a:lnTo>
                    <a:pt x="2081829" y="1251632"/>
                  </a:lnTo>
                  <a:lnTo>
                    <a:pt x="2083730" y="1177789"/>
                  </a:lnTo>
                  <a:lnTo>
                    <a:pt x="2085631" y="1176649"/>
                  </a:lnTo>
                  <a:lnTo>
                    <a:pt x="2087532" y="1206517"/>
                  </a:lnTo>
                  <a:lnTo>
                    <a:pt x="2089433" y="1342833"/>
                  </a:lnTo>
                  <a:lnTo>
                    <a:pt x="2091335" y="1518688"/>
                  </a:lnTo>
                  <a:lnTo>
                    <a:pt x="2093236" y="1663098"/>
                  </a:lnTo>
                  <a:lnTo>
                    <a:pt x="2095137" y="1687798"/>
                  </a:lnTo>
                  <a:lnTo>
                    <a:pt x="2097038" y="1608304"/>
                  </a:lnTo>
                  <a:lnTo>
                    <a:pt x="2098940" y="1622263"/>
                  </a:lnTo>
                  <a:lnTo>
                    <a:pt x="2100841" y="1634931"/>
                  </a:lnTo>
                  <a:lnTo>
                    <a:pt x="2102742" y="1574666"/>
                  </a:lnTo>
                  <a:lnTo>
                    <a:pt x="2104643" y="1479345"/>
                  </a:lnTo>
                  <a:lnTo>
                    <a:pt x="2106544" y="1414944"/>
                  </a:lnTo>
                  <a:lnTo>
                    <a:pt x="2108446" y="1435282"/>
                  </a:lnTo>
                  <a:lnTo>
                    <a:pt x="2110347" y="1333159"/>
                  </a:lnTo>
                  <a:lnTo>
                    <a:pt x="2112248" y="1206535"/>
                  </a:lnTo>
                  <a:lnTo>
                    <a:pt x="2114149" y="1169234"/>
                  </a:lnTo>
                  <a:lnTo>
                    <a:pt x="2116050" y="1260761"/>
                  </a:lnTo>
                  <a:lnTo>
                    <a:pt x="2117952" y="1422337"/>
                  </a:lnTo>
                  <a:lnTo>
                    <a:pt x="2119853" y="1409614"/>
                  </a:lnTo>
                  <a:lnTo>
                    <a:pt x="2121754" y="1364937"/>
                  </a:lnTo>
                  <a:lnTo>
                    <a:pt x="2123655" y="1313798"/>
                  </a:lnTo>
                  <a:lnTo>
                    <a:pt x="2125557" y="1279183"/>
                  </a:lnTo>
                  <a:lnTo>
                    <a:pt x="2127458" y="1215693"/>
                  </a:lnTo>
                  <a:lnTo>
                    <a:pt x="2129359" y="1074917"/>
                  </a:lnTo>
                  <a:lnTo>
                    <a:pt x="2131260" y="993206"/>
                  </a:lnTo>
                  <a:lnTo>
                    <a:pt x="2133161" y="1027127"/>
                  </a:lnTo>
                  <a:lnTo>
                    <a:pt x="2135063" y="1209618"/>
                  </a:lnTo>
                  <a:lnTo>
                    <a:pt x="2136964" y="1356249"/>
                  </a:lnTo>
                  <a:lnTo>
                    <a:pt x="2138865" y="1435345"/>
                  </a:lnTo>
                  <a:lnTo>
                    <a:pt x="2140766" y="1632257"/>
                  </a:lnTo>
                  <a:lnTo>
                    <a:pt x="2142667" y="1807103"/>
                  </a:lnTo>
                  <a:lnTo>
                    <a:pt x="2144569" y="1873856"/>
                  </a:lnTo>
                  <a:lnTo>
                    <a:pt x="2146470" y="1784283"/>
                  </a:lnTo>
                  <a:lnTo>
                    <a:pt x="2148371" y="1684734"/>
                  </a:lnTo>
                  <a:lnTo>
                    <a:pt x="2150272" y="1627271"/>
                  </a:lnTo>
                  <a:lnTo>
                    <a:pt x="2152174" y="1504142"/>
                  </a:lnTo>
                  <a:lnTo>
                    <a:pt x="2154075" y="1493429"/>
                  </a:lnTo>
                  <a:lnTo>
                    <a:pt x="2155976" y="1503344"/>
                  </a:lnTo>
                  <a:lnTo>
                    <a:pt x="2157877" y="1533503"/>
                  </a:lnTo>
                  <a:lnTo>
                    <a:pt x="2159778" y="1637375"/>
                  </a:lnTo>
                  <a:lnTo>
                    <a:pt x="2161680" y="1795838"/>
                  </a:lnTo>
                  <a:lnTo>
                    <a:pt x="2163581" y="1999435"/>
                  </a:lnTo>
                  <a:lnTo>
                    <a:pt x="2165482" y="2065356"/>
                  </a:lnTo>
                  <a:lnTo>
                    <a:pt x="2167383" y="2052426"/>
                  </a:lnTo>
                  <a:lnTo>
                    <a:pt x="2169284" y="2011313"/>
                  </a:lnTo>
                  <a:lnTo>
                    <a:pt x="2171186" y="1937732"/>
                  </a:lnTo>
                  <a:lnTo>
                    <a:pt x="2173087" y="1881989"/>
                  </a:lnTo>
                  <a:lnTo>
                    <a:pt x="2174988" y="1845380"/>
                  </a:lnTo>
                  <a:lnTo>
                    <a:pt x="2176889" y="1777131"/>
                  </a:lnTo>
                  <a:lnTo>
                    <a:pt x="2178791" y="1757474"/>
                  </a:lnTo>
                  <a:lnTo>
                    <a:pt x="2180692" y="1774742"/>
                  </a:lnTo>
                  <a:lnTo>
                    <a:pt x="2182593" y="1731827"/>
                  </a:lnTo>
                  <a:lnTo>
                    <a:pt x="2184494" y="1626580"/>
                  </a:lnTo>
                  <a:lnTo>
                    <a:pt x="2186395" y="1511141"/>
                  </a:lnTo>
                  <a:lnTo>
                    <a:pt x="2188297" y="1595429"/>
                  </a:lnTo>
                  <a:lnTo>
                    <a:pt x="2190198" y="1655377"/>
                  </a:lnTo>
                  <a:lnTo>
                    <a:pt x="2192099" y="1646719"/>
                  </a:lnTo>
                  <a:lnTo>
                    <a:pt x="2194000" y="1714633"/>
                  </a:lnTo>
                  <a:lnTo>
                    <a:pt x="2195901" y="1876946"/>
                  </a:lnTo>
                  <a:lnTo>
                    <a:pt x="2197803" y="1997916"/>
                  </a:lnTo>
                  <a:lnTo>
                    <a:pt x="2199704" y="1919550"/>
                  </a:lnTo>
                  <a:lnTo>
                    <a:pt x="2201605" y="1867079"/>
                  </a:lnTo>
                  <a:lnTo>
                    <a:pt x="2203506" y="1940659"/>
                  </a:lnTo>
                  <a:lnTo>
                    <a:pt x="2205408" y="1959795"/>
                  </a:lnTo>
                  <a:lnTo>
                    <a:pt x="2207309" y="1926697"/>
                  </a:lnTo>
                  <a:lnTo>
                    <a:pt x="2209210" y="1953501"/>
                  </a:lnTo>
                  <a:lnTo>
                    <a:pt x="2211111" y="2204664"/>
                  </a:lnTo>
                  <a:lnTo>
                    <a:pt x="2213012" y="2360729"/>
                  </a:lnTo>
                  <a:lnTo>
                    <a:pt x="2214914" y="2444014"/>
                  </a:lnTo>
                  <a:lnTo>
                    <a:pt x="2216815" y="2509948"/>
                  </a:lnTo>
                  <a:lnTo>
                    <a:pt x="2218716" y="2518901"/>
                  </a:lnTo>
                  <a:lnTo>
                    <a:pt x="2220617" y="2482124"/>
                  </a:lnTo>
                  <a:lnTo>
                    <a:pt x="2222518" y="2297544"/>
                  </a:lnTo>
                  <a:lnTo>
                    <a:pt x="2224420" y="2232245"/>
                  </a:lnTo>
                  <a:lnTo>
                    <a:pt x="2226321" y="2195836"/>
                  </a:lnTo>
                  <a:lnTo>
                    <a:pt x="2228222" y="2204127"/>
                  </a:lnTo>
                  <a:lnTo>
                    <a:pt x="2230123" y="2281142"/>
                  </a:lnTo>
                  <a:lnTo>
                    <a:pt x="2232025" y="2398522"/>
                  </a:lnTo>
                  <a:lnTo>
                    <a:pt x="2233926" y="2507910"/>
                  </a:lnTo>
                  <a:lnTo>
                    <a:pt x="2235827" y="2585270"/>
                  </a:lnTo>
                  <a:lnTo>
                    <a:pt x="2237728" y="2608034"/>
                  </a:lnTo>
                  <a:lnTo>
                    <a:pt x="2239629" y="2591209"/>
                  </a:lnTo>
                  <a:lnTo>
                    <a:pt x="2241531" y="2525956"/>
                  </a:lnTo>
                  <a:lnTo>
                    <a:pt x="2243432" y="2456567"/>
                  </a:lnTo>
                  <a:lnTo>
                    <a:pt x="2245333" y="2430850"/>
                  </a:lnTo>
                  <a:lnTo>
                    <a:pt x="2247234" y="2416848"/>
                  </a:lnTo>
                  <a:lnTo>
                    <a:pt x="2249135" y="2476417"/>
                  </a:lnTo>
                  <a:lnTo>
                    <a:pt x="2251037" y="2551795"/>
                  </a:lnTo>
                  <a:lnTo>
                    <a:pt x="2252938" y="2665051"/>
                  </a:lnTo>
                  <a:lnTo>
                    <a:pt x="2254839" y="2740897"/>
                  </a:lnTo>
                  <a:lnTo>
                    <a:pt x="2256740" y="2753033"/>
                  </a:lnTo>
                  <a:lnTo>
                    <a:pt x="2258642" y="2768169"/>
                  </a:lnTo>
                  <a:lnTo>
                    <a:pt x="2260543" y="2756235"/>
                  </a:lnTo>
                  <a:lnTo>
                    <a:pt x="2262444" y="2656920"/>
                  </a:lnTo>
                  <a:lnTo>
                    <a:pt x="2264345" y="2488912"/>
                  </a:lnTo>
                  <a:lnTo>
                    <a:pt x="2266246" y="2259772"/>
                  </a:lnTo>
                  <a:lnTo>
                    <a:pt x="2268148" y="2118430"/>
                  </a:lnTo>
                  <a:lnTo>
                    <a:pt x="2270049" y="2045954"/>
                  </a:lnTo>
                  <a:lnTo>
                    <a:pt x="2271950" y="1970611"/>
                  </a:lnTo>
                  <a:lnTo>
                    <a:pt x="2273851" y="1976806"/>
                  </a:lnTo>
                  <a:lnTo>
                    <a:pt x="2275752" y="1976728"/>
                  </a:lnTo>
                  <a:lnTo>
                    <a:pt x="2277654" y="2038297"/>
                  </a:lnTo>
                  <a:lnTo>
                    <a:pt x="2279555" y="2078406"/>
                  </a:lnTo>
                  <a:lnTo>
                    <a:pt x="2281456" y="2118143"/>
                  </a:lnTo>
                  <a:lnTo>
                    <a:pt x="2283357" y="2223941"/>
                  </a:lnTo>
                  <a:lnTo>
                    <a:pt x="2285259" y="2258768"/>
                  </a:lnTo>
                  <a:lnTo>
                    <a:pt x="2287160" y="2283801"/>
                  </a:lnTo>
                  <a:lnTo>
                    <a:pt x="2289061" y="2343365"/>
                  </a:lnTo>
                  <a:lnTo>
                    <a:pt x="2290962" y="2386930"/>
                  </a:lnTo>
                  <a:lnTo>
                    <a:pt x="2292863" y="2390898"/>
                  </a:lnTo>
                  <a:lnTo>
                    <a:pt x="2294765" y="2392583"/>
                  </a:lnTo>
                  <a:lnTo>
                    <a:pt x="2296666" y="2455938"/>
                  </a:lnTo>
                  <a:lnTo>
                    <a:pt x="2298567" y="2496864"/>
                  </a:lnTo>
                  <a:lnTo>
                    <a:pt x="2300468" y="2460908"/>
                  </a:lnTo>
                  <a:lnTo>
                    <a:pt x="2302369" y="2424301"/>
                  </a:lnTo>
                  <a:lnTo>
                    <a:pt x="2304271" y="2386307"/>
                  </a:lnTo>
                  <a:lnTo>
                    <a:pt x="2306172" y="2334626"/>
                  </a:lnTo>
                  <a:lnTo>
                    <a:pt x="2308073" y="2341384"/>
                  </a:lnTo>
                  <a:lnTo>
                    <a:pt x="2309974" y="2351743"/>
                  </a:lnTo>
                  <a:lnTo>
                    <a:pt x="2311876" y="2294934"/>
                  </a:lnTo>
                  <a:lnTo>
                    <a:pt x="2313777" y="2323221"/>
                  </a:lnTo>
                  <a:lnTo>
                    <a:pt x="2315678" y="2428295"/>
                  </a:lnTo>
                  <a:lnTo>
                    <a:pt x="2317579" y="2445467"/>
                  </a:lnTo>
                  <a:lnTo>
                    <a:pt x="2319480" y="2328016"/>
                  </a:lnTo>
                  <a:lnTo>
                    <a:pt x="2321382" y="2259312"/>
                  </a:lnTo>
                  <a:lnTo>
                    <a:pt x="2323283" y="2263271"/>
                  </a:lnTo>
                  <a:lnTo>
                    <a:pt x="2325184" y="2296827"/>
                  </a:lnTo>
                  <a:lnTo>
                    <a:pt x="2327085" y="2208614"/>
                  </a:lnTo>
                  <a:lnTo>
                    <a:pt x="2328986" y="2126025"/>
                  </a:lnTo>
                  <a:lnTo>
                    <a:pt x="2330888" y="2149605"/>
                  </a:lnTo>
                  <a:lnTo>
                    <a:pt x="2332789" y="2225751"/>
                  </a:lnTo>
                  <a:lnTo>
                    <a:pt x="2334690" y="2292678"/>
                  </a:lnTo>
                  <a:lnTo>
                    <a:pt x="2336591" y="2225588"/>
                  </a:lnTo>
                  <a:lnTo>
                    <a:pt x="2338492" y="2130291"/>
                  </a:lnTo>
                  <a:lnTo>
                    <a:pt x="2340394" y="2061007"/>
                  </a:lnTo>
                  <a:lnTo>
                    <a:pt x="2342295" y="1992259"/>
                  </a:lnTo>
                  <a:lnTo>
                    <a:pt x="2344196" y="1867119"/>
                  </a:lnTo>
                  <a:lnTo>
                    <a:pt x="2346097" y="1824761"/>
                  </a:lnTo>
                  <a:lnTo>
                    <a:pt x="2347999" y="1839017"/>
                  </a:lnTo>
                  <a:lnTo>
                    <a:pt x="2349900" y="1995402"/>
                  </a:lnTo>
                  <a:lnTo>
                    <a:pt x="2351801" y="2156753"/>
                  </a:lnTo>
                  <a:lnTo>
                    <a:pt x="2353702" y="2175693"/>
                  </a:lnTo>
                  <a:lnTo>
                    <a:pt x="2355603" y="2216268"/>
                  </a:lnTo>
                  <a:lnTo>
                    <a:pt x="2357505" y="2183721"/>
                  </a:lnTo>
                  <a:lnTo>
                    <a:pt x="2359406" y="2146326"/>
                  </a:lnTo>
                  <a:lnTo>
                    <a:pt x="2361307" y="2154755"/>
                  </a:lnTo>
                  <a:lnTo>
                    <a:pt x="2363208" y="2159039"/>
                  </a:lnTo>
                  <a:lnTo>
                    <a:pt x="2365109" y="2151872"/>
                  </a:lnTo>
                  <a:lnTo>
                    <a:pt x="2367011" y="2047454"/>
                  </a:lnTo>
                  <a:lnTo>
                    <a:pt x="2368912" y="1996411"/>
                  </a:lnTo>
                  <a:lnTo>
                    <a:pt x="2370813" y="2076163"/>
                  </a:lnTo>
                  <a:lnTo>
                    <a:pt x="2372714" y="2155837"/>
                  </a:lnTo>
                  <a:lnTo>
                    <a:pt x="2374616" y="2123814"/>
                  </a:lnTo>
                  <a:lnTo>
                    <a:pt x="2376517" y="2154568"/>
                  </a:lnTo>
                  <a:lnTo>
                    <a:pt x="2378418" y="2256162"/>
                  </a:lnTo>
                  <a:lnTo>
                    <a:pt x="2380319" y="2322041"/>
                  </a:lnTo>
                  <a:lnTo>
                    <a:pt x="2382220" y="2267132"/>
                  </a:lnTo>
                  <a:lnTo>
                    <a:pt x="2384122" y="2201617"/>
                  </a:lnTo>
                  <a:lnTo>
                    <a:pt x="2386023" y="2258331"/>
                  </a:lnTo>
                  <a:lnTo>
                    <a:pt x="2387924" y="2307035"/>
                  </a:lnTo>
                  <a:lnTo>
                    <a:pt x="2389825" y="2356545"/>
                  </a:lnTo>
                  <a:lnTo>
                    <a:pt x="2391726" y="2436235"/>
                  </a:lnTo>
                  <a:lnTo>
                    <a:pt x="2393628" y="2494419"/>
                  </a:lnTo>
                  <a:lnTo>
                    <a:pt x="2395529" y="2442650"/>
                  </a:lnTo>
                  <a:lnTo>
                    <a:pt x="2397430" y="2428159"/>
                  </a:lnTo>
                  <a:lnTo>
                    <a:pt x="2399331" y="2540390"/>
                  </a:lnTo>
                  <a:lnTo>
                    <a:pt x="2401233" y="2613669"/>
                  </a:lnTo>
                  <a:lnTo>
                    <a:pt x="2403134" y="2587579"/>
                  </a:lnTo>
                  <a:lnTo>
                    <a:pt x="2405035" y="2527683"/>
                  </a:lnTo>
                  <a:lnTo>
                    <a:pt x="2406936" y="2502540"/>
                  </a:lnTo>
                  <a:lnTo>
                    <a:pt x="2408837" y="2454232"/>
                  </a:lnTo>
                  <a:lnTo>
                    <a:pt x="2410739" y="2446452"/>
                  </a:lnTo>
                  <a:lnTo>
                    <a:pt x="2412640" y="2509499"/>
                  </a:lnTo>
                  <a:lnTo>
                    <a:pt x="2414541" y="2602010"/>
                  </a:lnTo>
                  <a:lnTo>
                    <a:pt x="2416442" y="2672436"/>
                  </a:lnTo>
                  <a:lnTo>
                    <a:pt x="2418343" y="2676533"/>
                  </a:lnTo>
                  <a:lnTo>
                    <a:pt x="2420245" y="2623338"/>
                  </a:lnTo>
                  <a:lnTo>
                    <a:pt x="2422146" y="2508676"/>
                  </a:lnTo>
                  <a:lnTo>
                    <a:pt x="2424047" y="2401478"/>
                  </a:lnTo>
                  <a:lnTo>
                    <a:pt x="2425948" y="2275839"/>
                  </a:lnTo>
                  <a:lnTo>
                    <a:pt x="2427850" y="2225915"/>
                  </a:lnTo>
                  <a:lnTo>
                    <a:pt x="2429751" y="2298968"/>
                  </a:lnTo>
                  <a:lnTo>
                    <a:pt x="2431652" y="2368975"/>
                  </a:lnTo>
                  <a:lnTo>
                    <a:pt x="2433553" y="2312378"/>
                  </a:lnTo>
                  <a:lnTo>
                    <a:pt x="2435454" y="2259454"/>
                  </a:lnTo>
                  <a:lnTo>
                    <a:pt x="2437356" y="2238531"/>
                  </a:lnTo>
                  <a:lnTo>
                    <a:pt x="2439257" y="2209777"/>
                  </a:lnTo>
                  <a:lnTo>
                    <a:pt x="2441158" y="2086616"/>
                  </a:lnTo>
                  <a:lnTo>
                    <a:pt x="2443059" y="1957788"/>
                  </a:lnTo>
                  <a:lnTo>
                    <a:pt x="2444960" y="1924376"/>
                  </a:lnTo>
                  <a:lnTo>
                    <a:pt x="2446862" y="1888760"/>
                  </a:lnTo>
                  <a:lnTo>
                    <a:pt x="2448763" y="1905045"/>
                  </a:lnTo>
                  <a:lnTo>
                    <a:pt x="2450664" y="1937543"/>
                  </a:lnTo>
                  <a:lnTo>
                    <a:pt x="2452565" y="1945013"/>
                  </a:lnTo>
                  <a:lnTo>
                    <a:pt x="2454467" y="2052329"/>
                  </a:lnTo>
                  <a:lnTo>
                    <a:pt x="2456368" y="2168070"/>
                  </a:lnTo>
                  <a:lnTo>
                    <a:pt x="2458269" y="2303053"/>
                  </a:lnTo>
                  <a:lnTo>
                    <a:pt x="2460170" y="2319838"/>
                  </a:lnTo>
                  <a:lnTo>
                    <a:pt x="2462071" y="2284221"/>
                  </a:lnTo>
                  <a:lnTo>
                    <a:pt x="2463973" y="2306300"/>
                  </a:lnTo>
                  <a:lnTo>
                    <a:pt x="2465874" y="2305904"/>
                  </a:lnTo>
                  <a:lnTo>
                    <a:pt x="2467775" y="2384941"/>
                  </a:lnTo>
                  <a:lnTo>
                    <a:pt x="2469676" y="2386853"/>
                  </a:lnTo>
                  <a:lnTo>
                    <a:pt x="2471577" y="2394754"/>
                  </a:lnTo>
                  <a:lnTo>
                    <a:pt x="2473479" y="2424976"/>
                  </a:lnTo>
                  <a:lnTo>
                    <a:pt x="2475380" y="2474006"/>
                  </a:lnTo>
                  <a:lnTo>
                    <a:pt x="2477281" y="2548649"/>
                  </a:lnTo>
                  <a:lnTo>
                    <a:pt x="2479182" y="2548824"/>
                  </a:lnTo>
                  <a:lnTo>
                    <a:pt x="2481084" y="2553146"/>
                  </a:lnTo>
                  <a:lnTo>
                    <a:pt x="2482985" y="2624202"/>
                  </a:lnTo>
                  <a:lnTo>
                    <a:pt x="2484886" y="2710620"/>
                  </a:lnTo>
                  <a:lnTo>
                    <a:pt x="2486787" y="2744251"/>
                  </a:lnTo>
                  <a:lnTo>
                    <a:pt x="2488688" y="2753595"/>
                  </a:lnTo>
                  <a:lnTo>
                    <a:pt x="2490590" y="2683729"/>
                  </a:lnTo>
                  <a:lnTo>
                    <a:pt x="2492491" y="2680755"/>
                  </a:lnTo>
                  <a:lnTo>
                    <a:pt x="2494392" y="2758108"/>
                  </a:lnTo>
                  <a:lnTo>
                    <a:pt x="2496293" y="2797735"/>
                  </a:lnTo>
                  <a:lnTo>
                    <a:pt x="2498194" y="2794437"/>
                  </a:lnTo>
                  <a:lnTo>
                    <a:pt x="2500096" y="2737205"/>
                  </a:lnTo>
                  <a:lnTo>
                    <a:pt x="2501997" y="2779118"/>
                  </a:lnTo>
                  <a:lnTo>
                    <a:pt x="2503898" y="2775923"/>
                  </a:lnTo>
                  <a:lnTo>
                    <a:pt x="2505799" y="2660396"/>
                  </a:lnTo>
                  <a:lnTo>
                    <a:pt x="2507701" y="2526761"/>
                  </a:lnTo>
                  <a:lnTo>
                    <a:pt x="2509602" y="2518174"/>
                  </a:lnTo>
                  <a:lnTo>
                    <a:pt x="2511503" y="2517116"/>
                  </a:lnTo>
                  <a:lnTo>
                    <a:pt x="2513404" y="2424263"/>
                  </a:lnTo>
                  <a:lnTo>
                    <a:pt x="2515305" y="2314641"/>
                  </a:lnTo>
                  <a:lnTo>
                    <a:pt x="2517207" y="2313655"/>
                  </a:lnTo>
                  <a:lnTo>
                    <a:pt x="2519108" y="2365195"/>
                  </a:lnTo>
                  <a:lnTo>
                    <a:pt x="2521009" y="2365758"/>
                  </a:lnTo>
                  <a:lnTo>
                    <a:pt x="2522910" y="2359999"/>
                  </a:lnTo>
                  <a:lnTo>
                    <a:pt x="2524811" y="2386164"/>
                  </a:lnTo>
                  <a:lnTo>
                    <a:pt x="2526713" y="2411173"/>
                  </a:lnTo>
                  <a:lnTo>
                    <a:pt x="2528614" y="2376300"/>
                  </a:lnTo>
                  <a:lnTo>
                    <a:pt x="2530515" y="2411132"/>
                  </a:lnTo>
                  <a:lnTo>
                    <a:pt x="2532416" y="2407973"/>
                  </a:lnTo>
                  <a:lnTo>
                    <a:pt x="2534318" y="2357516"/>
                  </a:lnTo>
                  <a:lnTo>
                    <a:pt x="2536219" y="2317197"/>
                  </a:lnTo>
                  <a:lnTo>
                    <a:pt x="2538120" y="2362819"/>
                  </a:lnTo>
                  <a:lnTo>
                    <a:pt x="2540021" y="2421238"/>
                  </a:lnTo>
                  <a:lnTo>
                    <a:pt x="2541922" y="2312738"/>
                  </a:lnTo>
                  <a:lnTo>
                    <a:pt x="2543824" y="2215010"/>
                  </a:lnTo>
                  <a:lnTo>
                    <a:pt x="2545725" y="2158228"/>
                  </a:lnTo>
                  <a:lnTo>
                    <a:pt x="2547626" y="2131706"/>
                  </a:lnTo>
                  <a:lnTo>
                    <a:pt x="2549527" y="2065290"/>
                  </a:lnTo>
                  <a:lnTo>
                    <a:pt x="2551428" y="2015149"/>
                  </a:lnTo>
                  <a:lnTo>
                    <a:pt x="2553330" y="2051133"/>
                  </a:lnTo>
                  <a:lnTo>
                    <a:pt x="2555231" y="2103393"/>
                  </a:lnTo>
                  <a:lnTo>
                    <a:pt x="2557132" y="2184308"/>
                  </a:lnTo>
                  <a:lnTo>
                    <a:pt x="2559033" y="2223190"/>
                  </a:lnTo>
                  <a:lnTo>
                    <a:pt x="2560935" y="2224253"/>
                  </a:lnTo>
                  <a:lnTo>
                    <a:pt x="2562836" y="2201190"/>
                  </a:lnTo>
                  <a:lnTo>
                    <a:pt x="2564737" y="2199835"/>
                  </a:lnTo>
                  <a:lnTo>
                    <a:pt x="2566638" y="2203902"/>
                  </a:lnTo>
                  <a:lnTo>
                    <a:pt x="2568539" y="2208647"/>
                  </a:lnTo>
                  <a:lnTo>
                    <a:pt x="2570441" y="2170496"/>
                  </a:lnTo>
                  <a:lnTo>
                    <a:pt x="2572342" y="2136671"/>
                  </a:lnTo>
                  <a:lnTo>
                    <a:pt x="2574243" y="2173464"/>
                  </a:lnTo>
                  <a:lnTo>
                    <a:pt x="2576144" y="2231123"/>
                  </a:lnTo>
                  <a:lnTo>
                    <a:pt x="2578045" y="2271455"/>
                  </a:lnTo>
                  <a:lnTo>
                    <a:pt x="2579947" y="2342522"/>
                  </a:lnTo>
                  <a:lnTo>
                    <a:pt x="2581848" y="2518653"/>
                  </a:lnTo>
                  <a:lnTo>
                    <a:pt x="2583749" y="2670461"/>
                  </a:lnTo>
                  <a:lnTo>
                    <a:pt x="2585650" y="2690797"/>
                  </a:lnTo>
                  <a:lnTo>
                    <a:pt x="2587552" y="2663302"/>
                  </a:lnTo>
                  <a:lnTo>
                    <a:pt x="2589453" y="2607931"/>
                  </a:lnTo>
                  <a:lnTo>
                    <a:pt x="2591354" y="2513795"/>
                  </a:lnTo>
                  <a:lnTo>
                    <a:pt x="2593255" y="2400539"/>
                  </a:lnTo>
                  <a:lnTo>
                    <a:pt x="2595156" y="2323846"/>
                  </a:lnTo>
                  <a:lnTo>
                    <a:pt x="2597058" y="2317723"/>
                  </a:lnTo>
                  <a:lnTo>
                    <a:pt x="2598959" y="2293185"/>
                  </a:lnTo>
                  <a:lnTo>
                    <a:pt x="2600860" y="2350736"/>
                  </a:lnTo>
                  <a:lnTo>
                    <a:pt x="2602761" y="2459826"/>
                  </a:lnTo>
                  <a:lnTo>
                    <a:pt x="2604662" y="2526369"/>
                  </a:lnTo>
                  <a:lnTo>
                    <a:pt x="2606564" y="2544124"/>
                  </a:lnTo>
                  <a:lnTo>
                    <a:pt x="2608465" y="2501079"/>
                  </a:lnTo>
                  <a:lnTo>
                    <a:pt x="2610366" y="2530542"/>
                  </a:lnTo>
                  <a:lnTo>
                    <a:pt x="2612267" y="2511159"/>
                  </a:lnTo>
                  <a:lnTo>
                    <a:pt x="2614169" y="2433942"/>
                  </a:lnTo>
                  <a:lnTo>
                    <a:pt x="2616070" y="2329836"/>
                  </a:lnTo>
                  <a:lnTo>
                    <a:pt x="2617971" y="2306212"/>
                  </a:lnTo>
                  <a:lnTo>
                    <a:pt x="2619872" y="2403222"/>
                  </a:lnTo>
                  <a:lnTo>
                    <a:pt x="2621773" y="2398048"/>
                  </a:lnTo>
                  <a:lnTo>
                    <a:pt x="2623675" y="2335751"/>
                  </a:lnTo>
                  <a:lnTo>
                    <a:pt x="2625576" y="2319777"/>
                  </a:lnTo>
                  <a:lnTo>
                    <a:pt x="2627477" y="2425491"/>
                  </a:lnTo>
                  <a:lnTo>
                    <a:pt x="2629378" y="2484808"/>
                  </a:lnTo>
                  <a:lnTo>
                    <a:pt x="2631279" y="2419313"/>
                  </a:lnTo>
                  <a:lnTo>
                    <a:pt x="2633181" y="2401861"/>
                  </a:lnTo>
                  <a:lnTo>
                    <a:pt x="2635082" y="2375007"/>
                  </a:lnTo>
                  <a:lnTo>
                    <a:pt x="2636983" y="2238486"/>
                  </a:lnTo>
                  <a:lnTo>
                    <a:pt x="2638884" y="2076118"/>
                  </a:lnTo>
                  <a:lnTo>
                    <a:pt x="2640785" y="1982228"/>
                  </a:lnTo>
                  <a:lnTo>
                    <a:pt x="2642687" y="2004058"/>
                  </a:lnTo>
                  <a:lnTo>
                    <a:pt x="2644588" y="2047499"/>
                  </a:lnTo>
                  <a:lnTo>
                    <a:pt x="2646489" y="2106951"/>
                  </a:lnTo>
                  <a:lnTo>
                    <a:pt x="2648390" y="2242532"/>
                  </a:lnTo>
                  <a:lnTo>
                    <a:pt x="2650292" y="2392916"/>
                  </a:lnTo>
                  <a:lnTo>
                    <a:pt x="2652193" y="2463883"/>
                  </a:lnTo>
                  <a:lnTo>
                    <a:pt x="2654094" y="2390673"/>
                  </a:lnTo>
                  <a:lnTo>
                    <a:pt x="2655995" y="2311319"/>
                  </a:lnTo>
                  <a:lnTo>
                    <a:pt x="2657896" y="2326399"/>
                  </a:lnTo>
                  <a:lnTo>
                    <a:pt x="2659798" y="2378760"/>
                  </a:lnTo>
                  <a:lnTo>
                    <a:pt x="2661699" y="2406607"/>
                  </a:lnTo>
                  <a:lnTo>
                    <a:pt x="2663600" y="2491881"/>
                  </a:lnTo>
                  <a:lnTo>
                    <a:pt x="2665501" y="2613004"/>
                  </a:lnTo>
                  <a:lnTo>
                    <a:pt x="2667402" y="2724576"/>
                  </a:lnTo>
                  <a:lnTo>
                    <a:pt x="2669304" y="2786171"/>
                  </a:lnTo>
                  <a:lnTo>
                    <a:pt x="2671205" y="2839162"/>
                  </a:lnTo>
                  <a:lnTo>
                    <a:pt x="2673106" y="2825567"/>
                  </a:lnTo>
                  <a:lnTo>
                    <a:pt x="2675007" y="2702947"/>
                  </a:lnTo>
                  <a:lnTo>
                    <a:pt x="2676909" y="2700597"/>
                  </a:lnTo>
                  <a:lnTo>
                    <a:pt x="2678810" y="2787079"/>
                  </a:lnTo>
                  <a:lnTo>
                    <a:pt x="2680711" y="2851725"/>
                  </a:lnTo>
                  <a:lnTo>
                    <a:pt x="2682612" y="2828500"/>
                  </a:lnTo>
                  <a:lnTo>
                    <a:pt x="2684513" y="2847748"/>
                  </a:lnTo>
                  <a:lnTo>
                    <a:pt x="2686415" y="2976669"/>
                  </a:lnTo>
                  <a:lnTo>
                    <a:pt x="2688316" y="2980220"/>
                  </a:lnTo>
                  <a:lnTo>
                    <a:pt x="2690217" y="2866605"/>
                  </a:lnTo>
                  <a:lnTo>
                    <a:pt x="2692118" y="2808786"/>
                  </a:lnTo>
                  <a:lnTo>
                    <a:pt x="2694019" y="2779475"/>
                  </a:lnTo>
                  <a:lnTo>
                    <a:pt x="2695921" y="2708053"/>
                  </a:lnTo>
                  <a:lnTo>
                    <a:pt x="2697822" y="2589078"/>
                  </a:lnTo>
                  <a:lnTo>
                    <a:pt x="2699723" y="2504976"/>
                  </a:lnTo>
                  <a:lnTo>
                    <a:pt x="2701624" y="2476479"/>
                  </a:lnTo>
                  <a:lnTo>
                    <a:pt x="2703526" y="2418476"/>
                  </a:lnTo>
                  <a:lnTo>
                    <a:pt x="2705427" y="2359473"/>
                  </a:lnTo>
                  <a:lnTo>
                    <a:pt x="2707328" y="2347606"/>
                  </a:lnTo>
                  <a:lnTo>
                    <a:pt x="2709229" y="2410610"/>
                  </a:lnTo>
                  <a:lnTo>
                    <a:pt x="2711130" y="2483309"/>
                  </a:lnTo>
                  <a:lnTo>
                    <a:pt x="2713032" y="2589172"/>
                  </a:lnTo>
                  <a:lnTo>
                    <a:pt x="2714933" y="2701847"/>
                  </a:lnTo>
                  <a:lnTo>
                    <a:pt x="2716834" y="2755901"/>
                  </a:lnTo>
                  <a:lnTo>
                    <a:pt x="2718735" y="2756206"/>
                  </a:lnTo>
                  <a:lnTo>
                    <a:pt x="2720636" y="2766712"/>
                  </a:lnTo>
                  <a:lnTo>
                    <a:pt x="2722538" y="2828105"/>
                  </a:lnTo>
                  <a:lnTo>
                    <a:pt x="2724439" y="2835741"/>
                  </a:lnTo>
                  <a:lnTo>
                    <a:pt x="2726340" y="2833760"/>
                  </a:lnTo>
                  <a:lnTo>
                    <a:pt x="2728241" y="2884681"/>
                  </a:lnTo>
                  <a:lnTo>
                    <a:pt x="2730143" y="2959006"/>
                  </a:lnTo>
                  <a:lnTo>
                    <a:pt x="2732044" y="2975875"/>
                  </a:lnTo>
                  <a:lnTo>
                    <a:pt x="2733945" y="2929461"/>
                  </a:lnTo>
                  <a:lnTo>
                    <a:pt x="2735846" y="2916777"/>
                  </a:lnTo>
                  <a:lnTo>
                    <a:pt x="2737747" y="2916778"/>
                  </a:lnTo>
                  <a:lnTo>
                    <a:pt x="2739649" y="2895511"/>
                  </a:lnTo>
                  <a:lnTo>
                    <a:pt x="2741550" y="2889129"/>
                  </a:lnTo>
                  <a:lnTo>
                    <a:pt x="2743451" y="2894578"/>
                  </a:lnTo>
                  <a:lnTo>
                    <a:pt x="2745352" y="2892568"/>
                  </a:lnTo>
                  <a:lnTo>
                    <a:pt x="2747253" y="2829074"/>
                  </a:lnTo>
                  <a:lnTo>
                    <a:pt x="2749155" y="2766556"/>
                  </a:lnTo>
                  <a:lnTo>
                    <a:pt x="2751056" y="2764959"/>
                  </a:lnTo>
                  <a:lnTo>
                    <a:pt x="2752957" y="2743690"/>
                  </a:lnTo>
                  <a:lnTo>
                    <a:pt x="2754858" y="2633556"/>
                  </a:lnTo>
                  <a:lnTo>
                    <a:pt x="2756760" y="2555888"/>
                  </a:lnTo>
                  <a:lnTo>
                    <a:pt x="2758661" y="2571374"/>
                  </a:lnTo>
                  <a:lnTo>
                    <a:pt x="2760562" y="2564924"/>
                  </a:lnTo>
                  <a:lnTo>
                    <a:pt x="2762463" y="2486163"/>
                  </a:lnTo>
                  <a:lnTo>
                    <a:pt x="2764364" y="2442980"/>
                  </a:lnTo>
                  <a:lnTo>
                    <a:pt x="2766266" y="2538603"/>
                  </a:lnTo>
                  <a:lnTo>
                    <a:pt x="2768167" y="2665620"/>
                  </a:lnTo>
                  <a:lnTo>
                    <a:pt x="2770068" y="2740530"/>
                  </a:lnTo>
                  <a:lnTo>
                    <a:pt x="2771969" y="2836931"/>
                  </a:lnTo>
                  <a:lnTo>
                    <a:pt x="2773870" y="2891564"/>
                  </a:lnTo>
                  <a:lnTo>
                    <a:pt x="2775772" y="2823186"/>
                  </a:lnTo>
                  <a:lnTo>
                    <a:pt x="2777673" y="2720545"/>
                  </a:lnTo>
                  <a:lnTo>
                    <a:pt x="2779574" y="2624424"/>
                  </a:lnTo>
                  <a:lnTo>
                    <a:pt x="2781475" y="2485576"/>
                  </a:lnTo>
                  <a:lnTo>
                    <a:pt x="2783377" y="2293477"/>
                  </a:lnTo>
                  <a:lnTo>
                    <a:pt x="2785278" y="2223221"/>
                  </a:lnTo>
                  <a:lnTo>
                    <a:pt x="2787179" y="2317430"/>
                  </a:lnTo>
                  <a:lnTo>
                    <a:pt x="2789080" y="2368861"/>
                  </a:lnTo>
                  <a:lnTo>
                    <a:pt x="2790981" y="2410605"/>
                  </a:lnTo>
                  <a:lnTo>
                    <a:pt x="2792883" y="2500666"/>
                  </a:lnTo>
                  <a:lnTo>
                    <a:pt x="2794784" y="2625284"/>
                  </a:lnTo>
                  <a:lnTo>
                    <a:pt x="2796685" y="2695462"/>
                  </a:lnTo>
                  <a:lnTo>
                    <a:pt x="2798586" y="2716190"/>
                  </a:lnTo>
                  <a:lnTo>
                    <a:pt x="2800487" y="2750951"/>
                  </a:lnTo>
                  <a:lnTo>
                    <a:pt x="2802389" y="2763731"/>
                  </a:lnTo>
                  <a:lnTo>
                    <a:pt x="2804290" y="2706490"/>
                  </a:lnTo>
                  <a:lnTo>
                    <a:pt x="2806191" y="2618207"/>
                  </a:lnTo>
                  <a:lnTo>
                    <a:pt x="2808092" y="2540703"/>
                  </a:lnTo>
                  <a:lnTo>
                    <a:pt x="2809994" y="2529898"/>
                  </a:lnTo>
                  <a:lnTo>
                    <a:pt x="2811895" y="2545122"/>
                  </a:lnTo>
                  <a:lnTo>
                    <a:pt x="2813796" y="2483035"/>
                  </a:lnTo>
                  <a:lnTo>
                    <a:pt x="2815697" y="2437519"/>
                  </a:lnTo>
                  <a:lnTo>
                    <a:pt x="2817598" y="2505235"/>
                  </a:lnTo>
                  <a:lnTo>
                    <a:pt x="2819500" y="2564729"/>
                  </a:lnTo>
                  <a:lnTo>
                    <a:pt x="2821401" y="2454974"/>
                  </a:lnTo>
                  <a:lnTo>
                    <a:pt x="2823302" y="2284735"/>
                  </a:lnTo>
                  <a:lnTo>
                    <a:pt x="2825203" y="2213927"/>
                  </a:lnTo>
                  <a:lnTo>
                    <a:pt x="2827104" y="2198932"/>
                  </a:lnTo>
                  <a:lnTo>
                    <a:pt x="2829006" y="2073644"/>
                  </a:lnTo>
                  <a:lnTo>
                    <a:pt x="2830907" y="2023048"/>
                  </a:lnTo>
                  <a:lnTo>
                    <a:pt x="2832808" y="2071529"/>
                  </a:lnTo>
                  <a:lnTo>
                    <a:pt x="2834709" y="2166842"/>
                  </a:lnTo>
                  <a:lnTo>
                    <a:pt x="2836611" y="2294008"/>
                  </a:lnTo>
                  <a:lnTo>
                    <a:pt x="2838512" y="2373907"/>
                  </a:lnTo>
                  <a:lnTo>
                    <a:pt x="2840413" y="2446251"/>
                  </a:lnTo>
                  <a:lnTo>
                    <a:pt x="2842314" y="2415353"/>
                  </a:lnTo>
                  <a:lnTo>
                    <a:pt x="2844215" y="2358591"/>
                  </a:lnTo>
                  <a:lnTo>
                    <a:pt x="2846117" y="2320502"/>
                  </a:lnTo>
                  <a:lnTo>
                    <a:pt x="2848018" y="2257528"/>
                  </a:lnTo>
                  <a:lnTo>
                    <a:pt x="2849919" y="2247817"/>
                  </a:lnTo>
                  <a:lnTo>
                    <a:pt x="2851820" y="2346952"/>
                  </a:lnTo>
                  <a:lnTo>
                    <a:pt x="2853721" y="2475373"/>
                  </a:lnTo>
                  <a:lnTo>
                    <a:pt x="2855623" y="2506150"/>
                  </a:lnTo>
                  <a:lnTo>
                    <a:pt x="2857524" y="2475105"/>
                  </a:lnTo>
                  <a:lnTo>
                    <a:pt x="2859425" y="2420357"/>
                  </a:lnTo>
                  <a:lnTo>
                    <a:pt x="2861326" y="2328047"/>
                  </a:lnTo>
                  <a:lnTo>
                    <a:pt x="2863228" y="2207482"/>
                  </a:lnTo>
                  <a:lnTo>
                    <a:pt x="2865129" y="2234027"/>
                  </a:lnTo>
                  <a:lnTo>
                    <a:pt x="2867030" y="2321709"/>
                  </a:lnTo>
                  <a:lnTo>
                    <a:pt x="2868931" y="2402964"/>
                  </a:lnTo>
                  <a:lnTo>
                    <a:pt x="2870832" y="2388674"/>
                  </a:lnTo>
                  <a:lnTo>
                    <a:pt x="2872734" y="2394932"/>
                  </a:lnTo>
                  <a:lnTo>
                    <a:pt x="2874635" y="2426811"/>
                  </a:lnTo>
                  <a:lnTo>
                    <a:pt x="2876536" y="2319868"/>
                  </a:lnTo>
                  <a:lnTo>
                    <a:pt x="2878437" y="2238460"/>
                  </a:lnTo>
                  <a:lnTo>
                    <a:pt x="2880338" y="2155144"/>
                  </a:lnTo>
                  <a:lnTo>
                    <a:pt x="2882240" y="2208299"/>
                  </a:lnTo>
                  <a:lnTo>
                    <a:pt x="2884141" y="2346229"/>
                  </a:lnTo>
                  <a:lnTo>
                    <a:pt x="2886042" y="2392829"/>
                  </a:lnTo>
                  <a:lnTo>
                    <a:pt x="2887943" y="2433798"/>
                  </a:lnTo>
                  <a:lnTo>
                    <a:pt x="2889845" y="2532153"/>
                  </a:lnTo>
                  <a:lnTo>
                    <a:pt x="2891746" y="2665783"/>
                  </a:lnTo>
                  <a:lnTo>
                    <a:pt x="2893647" y="2799369"/>
                  </a:lnTo>
                  <a:lnTo>
                    <a:pt x="2895548" y="2854000"/>
                  </a:lnTo>
                  <a:lnTo>
                    <a:pt x="2897449" y="2888468"/>
                  </a:lnTo>
                  <a:lnTo>
                    <a:pt x="2899351" y="2937360"/>
                  </a:lnTo>
                  <a:lnTo>
                    <a:pt x="2901252" y="2957052"/>
                  </a:lnTo>
                  <a:lnTo>
                    <a:pt x="2903153" y="2948062"/>
                  </a:lnTo>
                  <a:lnTo>
                    <a:pt x="2905054" y="2816937"/>
                  </a:lnTo>
                  <a:lnTo>
                    <a:pt x="2906955" y="2655709"/>
                  </a:lnTo>
                  <a:lnTo>
                    <a:pt x="2908857" y="2634912"/>
                  </a:lnTo>
                  <a:lnTo>
                    <a:pt x="2910758" y="2644599"/>
                  </a:lnTo>
                  <a:lnTo>
                    <a:pt x="2912659" y="2549368"/>
                  </a:lnTo>
                  <a:lnTo>
                    <a:pt x="2914560" y="2508183"/>
                  </a:lnTo>
                  <a:lnTo>
                    <a:pt x="2916461" y="2617972"/>
                  </a:lnTo>
                  <a:lnTo>
                    <a:pt x="2918363" y="2731866"/>
                  </a:lnTo>
                  <a:lnTo>
                    <a:pt x="2920264" y="2735803"/>
                  </a:lnTo>
                  <a:lnTo>
                    <a:pt x="2922165" y="2725710"/>
                  </a:lnTo>
                  <a:lnTo>
                    <a:pt x="2924066" y="2809388"/>
                  </a:lnTo>
                  <a:lnTo>
                    <a:pt x="2925968" y="2893998"/>
                  </a:lnTo>
                  <a:lnTo>
                    <a:pt x="2927869" y="2910024"/>
                  </a:lnTo>
                  <a:lnTo>
                    <a:pt x="2929770" y="2832192"/>
                  </a:lnTo>
                  <a:lnTo>
                    <a:pt x="2931671" y="2730235"/>
                  </a:lnTo>
                  <a:lnTo>
                    <a:pt x="2933572" y="2624006"/>
                  </a:lnTo>
                  <a:lnTo>
                    <a:pt x="2935474" y="2545310"/>
                  </a:lnTo>
                  <a:lnTo>
                    <a:pt x="2937375" y="2528307"/>
                  </a:lnTo>
                  <a:lnTo>
                    <a:pt x="2939276" y="2487741"/>
                  </a:lnTo>
                  <a:lnTo>
                    <a:pt x="2941177" y="2552709"/>
                  </a:lnTo>
                  <a:lnTo>
                    <a:pt x="2943078" y="2646643"/>
                  </a:lnTo>
                  <a:lnTo>
                    <a:pt x="2944980" y="2766778"/>
                  </a:lnTo>
                  <a:lnTo>
                    <a:pt x="2946881" y="2881126"/>
                  </a:lnTo>
                  <a:lnTo>
                    <a:pt x="2948782" y="2836220"/>
                  </a:lnTo>
                  <a:lnTo>
                    <a:pt x="2950683" y="2807222"/>
                  </a:lnTo>
                  <a:lnTo>
                    <a:pt x="2952585" y="2793155"/>
                  </a:lnTo>
                  <a:lnTo>
                    <a:pt x="2954486" y="2761184"/>
                  </a:lnTo>
                  <a:lnTo>
                    <a:pt x="2956387" y="2697133"/>
                  </a:lnTo>
                  <a:lnTo>
                    <a:pt x="2958288" y="2657145"/>
                  </a:lnTo>
                  <a:lnTo>
                    <a:pt x="2960189" y="2732006"/>
                  </a:lnTo>
                  <a:lnTo>
                    <a:pt x="2962091" y="2827566"/>
                  </a:lnTo>
                  <a:lnTo>
                    <a:pt x="2963992" y="2878858"/>
                  </a:lnTo>
                  <a:lnTo>
                    <a:pt x="2965893" y="2901440"/>
                  </a:lnTo>
                  <a:lnTo>
                    <a:pt x="2967794" y="2843331"/>
                  </a:lnTo>
                  <a:lnTo>
                    <a:pt x="2969695" y="2755150"/>
                  </a:lnTo>
                  <a:lnTo>
                    <a:pt x="2971597" y="2656584"/>
                  </a:lnTo>
                  <a:lnTo>
                    <a:pt x="2973498" y="2584393"/>
                  </a:lnTo>
                  <a:lnTo>
                    <a:pt x="2975399" y="2542966"/>
                  </a:lnTo>
                  <a:lnTo>
                    <a:pt x="2977300" y="2466397"/>
                  </a:lnTo>
                  <a:lnTo>
                    <a:pt x="2979202" y="2462372"/>
                  </a:lnTo>
                  <a:lnTo>
                    <a:pt x="2981103" y="2486750"/>
                  </a:lnTo>
                  <a:lnTo>
                    <a:pt x="2983004" y="2485545"/>
                  </a:lnTo>
                  <a:lnTo>
                    <a:pt x="2984905" y="2413521"/>
                  </a:lnTo>
                  <a:lnTo>
                    <a:pt x="2986806" y="2308254"/>
                  </a:lnTo>
                  <a:lnTo>
                    <a:pt x="2988708" y="2231088"/>
                  </a:lnTo>
                  <a:lnTo>
                    <a:pt x="2990609" y="2189229"/>
                  </a:lnTo>
                  <a:lnTo>
                    <a:pt x="2992510" y="2140089"/>
                  </a:lnTo>
                  <a:lnTo>
                    <a:pt x="2994411" y="2119449"/>
                  </a:lnTo>
                  <a:lnTo>
                    <a:pt x="2996312" y="2097641"/>
                  </a:lnTo>
                  <a:lnTo>
                    <a:pt x="2998214" y="2012064"/>
                  </a:lnTo>
                  <a:lnTo>
                    <a:pt x="3000115" y="2027166"/>
                  </a:lnTo>
                  <a:lnTo>
                    <a:pt x="3002016" y="2061172"/>
                  </a:lnTo>
                  <a:lnTo>
                    <a:pt x="3003917" y="2068826"/>
                  </a:lnTo>
                  <a:lnTo>
                    <a:pt x="3005819" y="2101031"/>
                  </a:lnTo>
                  <a:lnTo>
                    <a:pt x="3007720" y="2223720"/>
                  </a:lnTo>
                  <a:lnTo>
                    <a:pt x="3009621" y="2389725"/>
                  </a:lnTo>
                  <a:lnTo>
                    <a:pt x="3011522" y="2474531"/>
                  </a:lnTo>
                  <a:lnTo>
                    <a:pt x="3013423" y="2440766"/>
                  </a:lnTo>
                  <a:lnTo>
                    <a:pt x="3015325" y="2434848"/>
                  </a:lnTo>
                  <a:lnTo>
                    <a:pt x="3017226" y="2390331"/>
                  </a:lnTo>
                  <a:lnTo>
                    <a:pt x="3019127" y="2281201"/>
                  </a:lnTo>
                  <a:lnTo>
                    <a:pt x="3021028" y="2224484"/>
                  </a:lnTo>
                  <a:lnTo>
                    <a:pt x="3022929" y="2310140"/>
                  </a:lnTo>
                  <a:lnTo>
                    <a:pt x="3024831" y="2457059"/>
                  </a:lnTo>
                  <a:lnTo>
                    <a:pt x="3026732" y="2518455"/>
                  </a:lnTo>
                  <a:lnTo>
                    <a:pt x="3028633" y="2570928"/>
                  </a:lnTo>
                  <a:lnTo>
                    <a:pt x="3030534" y="2635747"/>
                  </a:lnTo>
                  <a:lnTo>
                    <a:pt x="3032436" y="2686753"/>
                  </a:lnTo>
                  <a:lnTo>
                    <a:pt x="3034337" y="2666085"/>
                  </a:lnTo>
                  <a:lnTo>
                    <a:pt x="3036238" y="2652511"/>
                  </a:lnTo>
                  <a:lnTo>
                    <a:pt x="3038139" y="2673210"/>
                  </a:lnTo>
                  <a:lnTo>
                    <a:pt x="3040040" y="2657197"/>
                  </a:lnTo>
                  <a:lnTo>
                    <a:pt x="3041942" y="2611609"/>
                  </a:lnTo>
                  <a:lnTo>
                    <a:pt x="3043843" y="2613446"/>
                  </a:lnTo>
                  <a:lnTo>
                    <a:pt x="3045744" y="2570065"/>
                  </a:lnTo>
                  <a:lnTo>
                    <a:pt x="3047645" y="2470077"/>
                  </a:lnTo>
                  <a:lnTo>
                    <a:pt x="3049546" y="2316987"/>
                  </a:lnTo>
                  <a:lnTo>
                    <a:pt x="3051448" y="2234913"/>
                  </a:lnTo>
                  <a:lnTo>
                    <a:pt x="3053349" y="2172259"/>
                  </a:lnTo>
                  <a:lnTo>
                    <a:pt x="3055250" y="2036875"/>
                  </a:lnTo>
                  <a:lnTo>
                    <a:pt x="3057151" y="1941976"/>
                  </a:lnTo>
                  <a:lnTo>
                    <a:pt x="3059053" y="1882207"/>
                  </a:lnTo>
                  <a:lnTo>
                    <a:pt x="3060954" y="1957201"/>
                  </a:lnTo>
                  <a:lnTo>
                    <a:pt x="3062855" y="2033383"/>
                  </a:lnTo>
                  <a:lnTo>
                    <a:pt x="3064756" y="2144022"/>
                  </a:lnTo>
                  <a:lnTo>
                    <a:pt x="3066657" y="2226077"/>
                  </a:lnTo>
                  <a:lnTo>
                    <a:pt x="3068559" y="2301482"/>
                  </a:lnTo>
                  <a:lnTo>
                    <a:pt x="3070460" y="2393816"/>
                  </a:lnTo>
                  <a:lnTo>
                    <a:pt x="3072361" y="2443699"/>
                  </a:lnTo>
                  <a:lnTo>
                    <a:pt x="3074262" y="2446301"/>
                  </a:lnTo>
                  <a:lnTo>
                    <a:pt x="3076163" y="2412094"/>
                  </a:lnTo>
                  <a:lnTo>
                    <a:pt x="3078065" y="2457134"/>
                  </a:lnTo>
                  <a:lnTo>
                    <a:pt x="3079966" y="2479663"/>
                  </a:lnTo>
                  <a:lnTo>
                    <a:pt x="3081867" y="2571046"/>
                  </a:lnTo>
                  <a:lnTo>
                    <a:pt x="3083768" y="2641719"/>
                  </a:lnTo>
                  <a:lnTo>
                    <a:pt x="3085670" y="2682577"/>
                  </a:lnTo>
                  <a:lnTo>
                    <a:pt x="3087571" y="2714549"/>
                  </a:lnTo>
                  <a:lnTo>
                    <a:pt x="3089472" y="2755704"/>
                  </a:lnTo>
                  <a:lnTo>
                    <a:pt x="3091373" y="2796493"/>
                  </a:lnTo>
                  <a:lnTo>
                    <a:pt x="3093274" y="2723580"/>
                  </a:lnTo>
                  <a:lnTo>
                    <a:pt x="3095176" y="2698494"/>
                  </a:lnTo>
                  <a:lnTo>
                    <a:pt x="3097077" y="2720499"/>
                  </a:lnTo>
                  <a:lnTo>
                    <a:pt x="3098978" y="2740650"/>
                  </a:lnTo>
                  <a:lnTo>
                    <a:pt x="3100879" y="2722262"/>
                  </a:lnTo>
                  <a:lnTo>
                    <a:pt x="3102780" y="2739632"/>
                  </a:lnTo>
                  <a:lnTo>
                    <a:pt x="3104682" y="2769993"/>
                  </a:lnTo>
                  <a:lnTo>
                    <a:pt x="3106583" y="2727632"/>
                  </a:lnTo>
                  <a:lnTo>
                    <a:pt x="3108484" y="2727100"/>
                  </a:lnTo>
                  <a:lnTo>
                    <a:pt x="3110385" y="2772196"/>
                  </a:lnTo>
                  <a:lnTo>
                    <a:pt x="3112287" y="2816792"/>
                  </a:lnTo>
                  <a:lnTo>
                    <a:pt x="3114188" y="2732087"/>
                  </a:lnTo>
                  <a:lnTo>
                    <a:pt x="3116089" y="2727663"/>
                  </a:lnTo>
                  <a:lnTo>
                    <a:pt x="3117990" y="2827557"/>
                  </a:lnTo>
                  <a:lnTo>
                    <a:pt x="3119891" y="2855033"/>
                  </a:lnTo>
                  <a:lnTo>
                    <a:pt x="3121793" y="2808887"/>
                  </a:lnTo>
                  <a:lnTo>
                    <a:pt x="3123694" y="2754837"/>
                  </a:lnTo>
                  <a:lnTo>
                    <a:pt x="3125595" y="2770808"/>
                  </a:lnTo>
                  <a:lnTo>
                    <a:pt x="3127496" y="2792172"/>
                  </a:lnTo>
                  <a:lnTo>
                    <a:pt x="3129397" y="2777945"/>
                  </a:lnTo>
                  <a:lnTo>
                    <a:pt x="3131299" y="2756498"/>
                  </a:lnTo>
                  <a:lnTo>
                    <a:pt x="3133200" y="2695058"/>
                  </a:lnTo>
                  <a:lnTo>
                    <a:pt x="3135101" y="2646180"/>
                  </a:lnTo>
                  <a:lnTo>
                    <a:pt x="3137002" y="2659978"/>
                  </a:lnTo>
                  <a:lnTo>
                    <a:pt x="3138904" y="2575243"/>
                  </a:lnTo>
                  <a:lnTo>
                    <a:pt x="3140805" y="2426042"/>
                  </a:lnTo>
                  <a:lnTo>
                    <a:pt x="3142706" y="2353500"/>
                  </a:lnTo>
                  <a:lnTo>
                    <a:pt x="3144607" y="2342142"/>
                  </a:lnTo>
                  <a:lnTo>
                    <a:pt x="3146508" y="2352824"/>
                  </a:lnTo>
                  <a:lnTo>
                    <a:pt x="3148410" y="2430136"/>
                  </a:lnTo>
                  <a:lnTo>
                    <a:pt x="3150311" y="2564755"/>
                  </a:lnTo>
                  <a:lnTo>
                    <a:pt x="3152212" y="2631959"/>
                  </a:lnTo>
                  <a:lnTo>
                    <a:pt x="3154113" y="2575771"/>
                  </a:lnTo>
                  <a:lnTo>
                    <a:pt x="3156014" y="2565612"/>
                  </a:lnTo>
                  <a:lnTo>
                    <a:pt x="3157916" y="2635256"/>
                  </a:lnTo>
                  <a:lnTo>
                    <a:pt x="3159817" y="2620859"/>
                  </a:lnTo>
                  <a:lnTo>
                    <a:pt x="3161718" y="2554694"/>
                  </a:lnTo>
                  <a:lnTo>
                    <a:pt x="3163619" y="2573435"/>
                  </a:lnTo>
                  <a:lnTo>
                    <a:pt x="3165521" y="2648214"/>
                  </a:lnTo>
                  <a:lnTo>
                    <a:pt x="3167422" y="2751199"/>
                  </a:lnTo>
                  <a:lnTo>
                    <a:pt x="3169323" y="2762625"/>
                  </a:lnTo>
                  <a:lnTo>
                    <a:pt x="3171224" y="2677810"/>
                  </a:lnTo>
                  <a:lnTo>
                    <a:pt x="3173125" y="2644236"/>
                  </a:lnTo>
                  <a:lnTo>
                    <a:pt x="3175027" y="2613918"/>
                  </a:lnTo>
                  <a:lnTo>
                    <a:pt x="3176928" y="2631824"/>
                  </a:lnTo>
                  <a:lnTo>
                    <a:pt x="3178829" y="2623277"/>
                  </a:lnTo>
                  <a:lnTo>
                    <a:pt x="3180730" y="2545154"/>
                  </a:lnTo>
                  <a:lnTo>
                    <a:pt x="3182631" y="2520011"/>
                  </a:lnTo>
                  <a:lnTo>
                    <a:pt x="3184533" y="2537090"/>
                  </a:lnTo>
                  <a:lnTo>
                    <a:pt x="3186434" y="2605567"/>
                  </a:lnTo>
                  <a:lnTo>
                    <a:pt x="3188335" y="2634082"/>
                  </a:lnTo>
                  <a:lnTo>
                    <a:pt x="3190236" y="2601503"/>
                  </a:lnTo>
                  <a:lnTo>
                    <a:pt x="3192138" y="2696397"/>
                  </a:lnTo>
                  <a:lnTo>
                    <a:pt x="3194039" y="2822227"/>
                  </a:lnTo>
                  <a:lnTo>
                    <a:pt x="3195940" y="2860473"/>
                  </a:lnTo>
                  <a:lnTo>
                    <a:pt x="3197841" y="2821446"/>
                  </a:lnTo>
                  <a:lnTo>
                    <a:pt x="3199742" y="2719361"/>
                  </a:lnTo>
                  <a:lnTo>
                    <a:pt x="3201644" y="2602548"/>
                  </a:lnTo>
                  <a:lnTo>
                    <a:pt x="3203545" y="2507070"/>
                  </a:lnTo>
                  <a:lnTo>
                    <a:pt x="3205446" y="2430825"/>
                  </a:lnTo>
                  <a:lnTo>
                    <a:pt x="3207347" y="2364681"/>
                  </a:lnTo>
                  <a:lnTo>
                    <a:pt x="3209248" y="2368570"/>
                  </a:lnTo>
                  <a:lnTo>
                    <a:pt x="3211150" y="2444046"/>
                  </a:lnTo>
                  <a:lnTo>
                    <a:pt x="3213051" y="2570607"/>
                  </a:lnTo>
                  <a:lnTo>
                    <a:pt x="3214952" y="2649765"/>
                  </a:lnTo>
                  <a:lnTo>
                    <a:pt x="3216853" y="2651914"/>
                  </a:lnTo>
                  <a:lnTo>
                    <a:pt x="3218754" y="2613782"/>
                  </a:lnTo>
                  <a:lnTo>
                    <a:pt x="3220656" y="2538492"/>
                  </a:lnTo>
                  <a:lnTo>
                    <a:pt x="3222557" y="2545503"/>
                  </a:lnTo>
                  <a:lnTo>
                    <a:pt x="3224458" y="2546333"/>
                  </a:lnTo>
                  <a:lnTo>
                    <a:pt x="3226359" y="2477700"/>
                  </a:lnTo>
                  <a:lnTo>
                    <a:pt x="3228261" y="2457580"/>
                  </a:lnTo>
                  <a:lnTo>
                    <a:pt x="3230162" y="2541581"/>
                  </a:lnTo>
                  <a:lnTo>
                    <a:pt x="3232063" y="2597365"/>
                  </a:lnTo>
                  <a:lnTo>
                    <a:pt x="3233964" y="2527182"/>
                  </a:lnTo>
                  <a:lnTo>
                    <a:pt x="3235865" y="2464657"/>
                  </a:lnTo>
                  <a:lnTo>
                    <a:pt x="3237767" y="2470006"/>
                  </a:lnTo>
                  <a:lnTo>
                    <a:pt x="3239668" y="2407634"/>
                  </a:lnTo>
                  <a:lnTo>
                    <a:pt x="3241569" y="2357853"/>
                  </a:lnTo>
                  <a:lnTo>
                    <a:pt x="3243470" y="2411106"/>
                  </a:lnTo>
                  <a:lnTo>
                    <a:pt x="3245371" y="2450740"/>
                  </a:lnTo>
                  <a:lnTo>
                    <a:pt x="3247273" y="2480796"/>
                  </a:lnTo>
                  <a:lnTo>
                    <a:pt x="3249174" y="2506215"/>
                  </a:lnTo>
                  <a:lnTo>
                    <a:pt x="3251075" y="2611411"/>
                  </a:lnTo>
                  <a:lnTo>
                    <a:pt x="3252976" y="2692933"/>
                  </a:lnTo>
                  <a:lnTo>
                    <a:pt x="3254878" y="2702812"/>
                  </a:lnTo>
                  <a:lnTo>
                    <a:pt x="3256779" y="2765879"/>
                  </a:lnTo>
                  <a:lnTo>
                    <a:pt x="3258680" y="2839265"/>
                  </a:lnTo>
                  <a:lnTo>
                    <a:pt x="3260581" y="2872190"/>
                  </a:lnTo>
                  <a:lnTo>
                    <a:pt x="3262482" y="2829733"/>
                  </a:lnTo>
                  <a:lnTo>
                    <a:pt x="3264384" y="2776998"/>
                  </a:lnTo>
                  <a:lnTo>
                    <a:pt x="3266285" y="2797607"/>
                  </a:lnTo>
                  <a:lnTo>
                    <a:pt x="3268186" y="2767312"/>
                  </a:lnTo>
                  <a:lnTo>
                    <a:pt x="3270087" y="2693913"/>
                  </a:lnTo>
                  <a:lnTo>
                    <a:pt x="3271988" y="2646346"/>
                  </a:lnTo>
                  <a:lnTo>
                    <a:pt x="3273890" y="2667695"/>
                  </a:lnTo>
                  <a:lnTo>
                    <a:pt x="3275791" y="2642255"/>
                  </a:lnTo>
                  <a:lnTo>
                    <a:pt x="3277692" y="2482714"/>
                  </a:lnTo>
                  <a:lnTo>
                    <a:pt x="3279593" y="2430559"/>
                  </a:lnTo>
                  <a:lnTo>
                    <a:pt x="3281495" y="2449810"/>
                  </a:lnTo>
                  <a:lnTo>
                    <a:pt x="3283396" y="2501734"/>
                  </a:lnTo>
                  <a:lnTo>
                    <a:pt x="3285297" y="2558926"/>
                  </a:lnTo>
                  <a:lnTo>
                    <a:pt x="3287198" y="2682837"/>
                  </a:lnTo>
                  <a:lnTo>
                    <a:pt x="3289099" y="2822526"/>
                  </a:lnTo>
                  <a:lnTo>
                    <a:pt x="3291001" y="2794786"/>
                  </a:lnTo>
                  <a:lnTo>
                    <a:pt x="3292902" y="2630438"/>
                  </a:lnTo>
                  <a:lnTo>
                    <a:pt x="3294803" y="2464900"/>
                  </a:lnTo>
                  <a:lnTo>
                    <a:pt x="3296704" y="2390111"/>
                  </a:lnTo>
                  <a:lnTo>
                    <a:pt x="3298605" y="2311014"/>
                  </a:lnTo>
                  <a:lnTo>
                    <a:pt x="3300507" y="2209664"/>
                  </a:lnTo>
                  <a:lnTo>
                    <a:pt x="3302408" y="2172631"/>
                  </a:lnTo>
                  <a:lnTo>
                    <a:pt x="3304309" y="2238571"/>
                  </a:lnTo>
                  <a:lnTo>
                    <a:pt x="3306210" y="2338986"/>
                  </a:lnTo>
                  <a:lnTo>
                    <a:pt x="3308112" y="2350271"/>
                  </a:lnTo>
                  <a:lnTo>
                    <a:pt x="3310013" y="2292773"/>
                  </a:lnTo>
                  <a:lnTo>
                    <a:pt x="3311914" y="2347001"/>
                  </a:lnTo>
                  <a:lnTo>
                    <a:pt x="3313815" y="2499235"/>
                  </a:lnTo>
                  <a:lnTo>
                    <a:pt x="3315716" y="2667533"/>
                  </a:lnTo>
                  <a:lnTo>
                    <a:pt x="3317618" y="2755032"/>
                  </a:lnTo>
                  <a:lnTo>
                    <a:pt x="3319519" y="2822276"/>
                  </a:lnTo>
                  <a:lnTo>
                    <a:pt x="3321420" y="2869338"/>
                  </a:lnTo>
                  <a:lnTo>
                    <a:pt x="3323321" y="2856288"/>
                  </a:lnTo>
                  <a:lnTo>
                    <a:pt x="3325222" y="2759637"/>
                  </a:lnTo>
                  <a:lnTo>
                    <a:pt x="3327124" y="2648496"/>
                  </a:lnTo>
                  <a:lnTo>
                    <a:pt x="3329025" y="2583209"/>
                  </a:lnTo>
                  <a:lnTo>
                    <a:pt x="3330926" y="2520388"/>
                  </a:lnTo>
                  <a:lnTo>
                    <a:pt x="3332827" y="2555612"/>
                  </a:lnTo>
                  <a:lnTo>
                    <a:pt x="3334729" y="2652188"/>
                  </a:lnTo>
                  <a:lnTo>
                    <a:pt x="3336630" y="2754876"/>
                  </a:lnTo>
                  <a:lnTo>
                    <a:pt x="3338531" y="2846144"/>
                  </a:lnTo>
                  <a:lnTo>
                    <a:pt x="3340432" y="2886705"/>
                  </a:lnTo>
                  <a:lnTo>
                    <a:pt x="3342333" y="2951674"/>
                  </a:lnTo>
                  <a:lnTo>
                    <a:pt x="3344235" y="2925609"/>
                  </a:lnTo>
                  <a:lnTo>
                    <a:pt x="3346136" y="2810122"/>
                  </a:lnTo>
                  <a:lnTo>
                    <a:pt x="3348037" y="2776295"/>
                  </a:lnTo>
                  <a:lnTo>
                    <a:pt x="3349938" y="2756496"/>
                  </a:lnTo>
                  <a:lnTo>
                    <a:pt x="3351839" y="2745790"/>
                  </a:lnTo>
                  <a:lnTo>
                    <a:pt x="3353741" y="2654293"/>
                  </a:lnTo>
                  <a:lnTo>
                    <a:pt x="3355642" y="2554173"/>
                  </a:lnTo>
                  <a:lnTo>
                    <a:pt x="3357543" y="2483688"/>
                  </a:lnTo>
                  <a:lnTo>
                    <a:pt x="3359444" y="2350917"/>
                  </a:lnTo>
                  <a:lnTo>
                    <a:pt x="3361346" y="2152015"/>
                  </a:lnTo>
                  <a:lnTo>
                    <a:pt x="3363247" y="1961478"/>
                  </a:lnTo>
                  <a:lnTo>
                    <a:pt x="3365148" y="1853882"/>
                  </a:lnTo>
                  <a:lnTo>
                    <a:pt x="3367049" y="1888939"/>
                  </a:lnTo>
                  <a:lnTo>
                    <a:pt x="3368950" y="1935400"/>
                  </a:lnTo>
                  <a:lnTo>
                    <a:pt x="3370852" y="1921476"/>
                  </a:lnTo>
                  <a:lnTo>
                    <a:pt x="3372753" y="1945159"/>
                  </a:lnTo>
                  <a:lnTo>
                    <a:pt x="3374654" y="2037227"/>
                  </a:lnTo>
                  <a:lnTo>
                    <a:pt x="3376555" y="2210303"/>
                  </a:lnTo>
                  <a:lnTo>
                    <a:pt x="3378456" y="2360241"/>
                  </a:lnTo>
                  <a:lnTo>
                    <a:pt x="3380358" y="2461988"/>
                  </a:lnTo>
                  <a:lnTo>
                    <a:pt x="3382259" y="2589243"/>
                  </a:lnTo>
                  <a:lnTo>
                    <a:pt x="3384160" y="2750176"/>
                  </a:lnTo>
                  <a:lnTo>
                    <a:pt x="3386061" y="2849956"/>
                  </a:lnTo>
                  <a:lnTo>
                    <a:pt x="3387963" y="2775202"/>
                  </a:lnTo>
                  <a:lnTo>
                    <a:pt x="3389864" y="2638863"/>
                  </a:lnTo>
                  <a:lnTo>
                    <a:pt x="3391765" y="2621620"/>
                  </a:lnTo>
                  <a:lnTo>
                    <a:pt x="3393666" y="2698614"/>
                  </a:lnTo>
                  <a:lnTo>
                    <a:pt x="3395567" y="2728879"/>
                  </a:lnTo>
                  <a:lnTo>
                    <a:pt x="3397469" y="2628275"/>
                  </a:lnTo>
                  <a:lnTo>
                    <a:pt x="3399370" y="2526775"/>
                  </a:lnTo>
                  <a:lnTo>
                    <a:pt x="3401271" y="2434342"/>
                  </a:lnTo>
                  <a:lnTo>
                    <a:pt x="3403172" y="2260689"/>
                  </a:lnTo>
                  <a:lnTo>
                    <a:pt x="3405073" y="2079178"/>
                  </a:lnTo>
                  <a:lnTo>
                    <a:pt x="3406975" y="2020249"/>
                  </a:lnTo>
                  <a:lnTo>
                    <a:pt x="3408876" y="2058518"/>
                  </a:lnTo>
                  <a:lnTo>
                    <a:pt x="3410777" y="2132768"/>
                  </a:lnTo>
                  <a:lnTo>
                    <a:pt x="3412678" y="2193070"/>
                  </a:lnTo>
                  <a:lnTo>
                    <a:pt x="3414580" y="2278847"/>
                  </a:lnTo>
                  <a:lnTo>
                    <a:pt x="3416481" y="2347071"/>
                  </a:lnTo>
                  <a:lnTo>
                    <a:pt x="3418382" y="2372246"/>
                  </a:lnTo>
                  <a:lnTo>
                    <a:pt x="3420283" y="2367954"/>
                  </a:lnTo>
                  <a:lnTo>
                    <a:pt x="3422184" y="2364853"/>
                  </a:lnTo>
                  <a:lnTo>
                    <a:pt x="3424086" y="2442209"/>
                  </a:lnTo>
                  <a:lnTo>
                    <a:pt x="3425987" y="2506339"/>
                  </a:lnTo>
                  <a:lnTo>
                    <a:pt x="3427888" y="2514033"/>
                  </a:lnTo>
                  <a:lnTo>
                    <a:pt x="3429789" y="2412153"/>
                  </a:lnTo>
                  <a:lnTo>
                    <a:pt x="3431690" y="2403900"/>
                  </a:lnTo>
                  <a:lnTo>
                    <a:pt x="3433592" y="2448313"/>
                  </a:lnTo>
                  <a:lnTo>
                    <a:pt x="3435493" y="2400396"/>
                  </a:lnTo>
                  <a:lnTo>
                    <a:pt x="3437394" y="2413460"/>
                  </a:lnTo>
                  <a:lnTo>
                    <a:pt x="3439295" y="2432445"/>
                  </a:lnTo>
                  <a:lnTo>
                    <a:pt x="3441197" y="2421875"/>
                  </a:lnTo>
                  <a:lnTo>
                    <a:pt x="3443098" y="2360986"/>
                  </a:lnTo>
                  <a:lnTo>
                    <a:pt x="3444999" y="2328962"/>
                  </a:lnTo>
                  <a:lnTo>
                    <a:pt x="3446900" y="2280969"/>
                  </a:lnTo>
                  <a:lnTo>
                    <a:pt x="3448801" y="2152556"/>
                  </a:lnTo>
                  <a:lnTo>
                    <a:pt x="3450703" y="2068266"/>
                  </a:lnTo>
                  <a:lnTo>
                    <a:pt x="3452604" y="2071031"/>
                  </a:lnTo>
                  <a:lnTo>
                    <a:pt x="3454505" y="1971427"/>
                  </a:lnTo>
                  <a:lnTo>
                    <a:pt x="3456406" y="1783032"/>
                  </a:lnTo>
                  <a:lnTo>
                    <a:pt x="3458307" y="1612059"/>
                  </a:lnTo>
                  <a:lnTo>
                    <a:pt x="3460209" y="1431579"/>
                  </a:lnTo>
                  <a:lnTo>
                    <a:pt x="3462110" y="1248813"/>
                  </a:lnTo>
                  <a:lnTo>
                    <a:pt x="3464011" y="1153652"/>
                  </a:lnTo>
                  <a:lnTo>
                    <a:pt x="3465912" y="1188888"/>
                  </a:lnTo>
                  <a:lnTo>
                    <a:pt x="3467814" y="1309539"/>
                  </a:lnTo>
                  <a:lnTo>
                    <a:pt x="3469715" y="1472810"/>
                  </a:lnTo>
                  <a:lnTo>
                    <a:pt x="3471616" y="1573942"/>
                  </a:lnTo>
                  <a:lnTo>
                    <a:pt x="3473517" y="1656343"/>
                  </a:lnTo>
                  <a:lnTo>
                    <a:pt x="3475418" y="1677599"/>
                  </a:lnTo>
                  <a:lnTo>
                    <a:pt x="3477320" y="1560375"/>
                  </a:lnTo>
                  <a:lnTo>
                    <a:pt x="3479221" y="1369161"/>
                  </a:lnTo>
                  <a:lnTo>
                    <a:pt x="3481122" y="1267268"/>
                  </a:lnTo>
                  <a:lnTo>
                    <a:pt x="3483023" y="1335449"/>
                  </a:lnTo>
                  <a:lnTo>
                    <a:pt x="3484924" y="1335692"/>
                  </a:lnTo>
                  <a:lnTo>
                    <a:pt x="3486826" y="1265202"/>
                  </a:lnTo>
                  <a:lnTo>
                    <a:pt x="3488727" y="1336522"/>
                  </a:lnTo>
                  <a:lnTo>
                    <a:pt x="3490628" y="1479941"/>
                  </a:lnTo>
                  <a:lnTo>
                    <a:pt x="3492529" y="1450315"/>
                  </a:lnTo>
                  <a:lnTo>
                    <a:pt x="3494430" y="1246231"/>
                  </a:lnTo>
                  <a:lnTo>
                    <a:pt x="3496332" y="1121788"/>
                  </a:lnTo>
                  <a:lnTo>
                    <a:pt x="3498233" y="1084097"/>
                  </a:lnTo>
                  <a:lnTo>
                    <a:pt x="3500134" y="1046334"/>
                  </a:lnTo>
                  <a:lnTo>
                    <a:pt x="3502035" y="908059"/>
                  </a:lnTo>
                  <a:lnTo>
                    <a:pt x="3503937" y="835773"/>
                  </a:lnTo>
                  <a:lnTo>
                    <a:pt x="3505838" y="840785"/>
                  </a:lnTo>
                  <a:lnTo>
                    <a:pt x="3507739" y="851445"/>
                  </a:lnTo>
                  <a:lnTo>
                    <a:pt x="3509640" y="797592"/>
                  </a:lnTo>
                  <a:lnTo>
                    <a:pt x="3511541" y="707554"/>
                  </a:lnTo>
                  <a:lnTo>
                    <a:pt x="3513443" y="690089"/>
                  </a:lnTo>
                  <a:lnTo>
                    <a:pt x="3515344" y="629666"/>
                  </a:lnTo>
                  <a:lnTo>
                    <a:pt x="3517245" y="588916"/>
                  </a:lnTo>
                  <a:lnTo>
                    <a:pt x="3519146" y="576724"/>
                  </a:lnTo>
                  <a:lnTo>
                    <a:pt x="3521047" y="630287"/>
                  </a:lnTo>
                  <a:lnTo>
                    <a:pt x="3522949" y="740134"/>
                  </a:lnTo>
                  <a:lnTo>
                    <a:pt x="3524850" y="863647"/>
                  </a:lnTo>
                  <a:lnTo>
                    <a:pt x="3526751" y="945910"/>
                  </a:lnTo>
                  <a:lnTo>
                    <a:pt x="3528652" y="974058"/>
                  </a:lnTo>
                  <a:lnTo>
                    <a:pt x="3530554" y="1002722"/>
                  </a:lnTo>
                  <a:lnTo>
                    <a:pt x="3532455" y="1008585"/>
                  </a:lnTo>
                  <a:lnTo>
                    <a:pt x="3534356" y="934745"/>
                  </a:lnTo>
                  <a:lnTo>
                    <a:pt x="3536257" y="824569"/>
                  </a:lnTo>
                  <a:lnTo>
                    <a:pt x="3538158" y="820557"/>
                  </a:lnTo>
                  <a:lnTo>
                    <a:pt x="3540060" y="912657"/>
                  </a:lnTo>
                  <a:lnTo>
                    <a:pt x="3541961" y="1012377"/>
                  </a:lnTo>
                  <a:lnTo>
                    <a:pt x="3543862" y="1078985"/>
                  </a:lnTo>
                  <a:lnTo>
                    <a:pt x="3545763" y="1083158"/>
                  </a:lnTo>
                  <a:lnTo>
                    <a:pt x="3547664" y="1062748"/>
                  </a:lnTo>
                  <a:lnTo>
                    <a:pt x="3549566" y="1034825"/>
                  </a:lnTo>
                  <a:lnTo>
                    <a:pt x="3551467" y="965982"/>
                  </a:lnTo>
                  <a:lnTo>
                    <a:pt x="3553368" y="869325"/>
                  </a:lnTo>
                  <a:lnTo>
                    <a:pt x="3555269" y="775402"/>
                  </a:lnTo>
                  <a:lnTo>
                    <a:pt x="3557171" y="825294"/>
                  </a:lnTo>
                  <a:lnTo>
                    <a:pt x="3559072" y="985633"/>
                  </a:lnTo>
                  <a:lnTo>
                    <a:pt x="3560973" y="1036614"/>
                  </a:lnTo>
                  <a:lnTo>
                    <a:pt x="3562874" y="1043929"/>
                  </a:lnTo>
                  <a:lnTo>
                    <a:pt x="3564775" y="980980"/>
                  </a:lnTo>
                  <a:lnTo>
                    <a:pt x="3566677" y="897105"/>
                  </a:lnTo>
                  <a:lnTo>
                    <a:pt x="3568578" y="770328"/>
                  </a:lnTo>
                  <a:lnTo>
                    <a:pt x="3570479" y="609682"/>
                  </a:lnTo>
                  <a:lnTo>
                    <a:pt x="3572380" y="571191"/>
                  </a:lnTo>
                  <a:lnTo>
                    <a:pt x="3574281" y="570011"/>
                  </a:lnTo>
                  <a:lnTo>
                    <a:pt x="3576183" y="573825"/>
                  </a:lnTo>
                  <a:lnTo>
                    <a:pt x="3578084" y="570097"/>
                  </a:lnTo>
                  <a:lnTo>
                    <a:pt x="3579985" y="538471"/>
                  </a:lnTo>
                  <a:lnTo>
                    <a:pt x="3581886" y="500425"/>
                  </a:lnTo>
                  <a:lnTo>
                    <a:pt x="3583788" y="459995"/>
                  </a:lnTo>
                  <a:lnTo>
                    <a:pt x="3585689" y="489211"/>
                  </a:lnTo>
                  <a:lnTo>
                    <a:pt x="3587590" y="560884"/>
                  </a:lnTo>
                  <a:lnTo>
                    <a:pt x="3589491" y="640138"/>
                  </a:lnTo>
                  <a:lnTo>
                    <a:pt x="3591392" y="699153"/>
                  </a:lnTo>
                  <a:lnTo>
                    <a:pt x="3593294" y="728973"/>
                  </a:lnTo>
                  <a:lnTo>
                    <a:pt x="3595195" y="723021"/>
                  </a:lnTo>
                  <a:lnTo>
                    <a:pt x="3597096" y="659935"/>
                  </a:lnTo>
                  <a:lnTo>
                    <a:pt x="3598997" y="639116"/>
                  </a:lnTo>
                  <a:lnTo>
                    <a:pt x="3600898" y="645735"/>
                  </a:lnTo>
                  <a:lnTo>
                    <a:pt x="3602800" y="691665"/>
                  </a:lnTo>
                  <a:lnTo>
                    <a:pt x="3604701" y="754191"/>
                  </a:lnTo>
                  <a:lnTo>
                    <a:pt x="3606602" y="928173"/>
                  </a:lnTo>
                  <a:lnTo>
                    <a:pt x="3608503" y="1056334"/>
                  </a:lnTo>
                  <a:lnTo>
                    <a:pt x="3610405" y="1107809"/>
                  </a:lnTo>
                  <a:lnTo>
                    <a:pt x="3612306" y="1154559"/>
                  </a:lnTo>
                  <a:lnTo>
                    <a:pt x="3614207" y="1190439"/>
                  </a:lnTo>
                  <a:lnTo>
                    <a:pt x="3616108" y="1217673"/>
                  </a:lnTo>
                  <a:lnTo>
                    <a:pt x="3618009" y="1134815"/>
                  </a:lnTo>
                  <a:lnTo>
                    <a:pt x="3619911" y="1090348"/>
                  </a:lnTo>
                  <a:lnTo>
                    <a:pt x="3621812" y="1071217"/>
                  </a:lnTo>
                  <a:lnTo>
                    <a:pt x="3623713" y="996749"/>
                  </a:lnTo>
                  <a:lnTo>
                    <a:pt x="3625614" y="916929"/>
                  </a:lnTo>
                  <a:lnTo>
                    <a:pt x="3627515" y="771345"/>
                  </a:lnTo>
                  <a:lnTo>
                    <a:pt x="3629417" y="645246"/>
                  </a:lnTo>
                  <a:lnTo>
                    <a:pt x="3631318" y="511943"/>
                  </a:lnTo>
                  <a:lnTo>
                    <a:pt x="3633219" y="372724"/>
                  </a:lnTo>
                  <a:lnTo>
                    <a:pt x="3635120" y="281884"/>
                  </a:lnTo>
                  <a:lnTo>
                    <a:pt x="3637022" y="265781"/>
                  </a:lnTo>
                  <a:lnTo>
                    <a:pt x="3638923" y="319608"/>
                  </a:lnTo>
                  <a:lnTo>
                    <a:pt x="3640824" y="308036"/>
                  </a:lnTo>
                  <a:lnTo>
                    <a:pt x="3642725" y="315899"/>
                  </a:lnTo>
                  <a:lnTo>
                    <a:pt x="3644626" y="405442"/>
                  </a:lnTo>
                  <a:lnTo>
                    <a:pt x="3646528" y="471963"/>
                  </a:lnTo>
                  <a:lnTo>
                    <a:pt x="3648429" y="464751"/>
                  </a:lnTo>
                  <a:lnTo>
                    <a:pt x="3650330" y="502528"/>
                  </a:lnTo>
                  <a:lnTo>
                    <a:pt x="3652231" y="631549"/>
                  </a:lnTo>
                  <a:lnTo>
                    <a:pt x="3654132" y="760937"/>
                  </a:lnTo>
                  <a:lnTo>
                    <a:pt x="3656034" y="689258"/>
                  </a:lnTo>
                  <a:lnTo>
                    <a:pt x="3657935" y="595337"/>
                  </a:lnTo>
                  <a:lnTo>
                    <a:pt x="3659836" y="553771"/>
                  </a:lnTo>
                  <a:lnTo>
                    <a:pt x="3661737" y="489914"/>
                  </a:lnTo>
                  <a:lnTo>
                    <a:pt x="3663639" y="389783"/>
                  </a:lnTo>
                  <a:lnTo>
                    <a:pt x="3665540" y="330701"/>
                  </a:lnTo>
                  <a:lnTo>
                    <a:pt x="3667441" y="458206"/>
                  </a:lnTo>
                  <a:lnTo>
                    <a:pt x="3669342" y="626108"/>
                  </a:lnTo>
                  <a:lnTo>
                    <a:pt x="3671243" y="686756"/>
                  </a:lnTo>
                  <a:lnTo>
                    <a:pt x="3673145" y="752728"/>
                  </a:lnTo>
                  <a:lnTo>
                    <a:pt x="3675046" y="787006"/>
                  </a:lnTo>
                  <a:lnTo>
                    <a:pt x="3676947" y="754500"/>
                  </a:lnTo>
                  <a:lnTo>
                    <a:pt x="3678848" y="662659"/>
                  </a:lnTo>
                  <a:lnTo>
                    <a:pt x="3680749" y="560529"/>
                  </a:lnTo>
                  <a:lnTo>
                    <a:pt x="3682651" y="548782"/>
                  </a:lnTo>
                  <a:lnTo>
                    <a:pt x="3684552" y="528024"/>
                  </a:lnTo>
                  <a:lnTo>
                    <a:pt x="3686453" y="463948"/>
                  </a:lnTo>
                  <a:lnTo>
                    <a:pt x="3688354" y="340005"/>
                  </a:lnTo>
                  <a:lnTo>
                    <a:pt x="3690256" y="276168"/>
                  </a:lnTo>
                  <a:lnTo>
                    <a:pt x="3692157" y="320124"/>
                  </a:lnTo>
                  <a:lnTo>
                    <a:pt x="3694058" y="347670"/>
                  </a:lnTo>
                  <a:lnTo>
                    <a:pt x="3695959" y="328503"/>
                  </a:lnTo>
                  <a:lnTo>
                    <a:pt x="3697860" y="356812"/>
                  </a:lnTo>
                  <a:lnTo>
                    <a:pt x="3699762" y="419065"/>
                  </a:lnTo>
                  <a:lnTo>
                    <a:pt x="3701663" y="450969"/>
                  </a:lnTo>
                  <a:lnTo>
                    <a:pt x="3703564" y="389804"/>
                  </a:lnTo>
                  <a:lnTo>
                    <a:pt x="3705465" y="291830"/>
                  </a:lnTo>
                  <a:lnTo>
                    <a:pt x="3707366" y="255862"/>
                  </a:lnTo>
                  <a:lnTo>
                    <a:pt x="3709268" y="254511"/>
                  </a:lnTo>
                  <a:lnTo>
                    <a:pt x="3711169" y="323896"/>
                  </a:lnTo>
                  <a:lnTo>
                    <a:pt x="3713070" y="443956"/>
                  </a:lnTo>
                  <a:lnTo>
                    <a:pt x="3714971" y="609717"/>
                  </a:lnTo>
                  <a:lnTo>
                    <a:pt x="3716873" y="697292"/>
                  </a:lnTo>
                  <a:lnTo>
                    <a:pt x="3718774" y="662946"/>
                  </a:lnTo>
                  <a:lnTo>
                    <a:pt x="3720675" y="652576"/>
                  </a:lnTo>
                  <a:lnTo>
                    <a:pt x="3722576" y="584279"/>
                  </a:lnTo>
                  <a:lnTo>
                    <a:pt x="3724477" y="401058"/>
                  </a:lnTo>
                  <a:lnTo>
                    <a:pt x="3726379" y="196698"/>
                  </a:lnTo>
                  <a:lnTo>
                    <a:pt x="3728280" y="149011"/>
                  </a:lnTo>
                  <a:lnTo>
                    <a:pt x="3730181" y="139320"/>
                  </a:lnTo>
                  <a:lnTo>
                    <a:pt x="3732082" y="130672"/>
                  </a:lnTo>
                  <a:lnTo>
                    <a:pt x="3733983" y="166035"/>
                  </a:lnTo>
                  <a:lnTo>
                    <a:pt x="3735885" y="224220"/>
                  </a:lnTo>
                  <a:lnTo>
                    <a:pt x="3737786" y="351391"/>
                  </a:lnTo>
                  <a:lnTo>
                    <a:pt x="3739687" y="521770"/>
                  </a:lnTo>
                  <a:lnTo>
                    <a:pt x="3741588" y="663367"/>
                  </a:lnTo>
                  <a:lnTo>
                    <a:pt x="3743490" y="779353"/>
                  </a:lnTo>
                  <a:lnTo>
                    <a:pt x="3745391" y="846947"/>
                  </a:lnTo>
                  <a:lnTo>
                    <a:pt x="3747292" y="867974"/>
                  </a:lnTo>
                  <a:lnTo>
                    <a:pt x="3749193" y="846935"/>
                  </a:lnTo>
                  <a:lnTo>
                    <a:pt x="3751094" y="706240"/>
                  </a:lnTo>
                  <a:lnTo>
                    <a:pt x="3752996" y="618058"/>
                  </a:lnTo>
                  <a:lnTo>
                    <a:pt x="3754897" y="547995"/>
                  </a:lnTo>
                  <a:lnTo>
                    <a:pt x="3756798" y="521284"/>
                  </a:lnTo>
                  <a:lnTo>
                    <a:pt x="3758699" y="597095"/>
                  </a:lnTo>
                  <a:lnTo>
                    <a:pt x="3760600" y="624800"/>
                  </a:lnTo>
                  <a:lnTo>
                    <a:pt x="3762502" y="670183"/>
                  </a:lnTo>
                  <a:lnTo>
                    <a:pt x="3764403" y="775816"/>
                  </a:lnTo>
                  <a:lnTo>
                    <a:pt x="3766304" y="826316"/>
                  </a:lnTo>
                  <a:lnTo>
                    <a:pt x="3768205" y="861920"/>
                  </a:lnTo>
                  <a:lnTo>
                    <a:pt x="3770107" y="838905"/>
                  </a:lnTo>
                  <a:lnTo>
                    <a:pt x="3772008" y="819336"/>
                  </a:lnTo>
                  <a:lnTo>
                    <a:pt x="3773909" y="795402"/>
                  </a:lnTo>
                  <a:lnTo>
                    <a:pt x="3775810" y="713668"/>
                  </a:lnTo>
                  <a:lnTo>
                    <a:pt x="3777711" y="656207"/>
                  </a:lnTo>
                  <a:lnTo>
                    <a:pt x="3779613" y="587737"/>
                  </a:lnTo>
                  <a:lnTo>
                    <a:pt x="3781514" y="522047"/>
                  </a:lnTo>
                  <a:lnTo>
                    <a:pt x="3783415" y="468535"/>
                  </a:lnTo>
                  <a:lnTo>
                    <a:pt x="3785316" y="455170"/>
                  </a:lnTo>
                  <a:lnTo>
                    <a:pt x="3787217" y="466402"/>
                  </a:lnTo>
                  <a:lnTo>
                    <a:pt x="3789119" y="538705"/>
                  </a:lnTo>
                  <a:lnTo>
                    <a:pt x="3791020" y="615028"/>
                  </a:lnTo>
                  <a:lnTo>
                    <a:pt x="3792921" y="652069"/>
                  </a:lnTo>
                  <a:lnTo>
                    <a:pt x="3794822" y="609297"/>
                  </a:lnTo>
                  <a:lnTo>
                    <a:pt x="3796723" y="540420"/>
                  </a:lnTo>
                  <a:lnTo>
                    <a:pt x="3798625" y="468039"/>
                  </a:lnTo>
                  <a:lnTo>
                    <a:pt x="3800526" y="413630"/>
                  </a:lnTo>
                  <a:lnTo>
                    <a:pt x="3802427" y="290940"/>
                  </a:lnTo>
                  <a:lnTo>
                    <a:pt x="3804328" y="235424"/>
                  </a:lnTo>
                  <a:lnTo>
                    <a:pt x="3806230" y="248237"/>
                  </a:lnTo>
                  <a:lnTo>
                    <a:pt x="3808131" y="260318"/>
                  </a:lnTo>
                  <a:lnTo>
                    <a:pt x="3810032" y="300006"/>
                  </a:lnTo>
                  <a:lnTo>
                    <a:pt x="3811933" y="277462"/>
                  </a:lnTo>
                  <a:lnTo>
                    <a:pt x="3813834" y="335514"/>
                  </a:lnTo>
                  <a:lnTo>
                    <a:pt x="3815736" y="395488"/>
                  </a:lnTo>
                  <a:lnTo>
                    <a:pt x="3817637" y="495931"/>
                  </a:lnTo>
                  <a:lnTo>
                    <a:pt x="3819538" y="658290"/>
                  </a:lnTo>
                  <a:lnTo>
                    <a:pt x="3821439" y="766729"/>
                  </a:lnTo>
                  <a:lnTo>
                    <a:pt x="3823340" y="834127"/>
                  </a:lnTo>
                  <a:lnTo>
                    <a:pt x="3825242" y="836055"/>
                  </a:lnTo>
                  <a:lnTo>
                    <a:pt x="3827143" y="752999"/>
                  </a:lnTo>
                  <a:lnTo>
                    <a:pt x="3829044" y="707622"/>
                  </a:lnTo>
                  <a:lnTo>
                    <a:pt x="3830945" y="689794"/>
                  </a:lnTo>
                  <a:lnTo>
                    <a:pt x="3832847" y="736505"/>
                  </a:lnTo>
                  <a:lnTo>
                    <a:pt x="3834748" y="763102"/>
                  </a:lnTo>
                  <a:lnTo>
                    <a:pt x="3836649" y="758215"/>
                  </a:lnTo>
                  <a:lnTo>
                    <a:pt x="3838550" y="841942"/>
                  </a:lnTo>
                  <a:lnTo>
                    <a:pt x="3840451" y="835185"/>
                  </a:lnTo>
                  <a:lnTo>
                    <a:pt x="3842353" y="709357"/>
                  </a:lnTo>
                  <a:lnTo>
                    <a:pt x="3844254" y="570031"/>
                  </a:lnTo>
                  <a:lnTo>
                    <a:pt x="3846155" y="499261"/>
                  </a:lnTo>
                  <a:lnTo>
                    <a:pt x="3848056" y="561031"/>
                  </a:lnTo>
                  <a:lnTo>
                    <a:pt x="3849957" y="585691"/>
                  </a:lnTo>
                  <a:lnTo>
                    <a:pt x="3851859" y="632470"/>
                  </a:lnTo>
                  <a:lnTo>
                    <a:pt x="3853760" y="752301"/>
                  </a:lnTo>
                  <a:lnTo>
                    <a:pt x="3855661" y="789455"/>
                  </a:lnTo>
                  <a:lnTo>
                    <a:pt x="3857562" y="776013"/>
                  </a:lnTo>
                  <a:lnTo>
                    <a:pt x="3859464" y="741018"/>
                  </a:lnTo>
                  <a:lnTo>
                    <a:pt x="3861365" y="766521"/>
                  </a:lnTo>
                  <a:lnTo>
                    <a:pt x="3863266" y="788634"/>
                  </a:lnTo>
                  <a:lnTo>
                    <a:pt x="3865167" y="754854"/>
                  </a:lnTo>
                  <a:lnTo>
                    <a:pt x="3867068" y="736397"/>
                  </a:lnTo>
                  <a:lnTo>
                    <a:pt x="3868970" y="698191"/>
                  </a:lnTo>
                  <a:lnTo>
                    <a:pt x="3870871" y="604952"/>
                  </a:lnTo>
                  <a:lnTo>
                    <a:pt x="3872772" y="487371"/>
                  </a:lnTo>
                  <a:lnTo>
                    <a:pt x="3874673" y="396835"/>
                  </a:lnTo>
                  <a:lnTo>
                    <a:pt x="3876574" y="277725"/>
                  </a:lnTo>
                  <a:lnTo>
                    <a:pt x="3878476" y="182664"/>
                  </a:lnTo>
                  <a:lnTo>
                    <a:pt x="3880377" y="150760"/>
                  </a:lnTo>
                  <a:lnTo>
                    <a:pt x="3882278" y="185051"/>
                  </a:lnTo>
                  <a:lnTo>
                    <a:pt x="3884179" y="207972"/>
                  </a:lnTo>
                  <a:lnTo>
                    <a:pt x="3886081" y="214349"/>
                  </a:lnTo>
                  <a:lnTo>
                    <a:pt x="3887982" y="296586"/>
                  </a:lnTo>
                  <a:lnTo>
                    <a:pt x="3889883" y="362804"/>
                  </a:lnTo>
                  <a:lnTo>
                    <a:pt x="3891784" y="411052"/>
                  </a:lnTo>
                  <a:lnTo>
                    <a:pt x="3893685" y="429625"/>
                  </a:lnTo>
                  <a:lnTo>
                    <a:pt x="3895587" y="397764"/>
                  </a:lnTo>
                  <a:lnTo>
                    <a:pt x="3897488" y="364411"/>
                  </a:lnTo>
                  <a:lnTo>
                    <a:pt x="3899389" y="331321"/>
                  </a:lnTo>
                  <a:lnTo>
                    <a:pt x="3901290" y="319094"/>
                  </a:lnTo>
                  <a:lnTo>
                    <a:pt x="3903191" y="348923"/>
                  </a:lnTo>
                  <a:lnTo>
                    <a:pt x="3905093" y="363981"/>
                  </a:lnTo>
                  <a:lnTo>
                    <a:pt x="3906994" y="366092"/>
                  </a:lnTo>
                  <a:lnTo>
                    <a:pt x="3908895" y="342245"/>
                  </a:lnTo>
                  <a:lnTo>
                    <a:pt x="3910796" y="293761"/>
                  </a:lnTo>
                  <a:lnTo>
                    <a:pt x="3912698" y="279285"/>
                  </a:lnTo>
                  <a:lnTo>
                    <a:pt x="3914599" y="209679"/>
                  </a:lnTo>
                  <a:lnTo>
                    <a:pt x="3916500" y="111843"/>
                  </a:lnTo>
                  <a:lnTo>
                    <a:pt x="3918401" y="126382"/>
                  </a:lnTo>
                  <a:lnTo>
                    <a:pt x="3920302" y="198338"/>
                  </a:lnTo>
                  <a:lnTo>
                    <a:pt x="3922204" y="258340"/>
                  </a:lnTo>
                  <a:lnTo>
                    <a:pt x="3924105" y="253620"/>
                  </a:lnTo>
                  <a:lnTo>
                    <a:pt x="3926006" y="247077"/>
                  </a:lnTo>
                  <a:lnTo>
                    <a:pt x="3927907" y="364110"/>
                  </a:lnTo>
                  <a:lnTo>
                    <a:pt x="3929808" y="538268"/>
                  </a:lnTo>
                  <a:lnTo>
                    <a:pt x="3931710" y="673771"/>
                  </a:lnTo>
                  <a:lnTo>
                    <a:pt x="3933611" y="784128"/>
                  </a:lnTo>
                  <a:lnTo>
                    <a:pt x="3935512" y="955036"/>
                  </a:lnTo>
                  <a:lnTo>
                    <a:pt x="3937413" y="1069782"/>
                  </a:lnTo>
                  <a:lnTo>
                    <a:pt x="3939315" y="1070026"/>
                  </a:lnTo>
                  <a:lnTo>
                    <a:pt x="3941216" y="1048996"/>
                  </a:lnTo>
                  <a:lnTo>
                    <a:pt x="3943117" y="1043337"/>
                  </a:lnTo>
                  <a:lnTo>
                    <a:pt x="3945018" y="1086550"/>
                  </a:lnTo>
                  <a:lnTo>
                    <a:pt x="3946919" y="1100125"/>
                  </a:lnTo>
                  <a:lnTo>
                    <a:pt x="3948821" y="1083858"/>
                  </a:lnTo>
                  <a:lnTo>
                    <a:pt x="3950722" y="1100956"/>
                  </a:lnTo>
                  <a:lnTo>
                    <a:pt x="3952623" y="977094"/>
                  </a:lnTo>
                  <a:lnTo>
                    <a:pt x="3954524" y="822762"/>
                  </a:lnTo>
                  <a:lnTo>
                    <a:pt x="3956425" y="616608"/>
                  </a:lnTo>
                  <a:lnTo>
                    <a:pt x="3958327" y="383773"/>
                  </a:lnTo>
                  <a:lnTo>
                    <a:pt x="3960228" y="276860"/>
                  </a:lnTo>
                  <a:lnTo>
                    <a:pt x="3962129" y="204746"/>
                  </a:lnTo>
                  <a:lnTo>
                    <a:pt x="3964030" y="161565"/>
                  </a:lnTo>
                  <a:lnTo>
                    <a:pt x="3965932" y="125966"/>
                  </a:lnTo>
                  <a:lnTo>
                    <a:pt x="3967833" y="177979"/>
                  </a:lnTo>
                  <a:lnTo>
                    <a:pt x="3969734" y="362326"/>
                  </a:lnTo>
                  <a:lnTo>
                    <a:pt x="3971635" y="506896"/>
                  </a:lnTo>
                  <a:lnTo>
                    <a:pt x="3973536" y="695602"/>
                  </a:lnTo>
                  <a:lnTo>
                    <a:pt x="3975438" y="788605"/>
                  </a:lnTo>
                  <a:lnTo>
                    <a:pt x="3977339" y="847652"/>
                  </a:lnTo>
                  <a:lnTo>
                    <a:pt x="3979240" y="906447"/>
                  </a:lnTo>
                  <a:lnTo>
                    <a:pt x="3981141" y="791573"/>
                  </a:lnTo>
                  <a:lnTo>
                    <a:pt x="3983042" y="717333"/>
                  </a:lnTo>
                  <a:lnTo>
                    <a:pt x="3984944" y="606969"/>
                  </a:lnTo>
                  <a:lnTo>
                    <a:pt x="3986845" y="552818"/>
                  </a:lnTo>
                  <a:lnTo>
                    <a:pt x="3988746" y="577954"/>
                  </a:lnTo>
                  <a:lnTo>
                    <a:pt x="3990647" y="583416"/>
                  </a:lnTo>
                  <a:lnTo>
                    <a:pt x="3992549" y="550508"/>
                  </a:lnTo>
                  <a:lnTo>
                    <a:pt x="3994450" y="512866"/>
                  </a:lnTo>
                  <a:lnTo>
                    <a:pt x="3996351" y="423900"/>
                  </a:lnTo>
                  <a:lnTo>
                    <a:pt x="3998252" y="407953"/>
                  </a:lnTo>
                  <a:lnTo>
                    <a:pt x="4000153" y="409637"/>
                  </a:lnTo>
                  <a:lnTo>
                    <a:pt x="4002055" y="511445"/>
                  </a:lnTo>
                  <a:lnTo>
                    <a:pt x="4003956" y="631274"/>
                  </a:lnTo>
                  <a:lnTo>
                    <a:pt x="4005857" y="677732"/>
                  </a:lnTo>
                  <a:lnTo>
                    <a:pt x="4007758" y="725023"/>
                  </a:lnTo>
                  <a:lnTo>
                    <a:pt x="4009659" y="809284"/>
                  </a:lnTo>
                  <a:lnTo>
                    <a:pt x="4011561" y="816359"/>
                  </a:lnTo>
                  <a:lnTo>
                    <a:pt x="4013462" y="647030"/>
                  </a:lnTo>
                  <a:lnTo>
                    <a:pt x="4015363" y="586849"/>
                  </a:lnTo>
                  <a:lnTo>
                    <a:pt x="4017264" y="710799"/>
                  </a:lnTo>
                  <a:lnTo>
                    <a:pt x="4019166" y="799570"/>
                  </a:lnTo>
                  <a:lnTo>
                    <a:pt x="4021067" y="770679"/>
                  </a:lnTo>
                  <a:lnTo>
                    <a:pt x="4022968" y="741173"/>
                  </a:lnTo>
                  <a:lnTo>
                    <a:pt x="4024869" y="801063"/>
                  </a:lnTo>
                  <a:lnTo>
                    <a:pt x="4026770" y="865152"/>
                  </a:lnTo>
                  <a:lnTo>
                    <a:pt x="4028672" y="757416"/>
                  </a:lnTo>
                  <a:lnTo>
                    <a:pt x="4030573" y="651013"/>
                  </a:lnTo>
                  <a:lnTo>
                    <a:pt x="4032474" y="652065"/>
                  </a:lnTo>
                  <a:lnTo>
                    <a:pt x="4034375" y="695435"/>
                  </a:lnTo>
                  <a:lnTo>
                    <a:pt x="4036276" y="657626"/>
                  </a:lnTo>
                  <a:lnTo>
                    <a:pt x="4038178" y="568239"/>
                  </a:lnTo>
                  <a:lnTo>
                    <a:pt x="4040079" y="515892"/>
                  </a:lnTo>
                  <a:lnTo>
                    <a:pt x="4041980" y="604522"/>
                  </a:lnTo>
                  <a:lnTo>
                    <a:pt x="4043881" y="709042"/>
                  </a:lnTo>
                  <a:lnTo>
                    <a:pt x="4045783" y="743970"/>
                  </a:lnTo>
                  <a:lnTo>
                    <a:pt x="4047684" y="805880"/>
                  </a:lnTo>
                  <a:lnTo>
                    <a:pt x="4049585" y="917197"/>
                  </a:lnTo>
                  <a:lnTo>
                    <a:pt x="4051486" y="957279"/>
                  </a:lnTo>
                  <a:lnTo>
                    <a:pt x="4053387" y="877434"/>
                  </a:lnTo>
                  <a:lnTo>
                    <a:pt x="4055289" y="782471"/>
                  </a:lnTo>
                  <a:lnTo>
                    <a:pt x="4057190" y="730658"/>
                  </a:lnTo>
                  <a:lnTo>
                    <a:pt x="4059091" y="720171"/>
                  </a:lnTo>
                  <a:lnTo>
                    <a:pt x="4060992" y="781505"/>
                  </a:lnTo>
                  <a:lnTo>
                    <a:pt x="4062893" y="817780"/>
                  </a:lnTo>
                  <a:lnTo>
                    <a:pt x="4064795" y="755297"/>
                  </a:lnTo>
                  <a:lnTo>
                    <a:pt x="4066696" y="590866"/>
                  </a:lnTo>
                  <a:lnTo>
                    <a:pt x="4068597" y="477184"/>
                  </a:lnTo>
                  <a:lnTo>
                    <a:pt x="4070498" y="437421"/>
                  </a:lnTo>
                  <a:lnTo>
                    <a:pt x="4072399" y="327918"/>
                  </a:lnTo>
                  <a:lnTo>
                    <a:pt x="4074301" y="266647"/>
                  </a:lnTo>
                  <a:lnTo>
                    <a:pt x="4076202" y="292798"/>
                  </a:lnTo>
                  <a:lnTo>
                    <a:pt x="4078103" y="346100"/>
                  </a:lnTo>
                  <a:lnTo>
                    <a:pt x="4080004" y="381157"/>
                  </a:lnTo>
                  <a:lnTo>
                    <a:pt x="4081906" y="331267"/>
                  </a:lnTo>
                  <a:lnTo>
                    <a:pt x="4083807" y="247042"/>
                  </a:lnTo>
                  <a:lnTo>
                    <a:pt x="4085708" y="195198"/>
                  </a:lnTo>
                  <a:lnTo>
                    <a:pt x="4087609" y="162721"/>
                  </a:lnTo>
                  <a:lnTo>
                    <a:pt x="4089510" y="176641"/>
                  </a:lnTo>
                  <a:lnTo>
                    <a:pt x="4091412" y="208806"/>
                  </a:lnTo>
                  <a:lnTo>
                    <a:pt x="4093313" y="313296"/>
                  </a:lnTo>
                  <a:lnTo>
                    <a:pt x="4095214" y="392313"/>
                  </a:lnTo>
                  <a:lnTo>
                    <a:pt x="4097115" y="429490"/>
                  </a:lnTo>
                  <a:lnTo>
                    <a:pt x="4099016" y="520316"/>
                  </a:lnTo>
                  <a:lnTo>
                    <a:pt x="4100918" y="596353"/>
                  </a:lnTo>
                  <a:lnTo>
                    <a:pt x="4102819" y="544973"/>
                  </a:lnTo>
                  <a:lnTo>
                    <a:pt x="4104720" y="374952"/>
                  </a:lnTo>
                  <a:lnTo>
                    <a:pt x="4106621" y="245104"/>
                  </a:lnTo>
                  <a:lnTo>
                    <a:pt x="4108523" y="214709"/>
                  </a:lnTo>
                  <a:lnTo>
                    <a:pt x="4110424" y="121774"/>
                  </a:lnTo>
                  <a:lnTo>
                    <a:pt x="4112325" y="16875"/>
                  </a:lnTo>
                  <a:lnTo>
                    <a:pt x="4114226" y="0"/>
                  </a:lnTo>
                  <a:lnTo>
                    <a:pt x="4116127" y="35156"/>
                  </a:lnTo>
                  <a:lnTo>
                    <a:pt x="4118029" y="98086"/>
                  </a:lnTo>
                  <a:lnTo>
                    <a:pt x="4119930" y="141423"/>
                  </a:lnTo>
                  <a:lnTo>
                    <a:pt x="4121831" y="173017"/>
                  </a:lnTo>
                  <a:lnTo>
                    <a:pt x="4123732" y="201082"/>
                  </a:lnTo>
                  <a:lnTo>
                    <a:pt x="4125633" y="229897"/>
                  </a:lnTo>
                  <a:lnTo>
                    <a:pt x="4127535" y="288887"/>
                  </a:lnTo>
                  <a:lnTo>
                    <a:pt x="4129436" y="407870"/>
                  </a:lnTo>
                  <a:lnTo>
                    <a:pt x="4131337" y="528242"/>
                  </a:lnTo>
                  <a:lnTo>
                    <a:pt x="4133238" y="650496"/>
                  </a:lnTo>
                  <a:lnTo>
                    <a:pt x="4135140" y="785954"/>
                  </a:lnTo>
                  <a:lnTo>
                    <a:pt x="4137041" y="953216"/>
                  </a:lnTo>
                  <a:lnTo>
                    <a:pt x="4138942" y="1043610"/>
                  </a:lnTo>
                  <a:lnTo>
                    <a:pt x="4140843" y="1006786"/>
                  </a:lnTo>
                  <a:lnTo>
                    <a:pt x="4142744" y="998749"/>
                  </a:lnTo>
                  <a:lnTo>
                    <a:pt x="4144646" y="1034126"/>
                  </a:lnTo>
                  <a:lnTo>
                    <a:pt x="4146547" y="1043776"/>
                  </a:lnTo>
                  <a:lnTo>
                    <a:pt x="4148448" y="997405"/>
                  </a:lnTo>
                  <a:lnTo>
                    <a:pt x="4150349" y="933992"/>
                  </a:lnTo>
                  <a:lnTo>
                    <a:pt x="4152250" y="840144"/>
                  </a:lnTo>
                  <a:lnTo>
                    <a:pt x="4154152" y="681797"/>
                  </a:lnTo>
                  <a:lnTo>
                    <a:pt x="4156053" y="506036"/>
                  </a:lnTo>
                  <a:lnTo>
                    <a:pt x="4157954" y="374278"/>
                  </a:lnTo>
                  <a:lnTo>
                    <a:pt x="4159855" y="265547"/>
                  </a:lnTo>
                  <a:lnTo>
                    <a:pt x="4161757" y="272202"/>
                  </a:lnTo>
                  <a:lnTo>
                    <a:pt x="4163658" y="300310"/>
                  </a:lnTo>
                  <a:lnTo>
                    <a:pt x="4165559" y="322029"/>
                  </a:lnTo>
                  <a:lnTo>
                    <a:pt x="4167460" y="357482"/>
                  </a:lnTo>
                  <a:lnTo>
                    <a:pt x="4169361" y="332003"/>
                  </a:lnTo>
                  <a:lnTo>
                    <a:pt x="4171263" y="354443"/>
                  </a:lnTo>
                  <a:lnTo>
                    <a:pt x="4173164" y="293361"/>
                  </a:lnTo>
                  <a:lnTo>
                    <a:pt x="4175065" y="319417"/>
                  </a:lnTo>
                  <a:lnTo>
                    <a:pt x="4176966" y="395198"/>
                  </a:lnTo>
                  <a:lnTo>
                    <a:pt x="4178867" y="432552"/>
                  </a:lnTo>
                  <a:lnTo>
                    <a:pt x="4180769" y="527875"/>
                  </a:lnTo>
                  <a:lnTo>
                    <a:pt x="4182670" y="578965"/>
                  </a:lnTo>
                  <a:lnTo>
                    <a:pt x="4184571" y="600219"/>
                  </a:lnTo>
                  <a:lnTo>
                    <a:pt x="4186472" y="589255"/>
                  </a:lnTo>
                  <a:lnTo>
                    <a:pt x="4188374" y="634461"/>
                  </a:lnTo>
                  <a:lnTo>
                    <a:pt x="4190275" y="701141"/>
                  </a:lnTo>
                  <a:lnTo>
                    <a:pt x="4192176" y="737527"/>
                  </a:lnTo>
                  <a:lnTo>
                    <a:pt x="4194077" y="729389"/>
                  </a:lnTo>
                  <a:lnTo>
                    <a:pt x="4195978" y="671981"/>
                  </a:lnTo>
                  <a:lnTo>
                    <a:pt x="4197880" y="614901"/>
                  </a:lnTo>
                  <a:lnTo>
                    <a:pt x="4199781" y="533874"/>
                  </a:lnTo>
                  <a:lnTo>
                    <a:pt x="4201682" y="411721"/>
                  </a:lnTo>
                  <a:lnTo>
                    <a:pt x="4203583" y="330651"/>
                  </a:lnTo>
                  <a:lnTo>
                    <a:pt x="4205484" y="322342"/>
                  </a:lnTo>
                  <a:lnTo>
                    <a:pt x="4207386" y="340870"/>
                  </a:lnTo>
                  <a:lnTo>
                    <a:pt x="4209287" y="355168"/>
                  </a:lnTo>
                  <a:lnTo>
                    <a:pt x="4211188" y="353791"/>
                  </a:lnTo>
                  <a:lnTo>
                    <a:pt x="4213089" y="379077"/>
                  </a:lnTo>
                  <a:lnTo>
                    <a:pt x="4214991" y="448045"/>
                  </a:lnTo>
                  <a:lnTo>
                    <a:pt x="4216892" y="525276"/>
                  </a:lnTo>
                  <a:lnTo>
                    <a:pt x="4218793" y="604927"/>
                  </a:lnTo>
                  <a:lnTo>
                    <a:pt x="4220694" y="657513"/>
                  </a:lnTo>
                  <a:lnTo>
                    <a:pt x="4222595" y="624580"/>
                  </a:lnTo>
                  <a:lnTo>
                    <a:pt x="4224497" y="626476"/>
                  </a:lnTo>
                  <a:lnTo>
                    <a:pt x="4226398" y="538452"/>
                  </a:lnTo>
                  <a:lnTo>
                    <a:pt x="4228299" y="369266"/>
                  </a:lnTo>
                  <a:lnTo>
                    <a:pt x="4230200" y="254292"/>
                  </a:lnTo>
                  <a:lnTo>
                    <a:pt x="4232101" y="216928"/>
                  </a:lnTo>
                  <a:lnTo>
                    <a:pt x="4234003" y="234851"/>
                  </a:lnTo>
                  <a:lnTo>
                    <a:pt x="4235904" y="196161"/>
                  </a:lnTo>
                  <a:lnTo>
                    <a:pt x="4237805" y="173273"/>
                  </a:lnTo>
                  <a:lnTo>
                    <a:pt x="4239706" y="223976"/>
                  </a:lnTo>
                  <a:lnTo>
                    <a:pt x="4241608" y="343139"/>
                  </a:lnTo>
                  <a:lnTo>
                    <a:pt x="4243509" y="487687"/>
                  </a:lnTo>
                  <a:lnTo>
                    <a:pt x="4245410" y="595750"/>
                  </a:lnTo>
                  <a:lnTo>
                    <a:pt x="4247311" y="722853"/>
                  </a:lnTo>
                  <a:lnTo>
                    <a:pt x="4249212" y="871195"/>
                  </a:lnTo>
                  <a:lnTo>
                    <a:pt x="4251114" y="880139"/>
                  </a:lnTo>
                  <a:lnTo>
                    <a:pt x="4253015" y="823272"/>
                  </a:lnTo>
                  <a:lnTo>
                    <a:pt x="4254916" y="705214"/>
                  </a:lnTo>
                  <a:lnTo>
                    <a:pt x="4256817" y="573221"/>
                  </a:lnTo>
                  <a:lnTo>
                    <a:pt x="4258718" y="412588"/>
                  </a:lnTo>
                  <a:lnTo>
                    <a:pt x="4260620" y="254739"/>
                  </a:lnTo>
                  <a:lnTo>
                    <a:pt x="4262521" y="214110"/>
                  </a:lnTo>
                  <a:lnTo>
                    <a:pt x="4264422" y="150744"/>
                  </a:lnTo>
                  <a:lnTo>
                    <a:pt x="4266323" y="72624"/>
                  </a:lnTo>
                  <a:lnTo>
                    <a:pt x="4268225" y="64621"/>
                  </a:lnTo>
                  <a:lnTo>
                    <a:pt x="4270126" y="172966"/>
                  </a:lnTo>
                  <a:lnTo>
                    <a:pt x="4272027" y="357622"/>
                  </a:lnTo>
                  <a:lnTo>
                    <a:pt x="4273928" y="499492"/>
                  </a:lnTo>
                  <a:lnTo>
                    <a:pt x="4275829" y="652270"/>
                  </a:lnTo>
                  <a:lnTo>
                    <a:pt x="4277731" y="724359"/>
                  </a:lnTo>
                  <a:lnTo>
                    <a:pt x="4279632" y="704919"/>
                  </a:lnTo>
                  <a:lnTo>
                    <a:pt x="4281533" y="653110"/>
                  </a:lnTo>
                  <a:lnTo>
                    <a:pt x="4283434" y="501044"/>
                  </a:lnTo>
                  <a:lnTo>
                    <a:pt x="4285335" y="373684"/>
                  </a:lnTo>
                  <a:lnTo>
                    <a:pt x="4287237" y="271907"/>
                  </a:lnTo>
                  <a:lnTo>
                    <a:pt x="4289138" y="243724"/>
                  </a:lnTo>
                  <a:lnTo>
                    <a:pt x="4291039" y="311510"/>
                  </a:lnTo>
                  <a:lnTo>
                    <a:pt x="4292940" y="363139"/>
                  </a:lnTo>
                  <a:lnTo>
                    <a:pt x="4294842" y="387968"/>
                  </a:lnTo>
                  <a:lnTo>
                    <a:pt x="4296743" y="424811"/>
                  </a:lnTo>
                  <a:lnTo>
                    <a:pt x="4298644" y="508668"/>
                  </a:lnTo>
                  <a:lnTo>
                    <a:pt x="4300545" y="558983"/>
                  </a:lnTo>
                  <a:lnTo>
                    <a:pt x="4302446" y="706004"/>
                  </a:lnTo>
                  <a:lnTo>
                    <a:pt x="4304348" y="805264"/>
                  </a:lnTo>
                  <a:lnTo>
                    <a:pt x="4306249" y="884780"/>
                  </a:lnTo>
                  <a:lnTo>
                    <a:pt x="4308150" y="852567"/>
                  </a:lnTo>
                  <a:lnTo>
                    <a:pt x="4310051" y="746427"/>
                  </a:lnTo>
                  <a:lnTo>
                    <a:pt x="4311952" y="674039"/>
                  </a:lnTo>
                  <a:lnTo>
                    <a:pt x="4313854" y="471970"/>
                  </a:lnTo>
                  <a:lnTo>
                    <a:pt x="4315755" y="305710"/>
                  </a:lnTo>
                  <a:lnTo>
                    <a:pt x="4317656" y="238465"/>
                  </a:lnTo>
                  <a:lnTo>
                    <a:pt x="4319557" y="305892"/>
                  </a:lnTo>
                  <a:lnTo>
                    <a:pt x="4321459" y="433314"/>
                  </a:lnTo>
                  <a:lnTo>
                    <a:pt x="4323360" y="576039"/>
                  </a:lnTo>
                  <a:lnTo>
                    <a:pt x="4325261" y="691449"/>
                  </a:lnTo>
                  <a:lnTo>
                    <a:pt x="4327162" y="785415"/>
                  </a:lnTo>
                  <a:lnTo>
                    <a:pt x="4329063" y="782810"/>
                  </a:lnTo>
                  <a:lnTo>
                    <a:pt x="4330965" y="726068"/>
                  </a:lnTo>
                  <a:lnTo>
                    <a:pt x="4332866" y="604576"/>
                  </a:lnTo>
                  <a:lnTo>
                    <a:pt x="4334767" y="503047"/>
                  </a:lnTo>
                  <a:lnTo>
                    <a:pt x="4336668" y="493775"/>
                  </a:lnTo>
                  <a:lnTo>
                    <a:pt x="4338569" y="448997"/>
                  </a:lnTo>
                  <a:lnTo>
                    <a:pt x="4340471" y="458193"/>
                  </a:lnTo>
                  <a:lnTo>
                    <a:pt x="4342372" y="471174"/>
                  </a:lnTo>
                  <a:lnTo>
                    <a:pt x="4344273" y="552629"/>
                  </a:lnTo>
                  <a:lnTo>
                    <a:pt x="4346174" y="630654"/>
                  </a:lnTo>
                  <a:lnTo>
                    <a:pt x="4348076" y="646471"/>
                  </a:lnTo>
                  <a:lnTo>
                    <a:pt x="4349977" y="696944"/>
                  </a:lnTo>
                  <a:lnTo>
                    <a:pt x="4351878" y="755453"/>
                  </a:lnTo>
                  <a:lnTo>
                    <a:pt x="4353779" y="837660"/>
                  </a:lnTo>
                  <a:lnTo>
                    <a:pt x="4355680" y="900605"/>
                  </a:lnTo>
                  <a:lnTo>
                    <a:pt x="4357582" y="930962"/>
                  </a:lnTo>
                  <a:lnTo>
                    <a:pt x="4359483" y="917060"/>
                  </a:lnTo>
                  <a:lnTo>
                    <a:pt x="4361384" y="914450"/>
                  </a:lnTo>
                  <a:lnTo>
                    <a:pt x="4363285" y="938505"/>
                  </a:lnTo>
                  <a:lnTo>
                    <a:pt x="4365186" y="928235"/>
                  </a:lnTo>
                  <a:lnTo>
                    <a:pt x="4367088" y="913184"/>
                  </a:lnTo>
                  <a:lnTo>
                    <a:pt x="4368989" y="881895"/>
                  </a:lnTo>
                  <a:lnTo>
                    <a:pt x="4370890" y="879983"/>
                  </a:lnTo>
                  <a:lnTo>
                    <a:pt x="4372791" y="885408"/>
                  </a:lnTo>
                  <a:lnTo>
                    <a:pt x="4374692" y="795906"/>
                  </a:lnTo>
                  <a:lnTo>
                    <a:pt x="4376594" y="739804"/>
                  </a:lnTo>
                  <a:lnTo>
                    <a:pt x="4378495" y="673653"/>
                  </a:lnTo>
                  <a:lnTo>
                    <a:pt x="4380396" y="652723"/>
                  </a:lnTo>
                  <a:lnTo>
                    <a:pt x="4382297" y="607880"/>
                  </a:lnTo>
                  <a:lnTo>
                    <a:pt x="4384199" y="569344"/>
                  </a:lnTo>
                  <a:lnTo>
                    <a:pt x="4386100" y="574706"/>
                  </a:lnTo>
                  <a:lnTo>
                    <a:pt x="4388001" y="564270"/>
                  </a:lnTo>
                  <a:lnTo>
                    <a:pt x="4389902" y="534808"/>
                  </a:lnTo>
                  <a:lnTo>
                    <a:pt x="4391803" y="505231"/>
                  </a:lnTo>
                  <a:lnTo>
                    <a:pt x="4393705" y="512635"/>
                  </a:lnTo>
                  <a:lnTo>
                    <a:pt x="4395606" y="593413"/>
                  </a:lnTo>
                  <a:lnTo>
                    <a:pt x="4397507" y="738533"/>
                  </a:lnTo>
                  <a:lnTo>
                    <a:pt x="4399408" y="847918"/>
                  </a:lnTo>
                  <a:lnTo>
                    <a:pt x="4401309" y="884159"/>
                  </a:lnTo>
                  <a:lnTo>
                    <a:pt x="4403211" y="870066"/>
                  </a:lnTo>
                  <a:lnTo>
                    <a:pt x="4405112" y="843663"/>
                  </a:lnTo>
                  <a:lnTo>
                    <a:pt x="4407013" y="704913"/>
                  </a:lnTo>
                  <a:lnTo>
                    <a:pt x="4408914" y="568267"/>
                  </a:lnTo>
                  <a:lnTo>
                    <a:pt x="4410816" y="502307"/>
                  </a:lnTo>
                  <a:lnTo>
                    <a:pt x="4412717" y="556566"/>
                  </a:lnTo>
                  <a:lnTo>
                    <a:pt x="4414618" y="696543"/>
                  </a:lnTo>
                  <a:lnTo>
                    <a:pt x="4416519" y="730823"/>
                  </a:lnTo>
                  <a:lnTo>
                    <a:pt x="4418420" y="739516"/>
                  </a:lnTo>
                  <a:lnTo>
                    <a:pt x="4420322" y="754190"/>
                  </a:lnTo>
                  <a:lnTo>
                    <a:pt x="4422223" y="813973"/>
                  </a:lnTo>
                  <a:lnTo>
                    <a:pt x="4424124" y="881690"/>
                  </a:lnTo>
                  <a:lnTo>
                    <a:pt x="4426025" y="795716"/>
                  </a:lnTo>
                  <a:lnTo>
                    <a:pt x="4427926" y="822901"/>
                  </a:lnTo>
                  <a:lnTo>
                    <a:pt x="4429828" y="943840"/>
                  </a:lnTo>
                  <a:lnTo>
                    <a:pt x="4431729" y="986124"/>
                  </a:lnTo>
                  <a:lnTo>
                    <a:pt x="4433630" y="950140"/>
                  </a:lnTo>
                  <a:lnTo>
                    <a:pt x="4435531" y="830001"/>
                  </a:lnTo>
                  <a:lnTo>
                    <a:pt x="4437433" y="834125"/>
                  </a:lnTo>
                  <a:lnTo>
                    <a:pt x="4439334" y="777831"/>
                  </a:lnTo>
                  <a:lnTo>
                    <a:pt x="4441235" y="644695"/>
                  </a:lnTo>
                  <a:lnTo>
                    <a:pt x="4443136" y="564021"/>
                  </a:lnTo>
                  <a:lnTo>
                    <a:pt x="4445037" y="514908"/>
                  </a:lnTo>
                  <a:lnTo>
                    <a:pt x="4446939" y="498636"/>
                  </a:lnTo>
                  <a:lnTo>
                    <a:pt x="4448840" y="476260"/>
                  </a:lnTo>
                  <a:lnTo>
                    <a:pt x="4450741" y="527547"/>
                  </a:lnTo>
                  <a:lnTo>
                    <a:pt x="4452642" y="631874"/>
                  </a:lnTo>
                  <a:lnTo>
                    <a:pt x="4454543" y="708304"/>
                  </a:lnTo>
                  <a:lnTo>
                    <a:pt x="4456445" y="768374"/>
                  </a:lnTo>
                  <a:lnTo>
                    <a:pt x="4458346" y="766900"/>
                  </a:lnTo>
                  <a:lnTo>
                    <a:pt x="4460247" y="712501"/>
                  </a:lnTo>
                  <a:lnTo>
                    <a:pt x="4462148" y="689618"/>
                  </a:lnTo>
                  <a:lnTo>
                    <a:pt x="4464050" y="703754"/>
                  </a:lnTo>
                  <a:lnTo>
                    <a:pt x="4465951" y="664648"/>
                  </a:lnTo>
                  <a:lnTo>
                    <a:pt x="4467852" y="693820"/>
                  </a:lnTo>
                  <a:lnTo>
                    <a:pt x="4469753" y="808135"/>
                  </a:lnTo>
                  <a:lnTo>
                    <a:pt x="4471654" y="925452"/>
                  </a:lnTo>
                  <a:lnTo>
                    <a:pt x="4473556" y="1055110"/>
                  </a:lnTo>
                  <a:lnTo>
                    <a:pt x="4475457" y="1096856"/>
                  </a:lnTo>
                  <a:lnTo>
                    <a:pt x="4477358" y="1131148"/>
                  </a:lnTo>
                  <a:lnTo>
                    <a:pt x="4479259" y="1080328"/>
                  </a:lnTo>
                  <a:lnTo>
                    <a:pt x="4481160" y="919588"/>
                  </a:lnTo>
                  <a:lnTo>
                    <a:pt x="4483062" y="770560"/>
                  </a:lnTo>
                  <a:lnTo>
                    <a:pt x="4484963" y="566620"/>
                  </a:lnTo>
                  <a:lnTo>
                    <a:pt x="4486864" y="394402"/>
                  </a:lnTo>
                  <a:lnTo>
                    <a:pt x="4488765" y="323891"/>
                  </a:lnTo>
                  <a:lnTo>
                    <a:pt x="4490667" y="307704"/>
                  </a:lnTo>
                  <a:lnTo>
                    <a:pt x="4492568" y="384866"/>
                  </a:lnTo>
                  <a:lnTo>
                    <a:pt x="4494469" y="474359"/>
                  </a:lnTo>
                  <a:lnTo>
                    <a:pt x="4496370" y="624965"/>
                  </a:lnTo>
                  <a:lnTo>
                    <a:pt x="4498271" y="835769"/>
                  </a:lnTo>
                  <a:lnTo>
                    <a:pt x="4500173" y="943337"/>
                  </a:lnTo>
                  <a:lnTo>
                    <a:pt x="4502074" y="987750"/>
                  </a:lnTo>
                  <a:lnTo>
                    <a:pt x="4503975" y="1011823"/>
                  </a:lnTo>
                  <a:lnTo>
                    <a:pt x="4505876" y="1047287"/>
                  </a:lnTo>
                  <a:lnTo>
                    <a:pt x="4507777" y="973765"/>
                  </a:lnTo>
                  <a:lnTo>
                    <a:pt x="4509679" y="926434"/>
                  </a:lnTo>
                  <a:lnTo>
                    <a:pt x="4511580" y="921843"/>
                  </a:lnTo>
                  <a:lnTo>
                    <a:pt x="4513481" y="849420"/>
                  </a:lnTo>
                  <a:lnTo>
                    <a:pt x="4515382" y="798368"/>
                  </a:lnTo>
                  <a:lnTo>
                    <a:pt x="4517284" y="748567"/>
                  </a:lnTo>
                  <a:lnTo>
                    <a:pt x="4519185" y="706743"/>
                  </a:lnTo>
                  <a:lnTo>
                    <a:pt x="4521086" y="557169"/>
                  </a:lnTo>
                  <a:lnTo>
                    <a:pt x="4522987" y="395152"/>
                  </a:lnTo>
                  <a:lnTo>
                    <a:pt x="4524888" y="310715"/>
                  </a:lnTo>
                  <a:lnTo>
                    <a:pt x="4526790" y="202966"/>
                  </a:lnTo>
                  <a:lnTo>
                    <a:pt x="4528691" y="101945"/>
                  </a:lnTo>
                  <a:lnTo>
                    <a:pt x="4530592" y="79764"/>
                  </a:lnTo>
                  <a:lnTo>
                    <a:pt x="4532493" y="89796"/>
                  </a:lnTo>
                  <a:lnTo>
                    <a:pt x="4534394" y="136390"/>
                  </a:lnTo>
                  <a:lnTo>
                    <a:pt x="4536296" y="196632"/>
                  </a:lnTo>
                  <a:lnTo>
                    <a:pt x="4538197" y="349041"/>
                  </a:lnTo>
                  <a:lnTo>
                    <a:pt x="4540098" y="463293"/>
                  </a:lnTo>
                  <a:lnTo>
                    <a:pt x="4541999" y="466534"/>
                  </a:lnTo>
                  <a:lnTo>
                    <a:pt x="4543901" y="491381"/>
                  </a:lnTo>
                  <a:lnTo>
                    <a:pt x="4545802" y="510113"/>
                  </a:lnTo>
                  <a:lnTo>
                    <a:pt x="4547703" y="529228"/>
                  </a:lnTo>
                  <a:lnTo>
                    <a:pt x="4549604" y="434956"/>
                  </a:lnTo>
                  <a:lnTo>
                    <a:pt x="4551505" y="340963"/>
                  </a:lnTo>
                  <a:lnTo>
                    <a:pt x="4553407" y="323666"/>
                  </a:lnTo>
                  <a:lnTo>
                    <a:pt x="4555308" y="309400"/>
                  </a:lnTo>
                  <a:lnTo>
                    <a:pt x="4557209" y="351524"/>
                  </a:lnTo>
                  <a:lnTo>
                    <a:pt x="4559110" y="498710"/>
                  </a:lnTo>
                  <a:lnTo>
                    <a:pt x="4561011" y="707099"/>
                  </a:lnTo>
                  <a:lnTo>
                    <a:pt x="4562913" y="844410"/>
                  </a:lnTo>
                  <a:lnTo>
                    <a:pt x="4564814" y="958609"/>
                  </a:lnTo>
                  <a:lnTo>
                    <a:pt x="4566715" y="1086495"/>
                  </a:lnTo>
                  <a:lnTo>
                    <a:pt x="4568616" y="1204325"/>
                  </a:lnTo>
                  <a:lnTo>
                    <a:pt x="4570518" y="1122134"/>
                  </a:lnTo>
                  <a:lnTo>
                    <a:pt x="4572419" y="928369"/>
                  </a:lnTo>
                  <a:lnTo>
                    <a:pt x="4574320" y="813117"/>
                  </a:lnTo>
                  <a:lnTo>
                    <a:pt x="4576221" y="778042"/>
                  </a:lnTo>
                  <a:lnTo>
                    <a:pt x="4578122" y="740862"/>
                  </a:lnTo>
                  <a:lnTo>
                    <a:pt x="4580024" y="644265"/>
                  </a:lnTo>
                  <a:lnTo>
                    <a:pt x="4581925" y="625407"/>
                  </a:lnTo>
                  <a:lnTo>
                    <a:pt x="4583826" y="667541"/>
                  </a:lnTo>
                  <a:lnTo>
                    <a:pt x="4585727" y="719618"/>
                  </a:lnTo>
                  <a:lnTo>
                    <a:pt x="4587628" y="724177"/>
                  </a:lnTo>
                  <a:lnTo>
                    <a:pt x="4589530" y="765294"/>
                  </a:lnTo>
                  <a:lnTo>
                    <a:pt x="4591431" y="762631"/>
                  </a:lnTo>
                  <a:lnTo>
                    <a:pt x="4593332" y="755716"/>
                  </a:lnTo>
                  <a:lnTo>
                    <a:pt x="4595233" y="804145"/>
                  </a:lnTo>
                  <a:lnTo>
                    <a:pt x="4597135" y="842058"/>
                  </a:lnTo>
                  <a:lnTo>
                    <a:pt x="4599036" y="835183"/>
                  </a:lnTo>
                  <a:lnTo>
                    <a:pt x="4600937" y="754396"/>
                  </a:lnTo>
                  <a:lnTo>
                    <a:pt x="4602838" y="814819"/>
                  </a:lnTo>
                  <a:lnTo>
                    <a:pt x="4604739" y="965384"/>
                  </a:lnTo>
                  <a:lnTo>
                    <a:pt x="4606641" y="1144789"/>
                  </a:lnTo>
                  <a:lnTo>
                    <a:pt x="4608542" y="1261480"/>
                  </a:lnTo>
                  <a:lnTo>
                    <a:pt x="4610443" y="1305858"/>
                  </a:lnTo>
                  <a:lnTo>
                    <a:pt x="4612344" y="1306539"/>
                  </a:lnTo>
                  <a:lnTo>
                    <a:pt x="4614245" y="1208589"/>
                  </a:lnTo>
                  <a:lnTo>
                    <a:pt x="4616147" y="1071599"/>
                  </a:lnTo>
                  <a:lnTo>
                    <a:pt x="4618048" y="858581"/>
                  </a:lnTo>
                  <a:lnTo>
                    <a:pt x="4619949" y="713559"/>
                  </a:lnTo>
                  <a:lnTo>
                    <a:pt x="4621850" y="744401"/>
                  </a:lnTo>
                  <a:lnTo>
                    <a:pt x="4623752" y="844357"/>
                  </a:lnTo>
                  <a:lnTo>
                    <a:pt x="4625653" y="882713"/>
                  </a:lnTo>
                  <a:lnTo>
                    <a:pt x="4627554" y="878049"/>
                  </a:lnTo>
                  <a:lnTo>
                    <a:pt x="4629455" y="841695"/>
                  </a:lnTo>
                  <a:lnTo>
                    <a:pt x="4631356" y="768258"/>
                  </a:lnTo>
                  <a:lnTo>
                    <a:pt x="4633258" y="601134"/>
                  </a:lnTo>
                  <a:lnTo>
                    <a:pt x="4635159" y="461836"/>
                  </a:lnTo>
                  <a:lnTo>
                    <a:pt x="4637060" y="449818"/>
                  </a:lnTo>
                  <a:lnTo>
                    <a:pt x="4638961" y="491122"/>
                  </a:lnTo>
                  <a:lnTo>
                    <a:pt x="4640862" y="656093"/>
                  </a:lnTo>
                  <a:lnTo>
                    <a:pt x="4642764" y="906401"/>
                  </a:lnTo>
                  <a:lnTo>
                    <a:pt x="4644665" y="1215058"/>
                  </a:lnTo>
                  <a:lnTo>
                    <a:pt x="4646566" y="1446788"/>
                  </a:lnTo>
                  <a:lnTo>
                    <a:pt x="4648467" y="1518996"/>
                  </a:lnTo>
                  <a:lnTo>
                    <a:pt x="4650369" y="1466366"/>
                  </a:lnTo>
                  <a:lnTo>
                    <a:pt x="4652270" y="1359976"/>
                  </a:lnTo>
                  <a:lnTo>
                    <a:pt x="4654171" y="1366424"/>
                  </a:lnTo>
                  <a:lnTo>
                    <a:pt x="4656072" y="1258874"/>
                  </a:lnTo>
                  <a:lnTo>
                    <a:pt x="4657973" y="1060875"/>
                  </a:lnTo>
                  <a:lnTo>
                    <a:pt x="4659875" y="965023"/>
                  </a:lnTo>
                  <a:lnTo>
                    <a:pt x="4661776" y="919036"/>
                  </a:lnTo>
                  <a:lnTo>
                    <a:pt x="4663677" y="855270"/>
                  </a:lnTo>
                  <a:lnTo>
                    <a:pt x="4665578" y="671783"/>
                  </a:lnTo>
                  <a:lnTo>
                    <a:pt x="4667479" y="584905"/>
                  </a:lnTo>
                  <a:lnTo>
                    <a:pt x="4669381" y="624031"/>
                  </a:lnTo>
                  <a:lnTo>
                    <a:pt x="4671282" y="688946"/>
                  </a:lnTo>
                  <a:lnTo>
                    <a:pt x="4673183" y="820604"/>
                  </a:lnTo>
                  <a:lnTo>
                    <a:pt x="4675084" y="876634"/>
                  </a:lnTo>
                  <a:lnTo>
                    <a:pt x="4676985" y="831696"/>
                  </a:lnTo>
                  <a:lnTo>
                    <a:pt x="4678887" y="809344"/>
                  </a:lnTo>
                  <a:lnTo>
                    <a:pt x="4680788" y="786641"/>
                  </a:lnTo>
                  <a:lnTo>
                    <a:pt x="4682689" y="694794"/>
                  </a:lnTo>
                  <a:lnTo>
                    <a:pt x="4684590" y="582415"/>
                  </a:lnTo>
                  <a:lnTo>
                    <a:pt x="4686492" y="570084"/>
                  </a:lnTo>
                  <a:lnTo>
                    <a:pt x="4688393" y="624942"/>
                  </a:lnTo>
                  <a:lnTo>
                    <a:pt x="4690294" y="652473"/>
                  </a:lnTo>
                  <a:lnTo>
                    <a:pt x="4692195" y="756108"/>
                  </a:lnTo>
                  <a:lnTo>
                    <a:pt x="4694096" y="908519"/>
                  </a:lnTo>
                  <a:lnTo>
                    <a:pt x="4695998" y="957608"/>
                  </a:lnTo>
                  <a:lnTo>
                    <a:pt x="4697899" y="945571"/>
                  </a:lnTo>
                  <a:lnTo>
                    <a:pt x="4699800" y="941297"/>
                  </a:lnTo>
                  <a:lnTo>
                    <a:pt x="4701701" y="907073"/>
                  </a:lnTo>
                  <a:lnTo>
                    <a:pt x="4703602" y="824573"/>
                  </a:lnTo>
                  <a:lnTo>
                    <a:pt x="4705504" y="836441"/>
                  </a:lnTo>
                  <a:lnTo>
                    <a:pt x="4707405" y="911593"/>
                  </a:lnTo>
                  <a:lnTo>
                    <a:pt x="4709306" y="950513"/>
                  </a:lnTo>
                  <a:lnTo>
                    <a:pt x="4711207" y="984407"/>
                  </a:lnTo>
                  <a:lnTo>
                    <a:pt x="4713109" y="975741"/>
                  </a:lnTo>
                  <a:lnTo>
                    <a:pt x="4715010" y="926023"/>
                  </a:lnTo>
                  <a:lnTo>
                    <a:pt x="4716911" y="790606"/>
                  </a:lnTo>
                  <a:lnTo>
                    <a:pt x="4718812" y="721977"/>
                  </a:lnTo>
                  <a:lnTo>
                    <a:pt x="4720713" y="733192"/>
                  </a:lnTo>
                  <a:lnTo>
                    <a:pt x="4722615" y="756276"/>
                  </a:lnTo>
                  <a:lnTo>
                    <a:pt x="4724516" y="819270"/>
                  </a:lnTo>
                  <a:lnTo>
                    <a:pt x="4726417" y="870935"/>
                  </a:lnTo>
                  <a:lnTo>
                    <a:pt x="4728318" y="988092"/>
                  </a:lnTo>
                  <a:lnTo>
                    <a:pt x="4730219" y="978118"/>
                  </a:lnTo>
                  <a:lnTo>
                    <a:pt x="4732121" y="939565"/>
                  </a:lnTo>
                  <a:lnTo>
                    <a:pt x="4734022" y="890982"/>
                  </a:lnTo>
                  <a:lnTo>
                    <a:pt x="4735923" y="904104"/>
                  </a:lnTo>
                  <a:lnTo>
                    <a:pt x="4737824" y="903465"/>
                  </a:lnTo>
                  <a:lnTo>
                    <a:pt x="4739726" y="826483"/>
                  </a:lnTo>
                  <a:lnTo>
                    <a:pt x="4741627" y="924456"/>
                  </a:lnTo>
                  <a:lnTo>
                    <a:pt x="4743528" y="1026157"/>
                  </a:lnTo>
                  <a:lnTo>
                    <a:pt x="4745429" y="1087548"/>
                  </a:lnTo>
                  <a:lnTo>
                    <a:pt x="4747330" y="1095582"/>
                  </a:lnTo>
                  <a:lnTo>
                    <a:pt x="4749232" y="1129668"/>
                  </a:lnTo>
                  <a:lnTo>
                    <a:pt x="4751133" y="1153203"/>
                  </a:lnTo>
                  <a:lnTo>
                    <a:pt x="4753034" y="1115297"/>
                  </a:lnTo>
                  <a:lnTo>
                    <a:pt x="4754935" y="1119027"/>
                  </a:lnTo>
                  <a:lnTo>
                    <a:pt x="4756836" y="1090477"/>
                  </a:lnTo>
                  <a:lnTo>
                    <a:pt x="4758738" y="1098364"/>
                  </a:lnTo>
                  <a:lnTo>
                    <a:pt x="4760639" y="1076447"/>
                  </a:lnTo>
                  <a:lnTo>
                    <a:pt x="4762540" y="1063087"/>
                  </a:lnTo>
                  <a:lnTo>
                    <a:pt x="4764441" y="1026380"/>
                  </a:lnTo>
                  <a:lnTo>
                    <a:pt x="4766343" y="944514"/>
                  </a:lnTo>
                  <a:lnTo>
                    <a:pt x="4768244" y="1036014"/>
                  </a:lnTo>
                  <a:lnTo>
                    <a:pt x="4770145" y="1175101"/>
                  </a:lnTo>
                  <a:lnTo>
                    <a:pt x="4772046" y="1349536"/>
                  </a:lnTo>
                  <a:lnTo>
                    <a:pt x="4773947" y="1415873"/>
                  </a:lnTo>
                  <a:lnTo>
                    <a:pt x="4775849" y="1427208"/>
                  </a:lnTo>
                  <a:lnTo>
                    <a:pt x="4777750" y="1506428"/>
                  </a:lnTo>
                  <a:lnTo>
                    <a:pt x="4779651" y="1543548"/>
                  </a:lnTo>
                  <a:lnTo>
                    <a:pt x="4781552" y="1545416"/>
                  </a:lnTo>
                  <a:lnTo>
                    <a:pt x="4783453" y="1548259"/>
                  </a:lnTo>
                  <a:lnTo>
                    <a:pt x="4785355" y="1636742"/>
                  </a:lnTo>
                  <a:lnTo>
                    <a:pt x="4787256" y="1730112"/>
                  </a:lnTo>
                  <a:lnTo>
                    <a:pt x="4789157" y="1758827"/>
                  </a:lnTo>
                  <a:lnTo>
                    <a:pt x="4791058" y="1758372"/>
                  </a:lnTo>
                  <a:lnTo>
                    <a:pt x="4792960" y="1770133"/>
                  </a:lnTo>
                  <a:lnTo>
                    <a:pt x="4794861" y="1787651"/>
                  </a:lnTo>
                  <a:lnTo>
                    <a:pt x="4796762" y="1804018"/>
                  </a:lnTo>
                  <a:lnTo>
                    <a:pt x="4798663" y="1916488"/>
                  </a:lnTo>
                  <a:lnTo>
                    <a:pt x="4800564" y="2054374"/>
                  </a:lnTo>
                  <a:lnTo>
                    <a:pt x="4802466" y="2113691"/>
                  </a:lnTo>
                  <a:lnTo>
                    <a:pt x="4804367" y="2117500"/>
                  </a:lnTo>
                  <a:lnTo>
                    <a:pt x="4806268" y="2124577"/>
                  </a:lnTo>
                  <a:lnTo>
                    <a:pt x="4808169" y="2120131"/>
                  </a:lnTo>
                  <a:lnTo>
                    <a:pt x="4810070" y="2100582"/>
                  </a:lnTo>
                  <a:lnTo>
                    <a:pt x="4811972" y="2169082"/>
                  </a:lnTo>
                  <a:lnTo>
                    <a:pt x="4813873" y="2185682"/>
                  </a:lnTo>
                  <a:lnTo>
                    <a:pt x="4815774" y="2113424"/>
                  </a:lnTo>
                  <a:lnTo>
                    <a:pt x="4817675" y="2035056"/>
                  </a:lnTo>
                  <a:lnTo>
                    <a:pt x="4819577" y="2094480"/>
                  </a:lnTo>
                  <a:lnTo>
                    <a:pt x="4821478" y="2085363"/>
                  </a:lnTo>
                  <a:lnTo>
                    <a:pt x="4823379" y="1950760"/>
                  </a:lnTo>
                  <a:lnTo>
                    <a:pt x="4825280" y="1902632"/>
                  </a:lnTo>
                  <a:lnTo>
                    <a:pt x="4827181" y="1906667"/>
                  </a:lnTo>
                  <a:lnTo>
                    <a:pt x="4829083" y="1876654"/>
                  </a:lnTo>
                  <a:lnTo>
                    <a:pt x="4830984" y="1768662"/>
                  </a:lnTo>
                  <a:lnTo>
                    <a:pt x="4832885" y="1708557"/>
                  </a:lnTo>
                  <a:lnTo>
                    <a:pt x="4834786" y="1750850"/>
                  </a:lnTo>
                  <a:lnTo>
                    <a:pt x="4836687" y="1829146"/>
                  </a:lnTo>
                  <a:lnTo>
                    <a:pt x="4838589" y="1883044"/>
                  </a:lnTo>
                  <a:lnTo>
                    <a:pt x="4840490" y="1867546"/>
                  </a:lnTo>
                  <a:lnTo>
                    <a:pt x="4842391" y="1803360"/>
                  </a:lnTo>
                  <a:lnTo>
                    <a:pt x="4844292" y="1809200"/>
                  </a:lnTo>
                  <a:lnTo>
                    <a:pt x="4846194" y="1757095"/>
                  </a:lnTo>
                  <a:lnTo>
                    <a:pt x="4848095" y="1615976"/>
                  </a:lnTo>
                  <a:lnTo>
                    <a:pt x="4849996" y="1545409"/>
                  </a:lnTo>
                  <a:lnTo>
                    <a:pt x="4851897" y="1550474"/>
                  </a:lnTo>
                  <a:lnTo>
                    <a:pt x="4853798" y="1596220"/>
                  </a:lnTo>
                  <a:lnTo>
                    <a:pt x="4855700" y="1523328"/>
                  </a:lnTo>
                  <a:lnTo>
                    <a:pt x="4857601" y="1459940"/>
                  </a:lnTo>
                  <a:lnTo>
                    <a:pt x="4859502" y="1538969"/>
                  </a:lnTo>
                  <a:lnTo>
                    <a:pt x="4861403" y="1665767"/>
                  </a:lnTo>
                  <a:lnTo>
                    <a:pt x="4863304" y="1798585"/>
                  </a:lnTo>
                  <a:lnTo>
                    <a:pt x="4865206" y="1997649"/>
                  </a:lnTo>
                  <a:lnTo>
                    <a:pt x="4867107" y="2075328"/>
                  </a:lnTo>
                  <a:lnTo>
                    <a:pt x="4869008" y="2057598"/>
                  </a:lnTo>
                  <a:lnTo>
                    <a:pt x="4870909" y="1985421"/>
                  </a:lnTo>
                  <a:lnTo>
                    <a:pt x="4872811" y="1884243"/>
                  </a:lnTo>
                  <a:lnTo>
                    <a:pt x="4874712" y="1817660"/>
                  </a:lnTo>
                  <a:lnTo>
                    <a:pt x="4876613" y="1635586"/>
                  </a:lnTo>
                  <a:lnTo>
                    <a:pt x="4878514" y="1599029"/>
                  </a:lnTo>
                  <a:lnTo>
                    <a:pt x="4880415" y="1656984"/>
                  </a:lnTo>
                  <a:lnTo>
                    <a:pt x="4882317" y="1713494"/>
                  </a:lnTo>
                  <a:lnTo>
                    <a:pt x="4884218" y="1669499"/>
                  </a:lnTo>
                  <a:lnTo>
                    <a:pt x="4886119" y="1608473"/>
                  </a:lnTo>
                  <a:lnTo>
                    <a:pt x="4888020" y="1623555"/>
                  </a:lnTo>
                  <a:lnTo>
                    <a:pt x="4889921" y="1554072"/>
                  </a:lnTo>
                  <a:lnTo>
                    <a:pt x="4891823" y="1494784"/>
                  </a:lnTo>
                  <a:lnTo>
                    <a:pt x="4893724" y="1480531"/>
                  </a:lnTo>
                  <a:lnTo>
                    <a:pt x="4895625" y="1474654"/>
                  </a:lnTo>
                  <a:lnTo>
                    <a:pt x="4897526" y="1444981"/>
                  </a:lnTo>
                  <a:lnTo>
                    <a:pt x="4899428" y="1336495"/>
                  </a:lnTo>
                  <a:lnTo>
                    <a:pt x="4901329" y="1320508"/>
                  </a:lnTo>
                  <a:lnTo>
                    <a:pt x="4903230" y="1217566"/>
                  </a:lnTo>
                  <a:lnTo>
                    <a:pt x="4905131" y="1058251"/>
                  </a:lnTo>
                  <a:lnTo>
                    <a:pt x="4907032" y="978943"/>
                  </a:lnTo>
                  <a:lnTo>
                    <a:pt x="4908934" y="918258"/>
                  </a:lnTo>
                  <a:lnTo>
                    <a:pt x="4910835" y="989521"/>
                  </a:lnTo>
                  <a:lnTo>
                    <a:pt x="4912736" y="1247307"/>
                  </a:lnTo>
                  <a:lnTo>
                    <a:pt x="4914637" y="1554480"/>
                  </a:lnTo>
                  <a:lnTo>
                    <a:pt x="4916538" y="1661973"/>
                  </a:lnTo>
                  <a:lnTo>
                    <a:pt x="4918440" y="1683821"/>
                  </a:lnTo>
                  <a:lnTo>
                    <a:pt x="4920341" y="1762517"/>
                  </a:lnTo>
                  <a:lnTo>
                    <a:pt x="4922242" y="1719227"/>
                  </a:lnTo>
                  <a:lnTo>
                    <a:pt x="4924143" y="1521789"/>
                  </a:lnTo>
                  <a:lnTo>
                    <a:pt x="4926045" y="1335745"/>
                  </a:lnTo>
                  <a:lnTo>
                    <a:pt x="4927946" y="1294011"/>
                  </a:lnTo>
                  <a:lnTo>
                    <a:pt x="4929847" y="1326864"/>
                  </a:lnTo>
                  <a:lnTo>
                    <a:pt x="4931748" y="1287430"/>
                  </a:lnTo>
                  <a:lnTo>
                    <a:pt x="4933649" y="1250215"/>
                  </a:lnTo>
                  <a:lnTo>
                    <a:pt x="4935551" y="1198452"/>
                  </a:lnTo>
                  <a:lnTo>
                    <a:pt x="4937452" y="1146041"/>
                  </a:lnTo>
                  <a:lnTo>
                    <a:pt x="4939353" y="1201830"/>
                  </a:lnTo>
                  <a:lnTo>
                    <a:pt x="4941254" y="1203861"/>
                  </a:lnTo>
                  <a:lnTo>
                    <a:pt x="4943155" y="1149047"/>
                  </a:lnTo>
                  <a:lnTo>
                    <a:pt x="4945057" y="1147515"/>
                  </a:lnTo>
                  <a:lnTo>
                    <a:pt x="4946958" y="1190483"/>
                  </a:lnTo>
                  <a:lnTo>
                    <a:pt x="4948859" y="1262448"/>
                  </a:lnTo>
                  <a:lnTo>
                    <a:pt x="4950760" y="1243549"/>
                  </a:lnTo>
                  <a:lnTo>
                    <a:pt x="4952661" y="1169800"/>
                  </a:lnTo>
                  <a:lnTo>
                    <a:pt x="4954563" y="1191210"/>
                  </a:lnTo>
                  <a:lnTo>
                    <a:pt x="4956464" y="1209344"/>
                  </a:lnTo>
                  <a:lnTo>
                    <a:pt x="4958365" y="1149205"/>
                  </a:lnTo>
                  <a:lnTo>
                    <a:pt x="4960266" y="1062531"/>
                  </a:lnTo>
                  <a:lnTo>
                    <a:pt x="4962168" y="1005582"/>
                  </a:lnTo>
                  <a:lnTo>
                    <a:pt x="4964069" y="1007423"/>
                  </a:lnTo>
                  <a:lnTo>
                    <a:pt x="4965970" y="1008289"/>
                  </a:lnTo>
                  <a:lnTo>
                    <a:pt x="4967871" y="1061870"/>
                  </a:lnTo>
                  <a:lnTo>
                    <a:pt x="4969772" y="1122304"/>
                  </a:lnTo>
                  <a:lnTo>
                    <a:pt x="4971674" y="1181443"/>
                  </a:lnTo>
                  <a:lnTo>
                    <a:pt x="4973575" y="1198852"/>
                  </a:lnTo>
                  <a:lnTo>
                    <a:pt x="4975476" y="1219505"/>
                  </a:lnTo>
                  <a:lnTo>
                    <a:pt x="4977377" y="1198199"/>
                  </a:lnTo>
                  <a:lnTo>
                    <a:pt x="4979278" y="1089600"/>
                  </a:lnTo>
                  <a:lnTo>
                    <a:pt x="4981180" y="1013019"/>
                  </a:lnTo>
                  <a:lnTo>
                    <a:pt x="4983081" y="947151"/>
                  </a:lnTo>
                  <a:lnTo>
                    <a:pt x="4984982" y="922623"/>
                  </a:lnTo>
                  <a:lnTo>
                    <a:pt x="4986883" y="922545"/>
                  </a:lnTo>
                  <a:lnTo>
                    <a:pt x="4988785" y="934776"/>
                  </a:lnTo>
                  <a:lnTo>
                    <a:pt x="4990686" y="1023541"/>
                  </a:lnTo>
                  <a:lnTo>
                    <a:pt x="4992587" y="1221346"/>
                  </a:lnTo>
                  <a:lnTo>
                    <a:pt x="4994488" y="1391287"/>
                  </a:lnTo>
                  <a:lnTo>
                    <a:pt x="4996389" y="1546235"/>
                  </a:lnTo>
                  <a:lnTo>
                    <a:pt x="4998291" y="1726671"/>
                  </a:lnTo>
                  <a:lnTo>
                    <a:pt x="5000192" y="1905998"/>
                  </a:lnTo>
                  <a:lnTo>
                    <a:pt x="5002093" y="1926421"/>
                  </a:lnTo>
                  <a:lnTo>
                    <a:pt x="5003994" y="1804880"/>
                  </a:lnTo>
                  <a:lnTo>
                    <a:pt x="5005895" y="1719104"/>
                  </a:lnTo>
                  <a:lnTo>
                    <a:pt x="5007797" y="1606218"/>
                  </a:lnTo>
                  <a:lnTo>
                    <a:pt x="5009698" y="1442094"/>
                  </a:lnTo>
                  <a:lnTo>
                    <a:pt x="5011599" y="1269522"/>
                  </a:lnTo>
                  <a:lnTo>
                    <a:pt x="5013500" y="1191624"/>
                  </a:lnTo>
                  <a:lnTo>
                    <a:pt x="5015402" y="1218370"/>
                  </a:lnTo>
                  <a:lnTo>
                    <a:pt x="5017303" y="1251016"/>
                  </a:lnTo>
                  <a:lnTo>
                    <a:pt x="5019204" y="1308485"/>
                  </a:lnTo>
                  <a:lnTo>
                    <a:pt x="5021105" y="1398611"/>
                  </a:lnTo>
                  <a:lnTo>
                    <a:pt x="5023006" y="1466208"/>
                  </a:lnTo>
                  <a:lnTo>
                    <a:pt x="5024908" y="1454538"/>
                  </a:lnTo>
                  <a:lnTo>
                    <a:pt x="5026809" y="1355602"/>
                  </a:lnTo>
                  <a:lnTo>
                    <a:pt x="5028710" y="1228113"/>
                  </a:lnTo>
                  <a:lnTo>
                    <a:pt x="5030611" y="1153722"/>
                  </a:lnTo>
                  <a:lnTo>
                    <a:pt x="5032512" y="1093133"/>
                  </a:lnTo>
                  <a:lnTo>
                    <a:pt x="5034414" y="1048260"/>
                  </a:lnTo>
                  <a:lnTo>
                    <a:pt x="5036315" y="1102694"/>
                  </a:lnTo>
                  <a:lnTo>
                    <a:pt x="5038216" y="1137138"/>
                  </a:lnTo>
                  <a:lnTo>
                    <a:pt x="5040117" y="1171531"/>
                  </a:lnTo>
                  <a:lnTo>
                    <a:pt x="5042019" y="1176998"/>
                  </a:lnTo>
                  <a:lnTo>
                    <a:pt x="5043920" y="1230260"/>
                  </a:lnTo>
                  <a:lnTo>
                    <a:pt x="5045821" y="1410086"/>
                  </a:lnTo>
                  <a:lnTo>
                    <a:pt x="5047722" y="1520277"/>
                  </a:lnTo>
                  <a:lnTo>
                    <a:pt x="5049623" y="1594076"/>
                  </a:lnTo>
                  <a:lnTo>
                    <a:pt x="5051525" y="1589138"/>
                  </a:lnTo>
                  <a:lnTo>
                    <a:pt x="5053426" y="1574457"/>
                  </a:lnTo>
                  <a:lnTo>
                    <a:pt x="5055327" y="1572100"/>
                  </a:lnTo>
                  <a:lnTo>
                    <a:pt x="5057228" y="1509669"/>
                  </a:lnTo>
                  <a:lnTo>
                    <a:pt x="5059129" y="1567029"/>
                  </a:lnTo>
                  <a:lnTo>
                    <a:pt x="5061031" y="1672300"/>
                  </a:lnTo>
                  <a:lnTo>
                    <a:pt x="5062932" y="1806040"/>
                  </a:lnTo>
                  <a:lnTo>
                    <a:pt x="5064833" y="1849823"/>
                  </a:lnTo>
                  <a:lnTo>
                    <a:pt x="5066734" y="1906414"/>
                  </a:lnTo>
                  <a:lnTo>
                    <a:pt x="5068636" y="1943329"/>
                  </a:lnTo>
                  <a:lnTo>
                    <a:pt x="5070537" y="1794801"/>
                  </a:lnTo>
                  <a:lnTo>
                    <a:pt x="5072438" y="1609884"/>
                  </a:lnTo>
                  <a:lnTo>
                    <a:pt x="5074339" y="1469078"/>
                  </a:lnTo>
                  <a:lnTo>
                    <a:pt x="5076240" y="1399435"/>
                  </a:lnTo>
                  <a:lnTo>
                    <a:pt x="5078142" y="1314117"/>
                  </a:lnTo>
                  <a:lnTo>
                    <a:pt x="5080043" y="1306193"/>
                  </a:lnTo>
                  <a:lnTo>
                    <a:pt x="5081944" y="1375461"/>
                  </a:lnTo>
                  <a:lnTo>
                    <a:pt x="5083845" y="1440774"/>
                  </a:lnTo>
                  <a:lnTo>
                    <a:pt x="5085746" y="1490499"/>
                  </a:lnTo>
                  <a:lnTo>
                    <a:pt x="5087648" y="1610066"/>
                  </a:lnTo>
                  <a:lnTo>
                    <a:pt x="5089549" y="1668554"/>
                  </a:lnTo>
                  <a:lnTo>
                    <a:pt x="5091450" y="1605540"/>
                  </a:lnTo>
                  <a:lnTo>
                    <a:pt x="5093351" y="1643277"/>
                  </a:lnTo>
                  <a:lnTo>
                    <a:pt x="5095253" y="1794459"/>
                  </a:lnTo>
                  <a:lnTo>
                    <a:pt x="5097154" y="1958835"/>
                  </a:lnTo>
                  <a:lnTo>
                    <a:pt x="5099055" y="1954500"/>
                  </a:lnTo>
                  <a:lnTo>
                    <a:pt x="5100956" y="1948978"/>
                  </a:lnTo>
                  <a:lnTo>
                    <a:pt x="5102857" y="1990280"/>
                  </a:lnTo>
                  <a:lnTo>
                    <a:pt x="5104759" y="1992001"/>
                  </a:lnTo>
                  <a:lnTo>
                    <a:pt x="5106660" y="1957179"/>
                  </a:lnTo>
                  <a:lnTo>
                    <a:pt x="5108561" y="1919184"/>
                  </a:lnTo>
                  <a:lnTo>
                    <a:pt x="5110462" y="2019936"/>
                  </a:lnTo>
                  <a:lnTo>
                    <a:pt x="5112363" y="2193309"/>
                  </a:lnTo>
                  <a:lnTo>
                    <a:pt x="5114265" y="2320524"/>
                  </a:lnTo>
                  <a:lnTo>
                    <a:pt x="5116166" y="2356518"/>
                  </a:lnTo>
                  <a:lnTo>
                    <a:pt x="5118067" y="2371891"/>
                  </a:lnTo>
                  <a:lnTo>
                    <a:pt x="5119968" y="2347379"/>
                  </a:lnTo>
                  <a:lnTo>
                    <a:pt x="5121870" y="2269190"/>
                  </a:lnTo>
                  <a:lnTo>
                    <a:pt x="5123771" y="2193689"/>
                  </a:lnTo>
                  <a:lnTo>
                    <a:pt x="5125672" y="2119857"/>
                  </a:lnTo>
                  <a:lnTo>
                    <a:pt x="5127573" y="2109391"/>
                  </a:lnTo>
                  <a:lnTo>
                    <a:pt x="5129474" y="2060302"/>
                  </a:lnTo>
                  <a:lnTo>
                    <a:pt x="5131376" y="2067311"/>
                  </a:lnTo>
                  <a:lnTo>
                    <a:pt x="5133277" y="2186281"/>
                  </a:lnTo>
                  <a:lnTo>
                    <a:pt x="5135178" y="2134137"/>
                  </a:lnTo>
                  <a:lnTo>
                    <a:pt x="5137079" y="1964202"/>
                  </a:lnTo>
                  <a:lnTo>
                    <a:pt x="5138980" y="1773570"/>
                  </a:lnTo>
                  <a:lnTo>
                    <a:pt x="5140882" y="1650101"/>
                  </a:lnTo>
                  <a:lnTo>
                    <a:pt x="5142783" y="1532658"/>
                  </a:lnTo>
                  <a:lnTo>
                    <a:pt x="5144684" y="1318740"/>
                  </a:lnTo>
                  <a:lnTo>
                    <a:pt x="5146585" y="1184439"/>
                  </a:lnTo>
                  <a:lnTo>
                    <a:pt x="5148487" y="1171746"/>
                  </a:lnTo>
                  <a:lnTo>
                    <a:pt x="5150388" y="1266204"/>
                  </a:lnTo>
                  <a:lnTo>
                    <a:pt x="5152289" y="1357649"/>
                  </a:lnTo>
                  <a:lnTo>
                    <a:pt x="5154190" y="1291625"/>
                  </a:lnTo>
                  <a:lnTo>
                    <a:pt x="5156091" y="1179702"/>
                  </a:lnTo>
                  <a:lnTo>
                    <a:pt x="5157993" y="1079766"/>
                  </a:lnTo>
                  <a:lnTo>
                    <a:pt x="5159894" y="971468"/>
                  </a:lnTo>
                  <a:lnTo>
                    <a:pt x="5161795" y="763423"/>
                  </a:lnTo>
                  <a:lnTo>
                    <a:pt x="5163696" y="488526"/>
                  </a:lnTo>
                  <a:lnTo>
                    <a:pt x="5165597" y="374132"/>
                  </a:lnTo>
                  <a:lnTo>
                    <a:pt x="5167499" y="365107"/>
                  </a:lnTo>
                  <a:lnTo>
                    <a:pt x="5169400" y="371304"/>
                  </a:lnTo>
                  <a:lnTo>
                    <a:pt x="5171301" y="480398"/>
                  </a:lnTo>
                  <a:lnTo>
                    <a:pt x="5173202" y="654217"/>
                  </a:lnTo>
                  <a:lnTo>
                    <a:pt x="5175104" y="735492"/>
                  </a:lnTo>
                  <a:lnTo>
                    <a:pt x="5177005" y="821400"/>
                  </a:lnTo>
                  <a:lnTo>
                    <a:pt x="5178906" y="907949"/>
                  </a:lnTo>
                  <a:lnTo>
                    <a:pt x="5180807" y="955073"/>
                  </a:lnTo>
                  <a:lnTo>
                    <a:pt x="5182708" y="910232"/>
                  </a:lnTo>
                  <a:lnTo>
                    <a:pt x="5184610" y="761018"/>
                  </a:lnTo>
                  <a:lnTo>
                    <a:pt x="5186511" y="701235"/>
                  </a:lnTo>
                  <a:lnTo>
                    <a:pt x="5188412" y="578566"/>
                  </a:lnTo>
                  <a:lnTo>
                    <a:pt x="5190313" y="435754"/>
                  </a:lnTo>
                  <a:lnTo>
                    <a:pt x="5192214" y="346160"/>
                  </a:lnTo>
                  <a:lnTo>
                    <a:pt x="5194116" y="266971"/>
                  </a:lnTo>
                  <a:lnTo>
                    <a:pt x="5196017" y="240770"/>
                  </a:lnTo>
                  <a:lnTo>
                    <a:pt x="5197918" y="245397"/>
                  </a:lnTo>
                  <a:lnTo>
                    <a:pt x="5199819" y="268026"/>
                  </a:lnTo>
                  <a:lnTo>
                    <a:pt x="5201721" y="277645"/>
                  </a:lnTo>
                  <a:lnTo>
                    <a:pt x="5203622" y="269954"/>
                  </a:lnTo>
                  <a:lnTo>
                    <a:pt x="5205523" y="312632"/>
                  </a:lnTo>
                  <a:lnTo>
                    <a:pt x="5207424" y="389824"/>
                  </a:lnTo>
                  <a:lnTo>
                    <a:pt x="5209325" y="457190"/>
                  </a:lnTo>
                  <a:lnTo>
                    <a:pt x="5211227" y="559517"/>
                  </a:lnTo>
                  <a:lnTo>
                    <a:pt x="5213128" y="608474"/>
                  </a:lnTo>
                  <a:lnTo>
                    <a:pt x="5215029" y="661292"/>
                  </a:lnTo>
                  <a:lnTo>
                    <a:pt x="5216930" y="695583"/>
                  </a:lnTo>
                  <a:lnTo>
                    <a:pt x="5218831" y="672415"/>
                  </a:lnTo>
                  <a:lnTo>
                    <a:pt x="5220733" y="630394"/>
                  </a:lnTo>
                  <a:lnTo>
                    <a:pt x="5222634" y="568151"/>
                  </a:lnTo>
                  <a:lnTo>
                    <a:pt x="5224535" y="587895"/>
                  </a:lnTo>
                  <a:lnTo>
                    <a:pt x="5226436" y="572596"/>
                  </a:lnTo>
                  <a:lnTo>
                    <a:pt x="5228338" y="551886"/>
                  </a:lnTo>
                  <a:lnTo>
                    <a:pt x="5230239" y="570857"/>
                  </a:lnTo>
                  <a:lnTo>
                    <a:pt x="5232140" y="684772"/>
                  </a:lnTo>
                  <a:lnTo>
                    <a:pt x="5234041" y="897918"/>
                  </a:lnTo>
                  <a:lnTo>
                    <a:pt x="5235942" y="1122967"/>
                  </a:lnTo>
                  <a:lnTo>
                    <a:pt x="5237844" y="1431660"/>
                  </a:lnTo>
                  <a:lnTo>
                    <a:pt x="5239745" y="1722206"/>
                  </a:lnTo>
                  <a:lnTo>
                    <a:pt x="5241646" y="1861199"/>
                  </a:lnTo>
                  <a:lnTo>
                    <a:pt x="5243547" y="1917775"/>
                  </a:lnTo>
                  <a:lnTo>
                    <a:pt x="5245448" y="1952660"/>
                  </a:lnTo>
                  <a:lnTo>
                    <a:pt x="5247350" y="1931255"/>
                  </a:lnTo>
                  <a:lnTo>
                    <a:pt x="5249251" y="1763000"/>
                  </a:lnTo>
                  <a:lnTo>
                    <a:pt x="5251152" y="1561134"/>
                  </a:lnTo>
                  <a:lnTo>
                    <a:pt x="5253053" y="1543636"/>
                  </a:lnTo>
                  <a:lnTo>
                    <a:pt x="5254954" y="1504976"/>
                  </a:lnTo>
                  <a:lnTo>
                    <a:pt x="5256856" y="1400906"/>
                  </a:lnTo>
                  <a:lnTo>
                    <a:pt x="5258757" y="1260923"/>
                  </a:lnTo>
                  <a:lnTo>
                    <a:pt x="5260658" y="1237736"/>
                  </a:lnTo>
                  <a:lnTo>
                    <a:pt x="5262559" y="1274880"/>
                  </a:lnTo>
                  <a:lnTo>
                    <a:pt x="5264461" y="1288842"/>
                  </a:lnTo>
                  <a:lnTo>
                    <a:pt x="5266362" y="1313442"/>
                  </a:lnTo>
                  <a:lnTo>
                    <a:pt x="5268263" y="1344615"/>
                  </a:lnTo>
                  <a:lnTo>
                    <a:pt x="5270164" y="1407671"/>
                  </a:lnTo>
                  <a:lnTo>
                    <a:pt x="5272065" y="1375193"/>
                  </a:lnTo>
                  <a:lnTo>
                    <a:pt x="5273967" y="1316167"/>
                  </a:lnTo>
                  <a:lnTo>
                    <a:pt x="5275868" y="1247527"/>
                  </a:lnTo>
                  <a:lnTo>
                    <a:pt x="5277769" y="1162844"/>
                  </a:lnTo>
                  <a:lnTo>
                    <a:pt x="5279670" y="1053009"/>
                  </a:lnTo>
                  <a:lnTo>
                    <a:pt x="5281571" y="972907"/>
                  </a:lnTo>
                  <a:lnTo>
                    <a:pt x="5283473" y="1005720"/>
                  </a:lnTo>
                  <a:lnTo>
                    <a:pt x="5285374" y="1036959"/>
                  </a:lnTo>
                  <a:lnTo>
                    <a:pt x="5287275" y="1031405"/>
                  </a:lnTo>
                  <a:lnTo>
                    <a:pt x="5289176" y="1116423"/>
                  </a:lnTo>
                  <a:lnTo>
                    <a:pt x="5291078" y="1299754"/>
                  </a:lnTo>
                  <a:lnTo>
                    <a:pt x="5292979" y="1360888"/>
                  </a:lnTo>
                  <a:lnTo>
                    <a:pt x="5294880" y="1309428"/>
                  </a:lnTo>
                  <a:lnTo>
                    <a:pt x="5296781" y="1263291"/>
                  </a:lnTo>
                  <a:lnTo>
                    <a:pt x="5298682" y="1271413"/>
                  </a:lnTo>
                  <a:lnTo>
                    <a:pt x="5300584" y="1237514"/>
                  </a:lnTo>
                  <a:lnTo>
                    <a:pt x="5302485" y="1188202"/>
                  </a:lnTo>
                  <a:lnTo>
                    <a:pt x="5304386" y="1303976"/>
                  </a:lnTo>
                  <a:lnTo>
                    <a:pt x="5306287" y="1435408"/>
                  </a:lnTo>
                  <a:lnTo>
                    <a:pt x="5308188" y="1518834"/>
                  </a:lnTo>
                  <a:lnTo>
                    <a:pt x="5310090" y="1536441"/>
                  </a:lnTo>
                  <a:lnTo>
                    <a:pt x="5311991" y="1545683"/>
                  </a:lnTo>
                  <a:lnTo>
                    <a:pt x="5313892" y="1500820"/>
                  </a:lnTo>
                  <a:lnTo>
                    <a:pt x="5315793" y="1388598"/>
                  </a:lnTo>
                  <a:lnTo>
                    <a:pt x="5317695" y="1333367"/>
                  </a:lnTo>
                  <a:lnTo>
                    <a:pt x="5319596" y="1376902"/>
                  </a:lnTo>
                  <a:lnTo>
                    <a:pt x="5321497" y="1515482"/>
                  </a:lnTo>
                  <a:lnTo>
                    <a:pt x="5323398" y="1701530"/>
                  </a:lnTo>
                  <a:lnTo>
                    <a:pt x="5325299" y="1869244"/>
                  </a:lnTo>
                  <a:lnTo>
                    <a:pt x="5327201" y="1926327"/>
                  </a:lnTo>
                  <a:lnTo>
                    <a:pt x="5329102" y="1932609"/>
                  </a:lnTo>
                  <a:lnTo>
                    <a:pt x="5331003" y="1919979"/>
                  </a:lnTo>
                  <a:lnTo>
                    <a:pt x="5332904" y="1829948"/>
                  </a:lnTo>
                  <a:lnTo>
                    <a:pt x="5334805" y="1606994"/>
                  </a:lnTo>
                  <a:lnTo>
                    <a:pt x="5336707" y="1393947"/>
                  </a:lnTo>
                  <a:lnTo>
                    <a:pt x="5338608" y="1256963"/>
                  </a:lnTo>
                  <a:lnTo>
                    <a:pt x="5340509" y="1114076"/>
                  </a:lnTo>
                  <a:lnTo>
                    <a:pt x="5342410" y="969717"/>
                  </a:lnTo>
                  <a:lnTo>
                    <a:pt x="5344312" y="855785"/>
                  </a:lnTo>
                  <a:lnTo>
                    <a:pt x="5346213" y="805249"/>
                  </a:lnTo>
                  <a:lnTo>
                    <a:pt x="5348114" y="684378"/>
                  </a:lnTo>
                  <a:lnTo>
                    <a:pt x="5350015" y="604826"/>
                  </a:lnTo>
                  <a:lnTo>
                    <a:pt x="5351916" y="634594"/>
                  </a:lnTo>
                  <a:lnTo>
                    <a:pt x="5353818" y="646471"/>
                  </a:lnTo>
                  <a:lnTo>
                    <a:pt x="5355719" y="689458"/>
                  </a:lnTo>
                  <a:lnTo>
                    <a:pt x="5357620" y="745767"/>
                  </a:lnTo>
                  <a:lnTo>
                    <a:pt x="5359521" y="847897"/>
                  </a:lnTo>
                  <a:lnTo>
                    <a:pt x="5361422" y="1009852"/>
                  </a:lnTo>
                  <a:lnTo>
                    <a:pt x="5363324" y="1151325"/>
                  </a:lnTo>
                  <a:lnTo>
                    <a:pt x="5365225" y="1256035"/>
                  </a:lnTo>
                  <a:lnTo>
                    <a:pt x="5367126" y="1293916"/>
                  </a:lnTo>
                  <a:lnTo>
                    <a:pt x="5369027" y="1368617"/>
                  </a:lnTo>
                  <a:lnTo>
                    <a:pt x="5370929" y="1430060"/>
                  </a:lnTo>
                  <a:lnTo>
                    <a:pt x="5372830" y="1500530"/>
                  </a:lnTo>
                  <a:lnTo>
                    <a:pt x="5374731" y="1528847"/>
                  </a:lnTo>
                  <a:lnTo>
                    <a:pt x="5376632" y="1530186"/>
                  </a:lnTo>
                  <a:lnTo>
                    <a:pt x="5378533" y="1534104"/>
                  </a:lnTo>
                  <a:lnTo>
                    <a:pt x="5380435" y="1536460"/>
                  </a:lnTo>
                  <a:lnTo>
                    <a:pt x="5382336" y="1546648"/>
                  </a:lnTo>
                  <a:lnTo>
                    <a:pt x="5384237" y="1490025"/>
                  </a:lnTo>
                  <a:lnTo>
                    <a:pt x="5386138" y="1464322"/>
                  </a:lnTo>
                  <a:lnTo>
                    <a:pt x="5388039" y="1501461"/>
                  </a:lnTo>
                  <a:lnTo>
                    <a:pt x="5389941" y="1552571"/>
                  </a:lnTo>
                  <a:lnTo>
                    <a:pt x="5391842" y="1554627"/>
                  </a:lnTo>
                  <a:lnTo>
                    <a:pt x="5393743" y="1572331"/>
                  </a:lnTo>
                  <a:lnTo>
                    <a:pt x="5395644" y="1555929"/>
                  </a:lnTo>
                  <a:lnTo>
                    <a:pt x="5397546" y="1531210"/>
                  </a:lnTo>
                  <a:lnTo>
                    <a:pt x="5399447" y="1505490"/>
                  </a:lnTo>
                  <a:lnTo>
                    <a:pt x="5401348" y="1550365"/>
                  </a:lnTo>
                  <a:lnTo>
                    <a:pt x="5403249" y="1641923"/>
                  </a:lnTo>
                  <a:lnTo>
                    <a:pt x="5405150" y="1696776"/>
                  </a:lnTo>
                  <a:lnTo>
                    <a:pt x="5407052" y="1704150"/>
                  </a:lnTo>
                  <a:lnTo>
                    <a:pt x="5408953" y="1698989"/>
                  </a:lnTo>
                  <a:lnTo>
                    <a:pt x="5410854" y="1696642"/>
                  </a:lnTo>
                  <a:lnTo>
                    <a:pt x="5412755" y="1607195"/>
                  </a:lnTo>
                  <a:lnTo>
                    <a:pt x="5414656" y="1528757"/>
                  </a:lnTo>
                  <a:lnTo>
                    <a:pt x="5416558" y="1560004"/>
                  </a:lnTo>
                  <a:lnTo>
                    <a:pt x="5418459" y="1760782"/>
                  </a:lnTo>
                  <a:lnTo>
                    <a:pt x="5420360" y="1933184"/>
                  </a:lnTo>
                  <a:lnTo>
                    <a:pt x="5422261" y="2006073"/>
                  </a:lnTo>
                  <a:lnTo>
                    <a:pt x="5424163" y="2136851"/>
                  </a:lnTo>
                  <a:lnTo>
                    <a:pt x="5426064" y="2221373"/>
                  </a:lnTo>
                  <a:lnTo>
                    <a:pt x="5427965" y="2172065"/>
                  </a:lnTo>
                  <a:lnTo>
                    <a:pt x="5429866" y="2113971"/>
                  </a:lnTo>
                  <a:lnTo>
                    <a:pt x="5431767" y="2059713"/>
                  </a:lnTo>
                  <a:lnTo>
                    <a:pt x="5433669" y="2096068"/>
                  </a:lnTo>
                  <a:lnTo>
                    <a:pt x="5435570" y="2152880"/>
                  </a:lnTo>
                  <a:lnTo>
                    <a:pt x="5437471" y="2191292"/>
                  </a:lnTo>
                  <a:lnTo>
                    <a:pt x="5439372" y="2180982"/>
                  </a:lnTo>
                  <a:lnTo>
                    <a:pt x="5441273" y="1979306"/>
                  </a:lnTo>
                  <a:lnTo>
                    <a:pt x="5443175" y="1814485"/>
                  </a:lnTo>
                  <a:lnTo>
                    <a:pt x="5445076" y="1671077"/>
                  </a:lnTo>
                  <a:lnTo>
                    <a:pt x="5446977" y="1475292"/>
                  </a:lnTo>
                  <a:lnTo>
                    <a:pt x="5448878" y="1274685"/>
                  </a:lnTo>
                  <a:lnTo>
                    <a:pt x="5450780" y="1188601"/>
                  </a:lnTo>
                  <a:lnTo>
                    <a:pt x="5452681" y="1170528"/>
                  </a:lnTo>
                  <a:lnTo>
                    <a:pt x="5454582" y="1100475"/>
                  </a:lnTo>
                  <a:lnTo>
                    <a:pt x="5456483" y="1031494"/>
                  </a:lnTo>
                  <a:lnTo>
                    <a:pt x="5458384" y="983597"/>
                  </a:lnTo>
                  <a:lnTo>
                    <a:pt x="5460286" y="943991"/>
                  </a:lnTo>
                  <a:lnTo>
                    <a:pt x="5462187" y="905377"/>
                  </a:lnTo>
                  <a:lnTo>
                    <a:pt x="5464088" y="952839"/>
                  </a:lnTo>
                  <a:lnTo>
                    <a:pt x="5465989" y="1019103"/>
                  </a:lnTo>
                  <a:lnTo>
                    <a:pt x="5467890" y="1013989"/>
                  </a:lnTo>
                  <a:lnTo>
                    <a:pt x="5469792" y="999610"/>
                  </a:lnTo>
                  <a:lnTo>
                    <a:pt x="5471693" y="977543"/>
                  </a:lnTo>
                  <a:lnTo>
                    <a:pt x="5473594" y="936905"/>
                  </a:lnTo>
                  <a:lnTo>
                    <a:pt x="5475495" y="846886"/>
                  </a:lnTo>
                  <a:lnTo>
                    <a:pt x="5477397" y="795888"/>
                  </a:lnTo>
                  <a:lnTo>
                    <a:pt x="5479298" y="789999"/>
                  </a:lnTo>
                  <a:lnTo>
                    <a:pt x="5481199" y="774746"/>
                  </a:lnTo>
                  <a:lnTo>
                    <a:pt x="5483100" y="820646"/>
                  </a:lnTo>
                  <a:lnTo>
                    <a:pt x="5485001" y="908552"/>
                  </a:lnTo>
                  <a:lnTo>
                    <a:pt x="5486903" y="1012879"/>
                  </a:lnTo>
                  <a:lnTo>
                    <a:pt x="5488804" y="1073008"/>
                  </a:lnTo>
                  <a:lnTo>
                    <a:pt x="5490705" y="1172668"/>
                  </a:lnTo>
                  <a:lnTo>
                    <a:pt x="5492606" y="1426207"/>
                  </a:lnTo>
                  <a:lnTo>
                    <a:pt x="5494507" y="1532674"/>
                  </a:lnTo>
                  <a:lnTo>
                    <a:pt x="5496409" y="1494878"/>
                  </a:lnTo>
                  <a:lnTo>
                    <a:pt x="5498310" y="1395979"/>
                  </a:lnTo>
                  <a:lnTo>
                    <a:pt x="5500211" y="1347038"/>
                  </a:lnTo>
                  <a:lnTo>
                    <a:pt x="5502112" y="1273365"/>
                  </a:lnTo>
                  <a:lnTo>
                    <a:pt x="5504014" y="1060156"/>
                  </a:lnTo>
                  <a:lnTo>
                    <a:pt x="5505915" y="978362"/>
                  </a:lnTo>
                  <a:lnTo>
                    <a:pt x="5507816" y="991764"/>
                  </a:lnTo>
                  <a:lnTo>
                    <a:pt x="5509717" y="1077003"/>
                  </a:lnTo>
                  <a:lnTo>
                    <a:pt x="5511618" y="1144572"/>
                  </a:lnTo>
                  <a:lnTo>
                    <a:pt x="5513520" y="1224420"/>
                  </a:lnTo>
                  <a:lnTo>
                    <a:pt x="5515421" y="1275036"/>
                  </a:lnTo>
                  <a:lnTo>
                    <a:pt x="5517322" y="1293862"/>
                  </a:lnTo>
                  <a:lnTo>
                    <a:pt x="5519223" y="1377420"/>
                  </a:lnTo>
                  <a:lnTo>
                    <a:pt x="5521124" y="1432941"/>
                  </a:lnTo>
                  <a:lnTo>
                    <a:pt x="5523026" y="1395977"/>
                  </a:lnTo>
                  <a:lnTo>
                    <a:pt x="5524927" y="1310391"/>
                  </a:lnTo>
                  <a:lnTo>
                    <a:pt x="5526828" y="1231691"/>
                  </a:lnTo>
                  <a:lnTo>
                    <a:pt x="5528729" y="1175515"/>
                  </a:lnTo>
                  <a:lnTo>
                    <a:pt x="5530630" y="1084441"/>
                  </a:lnTo>
                  <a:lnTo>
                    <a:pt x="5532532" y="979394"/>
                  </a:lnTo>
                  <a:lnTo>
                    <a:pt x="5534433" y="1006024"/>
                  </a:lnTo>
                  <a:lnTo>
                    <a:pt x="5536334" y="1073837"/>
                  </a:lnTo>
                  <a:lnTo>
                    <a:pt x="5538235" y="1141795"/>
                  </a:lnTo>
                  <a:lnTo>
                    <a:pt x="5540137" y="1270459"/>
                  </a:lnTo>
                  <a:lnTo>
                    <a:pt x="5542038" y="1332026"/>
                  </a:lnTo>
                  <a:lnTo>
                    <a:pt x="5543939" y="1365356"/>
                  </a:lnTo>
                  <a:lnTo>
                    <a:pt x="5545840" y="1348768"/>
                  </a:lnTo>
                  <a:lnTo>
                    <a:pt x="5547741" y="1339546"/>
                  </a:lnTo>
                  <a:lnTo>
                    <a:pt x="5549643" y="1313208"/>
                  </a:lnTo>
                  <a:lnTo>
                    <a:pt x="5551544" y="1229947"/>
                  </a:lnTo>
                  <a:lnTo>
                    <a:pt x="5553445" y="1201683"/>
                  </a:lnTo>
                  <a:lnTo>
                    <a:pt x="5555346" y="1247156"/>
                  </a:lnTo>
                  <a:lnTo>
                    <a:pt x="5557247" y="1322240"/>
                  </a:lnTo>
                  <a:lnTo>
                    <a:pt x="5559149" y="1298391"/>
                  </a:lnTo>
                  <a:lnTo>
                    <a:pt x="5561050" y="1267149"/>
                  </a:lnTo>
                  <a:lnTo>
                    <a:pt x="5562951" y="1281520"/>
                  </a:lnTo>
                  <a:lnTo>
                    <a:pt x="5564852" y="1328092"/>
                  </a:lnTo>
                  <a:lnTo>
                    <a:pt x="5566754" y="1424595"/>
                  </a:lnTo>
                  <a:lnTo>
                    <a:pt x="5568655" y="1477340"/>
                  </a:lnTo>
                  <a:lnTo>
                    <a:pt x="5570556" y="1504001"/>
                  </a:lnTo>
                  <a:lnTo>
                    <a:pt x="5572457" y="1559563"/>
                  </a:lnTo>
                  <a:lnTo>
                    <a:pt x="5574358" y="1663399"/>
                  </a:lnTo>
                  <a:lnTo>
                    <a:pt x="5576260" y="1765603"/>
                  </a:lnTo>
                  <a:lnTo>
                    <a:pt x="5578161" y="1732510"/>
                  </a:lnTo>
                  <a:lnTo>
                    <a:pt x="5580062" y="1720426"/>
                  </a:lnTo>
                  <a:lnTo>
                    <a:pt x="5581963" y="1817492"/>
                  </a:lnTo>
                  <a:lnTo>
                    <a:pt x="5583864" y="1856278"/>
                  </a:lnTo>
                  <a:lnTo>
                    <a:pt x="5585766" y="1719343"/>
                  </a:lnTo>
                  <a:lnTo>
                    <a:pt x="5587667" y="1513834"/>
                  </a:lnTo>
                  <a:lnTo>
                    <a:pt x="5589568" y="1363199"/>
                  </a:lnTo>
                  <a:lnTo>
                    <a:pt x="5591469" y="1202592"/>
                  </a:lnTo>
                  <a:lnTo>
                    <a:pt x="5593371" y="1088702"/>
                  </a:lnTo>
                  <a:lnTo>
                    <a:pt x="5595272" y="1098379"/>
                  </a:lnTo>
                  <a:lnTo>
                    <a:pt x="5597173" y="1152626"/>
                  </a:lnTo>
                  <a:lnTo>
                    <a:pt x="5599074" y="1228112"/>
                  </a:lnTo>
                  <a:lnTo>
                    <a:pt x="5600975" y="1313972"/>
                  </a:lnTo>
                  <a:lnTo>
                    <a:pt x="5602877" y="1414733"/>
                  </a:lnTo>
                  <a:lnTo>
                    <a:pt x="5604778" y="1373403"/>
                  </a:lnTo>
                  <a:lnTo>
                    <a:pt x="5606679" y="1268604"/>
                  </a:lnTo>
                  <a:lnTo>
                    <a:pt x="5608580" y="1347775"/>
                  </a:lnTo>
                  <a:lnTo>
                    <a:pt x="5610481" y="1425001"/>
                  </a:lnTo>
                  <a:lnTo>
                    <a:pt x="5612383" y="1453956"/>
                  </a:lnTo>
                  <a:lnTo>
                    <a:pt x="5614284" y="1425596"/>
                  </a:lnTo>
                  <a:lnTo>
                    <a:pt x="5616185" y="1453816"/>
                  </a:lnTo>
                  <a:lnTo>
                    <a:pt x="5618086" y="1517226"/>
                  </a:lnTo>
                  <a:lnTo>
                    <a:pt x="5619988" y="1419498"/>
                  </a:lnTo>
                  <a:lnTo>
                    <a:pt x="5621889" y="1368728"/>
                  </a:lnTo>
                  <a:lnTo>
                    <a:pt x="5623790" y="1353226"/>
                  </a:lnTo>
                  <a:lnTo>
                    <a:pt x="5625691" y="1345401"/>
                  </a:lnTo>
                  <a:lnTo>
                    <a:pt x="5627592" y="1412813"/>
                  </a:lnTo>
                  <a:lnTo>
                    <a:pt x="5629494" y="1507519"/>
                  </a:lnTo>
                  <a:lnTo>
                    <a:pt x="5631395" y="1603320"/>
                  </a:lnTo>
                  <a:lnTo>
                    <a:pt x="5633296" y="1660487"/>
                  </a:lnTo>
                  <a:lnTo>
                    <a:pt x="5635197" y="1712367"/>
                  </a:lnTo>
                  <a:lnTo>
                    <a:pt x="5637098" y="1793444"/>
                  </a:lnTo>
                  <a:lnTo>
                    <a:pt x="5639000" y="1756031"/>
                  </a:lnTo>
                  <a:lnTo>
                    <a:pt x="5640901" y="1670952"/>
                  </a:lnTo>
                  <a:lnTo>
                    <a:pt x="5642802" y="1671970"/>
                  </a:lnTo>
                  <a:lnTo>
                    <a:pt x="5644703" y="1710036"/>
                  </a:lnTo>
                  <a:lnTo>
                    <a:pt x="5646605" y="1749862"/>
                  </a:lnTo>
                  <a:lnTo>
                    <a:pt x="5648506" y="1836212"/>
                  </a:lnTo>
                  <a:lnTo>
                    <a:pt x="5650407" y="1989874"/>
                  </a:lnTo>
                  <a:lnTo>
                    <a:pt x="5652308" y="2049919"/>
                  </a:lnTo>
                  <a:lnTo>
                    <a:pt x="5654209" y="2042009"/>
                  </a:lnTo>
                  <a:lnTo>
                    <a:pt x="5656111" y="2075334"/>
                  </a:lnTo>
                  <a:lnTo>
                    <a:pt x="5658012" y="2009119"/>
                  </a:lnTo>
                  <a:lnTo>
                    <a:pt x="5659913" y="1864455"/>
                  </a:lnTo>
                  <a:lnTo>
                    <a:pt x="5661814" y="1725588"/>
                  </a:lnTo>
                  <a:lnTo>
                    <a:pt x="5663715" y="1661248"/>
                  </a:lnTo>
                  <a:lnTo>
                    <a:pt x="5665617" y="1529968"/>
                  </a:lnTo>
                  <a:lnTo>
                    <a:pt x="5667518" y="1299632"/>
                  </a:lnTo>
                  <a:lnTo>
                    <a:pt x="5669419" y="1180973"/>
                  </a:lnTo>
                  <a:lnTo>
                    <a:pt x="5671320" y="1089799"/>
                  </a:lnTo>
                  <a:lnTo>
                    <a:pt x="5673222" y="1006837"/>
                  </a:lnTo>
                  <a:lnTo>
                    <a:pt x="5675123" y="963882"/>
                  </a:lnTo>
                  <a:lnTo>
                    <a:pt x="5677024" y="977453"/>
                  </a:lnTo>
                  <a:lnTo>
                    <a:pt x="5678925" y="1008594"/>
                  </a:lnTo>
                  <a:lnTo>
                    <a:pt x="5680826" y="1043870"/>
                  </a:lnTo>
                  <a:lnTo>
                    <a:pt x="5682728" y="1099505"/>
                  </a:lnTo>
                  <a:lnTo>
                    <a:pt x="5684629" y="1123346"/>
                  </a:lnTo>
                  <a:lnTo>
                    <a:pt x="5686530" y="1076885"/>
                  </a:lnTo>
                  <a:lnTo>
                    <a:pt x="5688431" y="1024049"/>
                  </a:lnTo>
                  <a:lnTo>
                    <a:pt x="5690332" y="1052611"/>
                  </a:lnTo>
                  <a:lnTo>
                    <a:pt x="5692234" y="1063126"/>
                  </a:lnTo>
                  <a:lnTo>
                    <a:pt x="5694135" y="1098422"/>
                  </a:lnTo>
                  <a:lnTo>
                    <a:pt x="5696036" y="1159586"/>
                  </a:lnTo>
                  <a:lnTo>
                    <a:pt x="5697937" y="1245233"/>
                  </a:lnTo>
                  <a:lnTo>
                    <a:pt x="5699839" y="1348810"/>
                  </a:lnTo>
                  <a:lnTo>
                    <a:pt x="5701740" y="1425398"/>
                  </a:lnTo>
                  <a:lnTo>
                    <a:pt x="5703641" y="1527203"/>
                  </a:lnTo>
                  <a:lnTo>
                    <a:pt x="5705542" y="1567839"/>
                  </a:lnTo>
                  <a:lnTo>
                    <a:pt x="5707443" y="1524067"/>
                  </a:lnTo>
                  <a:lnTo>
                    <a:pt x="5709345" y="1455698"/>
                  </a:lnTo>
                  <a:lnTo>
                    <a:pt x="5711246" y="1369535"/>
                  </a:lnTo>
                  <a:lnTo>
                    <a:pt x="5713147" y="1281413"/>
                  </a:lnTo>
                  <a:lnTo>
                    <a:pt x="5715048" y="1302248"/>
                  </a:lnTo>
                  <a:lnTo>
                    <a:pt x="5716949" y="1339504"/>
                  </a:lnTo>
                  <a:lnTo>
                    <a:pt x="5718851" y="1321869"/>
                  </a:lnTo>
                  <a:lnTo>
                    <a:pt x="5720752" y="1249634"/>
                  </a:lnTo>
                  <a:lnTo>
                    <a:pt x="5722653" y="1213472"/>
                  </a:lnTo>
                  <a:lnTo>
                    <a:pt x="5724554" y="1168588"/>
                  </a:lnTo>
                  <a:lnTo>
                    <a:pt x="5726456" y="1026264"/>
                  </a:lnTo>
                  <a:lnTo>
                    <a:pt x="5728357" y="887361"/>
                  </a:lnTo>
                  <a:lnTo>
                    <a:pt x="5730258" y="830315"/>
                  </a:lnTo>
                  <a:lnTo>
                    <a:pt x="5732159" y="858499"/>
                  </a:lnTo>
                  <a:lnTo>
                    <a:pt x="5734060" y="901062"/>
                  </a:lnTo>
                  <a:lnTo>
                    <a:pt x="5735962" y="892533"/>
                  </a:lnTo>
                  <a:lnTo>
                    <a:pt x="5737863" y="815472"/>
                  </a:lnTo>
                  <a:lnTo>
                    <a:pt x="5739764" y="741492"/>
                  </a:lnTo>
                  <a:lnTo>
                    <a:pt x="5741665" y="703878"/>
                  </a:lnTo>
                  <a:lnTo>
                    <a:pt x="5743566" y="664202"/>
                  </a:lnTo>
                  <a:lnTo>
                    <a:pt x="5745468" y="649056"/>
                  </a:lnTo>
                  <a:lnTo>
                    <a:pt x="5747369" y="642898"/>
                  </a:lnTo>
                  <a:lnTo>
                    <a:pt x="5749270" y="659863"/>
                  </a:lnTo>
                  <a:lnTo>
                    <a:pt x="5751171" y="650622"/>
                  </a:lnTo>
                  <a:lnTo>
                    <a:pt x="5753073" y="630918"/>
                  </a:lnTo>
                  <a:lnTo>
                    <a:pt x="5754974" y="767134"/>
                  </a:lnTo>
                  <a:lnTo>
                    <a:pt x="5756875" y="889286"/>
                  </a:lnTo>
                  <a:lnTo>
                    <a:pt x="5758776" y="971157"/>
                  </a:lnTo>
                  <a:lnTo>
                    <a:pt x="5760677" y="968543"/>
                  </a:lnTo>
                  <a:lnTo>
                    <a:pt x="5762579" y="962756"/>
                  </a:lnTo>
                  <a:lnTo>
                    <a:pt x="5764480" y="1002715"/>
                  </a:lnTo>
                  <a:lnTo>
                    <a:pt x="5766381" y="965269"/>
                  </a:lnTo>
                  <a:lnTo>
                    <a:pt x="5768282" y="882542"/>
                  </a:lnTo>
                  <a:lnTo>
                    <a:pt x="5770183" y="855903"/>
                  </a:lnTo>
                  <a:lnTo>
                    <a:pt x="5772085" y="984275"/>
                  </a:lnTo>
                  <a:lnTo>
                    <a:pt x="5773986" y="1166170"/>
                  </a:lnTo>
                  <a:lnTo>
                    <a:pt x="5775887" y="1348417"/>
                  </a:lnTo>
                  <a:lnTo>
                    <a:pt x="5777788" y="1398916"/>
                  </a:lnTo>
                  <a:lnTo>
                    <a:pt x="5779690" y="1382441"/>
                  </a:lnTo>
                  <a:lnTo>
                    <a:pt x="5781591" y="1351832"/>
                  </a:lnTo>
                  <a:lnTo>
                    <a:pt x="5783492" y="1263560"/>
                  </a:lnTo>
                  <a:lnTo>
                    <a:pt x="5785393" y="1190278"/>
                  </a:lnTo>
                  <a:lnTo>
                    <a:pt x="5787294" y="1115963"/>
                  </a:lnTo>
                  <a:lnTo>
                    <a:pt x="5789196" y="1196171"/>
                  </a:lnTo>
                  <a:lnTo>
                    <a:pt x="5791097" y="1382655"/>
                  </a:lnTo>
                  <a:lnTo>
                    <a:pt x="5792998" y="1575764"/>
                  </a:lnTo>
                  <a:lnTo>
                    <a:pt x="5794899" y="1812287"/>
                  </a:lnTo>
                  <a:lnTo>
                    <a:pt x="5796800" y="1943239"/>
                  </a:lnTo>
                  <a:lnTo>
                    <a:pt x="5798702" y="1999585"/>
                  </a:lnTo>
                  <a:lnTo>
                    <a:pt x="5800603" y="1960395"/>
                  </a:lnTo>
                  <a:lnTo>
                    <a:pt x="5802504" y="1881751"/>
                  </a:lnTo>
                  <a:lnTo>
                    <a:pt x="5804405" y="1828297"/>
                  </a:lnTo>
                  <a:lnTo>
                    <a:pt x="5806307" y="1806401"/>
                  </a:lnTo>
                  <a:lnTo>
                    <a:pt x="5808208" y="1835938"/>
                  </a:lnTo>
                  <a:lnTo>
                    <a:pt x="5810109" y="1887618"/>
                  </a:lnTo>
                  <a:lnTo>
                    <a:pt x="5812010" y="1901780"/>
                  </a:lnTo>
                  <a:lnTo>
                    <a:pt x="5813911" y="1936327"/>
                  </a:lnTo>
                  <a:lnTo>
                    <a:pt x="5815813" y="1894953"/>
                  </a:lnTo>
                  <a:lnTo>
                    <a:pt x="5817714" y="1842001"/>
                  </a:lnTo>
                  <a:lnTo>
                    <a:pt x="5819615" y="1955222"/>
                  </a:lnTo>
                  <a:lnTo>
                    <a:pt x="5821516" y="2018694"/>
                  </a:lnTo>
                  <a:lnTo>
                    <a:pt x="5823417" y="2106037"/>
                  </a:lnTo>
                  <a:lnTo>
                    <a:pt x="5825319" y="2134423"/>
                  </a:lnTo>
                  <a:lnTo>
                    <a:pt x="5827220" y="2167632"/>
                  </a:lnTo>
                  <a:lnTo>
                    <a:pt x="5829121" y="2134365"/>
                  </a:lnTo>
                  <a:lnTo>
                    <a:pt x="5831022" y="2012529"/>
                  </a:lnTo>
                  <a:lnTo>
                    <a:pt x="5832923" y="2017380"/>
                  </a:lnTo>
                  <a:lnTo>
                    <a:pt x="5834825" y="2014064"/>
                  </a:lnTo>
                  <a:lnTo>
                    <a:pt x="5836726" y="1960139"/>
                  </a:lnTo>
                  <a:lnTo>
                    <a:pt x="5838627" y="1912604"/>
                  </a:lnTo>
                  <a:lnTo>
                    <a:pt x="5840528" y="1853318"/>
                  </a:lnTo>
                  <a:lnTo>
                    <a:pt x="5842430" y="1842503"/>
                  </a:lnTo>
                  <a:lnTo>
                    <a:pt x="5844331" y="1773602"/>
                  </a:lnTo>
                  <a:lnTo>
                    <a:pt x="5846232" y="1680507"/>
                  </a:lnTo>
                  <a:lnTo>
                    <a:pt x="5848133" y="1659809"/>
                  </a:lnTo>
                  <a:lnTo>
                    <a:pt x="5850034" y="1689958"/>
                  </a:lnTo>
                  <a:lnTo>
                    <a:pt x="5851936" y="1727554"/>
                  </a:lnTo>
                  <a:lnTo>
                    <a:pt x="5853837" y="1676683"/>
                  </a:lnTo>
                  <a:lnTo>
                    <a:pt x="5855738" y="1660888"/>
                  </a:lnTo>
                  <a:lnTo>
                    <a:pt x="5857639" y="1728636"/>
                  </a:lnTo>
                  <a:lnTo>
                    <a:pt x="5859540" y="1787976"/>
                  </a:lnTo>
                  <a:lnTo>
                    <a:pt x="5861442" y="1797302"/>
                  </a:lnTo>
                  <a:lnTo>
                    <a:pt x="5863343" y="1869937"/>
                  </a:lnTo>
                  <a:lnTo>
                    <a:pt x="5865244" y="1989598"/>
                  </a:lnTo>
                  <a:lnTo>
                    <a:pt x="5867145" y="2058538"/>
                  </a:lnTo>
                  <a:lnTo>
                    <a:pt x="5869047" y="2018590"/>
                  </a:lnTo>
                  <a:lnTo>
                    <a:pt x="5870948" y="2083515"/>
                  </a:lnTo>
                  <a:lnTo>
                    <a:pt x="5872849" y="2189136"/>
                  </a:lnTo>
                  <a:lnTo>
                    <a:pt x="5874750" y="2204354"/>
                  </a:lnTo>
                  <a:lnTo>
                    <a:pt x="5876651" y="2174995"/>
                  </a:lnTo>
                  <a:lnTo>
                    <a:pt x="5878553" y="2234119"/>
                  </a:lnTo>
                  <a:lnTo>
                    <a:pt x="5880454" y="2319998"/>
                  </a:lnTo>
                  <a:lnTo>
                    <a:pt x="5882355" y="2232117"/>
                  </a:lnTo>
                  <a:lnTo>
                    <a:pt x="5884256" y="2182123"/>
                  </a:lnTo>
                  <a:lnTo>
                    <a:pt x="5886157" y="2184290"/>
                  </a:lnTo>
                  <a:lnTo>
                    <a:pt x="5888059" y="2194758"/>
                  </a:lnTo>
                  <a:lnTo>
                    <a:pt x="5889960" y="2102599"/>
                  </a:lnTo>
                  <a:lnTo>
                    <a:pt x="5891861" y="2053251"/>
                  </a:lnTo>
                  <a:lnTo>
                    <a:pt x="5893762" y="2114308"/>
                  </a:lnTo>
                  <a:lnTo>
                    <a:pt x="5895664" y="2184729"/>
                  </a:lnTo>
                  <a:lnTo>
                    <a:pt x="5897565" y="2266985"/>
                  </a:lnTo>
                  <a:lnTo>
                    <a:pt x="5899466" y="2392108"/>
                  </a:lnTo>
                  <a:lnTo>
                    <a:pt x="5901367" y="2558188"/>
                  </a:lnTo>
                  <a:lnTo>
                    <a:pt x="5903268" y="2710320"/>
                  </a:lnTo>
                  <a:lnTo>
                    <a:pt x="5905170" y="2817072"/>
                  </a:lnTo>
                  <a:lnTo>
                    <a:pt x="5907071" y="2757628"/>
                  </a:lnTo>
                  <a:lnTo>
                    <a:pt x="5908972" y="2700239"/>
                  </a:lnTo>
                  <a:lnTo>
                    <a:pt x="5910873" y="2607502"/>
                  </a:lnTo>
                  <a:lnTo>
                    <a:pt x="5912774" y="2474343"/>
                  </a:lnTo>
                  <a:lnTo>
                    <a:pt x="5914676" y="2317919"/>
                  </a:lnTo>
                  <a:lnTo>
                    <a:pt x="5916577" y="2130606"/>
                  </a:lnTo>
                  <a:lnTo>
                    <a:pt x="5918478" y="2164366"/>
                  </a:lnTo>
                  <a:lnTo>
                    <a:pt x="5920379" y="2141017"/>
                  </a:lnTo>
                  <a:lnTo>
                    <a:pt x="5922281" y="2030597"/>
                  </a:lnTo>
                  <a:lnTo>
                    <a:pt x="5924182" y="1904128"/>
                  </a:lnTo>
                  <a:lnTo>
                    <a:pt x="5926083" y="1820166"/>
                  </a:lnTo>
                  <a:lnTo>
                    <a:pt x="5927984" y="1871132"/>
                  </a:lnTo>
                  <a:lnTo>
                    <a:pt x="5929885" y="1806511"/>
                  </a:lnTo>
                  <a:lnTo>
                    <a:pt x="5931787" y="1691228"/>
                  </a:lnTo>
                  <a:lnTo>
                    <a:pt x="5933688" y="1627350"/>
                  </a:lnTo>
                  <a:lnTo>
                    <a:pt x="5935589" y="1627486"/>
                  </a:lnTo>
                  <a:lnTo>
                    <a:pt x="5937490" y="1609538"/>
                  </a:lnTo>
                  <a:lnTo>
                    <a:pt x="5939391" y="1421468"/>
                  </a:lnTo>
                  <a:lnTo>
                    <a:pt x="5941293" y="1233471"/>
                  </a:lnTo>
                  <a:lnTo>
                    <a:pt x="5943194" y="1163849"/>
                  </a:lnTo>
                  <a:lnTo>
                    <a:pt x="5945095" y="1090964"/>
                  </a:lnTo>
                  <a:lnTo>
                    <a:pt x="5946996" y="948195"/>
                  </a:lnTo>
                  <a:lnTo>
                    <a:pt x="5948898" y="791011"/>
                  </a:lnTo>
                  <a:lnTo>
                    <a:pt x="5950799" y="738162"/>
                  </a:lnTo>
                  <a:lnTo>
                    <a:pt x="5952700" y="668973"/>
                  </a:lnTo>
                  <a:lnTo>
                    <a:pt x="5954601" y="570939"/>
                  </a:lnTo>
                  <a:lnTo>
                    <a:pt x="5956502" y="476377"/>
                  </a:lnTo>
                  <a:lnTo>
                    <a:pt x="5958404" y="437698"/>
                  </a:lnTo>
                  <a:lnTo>
                    <a:pt x="5960305" y="424771"/>
                  </a:lnTo>
                  <a:lnTo>
                    <a:pt x="5962206" y="398587"/>
                  </a:lnTo>
                  <a:lnTo>
                    <a:pt x="5964107" y="401943"/>
                  </a:lnTo>
                  <a:lnTo>
                    <a:pt x="5966008" y="444796"/>
                  </a:lnTo>
                  <a:lnTo>
                    <a:pt x="5967910" y="530774"/>
                  </a:lnTo>
                  <a:lnTo>
                    <a:pt x="5969811" y="613638"/>
                  </a:lnTo>
                  <a:lnTo>
                    <a:pt x="5971712" y="640781"/>
                  </a:lnTo>
                  <a:lnTo>
                    <a:pt x="5973613" y="654479"/>
                  </a:lnTo>
                  <a:lnTo>
                    <a:pt x="5975515" y="639751"/>
                  </a:lnTo>
                  <a:lnTo>
                    <a:pt x="5977416" y="643672"/>
                  </a:lnTo>
                  <a:lnTo>
                    <a:pt x="5979317" y="645591"/>
                  </a:lnTo>
                  <a:lnTo>
                    <a:pt x="5981218" y="687871"/>
                  </a:lnTo>
                  <a:lnTo>
                    <a:pt x="5983119" y="766401"/>
                  </a:lnTo>
                  <a:lnTo>
                    <a:pt x="5985021" y="810732"/>
                  </a:lnTo>
                  <a:lnTo>
                    <a:pt x="5986922" y="838641"/>
                  </a:lnTo>
                  <a:lnTo>
                    <a:pt x="5988823" y="877315"/>
                  </a:lnTo>
                  <a:lnTo>
                    <a:pt x="5990724" y="899529"/>
                  </a:lnTo>
                  <a:lnTo>
                    <a:pt x="5992625" y="875578"/>
                  </a:lnTo>
                  <a:lnTo>
                    <a:pt x="5994527" y="815931"/>
                  </a:lnTo>
                  <a:lnTo>
                    <a:pt x="5996428" y="781918"/>
                  </a:lnTo>
                  <a:lnTo>
                    <a:pt x="5998329" y="773947"/>
                  </a:lnTo>
                  <a:lnTo>
                    <a:pt x="6000230" y="690144"/>
                  </a:lnTo>
                  <a:lnTo>
                    <a:pt x="6002132" y="708489"/>
                  </a:lnTo>
                  <a:lnTo>
                    <a:pt x="6004033" y="796636"/>
                  </a:lnTo>
                  <a:lnTo>
                    <a:pt x="6005934" y="799649"/>
                  </a:lnTo>
                  <a:lnTo>
                    <a:pt x="6007835" y="759737"/>
                  </a:lnTo>
                  <a:lnTo>
                    <a:pt x="6009736" y="704352"/>
                  </a:lnTo>
                  <a:lnTo>
                    <a:pt x="6011638" y="689006"/>
                  </a:lnTo>
                  <a:lnTo>
                    <a:pt x="6013539" y="567342"/>
                  </a:lnTo>
                  <a:lnTo>
                    <a:pt x="6015440" y="417124"/>
                  </a:lnTo>
                  <a:lnTo>
                    <a:pt x="6017341" y="406818"/>
                  </a:lnTo>
                  <a:lnTo>
                    <a:pt x="6019242" y="380669"/>
                  </a:lnTo>
                  <a:lnTo>
                    <a:pt x="6021144" y="360966"/>
                  </a:lnTo>
                  <a:lnTo>
                    <a:pt x="6023045" y="305446"/>
                  </a:lnTo>
                  <a:lnTo>
                    <a:pt x="6024946" y="269699"/>
                  </a:lnTo>
                  <a:lnTo>
                    <a:pt x="6026847" y="239597"/>
                  </a:lnTo>
                  <a:lnTo>
                    <a:pt x="6028749" y="211694"/>
                  </a:lnTo>
                  <a:lnTo>
                    <a:pt x="6030650" y="279062"/>
                  </a:lnTo>
                  <a:lnTo>
                    <a:pt x="6032551" y="396932"/>
                  </a:lnTo>
                  <a:lnTo>
                    <a:pt x="6034452" y="483938"/>
                  </a:lnTo>
                  <a:lnTo>
                    <a:pt x="6036353" y="539443"/>
                  </a:lnTo>
                  <a:lnTo>
                    <a:pt x="6038255" y="582979"/>
                  </a:lnTo>
                  <a:lnTo>
                    <a:pt x="6040156" y="613929"/>
                  </a:lnTo>
                  <a:lnTo>
                    <a:pt x="6042057" y="592312"/>
                  </a:lnTo>
                  <a:lnTo>
                    <a:pt x="6043958" y="622297"/>
                  </a:lnTo>
                  <a:lnTo>
                    <a:pt x="6045859" y="770412"/>
                  </a:lnTo>
                  <a:lnTo>
                    <a:pt x="6047761" y="939256"/>
                  </a:lnTo>
                  <a:lnTo>
                    <a:pt x="6049662" y="1054795"/>
                  </a:lnTo>
                  <a:lnTo>
                    <a:pt x="6051563" y="1184627"/>
                  </a:lnTo>
                  <a:lnTo>
                    <a:pt x="6053464" y="1302591"/>
                  </a:lnTo>
                  <a:lnTo>
                    <a:pt x="6055366" y="1371496"/>
                  </a:lnTo>
                  <a:lnTo>
                    <a:pt x="6057267" y="1329208"/>
                  </a:lnTo>
                  <a:lnTo>
                    <a:pt x="6059168" y="1193854"/>
                  </a:lnTo>
                  <a:lnTo>
                    <a:pt x="6061069" y="1078071"/>
                  </a:lnTo>
                  <a:lnTo>
                    <a:pt x="6062970" y="940183"/>
                  </a:lnTo>
                  <a:lnTo>
                    <a:pt x="6064872" y="824016"/>
                  </a:lnTo>
                  <a:lnTo>
                    <a:pt x="6066773" y="697549"/>
                  </a:lnTo>
                  <a:lnTo>
                    <a:pt x="6068674" y="570363"/>
                  </a:lnTo>
                  <a:lnTo>
                    <a:pt x="6070575" y="473015"/>
                  </a:lnTo>
                  <a:lnTo>
                    <a:pt x="6072476" y="452363"/>
                  </a:lnTo>
                  <a:lnTo>
                    <a:pt x="6074378" y="504244"/>
                  </a:lnTo>
                  <a:lnTo>
                    <a:pt x="6076279" y="561323"/>
                  </a:lnTo>
                  <a:lnTo>
                    <a:pt x="6078180" y="608027"/>
                  </a:lnTo>
                  <a:lnTo>
                    <a:pt x="6080081" y="703300"/>
                  </a:lnTo>
                  <a:lnTo>
                    <a:pt x="6081983" y="843354"/>
                  </a:lnTo>
                  <a:lnTo>
                    <a:pt x="6083884" y="886081"/>
                  </a:lnTo>
                  <a:lnTo>
                    <a:pt x="6085785" y="847136"/>
                  </a:lnTo>
                  <a:lnTo>
                    <a:pt x="6087686" y="824588"/>
                  </a:lnTo>
                  <a:lnTo>
                    <a:pt x="6089587" y="815093"/>
                  </a:lnTo>
                  <a:lnTo>
                    <a:pt x="6091489" y="755935"/>
                  </a:lnTo>
                  <a:lnTo>
                    <a:pt x="6093390" y="822146"/>
                  </a:lnTo>
                  <a:lnTo>
                    <a:pt x="6095291" y="883571"/>
                  </a:lnTo>
                  <a:lnTo>
                    <a:pt x="6097192" y="984348"/>
                  </a:lnTo>
                  <a:lnTo>
                    <a:pt x="6099093" y="1073809"/>
                  </a:lnTo>
                  <a:lnTo>
                    <a:pt x="6100995" y="1193312"/>
                  </a:lnTo>
                  <a:lnTo>
                    <a:pt x="6102896" y="1352059"/>
                  </a:lnTo>
                  <a:lnTo>
                    <a:pt x="6104797" y="1380326"/>
                  </a:lnTo>
                  <a:lnTo>
                    <a:pt x="6106698" y="1423081"/>
                  </a:lnTo>
                  <a:lnTo>
                    <a:pt x="6108599" y="1449829"/>
                  </a:lnTo>
                  <a:lnTo>
                    <a:pt x="6110501" y="1510933"/>
                  </a:lnTo>
                  <a:lnTo>
                    <a:pt x="6112402" y="1495837"/>
                  </a:lnTo>
                  <a:lnTo>
                    <a:pt x="6114303" y="1427868"/>
                  </a:lnTo>
                  <a:lnTo>
                    <a:pt x="6116204" y="1444812"/>
                  </a:lnTo>
                  <a:lnTo>
                    <a:pt x="6118106" y="1544049"/>
                  </a:lnTo>
                  <a:lnTo>
                    <a:pt x="6120007" y="1676940"/>
                  </a:lnTo>
                  <a:lnTo>
                    <a:pt x="6121908" y="1753066"/>
                  </a:lnTo>
                  <a:lnTo>
                    <a:pt x="6123809" y="1816621"/>
                  </a:lnTo>
                  <a:lnTo>
                    <a:pt x="6125710" y="1904980"/>
                  </a:lnTo>
                  <a:lnTo>
                    <a:pt x="6127612" y="1929585"/>
                  </a:lnTo>
                  <a:lnTo>
                    <a:pt x="6129513" y="1939658"/>
                  </a:lnTo>
                  <a:lnTo>
                    <a:pt x="6131414" y="1956583"/>
                  </a:lnTo>
                  <a:lnTo>
                    <a:pt x="6133315" y="2048880"/>
                  </a:lnTo>
                  <a:lnTo>
                    <a:pt x="6135216" y="2187568"/>
                  </a:lnTo>
                  <a:lnTo>
                    <a:pt x="6137118" y="2316558"/>
                  </a:lnTo>
                  <a:lnTo>
                    <a:pt x="6139019" y="2402281"/>
                  </a:lnTo>
                  <a:lnTo>
                    <a:pt x="6140920" y="2428767"/>
                  </a:lnTo>
                  <a:lnTo>
                    <a:pt x="6142821" y="2479702"/>
                  </a:lnTo>
                  <a:lnTo>
                    <a:pt x="6144723" y="2489594"/>
                  </a:lnTo>
                  <a:lnTo>
                    <a:pt x="6146624" y="2517029"/>
                  </a:lnTo>
                  <a:lnTo>
                    <a:pt x="6148525" y="2495122"/>
                  </a:lnTo>
                  <a:lnTo>
                    <a:pt x="6150426" y="2462381"/>
                  </a:lnTo>
                  <a:lnTo>
                    <a:pt x="6152327" y="2460740"/>
                  </a:lnTo>
                  <a:lnTo>
                    <a:pt x="6154229" y="2483854"/>
                  </a:lnTo>
                  <a:lnTo>
                    <a:pt x="6156130" y="2471307"/>
                  </a:lnTo>
                  <a:lnTo>
                    <a:pt x="6158031" y="2429555"/>
                  </a:lnTo>
                  <a:lnTo>
                    <a:pt x="6159932" y="2460406"/>
                  </a:lnTo>
                  <a:lnTo>
                    <a:pt x="6161833" y="2585120"/>
                  </a:lnTo>
                  <a:lnTo>
                    <a:pt x="6163735" y="2719979"/>
                  </a:lnTo>
                  <a:lnTo>
                    <a:pt x="6165636" y="2757724"/>
                  </a:lnTo>
                  <a:lnTo>
                    <a:pt x="6167537" y="2827031"/>
                  </a:lnTo>
                  <a:lnTo>
                    <a:pt x="6169438" y="2868690"/>
                  </a:lnTo>
                  <a:lnTo>
                    <a:pt x="6171340" y="2926807"/>
                  </a:lnTo>
                  <a:lnTo>
                    <a:pt x="6173241" y="2944793"/>
                  </a:lnTo>
                  <a:lnTo>
                    <a:pt x="6175142" y="2892127"/>
                  </a:lnTo>
                  <a:lnTo>
                    <a:pt x="6177043" y="2784834"/>
                  </a:lnTo>
                  <a:lnTo>
                    <a:pt x="6178944" y="2673277"/>
                  </a:lnTo>
                  <a:lnTo>
                    <a:pt x="6180846" y="2618087"/>
                  </a:lnTo>
                  <a:lnTo>
                    <a:pt x="6182747" y="2640759"/>
                  </a:lnTo>
                  <a:lnTo>
                    <a:pt x="6184648" y="2662200"/>
                  </a:lnTo>
                  <a:lnTo>
                    <a:pt x="6186549" y="2683149"/>
                  </a:lnTo>
                  <a:lnTo>
                    <a:pt x="6188450" y="2764426"/>
                  </a:lnTo>
                  <a:lnTo>
                    <a:pt x="6190352" y="2858699"/>
                  </a:lnTo>
                  <a:lnTo>
                    <a:pt x="6192253" y="2939805"/>
                  </a:lnTo>
                  <a:lnTo>
                    <a:pt x="6194154" y="2875126"/>
                  </a:lnTo>
                  <a:lnTo>
                    <a:pt x="6196055" y="2728656"/>
                  </a:lnTo>
                  <a:lnTo>
                    <a:pt x="6197957" y="2683890"/>
                  </a:lnTo>
                  <a:lnTo>
                    <a:pt x="6199858" y="2690624"/>
                  </a:lnTo>
                  <a:lnTo>
                    <a:pt x="6201759" y="2623911"/>
                  </a:lnTo>
                  <a:lnTo>
                    <a:pt x="6203660" y="2597989"/>
                  </a:lnTo>
                  <a:lnTo>
                    <a:pt x="6205561" y="2614401"/>
                  </a:lnTo>
                  <a:lnTo>
                    <a:pt x="6207463" y="2666377"/>
                  </a:lnTo>
                  <a:lnTo>
                    <a:pt x="6209364" y="2676252"/>
                  </a:lnTo>
                  <a:lnTo>
                    <a:pt x="6211265" y="2705668"/>
                  </a:lnTo>
                  <a:lnTo>
                    <a:pt x="6213166" y="2805530"/>
                  </a:lnTo>
                  <a:lnTo>
                    <a:pt x="6215067" y="2859217"/>
                  </a:lnTo>
                  <a:lnTo>
                    <a:pt x="6216969" y="2919428"/>
                  </a:lnTo>
                  <a:lnTo>
                    <a:pt x="6218870" y="2995078"/>
                  </a:lnTo>
                  <a:lnTo>
                    <a:pt x="6220771" y="3067031"/>
                  </a:lnTo>
                  <a:lnTo>
                    <a:pt x="6222672" y="3080451"/>
                  </a:lnTo>
                  <a:lnTo>
                    <a:pt x="6224574" y="3074088"/>
                  </a:lnTo>
                  <a:lnTo>
                    <a:pt x="6226475" y="3056541"/>
                  </a:lnTo>
                  <a:lnTo>
                    <a:pt x="6228376" y="3058719"/>
                  </a:lnTo>
                  <a:lnTo>
                    <a:pt x="6230277" y="3028704"/>
                  </a:lnTo>
                  <a:lnTo>
                    <a:pt x="6232178" y="2961183"/>
                  </a:lnTo>
                  <a:lnTo>
                    <a:pt x="6234080" y="2935157"/>
                  </a:lnTo>
                  <a:lnTo>
                    <a:pt x="6235981" y="2941519"/>
                  </a:lnTo>
                  <a:lnTo>
                    <a:pt x="6237882" y="2959068"/>
                  </a:lnTo>
                  <a:lnTo>
                    <a:pt x="6239783" y="2956891"/>
                  </a:lnTo>
                  <a:lnTo>
                    <a:pt x="6241684" y="3017610"/>
                  </a:lnTo>
                  <a:lnTo>
                    <a:pt x="6243586" y="3077414"/>
                  </a:lnTo>
                  <a:lnTo>
                    <a:pt x="6245487" y="3084025"/>
                  </a:lnTo>
                  <a:lnTo>
                    <a:pt x="6247388" y="3084026"/>
                  </a:lnTo>
                  <a:lnTo>
                    <a:pt x="6249289" y="3044599"/>
                  </a:lnTo>
                  <a:lnTo>
                    <a:pt x="6251191" y="2979426"/>
                  </a:lnTo>
                  <a:lnTo>
                    <a:pt x="6253092" y="2959795"/>
                  </a:lnTo>
                  <a:lnTo>
                    <a:pt x="6254993" y="2968088"/>
                  </a:lnTo>
                  <a:lnTo>
                    <a:pt x="6256894" y="2948167"/>
                  </a:lnTo>
                  <a:lnTo>
                    <a:pt x="6258795" y="2950647"/>
                  </a:lnTo>
                  <a:lnTo>
                    <a:pt x="6260697" y="2990651"/>
                  </a:lnTo>
                  <a:lnTo>
                    <a:pt x="6262598" y="3019999"/>
                  </a:lnTo>
                  <a:lnTo>
                    <a:pt x="6264499" y="2980090"/>
                  </a:lnTo>
                  <a:lnTo>
                    <a:pt x="6266400" y="2929458"/>
                  </a:lnTo>
                  <a:lnTo>
                    <a:pt x="6268301" y="2952929"/>
                  </a:lnTo>
                  <a:lnTo>
                    <a:pt x="6270203" y="2885411"/>
                  </a:lnTo>
                  <a:lnTo>
                    <a:pt x="6272104" y="2855164"/>
                  </a:lnTo>
                  <a:lnTo>
                    <a:pt x="6274005" y="2890989"/>
                  </a:lnTo>
                  <a:lnTo>
                    <a:pt x="6275906" y="2929158"/>
                  </a:lnTo>
                  <a:lnTo>
                    <a:pt x="6277808" y="2973163"/>
                  </a:lnTo>
                  <a:lnTo>
                    <a:pt x="6279709" y="2995452"/>
                  </a:lnTo>
                  <a:lnTo>
                    <a:pt x="6281610" y="3098935"/>
                  </a:lnTo>
                  <a:lnTo>
                    <a:pt x="6283511" y="3116972"/>
                  </a:lnTo>
                  <a:lnTo>
                    <a:pt x="6285412" y="3116972"/>
                  </a:lnTo>
                  <a:lnTo>
                    <a:pt x="6287314" y="3116972"/>
                  </a:lnTo>
                  <a:lnTo>
                    <a:pt x="6289215" y="3116972"/>
                  </a:lnTo>
                  <a:lnTo>
                    <a:pt x="6291116" y="3116972"/>
                  </a:lnTo>
                  <a:lnTo>
                    <a:pt x="6293017" y="3116972"/>
                  </a:lnTo>
                  <a:lnTo>
                    <a:pt x="6294918" y="3116972"/>
                  </a:lnTo>
                  <a:lnTo>
                    <a:pt x="6296820" y="3100493"/>
                  </a:lnTo>
                  <a:lnTo>
                    <a:pt x="6298721" y="3053899"/>
                  </a:lnTo>
                  <a:lnTo>
                    <a:pt x="6300622" y="3049453"/>
                  </a:lnTo>
                  <a:lnTo>
                    <a:pt x="6302523" y="3056306"/>
                  </a:lnTo>
                  <a:lnTo>
                    <a:pt x="6304425" y="3067702"/>
                  </a:lnTo>
                  <a:lnTo>
                    <a:pt x="6306326" y="3091320"/>
                  </a:lnTo>
                  <a:lnTo>
                    <a:pt x="6308227" y="3111200"/>
                  </a:lnTo>
                  <a:lnTo>
                    <a:pt x="6310128" y="3099479"/>
                  </a:lnTo>
                  <a:lnTo>
                    <a:pt x="6312029" y="3060651"/>
                  </a:lnTo>
                  <a:lnTo>
                    <a:pt x="6313931" y="2970027"/>
                  </a:lnTo>
                  <a:lnTo>
                    <a:pt x="6315832" y="2931219"/>
                  </a:lnTo>
                  <a:lnTo>
                    <a:pt x="6317733" y="2907602"/>
                  </a:lnTo>
                  <a:lnTo>
                    <a:pt x="6319634" y="2907602"/>
                  </a:lnTo>
                  <a:lnTo>
                    <a:pt x="6321535" y="2920085"/>
                  </a:lnTo>
                  <a:lnTo>
                    <a:pt x="6323437" y="2926646"/>
                  </a:lnTo>
                  <a:lnTo>
                    <a:pt x="6325338" y="2963874"/>
                  </a:lnTo>
                  <a:lnTo>
                    <a:pt x="6327239" y="2926514"/>
                  </a:lnTo>
                  <a:lnTo>
                    <a:pt x="6329140" y="2852876"/>
                  </a:lnTo>
                  <a:lnTo>
                    <a:pt x="6331042" y="2779466"/>
                  </a:lnTo>
                  <a:lnTo>
                    <a:pt x="6332943" y="2709064"/>
                  </a:lnTo>
                  <a:lnTo>
                    <a:pt x="6334844" y="2724546"/>
                  </a:lnTo>
                  <a:lnTo>
                    <a:pt x="6336745" y="2789444"/>
                  </a:lnTo>
                  <a:lnTo>
                    <a:pt x="6338646" y="2874495"/>
                  </a:lnTo>
                  <a:lnTo>
                    <a:pt x="6340548" y="2917710"/>
                  </a:lnTo>
                  <a:lnTo>
                    <a:pt x="6342449" y="2956454"/>
                  </a:lnTo>
                  <a:lnTo>
                    <a:pt x="6344350" y="3035961"/>
                  </a:lnTo>
                  <a:lnTo>
                    <a:pt x="6346251" y="3051471"/>
                  </a:lnTo>
                  <a:lnTo>
                    <a:pt x="6348152" y="3027710"/>
                  </a:lnTo>
                  <a:lnTo>
                    <a:pt x="6350054" y="3014180"/>
                  </a:lnTo>
                  <a:lnTo>
                    <a:pt x="6351955" y="3017341"/>
                  </a:lnTo>
                  <a:lnTo>
                    <a:pt x="6353856" y="3021739"/>
                  </a:lnTo>
                  <a:lnTo>
                    <a:pt x="6355757" y="3020647"/>
                  </a:lnTo>
                  <a:lnTo>
                    <a:pt x="6357659" y="2983267"/>
                  </a:lnTo>
                  <a:lnTo>
                    <a:pt x="6359560" y="3010852"/>
                  </a:lnTo>
                  <a:lnTo>
                    <a:pt x="6361461" y="3048287"/>
                  </a:lnTo>
                  <a:lnTo>
                    <a:pt x="6363362" y="3069347"/>
                  </a:lnTo>
                  <a:lnTo>
                    <a:pt x="6365263" y="3043950"/>
                  </a:lnTo>
                  <a:lnTo>
                    <a:pt x="6367165" y="2975687"/>
                  </a:lnTo>
                  <a:lnTo>
                    <a:pt x="6369066" y="3004556"/>
                  </a:lnTo>
                  <a:lnTo>
                    <a:pt x="6370967" y="3010605"/>
                  </a:lnTo>
                  <a:lnTo>
                    <a:pt x="6372868" y="2980175"/>
                  </a:lnTo>
                  <a:lnTo>
                    <a:pt x="6374769" y="2912488"/>
                  </a:lnTo>
                  <a:lnTo>
                    <a:pt x="6376671" y="2859982"/>
                  </a:lnTo>
                  <a:lnTo>
                    <a:pt x="6378572" y="2900749"/>
                  </a:lnTo>
                  <a:lnTo>
                    <a:pt x="6380473" y="2903314"/>
                  </a:lnTo>
                  <a:lnTo>
                    <a:pt x="6382374" y="2868171"/>
                  </a:lnTo>
                  <a:lnTo>
                    <a:pt x="6384276" y="2869587"/>
                  </a:lnTo>
                  <a:lnTo>
                    <a:pt x="6386177" y="2960834"/>
                  </a:lnTo>
                  <a:lnTo>
                    <a:pt x="6388078" y="3116972"/>
                  </a:lnTo>
                  <a:lnTo>
                    <a:pt x="6389979" y="3116972"/>
                  </a:lnTo>
                  <a:lnTo>
                    <a:pt x="6391880" y="3116972"/>
                  </a:lnTo>
                  <a:lnTo>
                    <a:pt x="6393782" y="3116972"/>
                  </a:lnTo>
                  <a:lnTo>
                    <a:pt x="6395683" y="3116972"/>
                  </a:lnTo>
                  <a:lnTo>
                    <a:pt x="6397584" y="3116972"/>
                  </a:lnTo>
                  <a:lnTo>
                    <a:pt x="6399485" y="3116972"/>
                  </a:lnTo>
                  <a:lnTo>
                    <a:pt x="6401386" y="3101248"/>
                  </a:lnTo>
                  <a:lnTo>
                    <a:pt x="6403288" y="3107205"/>
                  </a:lnTo>
                  <a:lnTo>
                    <a:pt x="6405189" y="3074764"/>
                  </a:lnTo>
                  <a:lnTo>
                    <a:pt x="6407090" y="3001110"/>
                  </a:lnTo>
                  <a:lnTo>
                    <a:pt x="6408991" y="2974283"/>
                  </a:lnTo>
                  <a:lnTo>
                    <a:pt x="6410892" y="2933335"/>
                  </a:lnTo>
                  <a:lnTo>
                    <a:pt x="6412794" y="2900400"/>
                  </a:lnTo>
                  <a:lnTo>
                    <a:pt x="6414695" y="2858776"/>
                  </a:lnTo>
                  <a:lnTo>
                    <a:pt x="6416596" y="2818725"/>
                  </a:lnTo>
                  <a:lnTo>
                    <a:pt x="6418497" y="2796319"/>
                  </a:lnTo>
                  <a:lnTo>
                    <a:pt x="6420399" y="2848488"/>
                  </a:lnTo>
                  <a:lnTo>
                    <a:pt x="6422300" y="2876821"/>
                  </a:lnTo>
                  <a:lnTo>
                    <a:pt x="6424201" y="2889277"/>
                  </a:lnTo>
                  <a:lnTo>
                    <a:pt x="6426102" y="2939091"/>
                  </a:lnTo>
                  <a:lnTo>
                    <a:pt x="6428003" y="3002121"/>
                  </a:lnTo>
                  <a:lnTo>
                    <a:pt x="6429905" y="3054664"/>
                  </a:lnTo>
                  <a:lnTo>
                    <a:pt x="6431806" y="3057103"/>
                  </a:lnTo>
                  <a:lnTo>
                    <a:pt x="6433707" y="3089242"/>
                  </a:lnTo>
                  <a:lnTo>
                    <a:pt x="6435608" y="3079815"/>
                  </a:lnTo>
                  <a:lnTo>
                    <a:pt x="6437509" y="3056234"/>
                  </a:lnTo>
                  <a:lnTo>
                    <a:pt x="6439411" y="3046917"/>
                  </a:lnTo>
                  <a:lnTo>
                    <a:pt x="6441312" y="3046917"/>
                  </a:lnTo>
                  <a:lnTo>
                    <a:pt x="6443213" y="3065441"/>
                  </a:lnTo>
                  <a:lnTo>
                    <a:pt x="6445114" y="3064928"/>
                  </a:lnTo>
                  <a:lnTo>
                    <a:pt x="6447016" y="3090277"/>
                  </a:lnTo>
                  <a:lnTo>
                    <a:pt x="6448917" y="3114685"/>
                  </a:lnTo>
                  <a:lnTo>
                    <a:pt x="6450818" y="3113041"/>
                  </a:lnTo>
                  <a:lnTo>
                    <a:pt x="6452719" y="3116972"/>
                  </a:lnTo>
                  <a:lnTo>
                    <a:pt x="6454620" y="3072813"/>
                  </a:lnTo>
                  <a:lnTo>
                    <a:pt x="6456522" y="3064000"/>
                  </a:lnTo>
                  <a:lnTo>
                    <a:pt x="6458423" y="3115335"/>
                  </a:lnTo>
                  <a:lnTo>
                    <a:pt x="6460324" y="3116972"/>
                  </a:lnTo>
                  <a:lnTo>
                    <a:pt x="6462225" y="3116972"/>
                  </a:lnTo>
                  <a:lnTo>
                    <a:pt x="6464126" y="3095643"/>
                  </a:lnTo>
                  <a:lnTo>
                    <a:pt x="6466028" y="3114583"/>
                  </a:lnTo>
                  <a:lnTo>
                    <a:pt x="6467929" y="3103466"/>
                  </a:lnTo>
                  <a:lnTo>
                    <a:pt x="6469830" y="3038117"/>
                  </a:lnTo>
                  <a:lnTo>
                    <a:pt x="6471731" y="3015992"/>
                  </a:lnTo>
                  <a:lnTo>
                    <a:pt x="6473633" y="3080878"/>
                  </a:lnTo>
                  <a:lnTo>
                    <a:pt x="6475534" y="3116972"/>
                  </a:lnTo>
                  <a:lnTo>
                    <a:pt x="6477435" y="3116972"/>
                  </a:lnTo>
                  <a:lnTo>
                    <a:pt x="6479336" y="3116972"/>
                  </a:lnTo>
                  <a:lnTo>
                    <a:pt x="6481237" y="3116972"/>
                  </a:lnTo>
                  <a:lnTo>
                    <a:pt x="6483139" y="3098606"/>
                  </a:lnTo>
                  <a:lnTo>
                    <a:pt x="6485040" y="3009574"/>
                  </a:lnTo>
                  <a:lnTo>
                    <a:pt x="6486941" y="2966154"/>
                  </a:lnTo>
                  <a:lnTo>
                    <a:pt x="6488842" y="2951940"/>
                  </a:lnTo>
                  <a:lnTo>
                    <a:pt x="6490743" y="3008046"/>
                  </a:lnTo>
                  <a:lnTo>
                    <a:pt x="6492645" y="3036928"/>
                  </a:lnTo>
                  <a:lnTo>
                    <a:pt x="6494546" y="3083397"/>
                  </a:lnTo>
                  <a:lnTo>
                    <a:pt x="6496447" y="3116972"/>
                  </a:lnTo>
                  <a:lnTo>
                    <a:pt x="6498348" y="3116972"/>
                  </a:lnTo>
                  <a:lnTo>
                    <a:pt x="6500250" y="3116972"/>
                  </a:lnTo>
                  <a:lnTo>
                    <a:pt x="6502151" y="3116972"/>
                  </a:lnTo>
                  <a:lnTo>
                    <a:pt x="6504052" y="3116972"/>
                  </a:lnTo>
                  <a:lnTo>
                    <a:pt x="6505953" y="3116972"/>
                  </a:lnTo>
                  <a:lnTo>
                    <a:pt x="6507854" y="3116972"/>
                  </a:lnTo>
                  <a:lnTo>
                    <a:pt x="6509756" y="3116972"/>
                  </a:lnTo>
                  <a:lnTo>
                    <a:pt x="6511657" y="3104457"/>
                  </a:lnTo>
                  <a:lnTo>
                    <a:pt x="6513558" y="3011337"/>
                  </a:lnTo>
                  <a:lnTo>
                    <a:pt x="6515459" y="2983889"/>
                  </a:lnTo>
                  <a:lnTo>
                    <a:pt x="6517360" y="2983890"/>
                  </a:lnTo>
                  <a:lnTo>
                    <a:pt x="6519262" y="2983890"/>
                  </a:lnTo>
                  <a:lnTo>
                    <a:pt x="6521163" y="2996343"/>
                  </a:lnTo>
                  <a:lnTo>
                    <a:pt x="6523064" y="3071738"/>
                  </a:lnTo>
                  <a:lnTo>
                    <a:pt x="6524965" y="3116972"/>
                  </a:lnTo>
                  <a:lnTo>
                    <a:pt x="6526867" y="3116972"/>
                  </a:lnTo>
                  <a:lnTo>
                    <a:pt x="6528768" y="3116972"/>
                  </a:lnTo>
                  <a:lnTo>
                    <a:pt x="6530669" y="3116972"/>
                  </a:lnTo>
                  <a:lnTo>
                    <a:pt x="6532570" y="3116972"/>
                  </a:lnTo>
                  <a:lnTo>
                    <a:pt x="6534471" y="3078862"/>
                  </a:lnTo>
                  <a:lnTo>
                    <a:pt x="6536373" y="3022609"/>
                  </a:lnTo>
                  <a:lnTo>
                    <a:pt x="6538274" y="3036550"/>
                  </a:lnTo>
                  <a:lnTo>
                    <a:pt x="6540175" y="3031877"/>
                  </a:lnTo>
                  <a:lnTo>
                    <a:pt x="6542076" y="2992681"/>
                  </a:lnTo>
                  <a:lnTo>
                    <a:pt x="6543977" y="2988870"/>
                  </a:lnTo>
                  <a:lnTo>
                    <a:pt x="6545879" y="3041067"/>
                  </a:lnTo>
                  <a:lnTo>
                    <a:pt x="6547780" y="3033885"/>
                  </a:lnTo>
                  <a:lnTo>
                    <a:pt x="6549681" y="3001579"/>
                  </a:lnTo>
                  <a:lnTo>
                    <a:pt x="6551582" y="2991139"/>
                  </a:lnTo>
                  <a:lnTo>
                    <a:pt x="6553484" y="3003353"/>
                  </a:lnTo>
                  <a:lnTo>
                    <a:pt x="6555385" y="3042656"/>
                  </a:lnTo>
                  <a:lnTo>
                    <a:pt x="6557286" y="3110420"/>
                  </a:lnTo>
                  <a:lnTo>
                    <a:pt x="6559187" y="3116972"/>
                  </a:lnTo>
                  <a:lnTo>
                    <a:pt x="6561088" y="3116972"/>
                  </a:lnTo>
                  <a:lnTo>
                    <a:pt x="6562990" y="3099212"/>
                  </a:lnTo>
                  <a:lnTo>
                    <a:pt x="6564891" y="3072477"/>
                  </a:lnTo>
                  <a:lnTo>
                    <a:pt x="6566792" y="3036047"/>
                  </a:lnTo>
                  <a:lnTo>
                    <a:pt x="6568693" y="2932668"/>
                  </a:lnTo>
                  <a:lnTo>
                    <a:pt x="6570594" y="2828904"/>
                  </a:lnTo>
                  <a:lnTo>
                    <a:pt x="6572496" y="2865429"/>
                  </a:lnTo>
                  <a:lnTo>
                    <a:pt x="6574397" y="2911219"/>
                  </a:lnTo>
                  <a:lnTo>
                    <a:pt x="6576298" y="2907011"/>
                  </a:lnTo>
                  <a:lnTo>
                    <a:pt x="6578199" y="2917419"/>
                  </a:lnTo>
                  <a:lnTo>
                    <a:pt x="6580101" y="2967531"/>
                  </a:lnTo>
                  <a:lnTo>
                    <a:pt x="6582002" y="3039958"/>
                  </a:lnTo>
                  <a:lnTo>
                    <a:pt x="6583903" y="3072070"/>
                  </a:lnTo>
                  <a:lnTo>
                    <a:pt x="6585804" y="3085653"/>
                  </a:lnTo>
                  <a:lnTo>
                    <a:pt x="6587705" y="3098662"/>
                  </a:lnTo>
                  <a:lnTo>
                    <a:pt x="6589607" y="3116972"/>
                  </a:lnTo>
                  <a:lnTo>
                    <a:pt x="6591508" y="3116972"/>
                  </a:lnTo>
                  <a:lnTo>
                    <a:pt x="6593409" y="3116972"/>
                  </a:lnTo>
                  <a:lnTo>
                    <a:pt x="6595310" y="3116972"/>
                  </a:lnTo>
                  <a:lnTo>
                    <a:pt x="6597211" y="3116972"/>
                  </a:lnTo>
                  <a:lnTo>
                    <a:pt x="6599113" y="3116972"/>
                  </a:lnTo>
                  <a:lnTo>
                    <a:pt x="6601014" y="3116972"/>
                  </a:lnTo>
                  <a:lnTo>
                    <a:pt x="6602915" y="3116972"/>
                  </a:lnTo>
                  <a:lnTo>
                    <a:pt x="6604816" y="3116972"/>
                  </a:lnTo>
                  <a:lnTo>
                    <a:pt x="6606718" y="3116972"/>
                  </a:lnTo>
                  <a:lnTo>
                    <a:pt x="6608619" y="3116972"/>
                  </a:lnTo>
                  <a:lnTo>
                    <a:pt x="6610520" y="3116972"/>
                  </a:lnTo>
                  <a:lnTo>
                    <a:pt x="6612421" y="3116972"/>
                  </a:lnTo>
                  <a:lnTo>
                    <a:pt x="6614322" y="3116972"/>
                  </a:lnTo>
                  <a:lnTo>
                    <a:pt x="6616224" y="3116972"/>
                  </a:lnTo>
                  <a:lnTo>
                    <a:pt x="6618125" y="3100851"/>
                  </a:lnTo>
                  <a:lnTo>
                    <a:pt x="6620026" y="3010478"/>
                  </a:lnTo>
                  <a:lnTo>
                    <a:pt x="6621927" y="2955308"/>
                  </a:lnTo>
                  <a:lnTo>
                    <a:pt x="6623828" y="2942802"/>
                  </a:lnTo>
                  <a:lnTo>
                    <a:pt x="6625730" y="2979907"/>
                  </a:lnTo>
                  <a:lnTo>
                    <a:pt x="6627631" y="2974640"/>
                  </a:lnTo>
                  <a:lnTo>
                    <a:pt x="6629532" y="2946708"/>
                  </a:lnTo>
                  <a:lnTo>
                    <a:pt x="6631433" y="2967740"/>
                  </a:lnTo>
                  <a:lnTo>
                    <a:pt x="6633335" y="2974136"/>
                  </a:lnTo>
                  <a:lnTo>
                    <a:pt x="6635236" y="2969209"/>
                  </a:lnTo>
                  <a:lnTo>
                    <a:pt x="6637137" y="2897134"/>
                  </a:lnTo>
                  <a:lnTo>
                    <a:pt x="6639038" y="2816941"/>
                  </a:lnTo>
                  <a:lnTo>
                    <a:pt x="6640939" y="2745484"/>
                  </a:lnTo>
                  <a:lnTo>
                    <a:pt x="6642841" y="2644093"/>
                  </a:lnTo>
                  <a:lnTo>
                    <a:pt x="6644742" y="2560102"/>
                  </a:lnTo>
                  <a:lnTo>
                    <a:pt x="6646643" y="2498917"/>
                  </a:lnTo>
                  <a:lnTo>
                    <a:pt x="6648544" y="2577030"/>
                  </a:lnTo>
                  <a:lnTo>
                    <a:pt x="6650445" y="2727016"/>
                  </a:lnTo>
                  <a:lnTo>
                    <a:pt x="6652347" y="2938929"/>
                  </a:lnTo>
                  <a:lnTo>
                    <a:pt x="6654248" y="3102611"/>
                  </a:lnTo>
                  <a:lnTo>
                    <a:pt x="6656149" y="3116972"/>
                  </a:lnTo>
                  <a:lnTo>
                    <a:pt x="6658050" y="3116972"/>
                  </a:lnTo>
                  <a:lnTo>
                    <a:pt x="6659952" y="3116972"/>
                  </a:lnTo>
                  <a:lnTo>
                    <a:pt x="6661853" y="3116972"/>
                  </a:lnTo>
                  <a:lnTo>
                    <a:pt x="6663754" y="3048180"/>
                  </a:lnTo>
                  <a:lnTo>
                    <a:pt x="6665655" y="2939595"/>
                  </a:lnTo>
                  <a:lnTo>
                    <a:pt x="6667556" y="2964056"/>
                  </a:lnTo>
                  <a:lnTo>
                    <a:pt x="6669458" y="2957754"/>
                  </a:lnTo>
                  <a:lnTo>
                    <a:pt x="6671359" y="2959736"/>
                  </a:lnTo>
                  <a:lnTo>
                    <a:pt x="6673260" y="3074090"/>
                  </a:lnTo>
                  <a:lnTo>
                    <a:pt x="6675161" y="3116972"/>
                  </a:lnTo>
                  <a:lnTo>
                    <a:pt x="6677062" y="3116972"/>
                  </a:lnTo>
                  <a:lnTo>
                    <a:pt x="6678964" y="3116972"/>
                  </a:lnTo>
                  <a:lnTo>
                    <a:pt x="6680865" y="3116972"/>
                  </a:lnTo>
                  <a:lnTo>
                    <a:pt x="6682766" y="3107851"/>
                  </a:lnTo>
                  <a:lnTo>
                    <a:pt x="6684667" y="3034235"/>
                  </a:lnTo>
                  <a:lnTo>
                    <a:pt x="6686569" y="2989594"/>
                  </a:lnTo>
                  <a:lnTo>
                    <a:pt x="6688470" y="3009257"/>
                  </a:lnTo>
                  <a:lnTo>
                    <a:pt x="6690371" y="3097178"/>
                  </a:lnTo>
                  <a:lnTo>
                    <a:pt x="6692272" y="3116972"/>
                  </a:lnTo>
                  <a:lnTo>
                    <a:pt x="6694173" y="3116972"/>
                  </a:lnTo>
                  <a:lnTo>
                    <a:pt x="6696075" y="3116972"/>
                  </a:lnTo>
                  <a:lnTo>
                    <a:pt x="6697976" y="3116972"/>
                  </a:lnTo>
                  <a:lnTo>
                    <a:pt x="6699877" y="3116972"/>
                  </a:lnTo>
                  <a:lnTo>
                    <a:pt x="6701778" y="3116972"/>
                  </a:lnTo>
                  <a:lnTo>
                    <a:pt x="6703679" y="3116972"/>
                  </a:lnTo>
                  <a:lnTo>
                    <a:pt x="6705581" y="3116972"/>
                  </a:lnTo>
                  <a:lnTo>
                    <a:pt x="6707482" y="3116972"/>
                  </a:lnTo>
                  <a:lnTo>
                    <a:pt x="6709383" y="3116972"/>
                  </a:lnTo>
                  <a:lnTo>
                    <a:pt x="6711284" y="3116972"/>
                  </a:lnTo>
                  <a:lnTo>
                    <a:pt x="6713185" y="3116972"/>
                  </a:lnTo>
                  <a:lnTo>
                    <a:pt x="6715087" y="3116972"/>
                  </a:lnTo>
                  <a:lnTo>
                    <a:pt x="6716988" y="3116972"/>
                  </a:lnTo>
                  <a:lnTo>
                    <a:pt x="6718889" y="3116972"/>
                  </a:lnTo>
                  <a:lnTo>
                    <a:pt x="6720790" y="3116972"/>
                  </a:lnTo>
                  <a:lnTo>
                    <a:pt x="6722692" y="3116972"/>
                  </a:lnTo>
                  <a:lnTo>
                    <a:pt x="6724593" y="3116972"/>
                  </a:lnTo>
                  <a:lnTo>
                    <a:pt x="6726494" y="3116972"/>
                  </a:lnTo>
                  <a:lnTo>
                    <a:pt x="6728395" y="3116972"/>
                  </a:lnTo>
                  <a:lnTo>
                    <a:pt x="6730296" y="3116972"/>
                  </a:lnTo>
                  <a:lnTo>
                    <a:pt x="6732198" y="3116972"/>
                  </a:lnTo>
                  <a:lnTo>
                    <a:pt x="6734099" y="3116972"/>
                  </a:lnTo>
                  <a:lnTo>
                    <a:pt x="6736000" y="3116972"/>
                  </a:lnTo>
                  <a:lnTo>
                    <a:pt x="6737901" y="3116972"/>
                  </a:lnTo>
                  <a:lnTo>
                    <a:pt x="6739802" y="3116972"/>
                  </a:lnTo>
                  <a:lnTo>
                    <a:pt x="6741704" y="3116972"/>
                  </a:lnTo>
                  <a:lnTo>
                    <a:pt x="6743605" y="3116972"/>
                  </a:lnTo>
                  <a:lnTo>
                    <a:pt x="6745506" y="3054119"/>
                  </a:lnTo>
                  <a:lnTo>
                    <a:pt x="6747407" y="3020871"/>
                  </a:lnTo>
                  <a:lnTo>
                    <a:pt x="6749309" y="3047233"/>
                  </a:lnTo>
                  <a:lnTo>
                    <a:pt x="6751210" y="3045179"/>
                  </a:lnTo>
                  <a:lnTo>
                    <a:pt x="6753111" y="3100956"/>
                  </a:lnTo>
                  <a:lnTo>
                    <a:pt x="6755012" y="3085536"/>
                  </a:lnTo>
                  <a:lnTo>
                    <a:pt x="6756913" y="3002337"/>
                  </a:lnTo>
                  <a:lnTo>
                    <a:pt x="6758815" y="2863447"/>
                  </a:lnTo>
                  <a:lnTo>
                    <a:pt x="6760716" y="2802107"/>
                  </a:lnTo>
                  <a:lnTo>
                    <a:pt x="6762617" y="2826106"/>
                  </a:lnTo>
                  <a:lnTo>
                    <a:pt x="6764518" y="2803592"/>
                  </a:lnTo>
                  <a:lnTo>
                    <a:pt x="6766419" y="2722861"/>
                  </a:lnTo>
                  <a:lnTo>
                    <a:pt x="6768321" y="2707402"/>
                  </a:lnTo>
                  <a:lnTo>
                    <a:pt x="6770222" y="2664851"/>
                  </a:lnTo>
                  <a:lnTo>
                    <a:pt x="6772123" y="2457622"/>
                  </a:lnTo>
                  <a:lnTo>
                    <a:pt x="6774024" y="2274417"/>
                  </a:lnTo>
                  <a:lnTo>
                    <a:pt x="6775926" y="2138420"/>
                  </a:lnTo>
                  <a:lnTo>
                    <a:pt x="6777827" y="2119153"/>
                  </a:lnTo>
                  <a:lnTo>
                    <a:pt x="6779728" y="2113964"/>
                  </a:lnTo>
                  <a:lnTo>
                    <a:pt x="6781629" y="2104740"/>
                  </a:lnTo>
                  <a:lnTo>
                    <a:pt x="6783530" y="2133185"/>
                  </a:lnTo>
                  <a:lnTo>
                    <a:pt x="6785432" y="2158641"/>
                  </a:lnTo>
                  <a:lnTo>
                    <a:pt x="6787333" y="2223762"/>
                  </a:lnTo>
                  <a:lnTo>
                    <a:pt x="6789234" y="2252205"/>
                  </a:lnTo>
                  <a:lnTo>
                    <a:pt x="6791135" y="2276694"/>
                  </a:lnTo>
                  <a:lnTo>
                    <a:pt x="6793036" y="2342302"/>
                  </a:lnTo>
                  <a:lnTo>
                    <a:pt x="6794938" y="2458843"/>
                  </a:lnTo>
                  <a:lnTo>
                    <a:pt x="6796839" y="2538507"/>
                  </a:lnTo>
                  <a:lnTo>
                    <a:pt x="6798740" y="2526885"/>
                  </a:lnTo>
                  <a:lnTo>
                    <a:pt x="6800641" y="2532227"/>
                  </a:lnTo>
                  <a:lnTo>
                    <a:pt x="6802543" y="2527901"/>
                  </a:lnTo>
                  <a:lnTo>
                    <a:pt x="6804444" y="2586295"/>
                  </a:lnTo>
                  <a:lnTo>
                    <a:pt x="6806345" y="2666514"/>
                  </a:lnTo>
                  <a:lnTo>
                    <a:pt x="6808246" y="2724736"/>
                  </a:lnTo>
                  <a:lnTo>
                    <a:pt x="6810147" y="2759181"/>
                  </a:lnTo>
                  <a:lnTo>
                    <a:pt x="6812049" y="2750435"/>
                  </a:lnTo>
                  <a:lnTo>
                    <a:pt x="6813950" y="2744198"/>
                  </a:lnTo>
                  <a:lnTo>
                    <a:pt x="6815851" y="2706994"/>
                  </a:lnTo>
                  <a:lnTo>
                    <a:pt x="6817752" y="2632383"/>
                  </a:lnTo>
                  <a:lnTo>
                    <a:pt x="6819653" y="2556708"/>
                  </a:lnTo>
                  <a:lnTo>
                    <a:pt x="6821555" y="2569713"/>
                  </a:lnTo>
                  <a:lnTo>
                    <a:pt x="6823456" y="2632384"/>
                  </a:lnTo>
                  <a:lnTo>
                    <a:pt x="6825357" y="2711517"/>
                  </a:lnTo>
                  <a:lnTo>
                    <a:pt x="6827258" y="2804416"/>
                  </a:lnTo>
                  <a:lnTo>
                    <a:pt x="6829160" y="2880765"/>
                  </a:lnTo>
                  <a:lnTo>
                    <a:pt x="6831061" y="2968087"/>
                  </a:lnTo>
                  <a:lnTo>
                    <a:pt x="6832962" y="3034074"/>
                  </a:lnTo>
                  <a:lnTo>
                    <a:pt x="6834863" y="3036351"/>
                  </a:lnTo>
                  <a:lnTo>
                    <a:pt x="6836764" y="3032226"/>
                  </a:lnTo>
                  <a:lnTo>
                    <a:pt x="6838666" y="2991507"/>
                  </a:lnTo>
                  <a:lnTo>
                    <a:pt x="6840567" y="2954145"/>
                  </a:lnTo>
                  <a:lnTo>
                    <a:pt x="6842468" y="2975773"/>
                  </a:lnTo>
                  <a:lnTo>
                    <a:pt x="6844369" y="2972362"/>
                  </a:lnTo>
                  <a:lnTo>
                    <a:pt x="6846270" y="2984620"/>
                  </a:lnTo>
                  <a:lnTo>
                    <a:pt x="6848172" y="2983928"/>
                  </a:lnTo>
                  <a:lnTo>
                    <a:pt x="6850073" y="2967316"/>
                  </a:lnTo>
                  <a:lnTo>
                    <a:pt x="6851974" y="2984358"/>
                  </a:lnTo>
                  <a:lnTo>
                    <a:pt x="6853875" y="2931908"/>
                  </a:lnTo>
                  <a:lnTo>
                    <a:pt x="6855777" y="2876308"/>
                  </a:lnTo>
                  <a:lnTo>
                    <a:pt x="6857678" y="2841158"/>
                  </a:lnTo>
                  <a:lnTo>
                    <a:pt x="6859579" y="2823731"/>
                  </a:lnTo>
                  <a:lnTo>
                    <a:pt x="6861480" y="2857979"/>
                  </a:lnTo>
                  <a:lnTo>
                    <a:pt x="6863381" y="2868108"/>
                  </a:lnTo>
                  <a:lnTo>
                    <a:pt x="6865283" y="2839065"/>
                  </a:lnTo>
                  <a:lnTo>
                    <a:pt x="6867184" y="2797392"/>
                  </a:lnTo>
                  <a:lnTo>
                    <a:pt x="6869085" y="2831500"/>
                  </a:lnTo>
                  <a:lnTo>
                    <a:pt x="6870986" y="2870883"/>
                  </a:lnTo>
                  <a:lnTo>
                    <a:pt x="6872887" y="2818976"/>
                  </a:lnTo>
                  <a:lnTo>
                    <a:pt x="6874789" y="2720712"/>
                  </a:lnTo>
                  <a:lnTo>
                    <a:pt x="6876690" y="2702078"/>
                  </a:lnTo>
                  <a:lnTo>
                    <a:pt x="6878591" y="2802968"/>
                  </a:lnTo>
                  <a:lnTo>
                    <a:pt x="6880492" y="2833122"/>
                  </a:lnTo>
                  <a:lnTo>
                    <a:pt x="6882394" y="2819564"/>
                  </a:lnTo>
                  <a:lnTo>
                    <a:pt x="6884295" y="2848122"/>
                  </a:lnTo>
                  <a:lnTo>
                    <a:pt x="6886196" y="2930647"/>
                  </a:lnTo>
                  <a:lnTo>
                    <a:pt x="6888097" y="3014256"/>
                  </a:lnTo>
                  <a:lnTo>
                    <a:pt x="6889998" y="3040548"/>
                  </a:lnTo>
                  <a:lnTo>
                    <a:pt x="6891900" y="3022313"/>
                  </a:lnTo>
                  <a:lnTo>
                    <a:pt x="6893801" y="2940911"/>
                  </a:lnTo>
                  <a:lnTo>
                    <a:pt x="6895702" y="2895538"/>
                  </a:lnTo>
                  <a:lnTo>
                    <a:pt x="6897603" y="2864333"/>
                  </a:lnTo>
                  <a:lnTo>
                    <a:pt x="6899504" y="2864169"/>
                  </a:lnTo>
                  <a:lnTo>
                    <a:pt x="6901406" y="2806989"/>
                  </a:lnTo>
                  <a:lnTo>
                    <a:pt x="6903307" y="2807027"/>
                  </a:lnTo>
                  <a:lnTo>
                    <a:pt x="6905208" y="2893394"/>
                  </a:lnTo>
                  <a:lnTo>
                    <a:pt x="6907109" y="2894229"/>
                  </a:lnTo>
                  <a:lnTo>
                    <a:pt x="6909011" y="2881851"/>
                  </a:lnTo>
                  <a:lnTo>
                    <a:pt x="6910912" y="2864061"/>
                  </a:lnTo>
                  <a:lnTo>
                    <a:pt x="6912813" y="2786269"/>
                  </a:lnTo>
                  <a:lnTo>
                    <a:pt x="6914714" y="2704840"/>
                  </a:lnTo>
                  <a:lnTo>
                    <a:pt x="6916615" y="2684674"/>
                  </a:lnTo>
                  <a:lnTo>
                    <a:pt x="6918517" y="2733323"/>
                  </a:lnTo>
                  <a:lnTo>
                    <a:pt x="6920418" y="2672999"/>
                  </a:lnTo>
                  <a:lnTo>
                    <a:pt x="6922319" y="2556694"/>
                  </a:lnTo>
                  <a:lnTo>
                    <a:pt x="6924220" y="2600605"/>
                  </a:lnTo>
                  <a:lnTo>
                    <a:pt x="6926121" y="2575535"/>
                  </a:lnTo>
                  <a:lnTo>
                    <a:pt x="6928023" y="2487632"/>
                  </a:lnTo>
                  <a:lnTo>
                    <a:pt x="6929924" y="2480039"/>
                  </a:lnTo>
                  <a:lnTo>
                    <a:pt x="6931825" y="2541788"/>
                  </a:lnTo>
                  <a:lnTo>
                    <a:pt x="6933726" y="2580721"/>
                  </a:lnTo>
                  <a:lnTo>
                    <a:pt x="6935628" y="2585377"/>
                  </a:lnTo>
                  <a:lnTo>
                    <a:pt x="6937529" y="2697787"/>
                  </a:lnTo>
                  <a:lnTo>
                    <a:pt x="6939430" y="2766497"/>
                  </a:lnTo>
                  <a:lnTo>
                    <a:pt x="6941331" y="2689609"/>
                  </a:lnTo>
                  <a:lnTo>
                    <a:pt x="6943232" y="2655624"/>
                  </a:lnTo>
                  <a:lnTo>
                    <a:pt x="6945134" y="2738839"/>
                  </a:lnTo>
                  <a:lnTo>
                    <a:pt x="6947035" y="2794417"/>
                  </a:lnTo>
                  <a:lnTo>
                    <a:pt x="6948936" y="2792317"/>
                  </a:lnTo>
                  <a:lnTo>
                    <a:pt x="6950837" y="2771980"/>
                  </a:lnTo>
                  <a:lnTo>
                    <a:pt x="6952738" y="2750250"/>
                  </a:lnTo>
                  <a:lnTo>
                    <a:pt x="6954640" y="2770541"/>
                  </a:lnTo>
                  <a:lnTo>
                    <a:pt x="6956541" y="2754621"/>
                  </a:lnTo>
                  <a:lnTo>
                    <a:pt x="6958442" y="2704003"/>
                  </a:lnTo>
                  <a:lnTo>
                    <a:pt x="6960343" y="2719594"/>
                  </a:lnTo>
                  <a:lnTo>
                    <a:pt x="6962245" y="2782255"/>
                  </a:lnTo>
                  <a:lnTo>
                    <a:pt x="6964146" y="2906679"/>
                  </a:lnTo>
                  <a:lnTo>
                    <a:pt x="6966047" y="2989339"/>
                  </a:lnTo>
                  <a:lnTo>
                    <a:pt x="6967948" y="3021579"/>
                  </a:lnTo>
                  <a:lnTo>
                    <a:pt x="6969849" y="3063415"/>
                  </a:lnTo>
                  <a:lnTo>
                    <a:pt x="6971751" y="3061591"/>
                  </a:lnTo>
                  <a:lnTo>
                    <a:pt x="6973652" y="3044875"/>
                  </a:lnTo>
                  <a:lnTo>
                    <a:pt x="6975553" y="3009712"/>
                  </a:lnTo>
                  <a:lnTo>
                    <a:pt x="6977454" y="2964105"/>
                  </a:lnTo>
                  <a:lnTo>
                    <a:pt x="6979355" y="2922203"/>
                  </a:lnTo>
                  <a:lnTo>
                    <a:pt x="6981257" y="2935311"/>
                  </a:lnTo>
                  <a:lnTo>
                    <a:pt x="6983158" y="2912823"/>
                  </a:lnTo>
                  <a:lnTo>
                    <a:pt x="6985059" y="2955736"/>
                  </a:lnTo>
                  <a:lnTo>
                    <a:pt x="6986960" y="3053123"/>
                  </a:lnTo>
                  <a:lnTo>
                    <a:pt x="6988861" y="3116972"/>
                  </a:lnTo>
                  <a:lnTo>
                    <a:pt x="6990763" y="3116972"/>
                  </a:lnTo>
                  <a:lnTo>
                    <a:pt x="6992664" y="3116972"/>
                  </a:lnTo>
                  <a:lnTo>
                    <a:pt x="6994565" y="3116972"/>
                  </a:lnTo>
                  <a:lnTo>
                    <a:pt x="6996466" y="3116972"/>
                  </a:lnTo>
                  <a:lnTo>
                    <a:pt x="6998368" y="3106051"/>
                  </a:lnTo>
                  <a:lnTo>
                    <a:pt x="7000269" y="3096775"/>
                  </a:lnTo>
                  <a:lnTo>
                    <a:pt x="7002170" y="3069351"/>
                  </a:lnTo>
                  <a:lnTo>
                    <a:pt x="7004071" y="3082146"/>
                  </a:lnTo>
                  <a:lnTo>
                    <a:pt x="7005972" y="3116972"/>
                  </a:lnTo>
                  <a:lnTo>
                    <a:pt x="7007874" y="3116972"/>
                  </a:lnTo>
                  <a:lnTo>
                    <a:pt x="7009775" y="3116972"/>
                  </a:lnTo>
                  <a:lnTo>
                    <a:pt x="7011676" y="3116972"/>
                  </a:lnTo>
                  <a:lnTo>
                    <a:pt x="7013577" y="3116972"/>
                  </a:lnTo>
                  <a:lnTo>
                    <a:pt x="7015478" y="3116972"/>
                  </a:lnTo>
                  <a:lnTo>
                    <a:pt x="7017380" y="3116972"/>
                  </a:lnTo>
                  <a:lnTo>
                    <a:pt x="7019281" y="3116972"/>
                  </a:lnTo>
                  <a:lnTo>
                    <a:pt x="7021182" y="3116972"/>
                  </a:lnTo>
                  <a:lnTo>
                    <a:pt x="7023083" y="3116972"/>
                  </a:lnTo>
                  <a:lnTo>
                    <a:pt x="7024985" y="3116972"/>
                  </a:lnTo>
                  <a:lnTo>
                    <a:pt x="7026886" y="3116972"/>
                  </a:lnTo>
                  <a:lnTo>
                    <a:pt x="7028787" y="3108846"/>
                  </a:lnTo>
                  <a:lnTo>
                    <a:pt x="7030688" y="3017654"/>
                  </a:lnTo>
                  <a:lnTo>
                    <a:pt x="7032589" y="2959235"/>
                  </a:lnTo>
                  <a:lnTo>
                    <a:pt x="7034491" y="2955380"/>
                  </a:lnTo>
                  <a:lnTo>
                    <a:pt x="7036392" y="2928752"/>
                  </a:lnTo>
                  <a:lnTo>
                    <a:pt x="7038293" y="2917193"/>
                  </a:lnTo>
                  <a:lnTo>
                    <a:pt x="7040194" y="2936961"/>
                  </a:lnTo>
                  <a:lnTo>
                    <a:pt x="7042095" y="2971813"/>
                  </a:lnTo>
                  <a:lnTo>
                    <a:pt x="7043997" y="3002760"/>
                  </a:lnTo>
                  <a:lnTo>
                    <a:pt x="7045898" y="2937123"/>
                  </a:lnTo>
                  <a:lnTo>
                    <a:pt x="7047799" y="2930640"/>
                  </a:lnTo>
                  <a:lnTo>
                    <a:pt x="7049700" y="2919959"/>
                  </a:lnTo>
                  <a:lnTo>
                    <a:pt x="7051602" y="2870519"/>
                  </a:lnTo>
                  <a:lnTo>
                    <a:pt x="7053503" y="2854864"/>
                  </a:lnTo>
                  <a:lnTo>
                    <a:pt x="7055404" y="2851026"/>
                  </a:lnTo>
                  <a:lnTo>
                    <a:pt x="7057305" y="2867203"/>
                  </a:lnTo>
                  <a:lnTo>
                    <a:pt x="7059206" y="2919369"/>
                  </a:lnTo>
                  <a:lnTo>
                    <a:pt x="7061108" y="2940551"/>
                  </a:lnTo>
                  <a:lnTo>
                    <a:pt x="7063009" y="2926700"/>
                  </a:lnTo>
                  <a:lnTo>
                    <a:pt x="7064910" y="2877733"/>
                  </a:lnTo>
                  <a:lnTo>
                    <a:pt x="7066811" y="2890919"/>
                  </a:lnTo>
                  <a:lnTo>
                    <a:pt x="7068712" y="2973190"/>
                  </a:lnTo>
                  <a:lnTo>
                    <a:pt x="7070614" y="3001271"/>
                  </a:lnTo>
                  <a:lnTo>
                    <a:pt x="7072515" y="3050126"/>
                  </a:lnTo>
                  <a:lnTo>
                    <a:pt x="7074416" y="3091754"/>
                  </a:lnTo>
                  <a:lnTo>
                    <a:pt x="7076317" y="3110064"/>
                  </a:lnTo>
                  <a:lnTo>
                    <a:pt x="7078219" y="3113314"/>
                  </a:lnTo>
                  <a:lnTo>
                    <a:pt x="7080120" y="3112497"/>
                  </a:lnTo>
                  <a:lnTo>
                    <a:pt x="7082021" y="3071492"/>
                  </a:lnTo>
                  <a:lnTo>
                    <a:pt x="7083922" y="3004592"/>
                  </a:lnTo>
                  <a:lnTo>
                    <a:pt x="7085823" y="3014644"/>
                  </a:lnTo>
                  <a:lnTo>
                    <a:pt x="7087725" y="3034816"/>
                  </a:lnTo>
                  <a:lnTo>
                    <a:pt x="7089626" y="3002811"/>
                  </a:lnTo>
                  <a:lnTo>
                    <a:pt x="7091527" y="2919698"/>
                  </a:lnTo>
                  <a:lnTo>
                    <a:pt x="7093428" y="2931386"/>
                  </a:lnTo>
                  <a:lnTo>
                    <a:pt x="7095329" y="2928879"/>
                  </a:lnTo>
                  <a:lnTo>
                    <a:pt x="7097231" y="2919535"/>
                  </a:lnTo>
                  <a:lnTo>
                    <a:pt x="7099132" y="2962132"/>
                  </a:lnTo>
                  <a:lnTo>
                    <a:pt x="7101033" y="3026914"/>
                  </a:lnTo>
                  <a:lnTo>
                    <a:pt x="7102934" y="3030546"/>
                  </a:lnTo>
                  <a:lnTo>
                    <a:pt x="7104836" y="2967348"/>
                  </a:lnTo>
                  <a:lnTo>
                    <a:pt x="7106737" y="2921774"/>
                  </a:lnTo>
                  <a:lnTo>
                    <a:pt x="7108638" y="2911242"/>
                  </a:lnTo>
                  <a:lnTo>
                    <a:pt x="7110539" y="2914530"/>
                  </a:lnTo>
                  <a:lnTo>
                    <a:pt x="7112440" y="2923748"/>
                  </a:lnTo>
                  <a:lnTo>
                    <a:pt x="7114342" y="3010340"/>
                  </a:lnTo>
                  <a:lnTo>
                    <a:pt x="7116243" y="3078513"/>
                  </a:lnTo>
                  <a:lnTo>
                    <a:pt x="7118144" y="3116972"/>
                  </a:lnTo>
                  <a:lnTo>
                    <a:pt x="7120045" y="3116972"/>
                  </a:lnTo>
                  <a:lnTo>
                    <a:pt x="7121946" y="3116972"/>
                  </a:lnTo>
                  <a:lnTo>
                    <a:pt x="7123848" y="3116972"/>
                  </a:lnTo>
                  <a:lnTo>
                    <a:pt x="7125749" y="3116972"/>
                  </a:lnTo>
                  <a:lnTo>
                    <a:pt x="7127650" y="3116972"/>
                  </a:lnTo>
                  <a:lnTo>
                    <a:pt x="7129551" y="3082540"/>
                  </a:lnTo>
                  <a:lnTo>
                    <a:pt x="7131453" y="3045893"/>
                  </a:lnTo>
                  <a:lnTo>
                    <a:pt x="7133354" y="3061671"/>
                  </a:lnTo>
                  <a:lnTo>
                    <a:pt x="7135255" y="3068041"/>
                  </a:lnTo>
                  <a:lnTo>
                    <a:pt x="7137156" y="3042724"/>
                  </a:lnTo>
                  <a:lnTo>
                    <a:pt x="7139057" y="2992114"/>
                  </a:lnTo>
                  <a:lnTo>
                    <a:pt x="7140959" y="2923801"/>
                  </a:lnTo>
                  <a:lnTo>
                    <a:pt x="7142860" y="2806538"/>
                  </a:lnTo>
                  <a:lnTo>
                    <a:pt x="7144761" y="2766057"/>
                  </a:lnTo>
                  <a:lnTo>
                    <a:pt x="7146662" y="2813975"/>
                  </a:lnTo>
                  <a:lnTo>
                    <a:pt x="7148563" y="2903039"/>
                  </a:lnTo>
                  <a:lnTo>
                    <a:pt x="7150465" y="2925081"/>
                  </a:lnTo>
                  <a:lnTo>
                    <a:pt x="7152366" y="2886651"/>
                  </a:lnTo>
                  <a:lnTo>
                    <a:pt x="7154267" y="2949780"/>
                  </a:lnTo>
                  <a:lnTo>
                    <a:pt x="7156168" y="2998625"/>
                  </a:lnTo>
                  <a:lnTo>
                    <a:pt x="7158070" y="2922635"/>
                  </a:lnTo>
                  <a:lnTo>
                    <a:pt x="7159971" y="2862869"/>
                  </a:lnTo>
                  <a:lnTo>
                    <a:pt x="7161872" y="2845880"/>
                  </a:lnTo>
                  <a:lnTo>
                    <a:pt x="7163773" y="2881674"/>
                  </a:lnTo>
                  <a:lnTo>
                    <a:pt x="7165674" y="2909455"/>
                  </a:lnTo>
                  <a:lnTo>
                    <a:pt x="7167576" y="2862506"/>
                  </a:lnTo>
                  <a:lnTo>
                    <a:pt x="7169477" y="2868606"/>
                  </a:lnTo>
                  <a:lnTo>
                    <a:pt x="7171378" y="2917554"/>
                  </a:lnTo>
                  <a:lnTo>
                    <a:pt x="7173279" y="3008898"/>
                  </a:lnTo>
                  <a:lnTo>
                    <a:pt x="7175180" y="3088756"/>
                  </a:lnTo>
                  <a:lnTo>
                    <a:pt x="7177082" y="3081600"/>
                  </a:lnTo>
                  <a:lnTo>
                    <a:pt x="7178983" y="3116972"/>
                  </a:lnTo>
                  <a:lnTo>
                    <a:pt x="7180884" y="3116972"/>
                  </a:lnTo>
                  <a:lnTo>
                    <a:pt x="7182785" y="3116972"/>
                  </a:lnTo>
                  <a:lnTo>
                    <a:pt x="7184687" y="3105950"/>
                  </a:lnTo>
                  <a:lnTo>
                    <a:pt x="7186588" y="3019151"/>
                  </a:lnTo>
                  <a:lnTo>
                    <a:pt x="7188489" y="2966133"/>
                  </a:lnTo>
                  <a:lnTo>
                    <a:pt x="7190390" y="2896364"/>
                  </a:lnTo>
                  <a:lnTo>
                    <a:pt x="7192291" y="2850925"/>
                  </a:lnTo>
                  <a:lnTo>
                    <a:pt x="7194193" y="2913553"/>
                  </a:lnTo>
                  <a:lnTo>
                    <a:pt x="7196094" y="2987551"/>
                  </a:lnTo>
                  <a:lnTo>
                    <a:pt x="7197995" y="3116972"/>
                  </a:lnTo>
                  <a:lnTo>
                    <a:pt x="7199896" y="3116972"/>
                  </a:lnTo>
                  <a:lnTo>
                    <a:pt x="7201797" y="3116972"/>
                  </a:lnTo>
                  <a:lnTo>
                    <a:pt x="7203699" y="3096615"/>
                  </a:lnTo>
                  <a:lnTo>
                    <a:pt x="7205600" y="3036456"/>
                  </a:lnTo>
                  <a:lnTo>
                    <a:pt x="7207501" y="2954427"/>
                  </a:lnTo>
                  <a:lnTo>
                    <a:pt x="7209402" y="2842179"/>
                  </a:lnTo>
                  <a:lnTo>
                    <a:pt x="7211304" y="2819219"/>
                  </a:lnTo>
                  <a:lnTo>
                    <a:pt x="7213205" y="2872949"/>
                  </a:lnTo>
                  <a:lnTo>
                    <a:pt x="7215106" y="2933452"/>
                  </a:lnTo>
                  <a:lnTo>
                    <a:pt x="7217007" y="2949139"/>
                  </a:lnTo>
                  <a:lnTo>
                    <a:pt x="7218908" y="2982224"/>
                  </a:lnTo>
                  <a:lnTo>
                    <a:pt x="7220810" y="2988379"/>
                  </a:lnTo>
                  <a:lnTo>
                    <a:pt x="7222711" y="2945557"/>
                  </a:lnTo>
                  <a:lnTo>
                    <a:pt x="7224612" y="2915413"/>
                  </a:lnTo>
                  <a:lnTo>
                    <a:pt x="7226513" y="2829666"/>
                  </a:lnTo>
                  <a:lnTo>
                    <a:pt x="7228414" y="2719019"/>
                  </a:lnTo>
                  <a:lnTo>
                    <a:pt x="7230316" y="2589808"/>
                  </a:lnTo>
                  <a:lnTo>
                    <a:pt x="7232217" y="2474234"/>
                  </a:lnTo>
                  <a:lnTo>
                    <a:pt x="7234118" y="2426117"/>
                  </a:lnTo>
                  <a:lnTo>
                    <a:pt x="7236019" y="2360616"/>
                  </a:lnTo>
                  <a:lnTo>
                    <a:pt x="7237921" y="2251047"/>
                  </a:lnTo>
                  <a:lnTo>
                    <a:pt x="7239822" y="2155406"/>
                  </a:lnTo>
                  <a:lnTo>
                    <a:pt x="7241723" y="2098749"/>
                  </a:lnTo>
                  <a:lnTo>
                    <a:pt x="7243624" y="2072369"/>
                  </a:lnTo>
                  <a:lnTo>
                    <a:pt x="7245525" y="2014798"/>
                  </a:lnTo>
                  <a:lnTo>
                    <a:pt x="7247427" y="1898063"/>
                  </a:lnTo>
                  <a:lnTo>
                    <a:pt x="7249328" y="1833389"/>
                  </a:lnTo>
                  <a:lnTo>
                    <a:pt x="7251229" y="1804128"/>
                  </a:lnTo>
                  <a:lnTo>
                    <a:pt x="7253130" y="1738609"/>
                  </a:lnTo>
                  <a:lnTo>
                    <a:pt x="7255031" y="1651933"/>
                  </a:lnTo>
                  <a:lnTo>
                    <a:pt x="7256933" y="1642222"/>
                  </a:lnTo>
                  <a:lnTo>
                    <a:pt x="7258834" y="1715188"/>
                  </a:lnTo>
                  <a:lnTo>
                    <a:pt x="7260735" y="1785889"/>
                  </a:lnTo>
                  <a:lnTo>
                    <a:pt x="7262636" y="1918013"/>
                  </a:lnTo>
                  <a:lnTo>
                    <a:pt x="7264538" y="2078001"/>
                  </a:lnTo>
                  <a:lnTo>
                    <a:pt x="7266439" y="2235803"/>
                  </a:lnTo>
                  <a:lnTo>
                    <a:pt x="7268340" y="2330580"/>
                  </a:lnTo>
                  <a:lnTo>
                    <a:pt x="7270241" y="2401519"/>
                  </a:lnTo>
                  <a:lnTo>
                    <a:pt x="7272142" y="2482613"/>
                  </a:lnTo>
                  <a:lnTo>
                    <a:pt x="7274044" y="2535586"/>
                  </a:lnTo>
                  <a:lnTo>
                    <a:pt x="7275945" y="2525544"/>
                  </a:lnTo>
                  <a:lnTo>
                    <a:pt x="7277846" y="2445367"/>
                  </a:lnTo>
                  <a:lnTo>
                    <a:pt x="7279747" y="2388114"/>
                  </a:lnTo>
                  <a:lnTo>
                    <a:pt x="7281648" y="2375073"/>
                  </a:lnTo>
                  <a:lnTo>
                    <a:pt x="7283550" y="2299041"/>
                  </a:lnTo>
                  <a:lnTo>
                    <a:pt x="7285451" y="2176038"/>
                  </a:lnTo>
                  <a:lnTo>
                    <a:pt x="7287352" y="2178413"/>
                  </a:lnTo>
                  <a:lnTo>
                    <a:pt x="7289253" y="2264019"/>
                  </a:lnTo>
                  <a:lnTo>
                    <a:pt x="7291154" y="2266980"/>
                  </a:lnTo>
                  <a:lnTo>
                    <a:pt x="7293056" y="2232585"/>
                  </a:lnTo>
                  <a:lnTo>
                    <a:pt x="7294957" y="2266568"/>
                  </a:lnTo>
                  <a:lnTo>
                    <a:pt x="7296858" y="2284040"/>
                  </a:lnTo>
                  <a:lnTo>
                    <a:pt x="7298759" y="2220179"/>
                  </a:lnTo>
                  <a:lnTo>
                    <a:pt x="7300661" y="2101130"/>
                  </a:lnTo>
                  <a:lnTo>
                    <a:pt x="7302562" y="2025250"/>
                  </a:lnTo>
                  <a:lnTo>
                    <a:pt x="7304463" y="1912463"/>
                  </a:lnTo>
                  <a:lnTo>
                    <a:pt x="7306364" y="1801954"/>
                  </a:lnTo>
                  <a:lnTo>
                    <a:pt x="7308265" y="1793078"/>
                  </a:lnTo>
                  <a:lnTo>
                    <a:pt x="7310167" y="1757314"/>
                  </a:lnTo>
                  <a:lnTo>
                    <a:pt x="7312068" y="1796356"/>
                  </a:lnTo>
                  <a:lnTo>
                    <a:pt x="7313969" y="1847535"/>
                  </a:lnTo>
                  <a:lnTo>
                    <a:pt x="7315870" y="1924778"/>
                  </a:lnTo>
                  <a:lnTo>
                    <a:pt x="7317771" y="2024144"/>
                  </a:lnTo>
                  <a:lnTo>
                    <a:pt x="7319673" y="2089399"/>
                  </a:lnTo>
                  <a:lnTo>
                    <a:pt x="7321574" y="2188019"/>
                  </a:lnTo>
                  <a:lnTo>
                    <a:pt x="7323475" y="2226561"/>
                  </a:lnTo>
                  <a:lnTo>
                    <a:pt x="7325376" y="2332467"/>
                  </a:lnTo>
                  <a:lnTo>
                    <a:pt x="7327278" y="2432129"/>
                  </a:lnTo>
                  <a:lnTo>
                    <a:pt x="7329179" y="2432833"/>
                  </a:lnTo>
                  <a:lnTo>
                    <a:pt x="7331080" y="2425078"/>
                  </a:lnTo>
                  <a:lnTo>
                    <a:pt x="7332981" y="2443067"/>
                  </a:lnTo>
                  <a:lnTo>
                    <a:pt x="7334882" y="2451827"/>
                  </a:lnTo>
                  <a:lnTo>
                    <a:pt x="7336784" y="2392798"/>
                  </a:lnTo>
                  <a:lnTo>
                    <a:pt x="7338685" y="2294357"/>
                  </a:lnTo>
                  <a:lnTo>
                    <a:pt x="7340586" y="2236298"/>
                  </a:lnTo>
                  <a:lnTo>
                    <a:pt x="7342487" y="2146098"/>
                  </a:lnTo>
                  <a:lnTo>
                    <a:pt x="7344388" y="2033008"/>
                  </a:lnTo>
                  <a:lnTo>
                    <a:pt x="7346290" y="1907060"/>
                  </a:lnTo>
                  <a:lnTo>
                    <a:pt x="7348191" y="1782975"/>
                  </a:lnTo>
                  <a:lnTo>
                    <a:pt x="7350092" y="1721587"/>
                  </a:lnTo>
                  <a:lnTo>
                    <a:pt x="7351993" y="1688739"/>
                  </a:lnTo>
                  <a:lnTo>
                    <a:pt x="7353895" y="1625676"/>
                  </a:lnTo>
                  <a:lnTo>
                    <a:pt x="7355796" y="1684930"/>
                  </a:lnTo>
                  <a:lnTo>
                    <a:pt x="7357697" y="1799523"/>
                  </a:lnTo>
                  <a:lnTo>
                    <a:pt x="7359598" y="1933054"/>
                  </a:lnTo>
                  <a:lnTo>
                    <a:pt x="7361499" y="2034215"/>
                  </a:lnTo>
                  <a:lnTo>
                    <a:pt x="7363401" y="2066557"/>
                  </a:lnTo>
                  <a:lnTo>
                    <a:pt x="7365302" y="2198447"/>
                  </a:lnTo>
                  <a:lnTo>
                    <a:pt x="7367203" y="2215431"/>
                  </a:lnTo>
                  <a:lnTo>
                    <a:pt x="7369104" y="2204213"/>
                  </a:lnTo>
                  <a:lnTo>
                    <a:pt x="7371005" y="2199852"/>
                  </a:lnTo>
                  <a:lnTo>
                    <a:pt x="7372907" y="2181216"/>
                  </a:lnTo>
                  <a:lnTo>
                    <a:pt x="7374808" y="2282357"/>
                  </a:lnTo>
                  <a:lnTo>
                    <a:pt x="7376709" y="2362765"/>
                  </a:lnTo>
                  <a:lnTo>
                    <a:pt x="7378610" y="2452146"/>
                  </a:lnTo>
                  <a:lnTo>
                    <a:pt x="7380512" y="2517698"/>
                  </a:lnTo>
                  <a:lnTo>
                    <a:pt x="7382413" y="2573727"/>
                  </a:lnTo>
                  <a:lnTo>
                    <a:pt x="7384314" y="2681017"/>
                  </a:lnTo>
                  <a:lnTo>
                    <a:pt x="7386215" y="2698269"/>
                  </a:lnTo>
                  <a:lnTo>
                    <a:pt x="7388116" y="2645586"/>
                  </a:lnTo>
                  <a:lnTo>
                    <a:pt x="7390018" y="2573769"/>
                  </a:lnTo>
                  <a:lnTo>
                    <a:pt x="7391919" y="2466614"/>
                  </a:lnTo>
                  <a:lnTo>
                    <a:pt x="7393820" y="2418752"/>
                  </a:lnTo>
                  <a:lnTo>
                    <a:pt x="7395721" y="2392958"/>
                  </a:lnTo>
                  <a:lnTo>
                    <a:pt x="7397622" y="2416268"/>
                  </a:lnTo>
                  <a:lnTo>
                    <a:pt x="7399524" y="2499727"/>
                  </a:lnTo>
                  <a:lnTo>
                    <a:pt x="7401425" y="2626206"/>
                  </a:lnTo>
                  <a:lnTo>
                    <a:pt x="7403326" y="2788576"/>
                  </a:lnTo>
                  <a:lnTo>
                    <a:pt x="7405227" y="2824031"/>
                  </a:lnTo>
                  <a:lnTo>
                    <a:pt x="7407129" y="2794148"/>
                  </a:lnTo>
                  <a:lnTo>
                    <a:pt x="7409030" y="2778675"/>
                  </a:lnTo>
                  <a:lnTo>
                    <a:pt x="7410931" y="2731884"/>
                  </a:lnTo>
                  <a:lnTo>
                    <a:pt x="7412832" y="2611229"/>
                  </a:lnTo>
                  <a:lnTo>
                    <a:pt x="7414733" y="2508828"/>
                  </a:lnTo>
                  <a:lnTo>
                    <a:pt x="7416635" y="2484719"/>
                  </a:lnTo>
                  <a:lnTo>
                    <a:pt x="7418536" y="2480181"/>
                  </a:lnTo>
                  <a:lnTo>
                    <a:pt x="7420437" y="2460993"/>
                  </a:lnTo>
                  <a:lnTo>
                    <a:pt x="7422338" y="2449246"/>
                  </a:lnTo>
                  <a:lnTo>
                    <a:pt x="7424239" y="2403231"/>
                  </a:lnTo>
                  <a:lnTo>
                    <a:pt x="7426141" y="2340203"/>
                  </a:lnTo>
                  <a:lnTo>
                    <a:pt x="7428042" y="2290857"/>
                  </a:lnTo>
                  <a:lnTo>
                    <a:pt x="7429943" y="2250204"/>
                  </a:lnTo>
                  <a:lnTo>
                    <a:pt x="7431844" y="2217455"/>
                  </a:lnTo>
                  <a:lnTo>
                    <a:pt x="7433746" y="2199850"/>
                  </a:lnTo>
                  <a:lnTo>
                    <a:pt x="7435647" y="2225965"/>
                  </a:lnTo>
                  <a:lnTo>
                    <a:pt x="7437548" y="2294132"/>
                  </a:lnTo>
                  <a:lnTo>
                    <a:pt x="7439449" y="2361825"/>
                  </a:lnTo>
                  <a:lnTo>
                    <a:pt x="7441350" y="2414184"/>
                  </a:lnTo>
                  <a:lnTo>
                    <a:pt x="7443252" y="2451415"/>
                  </a:lnTo>
                  <a:lnTo>
                    <a:pt x="7445153" y="2450081"/>
                  </a:lnTo>
                  <a:lnTo>
                    <a:pt x="7447054" y="2471840"/>
                  </a:lnTo>
                  <a:lnTo>
                    <a:pt x="7448955" y="2515149"/>
                  </a:lnTo>
                  <a:lnTo>
                    <a:pt x="7450856" y="2549117"/>
                  </a:lnTo>
                  <a:lnTo>
                    <a:pt x="7452758" y="2570178"/>
                  </a:lnTo>
                  <a:lnTo>
                    <a:pt x="7454659" y="2637684"/>
                  </a:lnTo>
                  <a:lnTo>
                    <a:pt x="7456560" y="2732397"/>
                  </a:lnTo>
                  <a:lnTo>
                    <a:pt x="7458461" y="2791497"/>
                  </a:lnTo>
                  <a:lnTo>
                    <a:pt x="7460363" y="2828496"/>
                  </a:lnTo>
                  <a:lnTo>
                    <a:pt x="7462264" y="2791422"/>
                  </a:lnTo>
                  <a:lnTo>
                    <a:pt x="7464165" y="2726502"/>
                  </a:lnTo>
                  <a:lnTo>
                    <a:pt x="7466066" y="2637856"/>
                  </a:lnTo>
                  <a:lnTo>
                    <a:pt x="7467967" y="2680096"/>
                  </a:lnTo>
                  <a:lnTo>
                    <a:pt x="7469869" y="2728841"/>
                  </a:lnTo>
                  <a:lnTo>
                    <a:pt x="7471770" y="2684770"/>
                  </a:lnTo>
                  <a:lnTo>
                    <a:pt x="7473671" y="2684982"/>
                  </a:lnTo>
                  <a:lnTo>
                    <a:pt x="7475572" y="2781672"/>
                  </a:lnTo>
                  <a:lnTo>
                    <a:pt x="7477473" y="2832296"/>
                  </a:lnTo>
                  <a:lnTo>
                    <a:pt x="7479375" y="2713558"/>
                  </a:lnTo>
                  <a:lnTo>
                    <a:pt x="7481276" y="2664632"/>
                  </a:lnTo>
                  <a:lnTo>
                    <a:pt x="7483177" y="2719016"/>
                  </a:lnTo>
                  <a:lnTo>
                    <a:pt x="7485078" y="2739610"/>
                  </a:lnTo>
                  <a:lnTo>
                    <a:pt x="7486980" y="2686119"/>
                  </a:lnTo>
                  <a:lnTo>
                    <a:pt x="7488881" y="2587494"/>
                  </a:lnTo>
                  <a:lnTo>
                    <a:pt x="7490782" y="2573824"/>
                  </a:lnTo>
                  <a:lnTo>
                    <a:pt x="7492683" y="2516354"/>
                  </a:lnTo>
                  <a:lnTo>
                    <a:pt x="7494584" y="2406982"/>
                  </a:lnTo>
                  <a:lnTo>
                    <a:pt x="7496486" y="2407849"/>
                  </a:lnTo>
                  <a:lnTo>
                    <a:pt x="7498387" y="2469914"/>
                  </a:lnTo>
                  <a:lnTo>
                    <a:pt x="7500288" y="2614489"/>
                  </a:lnTo>
                  <a:lnTo>
                    <a:pt x="7502189" y="2736689"/>
                  </a:lnTo>
                  <a:lnTo>
                    <a:pt x="7504090" y="2849438"/>
                  </a:lnTo>
                  <a:lnTo>
                    <a:pt x="7505992" y="2985629"/>
                  </a:lnTo>
                  <a:lnTo>
                    <a:pt x="7507893" y="3051784"/>
                  </a:lnTo>
                  <a:lnTo>
                    <a:pt x="7509794" y="3047316"/>
                  </a:lnTo>
                  <a:lnTo>
                    <a:pt x="7511695" y="3020032"/>
                  </a:lnTo>
                  <a:lnTo>
                    <a:pt x="7513597" y="2901685"/>
                  </a:lnTo>
                  <a:lnTo>
                    <a:pt x="7515498" y="2770748"/>
                  </a:lnTo>
                  <a:lnTo>
                    <a:pt x="7517399" y="2649402"/>
                  </a:lnTo>
                  <a:lnTo>
                    <a:pt x="7519300" y="2565518"/>
                  </a:lnTo>
                  <a:lnTo>
                    <a:pt x="7521201" y="2589131"/>
                  </a:lnTo>
                  <a:lnTo>
                    <a:pt x="7523103" y="2520311"/>
                  </a:lnTo>
                  <a:lnTo>
                    <a:pt x="7525004" y="2522835"/>
                  </a:lnTo>
                  <a:lnTo>
                    <a:pt x="7526905" y="2568611"/>
                  </a:lnTo>
                  <a:lnTo>
                    <a:pt x="7528806" y="2616890"/>
                  </a:lnTo>
                  <a:lnTo>
                    <a:pt x="7530707" y="2572414"/>
                  </a:lnTo>
                  <a:lnTo>
                    <a:pt x="7532609" y="2443729"/>
                  </a:lnTo>
                  <a:lnTo>
                    <a:pt x="7534510" y="2485154"/>
                  </a:lnTo>
                  <a:lnTo>
                    <a:pt x="7536411" y="2523355"/>
                  </a:lnTo>
                  <a:lnTo>
                    <a:pt x="7538312" y="2505128"/>
                  </a:lnTo>
                  <a:lnTo>
                    <a:pt x="7540214" y="2441710"/>
                  </a:lnTo>
                  <a:lnTo>
                    <a:pt x="7542115" y="2439952"/>
                  </a:lnTo>
                  <a:lnTo>
                    <a:pt x="7544016" y="2423693"/>
                  </a:lnTo>
                  <a:lnTo>
                    <a:pt x="7545917" y="2364452"/>
                  </a:lnTo>
                  <a:lnTo>
                    <a:pt x="7547818" y="2326903"/>
                  </a:lnTo>
                  <a:lnTo>
                    <a:pt x="7549720" y="2335511"/>
                  </a:lnTo>
                  <a:lnTo>
                    <a:pt x="7551621" y="2411068"/>
                  </a:lnTo>
                  <a:lnTo>
                    <a:pt x="7553522" y="2443445"/>
                  </a:lnTo>
                  <a:lnTo>
                    <a:pt x="7555423" y="2500100"/>
                  </a:lnTo>
                  <a:lnTo>
                    <a:pt x="7557324" y="2595161"/>
                  </a:lnTo>
                  <a:lnTo>
                    <a:pt x="7559226" y="2697876"/>
                  </a:lnTo>
                  <a:lnTo>
                    <a:pt x="7561127" y="2792199"/>
                  </a:lnTo>
                  <a:lnTo>
                    <a:pt x="7563028" y="2804817"/>
                  </a:lnTo>
                  <a:lnTo>
                    <a:pt x="7564929" y="2778486"/>
                  </a:lnTo>
                  <a:lnTo>
                    <a:pt x="7566830" y="2705253"/>
                  </a:lnTo>
                  <a:lnTo>
                    <a:pt x="7568732" y="2603934"/>
                  </a:lnTo>
                  <a:lnTo>
                    <a:pt x="7570633" y="2482521"/>
                  </a:lnTo>
                  <a:lnTo>
                    <a:pt x="7572534" y="2282158"/>
                  </a:lnTo>
                  <a:lnTo>
                    <a:pt x="7574435" y="2125092"/>
                  </a:lnTo>
                  <a:lnTo>
                    <a:pt x="7576337" y="2099609"/>
                  </a:lnTo>
                  <a:lnTo>
                    <a:pt x="7578238" y="2146076"/>
                  </a:lnTo>
                  <a:lnTo>
                    <a:pt x="7580139" y="2097011"/>
                  </a:lnTo>
                  <a:lnTo>
                    <a:pt x="7582040" y="1986349"/>
                  </a:lnTo>
                  <a:lnTo>
                    <a:pt x="7583941" y="1967415"/>
                  </a:lnTo>
                  <a:lnTo>
                    <a:pt x="7585843" y="2046690"/>
                  </a:lnTo>
                  <a:lnTo>
                    <a:pt x="7587744" y="2109914"/>
                  </a:lnTo>
                  <a:lnTo>
                    <a:pt x="7589645" y="2158806"/>
                  </a:lnTo>
                  <a:lnTo>
                    <a:pt x="7591546" y="2280996"/>
                  </a:lnTo>
                  <a:lnTo>
                    <a:pt x="7593447" y="2405973"/>
                  </a:lnTo>
                  <a:lnTo>
                    <a:pt x="7595349" y="2498266"/>
                  </a:lnTo>
                  <a:lnTo>
                    <a:pt x="7597250" y="2537164"/>
                  </a:lnTo>
                  <a:lnTo>
                    <a:pt x="7599151" y="2558991"/>
                  </a:lnTo>
                  <a:lnTo>
                    <a:pt x="7601052" y="2557611"/>
                  </a:lnTo>
                  <a:lnTo>
                    <a:pt x="7602954" y="2544760"/>
                  </a:lnTo>
                  <a:lnTo>
                    <a:pt x="7604855" y="2586320"/>
                  </a:lnTo>
                  <a:lnTo>
                    <a:pt x="7606756" y="2586843"/>
                  </a:lnTo>
                  <a:lnTo>
                    <a:pt x="7608657" y="2551547"/>
                  </a:lnTo>
                  <a:lnTo>
                    <a:pt x="7610558" y="2510332"/>
                  </a:lnTo>
                  <a:lnTo>
                    <a:pt x="7612460" y="2461007"/>
                  </a:lnTo>
                  <a:lnTo>
                    <a:pt x="7614361" y="2471427"/>
                  </a:lnTo>
                  <a:lnTo>
                    <a:pt x="7616262" y="2511333"/>
                  </a:lnTo>
                  <a:lnTo>
                    <a:pt x="7618163" y="2532989"/>
                  </a:lnTo>
                  <a:lnTo>
                    <a:pt x="7620064" y="2595891"/>
                  </a:lnTo>
                  <a:lnTo>
                    <a:pt x="7621966" y="2704911"/>
                  </a:lnTo>
                  <a:lnTo>
                    <a:pt x="7623867" y="2860381"/>
                  </a:lnTo>
                  <a:lnTo>
                    <a:pt x="7625768" y="2924258"/>
                  </a:lnTo>
                  <a:lnTo>
                    <a:pt x="7627669" y="2941426"/>
                  </a:lnTo>
                  <a:lnTo>
                    <a:pt x="7629571" y="3030850"/>
                  </a:lnTo>
                  <a:lnTo>
                    <a:pt x="7631472" y="3110735"/>
                  </a:lnTo>
                  <a:lnTo>
                    <a:pt x="7633373" y="3112190"/>
                  </a:lnTo>
                  <a:lnTo>
                    <a:pt x="7635274" y="2999682"/>
                  </a:lnTo>
                  <a:lnTo>
                    <a:pt x="7637175" y="2892132"/>
                  </a:lnTo>
                  <a:lnTo>
                    <a:pt x="7639077" y="2873733"/>
                  </a:lnTo>
                  <a:lnTo>
                    <a:pt x="7640978" y="2838017"/>
                  </a:lnTo>
                  <a:lnTo>
                    <a:pt x="7642879" y="2814051"/>
                  </a:lnTo>
                  <a:lnTo>
                    <a:pt x="7644780" y="2819020"/>
                  </a:lnTo>
                  <a:lnTo>
                    <a:pt x="7646681" y="2866855"/>
                  </a:lnTo>
                  <a:lnTo>
                    <a:pt x="7648583" y="2939313"/>
                  </a:lnTo>
                  <a:lnTo>
                    <a:pt x="7650484" y="2940670"/>
                  </a:lnTo>
                  <a:lnTo>
                    <a:pt x="7652385" y="2966941"/>
                  </a:lnTo>
                  <a:lnTo>
                    <a:pt x="7654286" y="2980382"/>
                  </a:lnTo>
                  <a:lnTo>
                    <a:pt x="7656188" y="3010583"/>
                  </a:lnTo>
                  <a:lnTo>
                    <a:pt x="7658089" y="3067735"/>
                  </a:lnTo>
                  <a:lnTo>
                    <a:pt x="7659990" y="3079765"/>
                  </a:lnTo>
                  <a:lnTo>
                    <a:pt x="7661891" y="3049489"/>
                  </a:lnTo>
                  <a:lnTo>
                    <a:pt x="7663792" y="2997248"/>
                  </a:lnTo>
                  <a:lnTo>
                    <a:pt x="7665694" y="2950097"/>
                  </a:lnTo>
                  <a:lnTo>
                    <a:pt x="7667595" y="2904421"/>
                  </a:lnTo>
                  <a:lnTo>
                    <a:pt x="7669496" y="2856115"/>
                  </a:lnTo>
                  <a:lnTo>
                    <a:pt x="7671397" y="2896954"/>
                  </a:lnTo>
                  <a:lnTo>
                    <a:pt x="7673298" y="2986171"/>
                  </a:lnTo>
                  <a:lnTo>
                    <a:pt x="7675200" y="3078078"/>
                  </a:lnTo>
                  <a:lnTo>
                    <a:pt x="7677101" y="3116972"/>
                  </a:lnTo>
                  <a:lnTo>
                    <a:pt x="7679002" y="3096123"/>
                  </a:lnTo>
                  <a:lnTo>
                    <a:pt x="7680903" y="3044951"/>
                  </a:lnTo>
                  <a:lnTo>
                    <a:pt x="7682805" y="2977166"/>
                  </a:lnTo>
                  <a:lnTo>
                    <a:pt x="7684706" y="2930437"/>
                  </a:lnTo>
                  <a:lnTo>
                    <a:pt x="7686607" y="2876653"/>
                  </a:lnTo>
                  <a:lnTo>
                    <a:pt x="7688508" y="2800381"/>
                  </a:lnTo>
                  <a:lnTo>
                    <a:pt x="7690409" y="2791001"/>
                  </a:lnTo>
                  <a:lnTo>
                    <a:pt x="7692311" y="2866610"/>
                  </a:lnTo>
                  <a:lnTo>
                    <a:pt x="7694212" y="2940007"/>
                  </a:lnTo>
                  <a:lnTo>
                    <a:pt x="7696113" y="2954871"/>
                  </a:lnTo>
                  <a:lnTo>
                    <a:pt x="7698014" y="2976727"/>
                  </a:lnTo>
                  <a:lnTo>
                    <a:pt x="7699915" y="3016425"/>
                  </a:lnTo>
                  <a:lnTo>
                    <a:pt x="7701817" y="3093100"/>
                  </a:lnTo>
                  <a:lnTo>
                    <a:pt x="7703718" y="3059862"/>
                  </a:lnTo>
                  <a:lnTo>
                    <a:pt x="7705619" y="2981022"/>
                  </a:lnTo>
                  <a:lnTo>
                    <a:pt x="7707520" y="2900301"/>
                  </a:lnTo>
                  <a:lnTo>
                    <a:pt x="7709422" y="2834974"/>
                  </a:lnTo>
                  <a:lnTo>
                    <a:pt x="7711323" y="2846098"/>
                  </a:lnTo>
                  <a:lnTo>
                    <a:pt x="7713224" y="2866642"/>
                  </a:lnTo>
                  <a:lnTo>
                    <a:pt x="7715125" y="2856183"/>
                  </a:lnTo>
                  <a:lnTo>
                    <a:pt x="7717026" y="2778986"/>
                  </a:lnTo>
                  <a:lnTo>
                    <a:pt x="7718928" y="2752198"/>
                  </a:lnTo>
                  <a:lnTo>
                    <a:pt x="7720829" y="2765735"/>
                  </a:lnTo>
                  <a:lnTo>
                    <a:pt x="7722730" y="2777553"/>
                  </a:lnTo>
                  <a:lnTo>
                    <a:pt x="7724631" y="2741518"/>
                  </a:lnTo>
                  <a:lnTo>
                    <a:pt x="7726532" y="2738998"/>
                  </a:lnTo>
                  <a:lnTo>
                    <a:pt x="7728434" y="2830051"/>
                  </a:lnTo>
                  <a:lnTo>
                    <a:pt x="7730335" y="2885699"/>
                  </a:lnTo>
                  <a:lnTo>
                    <a:pt x="7732236" y="2891952"/>
                  </a:lnTo>
                  <a:lnTo>
                    <a:pt x="7734137" y="2854193"/>
                  </a:lnTo>
                  <a:lnTo>
                    <a:pt x="7736039" y="2846787"/>
                  </a:lnTo>
                  <a:lnTo>
                    <a:pt x="7737940" y="2881192"/>
                  </a:lnTo>
                  <a:lnTo>
                    <a:pt x="7739841" y="2936845"/>
                  </a:lnTo>
                  <a:lnTo>
                    <a:pt x="7741742" y="2933517"/>
                  </a:lnTo>
                  <a:lnTo>
                    <a:pt x="7743643" y="2870930"/>
                  </a:lnTo>
                  <a:lnTo>
                    <a:pt x="7745545" y="2786386"/>
                  </a:lnTo>
                  <a:lnTo>
                    <a:pt x="7747446" y="2767213"/>
                  </a:lnTo>
                  <a:lnTo>
                    <a:pt x="7749347" y="2784551"/>
                  </a:lnTo>
                  <a:lnTo>
                    <a:pt x="7751248" y="2729795"/>
                  </a:lnTo>
                  <a:lnTo>
                    <a:pt x="7753149" y="2745518"/>
                  </a:lnTo>
                  <a:lnTo>
                    <a:pt x="7755051" y="2848885"/>
                  </a:lnTo>
                  <a:lnTo>
                    <a:pt x="7756952" y="2890983"/>
                  </a:lnTo>
                  <a:lnTo>
                    <a:pt x="7758853" y="2821721"/>
                  </a:lnTo>
                  <a:lnTo>
                    <a:pt x="7760754" y="2770286"/>
                  </a:lnTo>
                  <a:lnTo>
                    <a:pt x="7762656" y="2736666"/>
                  </a:lnTo>
                  <a:lnTo>
                    <a:pt x="7764557" y="2706953"/>
                  </a:lnTo>
                  <a:lnTo>
                    <a:pt x="7766458" y="2682012"/>
                  </a:lnTo>
                  <a:lnTo>
                    <a:pt x="7768359" y="2740878"/>
                  </a:lnTo>
                  <a:lnTo>
                    <a:pt x="7770260" y="2775584"/>
                  </a:lnTo>
                  <a:lnTo>
                    <a:pt x="7772162" y="2785390"/>
                  </a:lnTo>
                  <a:lnTo>
                    <a:pt x="7774063" y="2772831"/>
                  </a:lnTo>
                  <a:lnTo>
                    <a:pt x="7775964" y="2793102"/>
                  </a:lnTo>
                  <a:lnTo>
                    <a:pt x="7777865" y="2795931"/>
                  </a:lnTo>
                  <a:lnTo>
                    <a:pt x="7779766" y="2757821"/>
                  </a:lnTo>
                  <a:lnTo>
                    <a:pt x="7781668" y="2805056"/>
                  </a:lnTo>
                  <a:lnTo>
                    <a:pt x="7783569" y="2818733"/>
                  </a:lnTo>
                  <a:lnTo>
                    <a:pt x="7785470" y="2836282"/>
                  </a:lnTo>
                  <a:lnTo>
                    <a:pt x="7787371" y="2809151"/>
                  </a:lnTo>
                  <a:lnTo>
                    <a:pt x="7789273" y="2843552"/>
                  </a:lnTo>
                  <a:lnTo>
                    <a:pt x="7791174" y="2914249"/>
                  </a:lnTo>
                  <a:lnTo>
                    <a:pt x="7793075" y="2911625"/>
                  </a:lnTo>
                  <a:lnTo>
                    <a:pt x="7794976" y="2919427"/>
                  </a:lnTo>
                  <a:lnTo>
                    <a:pt x="7796877" y="2884974"/>
                  </a:lnTo>
                  <a:lnTo>
                    <a:pt x="7798779" y="2832955"/>
                  </a:lnTo>
                  <a:lnTo>
                    <a:pt x="7800680" y="2764035"/>
                  </a:lnTo>
                  <a:lnTo>
                    <a:pt x="7802581" y="2698102"/>
                  </a:lnTo>
                  <a:lnTo>
                    <a:pt x="7804482" y="2730754"/>
                  </a:lnTo>
                  <a:lnTo>
                    <a:pt x="7806383" y="2658808"/>
                  </a:lnTo>
                  <a:lnTo>
                    <a:pt x="7808285" y="2662238"/>
                  </a:lnTo>
                  <a:lnTo>
                    <a:pt x="7810186" y="2745038"/>
                  </a:lnTo>
                  <a:lnTo>
                    <a:pt x="7812087" y="2838242"/>
                  </a:lnTo>
                  <a:lnTo>
                    <a:pt x="7813988" y="2945316"/>
                  </a:lnTo>
                  <a:lnTo>
                    <a:pt x="7815890" y="2963722"/>
                  </a:lnTo>
                  <a:lnTo>
                    <a:pt x="7817791" y="3083880"/>
                  </a:lnTo>
                  <a:lnTo>
                    <a:pt x="7819692" y="3116972"/>
                  </a:lnTo>
                  <a:lnTo>
                    <a:pt x="7821593" y="3116972"/>
                  </a:lnTo>
                  <a:lnTo>
                    <a:pt x="7823494" y="3116972"/>
                  </a:lnTo>
                  <a:lnTo>
                    <a:pt x="7825396" y="3116972"/>
                  </a:lnTo>
                  <a:lnTo>
                    <a:pt x="7827297" y="3098626"/>
                  </a:lnTo>
                  <a:lnTo>
                    <a:pt x="7829198" y="3051363"/>
                  </a:lnTo>
                  <a:lnTo>
                    <a:pt x="7831099" y="2959453"/>
                  </a:lnTo>
                  <a:lnTo>
                    <a:pt x="7833000" y="2821371"/>
                  </a:lnTo>
                  <a:lnTo>
                    <a:pt x="7834902" y="2736083"/>
                  </a:lnTo>
                  <a:lnTo>
                    <a:pt x="7836803" y="2717805"/>
                  </a:lnTo>
                  <a:lnTo>
                    <a:pt x="7838704" y="2636001"/>
                  </a:lnTo>
                  <a:lnTo>
                    <a:pt x="7840605" y="2540798"/>
                  </a:lnTo>
                  <a:lnTo>
                    <a:pt x="7842507" y="2538621"/>
                  </a:lnTo>
                  <a:lnTo>
                    <a:pt x="7844408" y="2600499"/>
                  </a:lnTo>
                  <a:lnTo>
                    <a:pt x="7846309" y="2641500"/>
                  </a:lnTo>
                  <a:lnTo>
                    <a:pt x="7848210" y="2665769"/>
                  </a:lnTo>
                  <a:lnTo>
                    <a:pt x="7850111" y="2742322"/>
                  </a:lnTo>
                  <a:lnTo>
                    <a:pt x="7852013" y="2840231"/>
                  </a:lnTo>
                  <a:lnTo>
                    <a:pt x="7853914" y="2855477"/>
                  </a:lnTo>
                  <a:lnTo>
                    <a:pt x="7855815" y="2784546"/>
                  </a:lnTo>
                  <a:lnTo>
                    <a:pt x="7857716" y="2787996"/>
                  </a:lnTo>
                  <a:lnTo>
                    <a:pt x="7859617" y="2784653"/>
                  </a:lnTo>
                  <a:lnTo>
                    <a:pt x="7861519" y="2771510"/>
                  </a:lnTo>
                  <a:lnTo>
                    <a:pt x="7863420" y="2673585"/>
                  </a:lnTo>
                  <a:lnTo>
                    <a:pt x="7865321" y="2639989"/>
                  </a:lnTo>
                  <a:lnTo>
                    <a:pt x="7867222" y="2637482"/>
                  </a:lnTo>
                  <a:lnTo>
                    <a:pt x="7869123" y="2573599"/>
                  </a:lnTo>
                  <a:lnTo>
                    <a:pt x="7871025" y="2526925"/>
                  </a:lnTo>
                  <a:lnTo>
                    <a:pt x="7872926" y="2577888"/>
                  </a:lnTo>
                  <a:lnTo>
                    <a:pt x="7874827" y="2656086"/>
                  </a:lnTo>
                  <a:lnTo>
                    <a:pt x="7876728" y="2633081"/>
                  </a:lnTo>
                  <a:lnTo>
                    <a:pt x="7878630" y="2649446"/>
                  </a:lnTo>
                  <a:lnTo>
                    <a:pt x="7880531" y="2655916"/>
                  </a:lnTo>
                  <a:lnTo>
                    <a:pt x="7882432" y="2614477"/>
                  </a:lnTo>
                  <a:lnTo>
                    <a:pt x="7884333" y="2560589"/>
                  </a:lnTo>
                  <a:lnTo>
                    <a:pt x="7886234" y="2515928"/>
                  </a:lnTo>
                  <a:lnTo>
                    <a:pt x="7888136" y="2541718"/>
                  </a:lnTo>
                  <a:lnTo>
                    <a:pt x="7890037" y="2519370"/>
                  </a:lnTo>
                  <a:lnTo>
                    <a:pt x="7891938" y="2512855"/>
                  </a:lnTo>
                  <a:lnTo>
                    <a:pt x="7893839" y="2584340"/>
                  </a:lnTo>
                  <a:lnTo>
                    <a:pt x="7895740" y="2624708"/>
                  </a:lnTo>
                  <a:lnTo>
                    <a:pt x="7897642" y="2561339"/>
                  </a:lnTo>
                  <a:lnTo>
                    <a:pt x="7899543" y="2444825"/>
                  </a:lnTo>
                  <a:lnTo>
                    <a:pt x="7901444" y="2444857"/>
                  </a:lnTo>
                  <a:lnTo>
                    <a:pt x="7903345" y="2586394"/>
                  </a:lnTo>
                  <a:lnTo>
                    <a:pt x="7905247" y="2673047"/>
                  </a:lnTo>
                  <a:lnTo>
                    <a:pt x="7907148" y="2678677"/>
                  </a:lnTo>
                  <a:lnTo>
                    <a:pt x="7909049" y="2809450"/>
                  </a:lnTo>
                  <a:lnTo>
                    <a:pt x="7910950" y="3028693"/>
                  </a:lnTo>
                  <a:lnTo>
                    <a:pt x="7912851" y="3116972"/>
                  </a:lnTo>
                  <a:lnTo>
                    <a:pt x="7914753" y="3116972"/>
                  </a:lnTo>
                  <a:lnTo>
                    <a:pt x="7916654" y="3116972"/>
                  </a:lnTo>
                  <a:lnTo>
                    <a:pt x="7918555" y="3116972"/>
                  </a:lnTo>
                  <a:lnTo>
                    <a:pt x="7920456" y="3116972"/>
                  </a:lnTo>
                  <a:lnTo>
                    <a:pt x="7922357" y="3116972"/>
                  </a:lnTo>
                  <a:lnTo>
                    <a:pt x="7924259" y="3051601"/>
                  </a:lnTo>
                  <a:lnTo>
                    <a:pt x="7926160" y="2875925"/>
                  </a:lnTo>
                  <a:lnTo>
                    <a:pt x="7928061" y="2690573"/>
                  </a:lnTo>
                  <a:lnTo>
                    <a:pt x="7929962" y="2479280"/>
                  </a:lnTo>
                  <a:lnTo>
                    <a:pt x="7931864" y="2327118"/>
                  </a:lnTo>
                  <a:lnTo>
                    <a:pt x="7933765" y="2223638"/>
                  </a:lnTo>
                  <a:lnTo>
                    <a:pt x="7935666" y="2144201"/>
                  </a:lnTo>
                  <a:lnTo>
                    <a:pt x="7937567" y="2082438"/>
                  </a:lnTo>
                  <a:lnTo>
                    <a:pt x="7939468" y="2051079"/>
                  </a:lnTo>
                  <a:lnTo>
                    <a:pt x="7941370" y="2102740"/>
                  </a:lnTo>
                  <a:lnTo>
                    <a:pt x="7943271" y="2104954"/>
                  </a:lnTo>
                  <a:lnTo>
                    <a:pt x="7945172" y="2050902"/>
                  </a:lnTo>
                  <a:lnTo>
                    <a:pt x="7947073" y="1997464"/>
                  </a:lnTo>
                  <a:lnTo>
                    <a:pt x="7948974" y="2022422"/>
                  </a:lnTo>
                  <a:lnTo>
                    <a:pt x="7950876" y="2034360"/>
                  </a:lnTo>
                  <a:lnTo>
                    <a:pt x="7952777" y="1997396"/>
                  </a:lnTo>
                  <a:lnTo>
                    <a:pt x="7954678" y="2013082"/>
                  </a:lnTo>
                  <a:lnTo>
                    <a:pt x="7956579" y="2073446"/>
                  </a:lnTo>
                  <a:lnTo>
                    <a:pt x="7958481" y="2089485"/>
                  </a:lnTo>
                  <a:lnTo>
                    <a:pt x="7960382" y="2094536"/>
                  </a:lnTo>
                  <a:lnTo>
                    <a:pt x="7962283" y="2138146"/>
                  </a:lnTo>
                  <a:lnTo>
                    <a:pt x="7964184" y="2217023"/>
                  </a:lnTo>
                  <a:lnTo>
                    <a:pt x="7966085" y="2215046"/>
                  </a:lnTo>
                  <a:lnTo>
                    <a:pt x="7967987" y="2194764"/>
                  </a:lnTo>
                  <a:lnTo>
                    <a:pt x="7969888" y="2263369"/>
                  </a:lnTo>
                  <a:lnTo>
                    <a:pt x="7971789" y="2374075"/>
                  </a:lnTo>
                  <a:lnTo>
                    <a:pt x="7973690" y="2418910"/>
                  </a:lnTo>
                  <a:lnTo>
                    <a:pt x="7975591" y="2442063"/>
                  </a:lnTo>
                  <a:lnTo>
                    <a:pt x="7977493" y="2490187"/>
                  </a:lnTo>
                  <a:lnTo>
                    <a:pt x="7979394" y="2458680"/>
                  </a:lnTo>
                  <a:lnTo>
                    <a:pt x="7981295" y="2413417"/>
                  </a:lnTo>
                  <a:lnTo>
                    <a:pt x="7983196" y="2412288"/>
                  </a:lnTo>
                  <a:lnTo>
                    <a:pt x="7985098" y="2487778"/>
                  </a:lnTo>
                  <a:lnTo>
                    <a:pt x="7986999" y="2480325"/>
                  </a:lnTo>
                  <a:lnTo>
                    <a:pt x="7988900" y="2439157"/>
                  </a:lnTo>
                  <a:lnTo>
                    <a:pt x="7990801" y="2478609"/>
                  </a:lnTo>
                  <a:lnTo>
                    <a:pt x="7992702" y="2531299"/>
                  </a:lnTo>
                  <a:lnTo>
                    <a:pt x="7994604" y="2579989"/>
                  </a:lnTo>
                  <a:lnTo>
                    <a:pt x="7996505" y="2636740"/>
                  </a:lnTo>
                  <a:lnTo>
                    <a:pt x="7998406" y="2775908"/>
                  </a:lnTo>
                  <a:lnTo>
                    <a:pt x="8000307" y="2917708"/>
                  </a:lnTo>
                  <a:lnTo>
                    <a:pt x="8002208" y="2997925"/>
                  </a:lnTo>
                  <a:lnTo>
                    <a:pt x="8004110" y="3071217"/>
                  </a:lnTo>
                  <a:lnTo>
                    <a:pt x="8006011" y="3100835"/>
                  </a:lnTo>
                  <a:lnTo>
                    <a:pt x="8007912" y="3061839"/>
                  </a:lnTo>
                  <a:lnTo>
                    <a:pt x="8009813" y="2935814"/>
                  </a:lnTo>
                  <a:lnTo>
                    <a:pt x="8011715" y="2819892"/>
                  </a:lnTo>
                  <a:lnTo>
                    <a:pt x="8013616" y="2761424"/>
                  </a:lnTo>
                  <a:lnTo>
                    <a:pt x="8015517" y="2661870"/>
                  </a:lnTo>
                  <a:lnTo>
                    <a:pt x="8017418" y="2533000"/>
                  </a:lnTo>
                  <a:lnTo>
                    <a:pt x="8019319" y="2449357"/>
                  </a:lnTo>
                  <a:lnTo>
                    <a:pt x="8021221" y="2560199"/>
                  </a:lnTo>
                  <a:lnTo>
                    <a:pt x="8023122" y="2671120"/>
                  </a:lnTo>
                  <a:lnTo>
                    <a:pt x="8025023" y="2714868"/>
                  </a:lnTo>
                  <a:lnTo>
                    <a:pt x="8026924" y="2829667"/>
                  </a:lnTo>
                  <a:lnTo>
                    <a:pt x="8028825" y="2946897"/>
                  </a:lnTo>
                  <a:lnTo>
                    <a:pt x="8030727" y="3010594"/>
                  </a:lnTo>
                  <a:lnTo>
                    <a:pt x="8032628" y="2982263"/>
                  </a:lnTo>
                  <a:lnTo>
                    <a:pt x="8034529" y="2946021"/>
                  </a:lnTo>
                  <a:lnTo>
                    <a:pt x="8036430" y="2949004"/>
                  </a:lnTo>
                  <a:lnTo>
                    <a:pt x="8038332" y="2891600"/>
                  </a:lnTo>
                  <a:lnTo>
                    <a:pt x="8040233" y="2850484"/>
                  </a:lnTo>
                  <a:lnTo>
                    <a:pt x="8042134" y="2872978"/>
                  </a:lnTo>
                  <a:lnTo>
                    <a:pt x="8044035" y="2826882"/>
                  </a:lnTo>
                  <a:lnTo>
                    <a:pt x="8045936" y="2775701"/>
                  </a:lnTo>
                  <a:lnTo>
                    <a:pt x="8047838" y="2741270"/>
                  </a:lnTo>
                  <a:lnTo>
                    <a:pt x="8049739" y="2794018"/>
                  </a:lnTo>
                  <a:lnTo>
                    <a:pt x="8051640" y="2864640"/>
                  </a:lnTo>
                  <a:lnTo>
                    <a:pt x="8053541" y="2775880"/>
                  </a:lnTo>
                  <a:lnTo>
                    <a:pt x="8055442" y="2736356"/>
                  </a:lnTo>
                  <a:lnTo>
                    <a:pt x="8057344" y="2806182"/>
                  </a:lnTo>
                  <a:lnTo>
                    <a:pt x="8059245" y="2765096"/>
                  </a:lnTo>
                  <a:lnTo>
                    <a:pt x="8061146" y="2693327"/>
                  </a:lnTo>
                  <a:lnTo>
                    <a:pt x="8063047" y="2640475"/>
                  </a:lnTo>
                  <a:lnTo>
                    <a:pt x="8064949" y="2694232"/>
                  </a:lnTo>
                  <a:lnTo>
                    <a:pt x="8066850" y="2721698"/>
                  </a:lnTo>
                  <a:lnTo>
                    <a:pt x="8068751" y="2699773"/>
                  </a:lnTo>
                  <a:lnTo>
                    <a:pt x="8070652" y="2740109"/>
                  </a:lnTo>
                  <a:lnTo>
                    <a:pt x="8072553" y="2712566"/>
                  </a:lnTo>
                  <a:lnTo>
                    <a:pt x="8074455" y="2646985"/>
                  </a:lnTo>
                  <a:lnTo>
                    <a:pt x="8076356" y="2596015"/>
                  </a:lnTo>
                  <a:lnTo>
                    <a:pt x="8078257" y="2522314"/>
                  </a:lnTo>
                  <a:lnTo>
                    <a:pt x="8080158" y="2437307"/>
                  </a:lnTo>
                  <a:lnTo>
                    <a:pt x="8082059" y="2464959"/>
                  </a:lnTo>
                  <a:lnTo>
                    <a:pt x="8083961" y="2407745"/>
                  </a:lnTo>
                  <a:lnTo>
                    <a:pt x="8085862" y="2322605"/>
                  </a:lnTo>
                  <a:lnTo>
                    <a:pt x="8087763" y="2349210"/>
                  </a:lnTo>
                  <a:lnTo>
                    <a:pt x="8089664" y="2423866"/>
                  </a:lnTo>
                  <a:lnTo>
                    <a:pt x="8091566" y="2487046"/>
                  </a:lnTo>
                  <a:lnTo>
                    <a:pt x="8093467" y="2438466"/>
                  </a:lnTo>
                  <a:lnTo>
                    <a:pt x="8095368" y="2497190"/>
                  </a:lnTo>
                  <a:lnTo>
                    <a:pt x="8097269" y="2565613"/>
                  </a:lnTo>
                  <a:lnTo>
                    <a:pt x="8099170" y="2533128"/>
                  </a:lnTo>
                  <a:lnTo>
                    <a:pt x="8101072" y="2495429"/>
                  </a:lnTo>
                  <a:lnTo>
                    <a:pt x="8102973" y="2466367"/>
                  </a:lnTo>
                  <a:lnTo>
                    <a:pt x="8104874" y="2496589"/>
                  </a:lnTo>
                  <a:lnTo>
                    <a:pt x="8106775" y="2616373"/>
                  </a:lnTo>
                  <a:lnTo>
                    <a:pt x="8108676" y="2658447"/>
                  </a:lnTo>
                  <a:lnTo>
                    <a:pt x="8110578" y="2680373"/>
                  </a:lnTo>
                  <a:lnTo>
                    <a:pt x="8112479" y="2701639"/>
                  </a:lnTo>
                  <a:lnTo>
                    <a:pt x="8114380" y="2729734"/>
                  </a:lnTo>
                  <a:lnTo>
                    <a:pt x="8116281" y="2764432"/>
                  </a:lnTo>
                  <a:lnTo>
                    <a:pt x="8118183" y="2724684"/>
                  </a:lnTo>
                  <a:lnTo>
                    <a:pt x="8120084" y="2759122"/>
                  </a:lnTo>
                  <a:lnTo>
                    <a:pt x="8121985" y="2836719"/>
                  </a:lnTo>
                  <a:lnTo>
                    <a:pt x="8123886" y="2916713"/>
                  </a:lnTo>
                  <a:lnTo>
                    <a:pt x="8125787" y="2969985"/>
                  </a:lnTo>
                  <a:lnTo>
                    <a:pt x="8127689" y="2965828"/>
                  </a:lnTo>
                  <a:lnTo>
                    <a:pt x="8129590" y="2936305"/>
                  </a:lnTo>
                  <a:lnTo>
                    <a:pt x="8131491" y="2936828"/>
                  </a:lnTo>
                  <a:lnTo>
                    <a:pt x="8133392" y="2922413"/>
                  </a:lnTo>
                  <a:lnTo>
                    <a:pt x="8135293" y="2856401"/>
                  </a:lnTo>
                  <a:lnTo>
                    <a:pt x="8137195" y="2804748"/>
                  </a:lnTo>
                  <a:lnTo>
                    <a:pt x="8139096" y="2793722"/>
                  </a:lnTo>
                  <a:lnTo>
                    <a:pt x="8140997" y="2839056"/>
                  </a:lnTo>
                  <a:lnTo>
                    <a:pt x="8142898" y="2857075"/>
                  </a:lnTo>
                  <a:lnTo>
                    <a:pt x="8144799" y="2795910"/>
                  </a:lnTo>
                  <a:lnTo>
                    <a:pt x="8146701" y="2761679"/>
                  </a:lnTo>
                  <a:lnTo>
                    <a:pt x="8148602" y="2807328"/>
                  </a:lnTo>
                  <a:lnTo>
                    <a:pt x="8150503" y="2861383"/>
                  </a:lnTo>
                  <a:lnTo>
                    <a:pt x="8152404" y="2880908"/>
                  </a:lnTo>
                  <a:lnTo>
                    <a:pt x="8154306" y="2895251"/>
                  </a:lnTo>
                  <a:lnTo>
                    <a:pt x="8156207" y="2970967"/>
                  </a:lnTo>
                  <a:lnTo>
                    <a:pt x="8158108" y="3046766"/>
                  </a:lnTo>
                  <a:lnTo>
                    <a:pt x="8160009" y="3046202"/>
                  </a:lnTo>
                  <a:lnTo>
                    <a:pt x="8161910" y="3028261"/>
                  </a:lnTo>
                  <a:lnTo>
                    <a:pt x="8163812" y="2929778"/>
                  </a:lnTo>
                  <a:lnTo>
                    <a:pt x="8165713" y="2872412"/>
                  </a:lnTo>
                  <a:lnTo>
                    <a:pt x="8167614" y="2872413"/>
                  </a:lnTo>
                  <a:lnTo>
                    <a:pt x="8169515" y="2896857"/>
                  </a:lnTo>
                  <a:lnTo>
                    <a:pt x="8171416" y="2891257"/>
                  </a:lnTo>
                  <a:lnTo>
                    <a:pt x="8173318" y="2850375"/>
                  </a:lnTo>
                  <a:lnTo>
                    <a:pt x="8175219" y="2862331"/>
                  </a:lnTo>
                  <a:lnTo>
                    <a:pt x="8177120" y="2870865"/>
                  </a:lnTo>
                  <a:lnTo>
                    <a:pt x="8179021" y="2853559"/>
                  </a:lnTo>
                  <a:lnTo>
                    <a:pt x="8180923" y="2760169"/>
                  </a:lnTo>
                  <a:lnTo>
                    <a:pt x="8182824" y="2715826"/>
                  </a:lnTo>
                  <a:lnTo>
                    <a:pt x="8184725" y="2739709"/>
                  </a:lnTo>
                  <a:lnTo>
                    <a:pt x="8186626" y="2815561"/>
                  </a:lnTo>
                  <a:lnTo>
                    <a:pt x="8188527" y="2864393"/>
                  </a:lnTo>
                  <a:lnTo>
                    <a:pt x="8190429" y="2881701"/>
                  </a:lnTo>
                  <a:lnTo>
                    <a:pt x="8192330" y="2979594"/>
                  </a:lnTo>
                  <a:lnTo>
                    <a:pt x="8194231" y="2959939"/>
                  </a:lnTo>
                  <a:lnTo>
                    <a:pt x="8196132" y="2926694"/>
                  </a:lnTo>
                  <a:lnTo>
                    <a:pt x="8198033" y="2937367"/>
                  </a:lnTo>
                  <a:lnTo>
                    <a:pt x="8199935" y="2962912"/>
                  </a:lnTo>
                  <a:lnTo>
                    <a:pt x="8201836" y="2994775"/>
                  </a:lnTo>
                  <a:lnTo>
                    <a:pt x="8203737" y="2977578"/>
                  </a:lnTo>
                  <a:lnTo>
                    <a:pt x="8205638" y="3048620"/>
                  </a:lnTo>
                  <a:lnTo>
                    <a:pt x="8207540" y="3110147"/>
                  </a:lnTo>
                  <a:lnTo>
                    <a:pt x="8209441" y="3116972"/>
                  </a:lnTo>
                  <a:lnTo>
                    <a:pt x="8211342" y="3116972"/>
                  </a:lnTo>
                  <a:lnTo>
                    <a:pt x="8213243" y="3116972"/>
                  </a:lnTo>
                  <a:lnTo>
                    <a:pt x="8215144" y="3116972"/>
                  </a:lnTo>
                  <a:lnTo>
                    <a:pt x="8217046" y="3116972"/>
                  </a:lnTo>
                  <a:lnTo>
                    <a:pt x="8218947" y="3116972"/>
                  </a:lnTo>
                  <a:lnTo>
                    <a:pt x="8220848" y="3116972"/>
                  </a:lnTo>
                  <a:lnTo>
                    <a:pt x="8222749" y="2995631"/>
                  </a:lnTo>
                  <a:lnTo>
                    <a:pt x="8224650" y="2875744"/>
                  </a:lnTo>
                  <a:lnTo>
                    <a:pt x="8226552" y="2834796"/>
                  </a:lnTo>
                  <a:lnTo>
                    <a:pt x="8228453" y="2838167"/>
                  </a:lnTo>
                  <a:lnTo>
                    <a:pt x="8230354" y="2803618"/>
                  </a:lnTo>
                  <a:lnTo>
                    <a:pt x="8232255" y="2759528"/>
                  </a:lnTo>
                  <a:lnTo>
                    <a:pt x="8234157" y="2738787"/>
                  </a:lnTo>
                  <a:lnTo>
                    <a:pt x="8236058" y="2779042"/>
                  </a:lnTo>
                  <a:lnTo>
                    <a:pt x="8237959" y="2815959"/>
                  </a:lnTo>
                  <a:lnTo>
                    <a:pt x="8239860" y="2840686"/>
                  </a:lnTo>
                  <a:lnTo>
                    <a:pt x="8241761" y="2884724"/>
                  </a:lnTo>
                  <a:lnTo>
                    <a:pt x="8243663" y="2970521"/>
                  </a:lnTo>
                  <a:lnTo>
                    <a:pt x="8245564" y="3090521"/>
                  </a:lnTo>
                  <a:lnTo>
                    <a:pt x="8247465" y="3107189"/>
                  </a:lnTo>
                  <a:lnTo>
                    <a:pt x="8249366" y="3074609"/>
                  </a:lnTo>
                  <a:lnTo>
                    <a:pt x="8251267" y="3067775"/>
                  </a:lnTo>
                  <a:lnTo>
                    <a:pt x="8253169" y="3045068"/>
                  </a:lnTo>
                  <a:lnTo>
                    <a:pt x="8255070" y="3053460"/>
                  </a:lnTo>
                  <a:lnTo>
                    <a:pt x="8256971" y="3046062"/>
                  </a:lnTo>
                  <a:lnTo>
                    <a:pt x="8258872" y="3116972"/>
                  </a:lnTo>
                  <a:lnTo>
                    <a:pt x="8260774" y="3116972"/>
                  </a:lnTo>
                  <a:lnTo>
                    <a:pt x="8262675" y="3116972"/>
                  </a:lnTo>
                  <a:lnTo>
                    <a:pt x="8264576" y="3116972"/>
                  </a:lnTo>
                  <a:lnTo>
                    <a:pt x="8266477" y="3116972"/>
                  </a:lnTo>
                  <a:lnTo>
                    <a:pt x="8268378" y="3116972"/>
                  </a:lnTo>
                  <a:lnTo>
                    <a:pt x="8270280" y="3116972"/>
                  </a:lnTo>
                  <a:lnTo>
                    <a:pt x="8272181" y="3116972"/>
                  </a:lnTo>
                  <a:lnTo>
                    <a:pt x="8274082" y="3116972"/>
                  </a:lnTo>
                  <a:lnTo>
                    <a:pt x="8275983" y="3116972"/>
                  </a:lnTo>
                  <a:lnTo>
                    <a:pt x="8277884" y="3116972"/>
                  </a:lnTo>
                  <a:lnTo>
                    <a:pt x="8279786" y="3116972"/>
                  </a:lnTo>
                  <a:lnTo>
                    <a:pt x="8281687" y="3116972"/>
                  </a:lnTo>
                  <a:lnTo>
                    <a:pt x="8283588" y="3116972"/>
                  </a:lnTo>
                  <a:lnTo>
                    <a:pt x="8285489" y="3116972"/>
                  </a:lnTo>
                  <a:lnTo>
                    <a:pt x="8287391" y="3116972"/>
                  </a:lnTo>
                  <a:lnTo>
                    <a:pt x="8289292" y="3116972"/>
                  </a:lnTo>
                  <a:lnTo>
                    <a:pt x="8291193" y="3093640"/>
                  </a:lnTo>
                  <a:lnTo>
                    <a:pt x="8293094" y="3072086"/>
                  </a:lnTo>
                  <a:lnTo>
                    <a:pt x="8294995" y="3072086"/>
                  </a:lnTo>
                  <a:lnTo>
                    <a:pt x="8296897" y="3072086"/>
                  </a:lnTo>
                  <a:lnTo>
                    <a:pt x="8298798" y="3072086"/>
                  </a:lnTo>
                  <a:lnTo>
                    <a:pt x="8300699" y="3072086"/>
                  </a:lnTo>
                  <a:lnTo>
                    <a:pt x="8302600" y="3072086"/>
                  </a:lnTo>
                  <a:lnTo>
                    <a:pt x="8304501" y="3072086"/>
                  </a:lnTo>
                  <a:lnTo>
                    <a:pt x="8306403" y="3072086"/>
                  </a:lnTo>
                  <a:lnTo>
                    <a:pt x="8308304" y="3072086"/>
                  </a:lnTo>
                  <a:lnTo>
                    <a:pt x="8310205" y="3072086"/>
                  </a:lnTo>
                  <a:lnTo>
                    <a:pt x="8312106" y="3072086"/>
                  </a:lnTo>
                  <a:lnTo>
                    <a:pt x="8314008" y="3072086"/>
                  </a:lnTo>
                  <a:lnTo>
                    <a:pt x="8315909" y="3072086"/>
                  </a:lnTo>
                  <a:lnTo>
                    <a:pt x="8317810" y="3072086"/>
                  </a:lnTo>
                  <a:lnTo>
                    <a:pt x="8319711" y="3072086"/>
                  </a:lnTo>
                  <a:lnTo>
                    <a:pt x="8321612" y="3072086"/>
                  </a:lnTo>
                  <a:lnTo>
                    <a:pt x="8323514" y="3072086"/>
                  </a:lnTo>
                  <a:lnTo>
                    <a:pt x="8325415" y="3072086"/>
                  </a:lnTo>
                  <a:lnTo>
                    <a:pt x="8327316" y="3072086"/>
                  </a:lnTo>
                  <a:lnTo>
                    <a:pt x="8329217" y="3072086"/>
                  </a:lnTo>
                  <a:lnTo>
                    <a:pt x="8331118" y="3072086"/>
                  </a:lnTo>
                  <a:lnTo>
                    <a:pt x="8333020" y="3072086"/>
                  </a:lnTo>
                  <a:lnTo>
                    <a:pt x="8334921" y="3072086"/>
                  </a:lnTo>
                  <a:lnTo>
                    <a:pt x="8336822" y="3072086"/>
                  </a:lnTo>
                  <a:lnTo>
                    <a:pt x="8338723" y="3066486"/>
                  </a:lnTo>
                  <a:lnTo>
                    <a:pt x="8340625" y="3029836"/>
                  </a:lnTo>
                  <a:lnTo>
                    <a:pt x="8342526" y="3013321"/>
                  </a:lnTo>
                  <a:lnTo>
                    <a:pt x="8344427" y="3040754"/>
                  </a:lnTo>
                  <a:lnTo>
                    <a:pt x="8346328" y="3045340"/>
                  </a:lnTo>
                  <a:lnTo>
                    <a:pt x="8348229" y="3047409"/>
                  </a:lnTo>
                  <a:lnTo>
                    <a:pt x="8350131" y="3069628"/>
                  </a:lnTo>
                  <a:lnTo>
                    <a:pt x="8352032" y="3116972"/>
                  </a:lnTo>
                  <a:lnTo>
                    <a:pt x="8353933" y="3116972"/>
                  </a:lnTo>
                  <a:lnTo>
                    <a:pt x="8355834" y="3088723"/>
                  </a:lnTo>
                  <a:lnTo>
                    <a:pt x="8357735" y="3112756"/>
                  </a:lnTo>
                  <a:lnTo>
                    <a:pt x="8359637" y="3116972"/>
                  </a:lnTo>
                  <a:lnTo>
                    <a:pt x="8361538" y="3092795"/>
                  </a:lnTo>
                  <a:lnTo>
                    <a:pt x="8363439" y="3059169"/>
                  </a:lnTo>
                  <a:lnTo>
                    <a:pt x="8365340" y="3116972"/>
                  </a:lnTo>
                  <a:lnTo>
                    <a:pt x="8367242" y="3116972"/>
                  </a:lnTo>
                  <a:lnTo>
                    <a:pt x="8369143" y="3116972"/>
                  </a:lnTo>
                  <a:lnTo>
                    <a:pt x="8371044" y="3116972"/>
                  </a:lnTo>
                  <a:lnTo>
                    <a:pt x="8372945" y="3116972"/>
                  </a:lnTo>
                  <a:lnTo>
                    <a:pt x="8374846" y="3116972"/>
                  </a:lnTo>
                  <a:lnTo>
                    <a:pt x="8376748" y="3116972"/>
                  </a:lnTo>
                  <a:lnTo>
                    <a:pt x="8378649" y="3115104"/>
                  </a:lnTo>
                  <a:lnTo>
                    <a:pt x="8380550" y="3102440"/>
                  </a:lnTo>
                  <a:lnTo>
                    <a:pt x="8382451" y="3040254"/>
                  </a:lnTo>
                  <a:lnTo>
                    <a:pt x="8384352" y="3042601"/>
                  </a:lnTo>
                  <a:lnTo>
                    <a:pt x="8386254" y="2984529"/>
                  </a:lnTo>
                  <a:lnTo>
                    <a:pt x="8388155" y="2908837"/>
                  </a:lnTo>
                  <a:lnTo>
                    <a:pt x="8390056" y="2852286"/>
                  </a:lnTo>
                  <a:lnTo>
                    <a:pt x="8391957" y="2930572"/>
                  </a:lnTo>
                  <a:lnTo>
                    <a:pt x="8393859" y="3027643"/>
                  </a:lnTo>
                  <a:lnTo>
                    <a:pt x="8395760" y="3067066"/>
                  </a:lnTo>
                  <a:lnTo>
                    <a:pt x="8397661" y="3116972"/>
                  </a:lnTo>
                  <a:lnTo>
                    <a:pt x="8399562" y="3116972"/>
                  </a:lnTo>
                  <a:lnTo>
                    <a:pt x="8401463" y="3116972"/>
                  </a:lnTo>
                  <a:lnTo>
                    <a:pt x="8403365" y="3116972"/>
                  </a:lnTo>
                  <a:lnTo>
                    <a:pt x="8405266" y="3116972"/>
                  </a:lnTo>
                  <a:lnTo>
                    <a:pt x="8407167" y="3089993"/>
                  </a:lnTo>
                  <a:lnTo>
                    <a:pt x="8409068" y="3011967"/>
                  </a:lnTo>
                  <a:lnTo>
                    <a:pt x="8410969" y="3019128"/>
                  </a:lnTo>
                  <a:lnTo>
                    <a:pt x="8412871" y="3002966"/>
                  </a:lnTo>
                  <a:lnTo>
                    <a:pt x="8414772" y="2986497"/>
                  </a:lnTo>
                  <a:lnTo>
                    <a:pt x="8416673" y="2978553"/>
                  </a:lnTo>
                  <a:lnTo>
                    <a:pt x="8418574" y="2969168"/>
                  </a:lnTo>
                  <a:lnTo>
                    <a:pt x="8420476" y="2960906"/>
                  </a:lnTo>
                  <a:lnTo>
                    <a:pt x="8422377" y="2980958"/>
                  </a:lnTo>
                  <a:lnTo>
                    <a:pt x="8424278" y="3033283"/>
                  </a:lnTo>
                  <a:lnTo>
                    <a:pt x="8426179" y="3051739"/>
                  </a:lnTo>
                  <a:lnTo>
                    <a:pt x="8428080" y="3059684"/>
                  </a:lnTo>
                  <a:lnTo>
                    <a:pt x="8429982" y="3107381"/>
                  </a:lnTo>
                  <a:lnTo>
                    <a:pt x="8431883" y="3116972"/>
                  </a:lnTo>
                  <a:lnTo>
                    <a:pt x="8433784" y="3043128"/>
                  </a:lnTo>
                  <a:lnTo>
                    <a:pt x="8435685" y="3004492"/>
                  </a:lnTo>
                  <a:lnTo>
                    <a:pt x="8437586" y="3022795"/>
                  </a:lnTo>
                  <a:lnTo>
                    <a:pt x="8439488" y="3049095"/>
                  </a:lnTo>
                  <a:lnTo>
                    <a:pt x="8441389" y="3049095"/>
                  </a:lnTo>
                  <a:lnTo>
                    <a:pt x="8443290" y="3070160"/>
                  </a:lnTo>
                  <a:lnTo>
                    <a:pt x="8445191" y="3116206"/>
                  </a:lnTo>
                  <a:lnTo>
                    <a:pt x="8447092" y="3116972"/>
                  </a:lnTo>
                  <a:lnTo>
                    <a:pt x="8448994" y="3086543"/>
                  </a:lnTo>
                  <a:lnTo>
                    <a:pt x="8450895" y="3030772"/>
                  </a:lnTo>
                  <a:lnTo>
                    <a:pt x="8452796" y="3018123"/>
                  </a:lnTo>
                  <a:lnTo>
                    <a:pt x="8454697" y="3006660"/>
                  </a:lnTo>
                  <a:lnTo>
                    <a:pt x="8456599" y="3002082"/>
                  </a:lnTo>
                  <a:lnTo>
                    <a:pt x="8458500" y="2969764"/>
                  </a:lnTo>
                  <a:lnTo>
                    <a:pt x="8460401" y="2944216"/>
                  </a:lnTo>
                  <a:lnTo>
                    <a:pt x="8462302" y="2973683"/>
                  </a:lnTo>
                  <a:lnTo>
                    <a:pt x="8464203" y="2964048"/>
                  </a:lnTo>
                  <a:lnTo>
                    <a:pt x="8466105" y="2910088"/>
                  </a:lnTo>
                  <a:lnTo>
                    <a:pt x="8468006" y="2844818"/>
                  </a:lnTo>
                  <a:lnTo>
                    <a:pt x="8469907" y="2855095"/>
                  </a:lnTo>
                  <a:lnTo>
                    <a:pt x="8471808" y="2879927"/>
                  </a:lnTo>
                  <a:lnTo>
                    <a:pt x="8473709" y="2912682"/>
                  </a:lnTo>
                  <a:lnTo>
                    <a:pt x="8475611" y="2980053"/>
                  </a:lnTo>
                  <a:lnTo>
                    <a:pt x="8477512" y="3045473"/>
                  </a:lnTo>
                  <a:lnTo>
                    <a:pt x="8479413" y="3115323"/>
                  </a:lnTo>
                  <a:lnTo>
                    <a:pt x="8481314" y="3116972"/>
                  </a:lnTo>
                  <a:lnTo>
                    <a:pt x="8483216" y="3116972"/>
                  </a:lnTo>
                  <a:lnTo>
                    <a:pt x="8485117" y="3116972"/>
                  </a:lnTo>
                  <a:lnTo>
                    <a:pt x="8487018" y="3106724"/>
                  </a:lnTo>
                  <a:lnTo>
                    <a:pt x="8488919" y="3108794"/>
                  </a:lnTo>
                  <a:lnTo>
                    <a:pt x="8490820" y="3108794"/>
                  </a:lnTo>
                  <a:lnTo>
                    <a:pt x="8492722" y="3088786"/>
                  </a:lnTo>
                  <a:lnTo>
                    <a:pt x="8494623" y="3046997"/>
                  </a:lnTo>
                  <a:lnTo>
                    <a:pt x="8496524" y="3016671"/>
                  </a:lnTo>
                  <a:lnTo>
                    <a:pt x="8498425" y="3002294"/>
                  </a:lnTo>
                  <a:lnTo>
                    <a:pt x="8500326" y="2990334"/>
                  </a:lnTo>
                  <a:lnTo>
                    <a:pt x="8502228" y="2960324"/>
                  </a:lnTo>
                  <a:lnTo>
                    <a:pt x="8504129" y="2953463"/>
                  </a:lnTo>
                  <a:lnTo>
                    <a:pt x="8506030" y="2973066"/>
                  </a:lnTo>
                  <a:lnTo>
                    <a:pt x="8507931" y="2976476"/>
                  </a:lnTo>
                  <a:lnTo>
                    <a:pt x="8509833" y="2976476"/>
                  </a:lnTo>
                  <a:lnTo>
                    <a:pt x="8511734" y="2986367"/>
                  </a:lnTo>
                  <a:lnTo>
                    <a:pt x="8513635" y="3001292"/>
                  </a:lnTo>
                  <a:lnTo>
                    <a:pt x="8515536" y="2982015"/>
                  </a:lnTo>
                  <a:lnTo>
                    <a:pt x="8517437" y="2993291"/>
                  </a:lnTo>
                  <a:lnTo>
                    <a:pt x="8519339" y="3002014"/>
                  </a:lnTo>
                  <a:lnTo>
                    <a:pt x="8521240" y="3002014"/>
                  </a:lnTo>
                  <a:lnTo>
                    <a:pt x="8523141" y="3002015"/>
                  </a:lnTo>
                  <a:lnTo>
                    <a:pt x="8525042" y="3047472"/>
                  </a:lnTo>
                  <a:lnTo>
                    <a:pt x="8526943" y="3104045"/>
                  </a:lnTo>
                  <a:lnTo>
                    <a:pt x="8528845" y="3105884"/>
                  </a:lnTo>
                  <a:lnTo>
                    <a:pt x="8530746" y="3105884"/>
                  </a:lnTo>
                  <a:lnTo>
                    <a:pt x="8532647" y="3105885"/>
                  </a:lnTo>
                  <a:lnTo>
                    <a:pt x="8534548" y="3105885"/>
                  </a:lnTo>
                  <a:lnTo>
                    <a:pt x="8536450" y="3042900"/>
                  </a:lnTo>
                  <a:lnTo>
                    <a:pt x="8538351" y="2995244"/>
                  </a:lnTo>
                  <a:lnTo>
                    <a:pt x="8540252" y="3002247"/>
                  </a:lnTo>
                  <a:lnTo>
                    <a:pt x="8542153" y="2979902"/>
                  </a:lnTo>
                  <a:lnTo>
                    <a:pt x="8544054" y="2918419"/>
                  </a:lnTo>
                  <a:lnTo>
                    <a:pt x="8545956" y="2858296"/>
                  </a:lnTo>
                  <a:lnTo>
                    <a:pt x="8547857" y="2884488"/>
                  </a:lnTo>
                  <a:lnTo>
                    <a:pt x="8549758" y="2948260"/>
                  </a:lnTo>
                  <a:lnTo>
                    <a:pt x="8551659" y="2965889"/>
                  </a:lnTo>
                  <a:lnTo>
                    <a:pt x="8553560" y="2988232"/>
                  </a:lnTo>
                  <a:lnTo>
                    <a:pt x="8553560" y="3116972"/>
                  </a:lnTo>
                  <a:lnTo>
                    <a:pt x="8551659" y="3116972"/>
                  </a:lnTo>
                  <a:lnTo>
                    <a:pt x="8549758" y="3116972"/>
                  </a:lnTo>
                  <a:lnTo>
                    <a:pt x="8547857" y="3116972"/>
                  </a:lnTo>
                  <a:lnTo>
                    <a:pt x="8545956" y="3116972"/>
                  </a:lnTo>
                  <a:lnTo>
                    <a:pt x="8544054" y="3116972"/>
                  </a:lnTo>
                  <a:lnTo>
                    <a:pt x="8542153" y="3116972"/>
                  </a:lnTo>
                  <a:lnTo>
                    <a:pt x="8540252" y="3116972"/>
                  </a:lnTo>
                  <a:lnTo>
                    <a:pt x="8538351" y="3116972"/>
                  </a:lnTo>
                  <a:lnTo>
                    <a:pt x="8536450" y="3116972"/>
                  </a:lnTo>
                  <a:lnTo>
                    <a:pt x="8534548" y="3116972"/>
                  </a:lnTo>
                  <a:lnTo>
                    <a:pt x="8532647" y="3116972"/>
                  </a:lnTo>
                  <a:lnTo>
                    <a:pt x="8530746" y="3116972"/>
                  </a:lnTo>
                  <a:lnTo>
                    <a:pt x="8528845" y="3116972"/>
                  </a:lnTo>
                  <a:lnTo>
                    <a:pt x="8526943" y="3116972"/>
                  </a:lnTo>
                  <a:lnTo>
                    <a:pt x="8525042" y="3116972"/>
                  </a:lnTo>
                  <a:lnTo>
                    <a:pt x="8523141" y="3116972"/>
                  </a:lnTo>
                  <a:lnTo>
                    <a:pt x="8521240" y="3116972"/>
                  </a:lnTo>
                  <a:lnTo>
                    <a:pt x="8519339" y="3116972"/>
                  </a:lnTo>
                  <a:lnTo>
                    <a:pt x="8517437" y="3116972"/>
                  </a:lnTo>
                  <a:lnTo>
                    <a:pt x="8515536" y="3116972"/>
                  </a:lnTo>
                  <a:lnTo>
                    <a:pt x="8513635" y="3116972"/>
                  </a:lnTo>
                  <a:lnTo>
                    <a:pt x="8511734" y="3116972"/>
                  </a:lnTo>
                  <a:lnTo>
                    <a:pt x="8509833" y="3116972"/>
                  </a:lnTo>
                  <a:lnTo>
                    <a:pt x="8507931" y="3116972"/>
                  </a:lnTo>
                  <a:lnTo>
                    <a:pt x="8506030" y="3116972"/>
                  </a:lnTo>
                  <a:lnTo>
                    <a:pt x="8504129" y="3116972"/>
                  </a:lnTo>
                  <a:lnTo>
                    <a:pt x="8502228" y="3116972"/>
                  </a:lnTo>
                  <a:lnTo>
                    <a:pt x="8500326" y="3116972"/>
                  </a:lnTo>
                  <a:lnTo>
                    <a:pt x="8498425" y="3116972"/>
                  </a:lnTo>
                  <a:lnTo>
                    <a:pt x="8496524" y="3116972"/>
                  </a:lnTo>
                  <a:lnTo>
                    <a:pt x="8494623" y="3116972"/>
                  </a:lnTo>
                  <a:lnTo>
                    <a:pt x="8492722" y="3116972"/>
                  </a:lnTo>
                  <a:lnTo>
                    <a:pt x="8490820" y="3116972"/>
                  </a:lnTo>
                  <a:lnTo>
                    <a:pt x="8488919" y="3116972"/>
                  </a:lnTo>
                  <a:lnTo>
                    <a:pt x="8487018" y="3116972"/>
                  </a:lnTo>
                  <a:lnTo>
                    <a:pt x="8485117" y="3116972"/>
                  </a:lnTo>
                  <a:lnTo>
                    <a:pt x="8483216" y="3116972"/>
                  </a:lnTo>
                  <a:lnTo>
                    <a:pt x="8481314" y="3116972"/>
                  </a:lnTo>
                  <a:lnTo>
                    <a:pt x="8479413" y="3116972"/>
                  </a:lnTo>
                  <a:lnTo>
                    <a:pt x="8477512" y="3116972"/>
                  </a:lnTo>
                  <a:lnTo>
                    <a:pt x="8475611" y="3116972"/>
                  </a:lnTo>
                  <a:lnTo>
                    <a:pt x="8473709" y="3116972"/>
                  </a:lnTo>
                  <a:lnTo>
                    <a:pt x="8471808" y="3116972"/>
                  </a:lnTo>
                  <a:lnTo>
                    <a:pt x="8469907" y="3116972"/>
                  </a:lnTo>
                  <a:lnTo>
                    <a:pt x="8468006" y="3116972"/>
                  </a:lnTo>
                  <a:lnTo>
                    <a:pt x="8466105" y="3116972"/>
                  </a:lnTo>
                  <a:lnTo>
                    <a:pt x="8464203" y="3116972"/>
                  </a:lnTo>
                  <a:lnTo>
                    <a:pt x="8462302" y="3116972"/>
                  </a:lnTo>
                  <a:lnTo>
                    <a:pt x="8460401" y="3116972"/>
                  </a:lnTo>
                  <a:lnTo>
                    <a:pt x="8458500" y="3116972"/>
                  </a:lnTo>
                  <a:lnTo>
                    <a:pt x="8456599" y="3116972"/>
                  </a:lnTo>
                  <a:lnTo>
                    <a:pt x="8454697" y="3116972"/>
                  </a:lnTo>
                  <a:lnTo>
                    <a:pt x="8452796" y="3116972"/>
                  </a:lnTo>
                  <a:lnTo>
                    <a:pt x="8450895" y="3116972"/>
                  </a:lnTo>
                  <a:lnTo>
                    <a:pt x="8448994" y="3116972"/>
                  </a:lnTo>
                  <a:lnTo>
                    <a:pt x="8447092" y="3116972"/>
                  </a:lnTo>
                  <a:lnTo>
                    <a:pt x="8445191" y="3116972"/>
                  </a:lnTo>
                  <a:lnTo>
                    <a:pt x="8443290" y="3116972"/>
                  </a:lnTo>
                  <a:lnTo>
                    <a:pt x="8441389" y="3116972"/>
                  </a:lnTo>
                  <a:lnTo>
                    <a:pt x="8439488" y="3116972"/>
                  </a:lnTo>
                  <a:lnTo>
                    <a:pt x="8437586" y="3116972"/>
                  </a:lnTo>
                  <a:lnTo>
                    <a:pt x="8435685" y="3116972"/>
                  </a:lnTo>
                  <a:lnTo>
                    <a:pt x="8433784" y="3116972"/>
                  </a:lnTo>
                  <a:lnTo>
                    <a:pt x="8431883" y="3116972"/>
                  </a:lnTo>
                  <a:lnTo>
                    <a:pt x="8429982" y="3116972"/>
                  </a:lnTo>
                  <a:lnTo>
                    <a:pt x="8428080" y="3116972"/>
                  </a:lnTo>
                  <a:lnTo>
                    <a:pt x="8426179" y="3116972"/>
                  </a:lnTo>
                  <a:lnTo>
                    <a:pt x="8424278" y="3116972"/>
                  </a:lnTo>
                  <a:lnTo>
                    <a:pt x="8422377" y="3116972"/>
                  </a:lnTo>
                  <a:lnTo>
                    <a:pt x="8420476" y="3116972"/>
                  </a:lnTo>
                  <a:lnTo>
                    <a:pt x="8418574" y="3116972"/>
                  </a:lnTo>
                  <a:lnTo>
                    <a:pt x="8416673" y="3116972"/>
                  </a:lnTo>
                  <a:lnTo>
                    <a:pt x="8414772" y="3116972"/>
                  </a:lnTo>
                  <a:lnTo>
                    <a:pt x="8412871" y="3116972"/>
                  </a:lnTo>
                  <a:lnTo>
                    <a:pt x="8410969" y="3116972"/>
                  </a:lnTo>
                  <a:lnTo>
                    <a:pt x="8409068" y="3116972"/>
                  </a:lnTo>
                  <a:lnTo>
                    <a:pt x="8407167" y="3116972"/>
                  </a:lnTo>
                  <a:lnTo>
                    <a:pt x="8405266" y="3116972"/>
                  </a:lnTo>
                  <a:lnTo>
                    <a:pt x="8403365" y="3116972"/>
                  </a:lnTo>
                  <a:lnTo>
                    <a:pt x="8401463" y="3116972"/>
                  </a:lnTo>
                  <a:lnTo>
                    <a:pt x="8399562" y="3116972"/>
                  </a:lnTo>
                  <a:lnTo>
                    <a:pt x="8397661" y="3116972"/>
                  </a:lnTo>
                  <a:lnTo>
                    <a:pt x="8395760" y="3116972"/>
                  </a:lnTo>
                  <a:lnTo>
                    <a:pt x="8393859" y="3116972"/>
                  </a:lnTo>
                  <a:lnTo>
                    <a:pt x="8391957" y="3116972"/>
                  </a:lnTo>
                  <a:lnTo>
                    <a:pt x="8390056" y="3116972"/>
                  </a:lnTo>
                  <a:lnTo>
                    <a:pt x="8388155" y="3116972"/>
                  </a:lnTo>
                  <a:lnTo>
                    <a:pt x="8386254" y="3116972"/>
                  </a:lnTo>
                  <a:lnTo>
                    <a:pt x="8384352" y="3116972"/>
                  </a:lnTo>
                  <a:lnTo>
                    <a:pt x="8382451" y="3116972"/>
                  </a:lnTo>
                  <a:lnTo>
                    <a:pt x="8380550" y="3116972"/>
                  </a:lnTo>
                  <a:lnTo>
                    <a:pt x="8378649" y="3116972"/>
                  </a:lnTo>
                  <a:lnTo>
                    <a:pt x="8376748" y="3116972"/>
                  </a:lnTo>
                  <a:lnTo>
                    <a:pt x="8374846" y="3116972"/>
                  </a:lnTo>
                  <a:lnTo>
                    <a:pt x="8372945" y="3116972"/>
                  </a:lnTo>
                  <a:lnTo>
                    <a:pt x="8371044" y="3116972"/>
                  </a:lnTo>
                  <a:lnTo>
                    <a:pt x="8369143" y="3116972"/>
                  </a:lnTo>
                  <a:lnTo>
                    <a:pt x="8367242" y="3116972"/>
                  </a:lnTo>
                  <a:lnTo>
                    <a:pt x="8365340" y="3116972"/>
                  </a:lnTo>
                  <a:lnTo>
                    <a:pt x="8363439" y="3116972"/>
                  </a:lnTo>
                  <a:lnTo>
                    <a:pt x="8361538" y="3116972"/>
                  </a:lnTo>
                  <a:lnTo>
                    <a:pt x="8359637" y="3116972"/>
                  </a:lnTo>
                  <a:lnTo>
                    <a:pt x="8357735" y="3116972"/>
                  </a:lnTo>
                  <a:lnTo>
                    <a:pt x="8355834" y="3116972"/>
                  </a:lnTo>
                  <a:lnTo>
                    <a:pt x="8353933" y="3116972"/>
                  </a:lnTo>
                  <a:lnTo>
                    <a:pt x="8352032" y="3116972"/>
                  </a:lnTo>
                  <a:lnTo>
                    <a:pt x="8350131" y="3116972"/>
                  </a:lnTo>
                  <a:lnTo>
                    <a:pt x="8348229" y="3116972"/>
                  </a:lnTo>
                  <a:lnTo>
                    <a:pt x="8346328" y="3116972"/>
                  </a:lnTo>
                  <a:lnTo>
                    <a:pt x="8344427" y="3116972"/>
                  </a:lnTo>
                  <a:lnTo>
                    <a:pt x="8342526" y="3116972"/>
                  </a:lnTo>
                  <a:lnTo>
                    <a:pt x="8340625" y="3116972"/>
                  </a:lnTo>
                  <a:lnTo>
                    <a:pt x="8338723" y="3116972"/>
                  </a:lnTo>
                  <a:lnTo>
                    <a:pt x="8336822" y="3116972"/>
                  </a:lnTo>
                  <a:lnTo>
                    <a:pt x="8334921" y="3116972"/>
                  </a:lnTo>
                  <a:lnTo>
                    <a:pt x="8333020" y="3116972"/>
                  </a:lnTo>
                  <a:lnTo>
                    <a:pt x="8331118" y="3116972"/>
                  </a:lnTo>
                  <a:lnTo>
                    <a:pt x="8329217" y="3116972"/>
                  </a:lnTo>
                  <a:lnTo>
                    <a:pt x="8327316" y="3116972"/>
                  </a:lnTo>
                  <a:lnTo>
                    <a:pt x="8325415" y="3116972"/>
                  </a:lnTo>
                  <a:lnTo>
                    <a:pt x="8323514" y="3116972"/>
                  </a:lnTo>
                  <a:lnTo>
                    <a:pt x="8321612" y="3116972"/>
                  </a:lnTo>
                  <a:lnTo>
                    <a:pt x="8319711" y="3116972"/>
                  </a:lnTo>
                  <a:lnTo>
                    <a:pt x="8317810" y="3116972"/>
                  </a:lnTo>
                  <a:lnTo>
                    <a:pt x="8315909" y="3116972"/>
                  </a:lnTo>
                  <a:lnTo>
                    <a:pt x="8314008" y="3116972"/>
                  </a:lnTo>
                  <a:lnTo>
                    <a:pt x="8312106" y="3116972"/>
                  </a:lnTo>
                  <a:lnTo>
                    <a:pt x="8310205" y="3116972"/>
                  </a:lnTo>
                  <a:lnTo>
                    <a:pt x="8308304" y="3116972"/>
                  </a:lnTo>
                  <a:lnTo>
                    <a:pt x="8306403" y="3116972"/>
                  </a:lnTo>
                  <a:lnTo>
                    <a:pt x="8304501" y="3116972"/>
                  </a:lnTo>
                  <a:lnTo>
                    <a:pt x="8302600" y="3116972"/>
                  </a:lnTo>
                  <a:lnTo>
                    <a:pt x="8300699" y="3116972"/>
                  </a:lnTo>
                  <a:lnTo>
                    <a:pt x="8298798" y="3116972"/>
                  </a:lnTo>
                  <a:lnTo>
                    <a:pt x="8296897" y="3116972"/>
                  </a:lnTo>
                  <a:lnTo>
                    <a:pt x="8294995" y="3116972"/>
                  </a:lnTo>
                  <a:lnTo>
                    <a:pt x="8293094" y="3116972"/>
                  </a:lnTo>
                  <a:lnTo>
                    <a:pt x="8291193" y="3116972"/>
                  </a:lnTo>
                  <a:lnTo>
                    <a:pt x="8289292" y="3116972"/>
                  </a:lnTo>
                  <a:lnTo>
                    <a:pt x="8287391" y="3116972"/>
                  </a:lnTo>
                  <a:lnTo>
                    <a:pt x="8285489" y="3116972"/>
                  </a:lnTo>
                  <a:lnTo>
                    <a:pt x="8283588" y="3116972"/>
                  </a:lnTo>
                  <a:lnTo>
                    <a:pt x="8281687" y="3116972"/>
                  </a:lnTo>
                  <a:lnTo>
                    <a:pt x="8279786" y="3116972"/>
                  </a:lnTo>
                  <a:lnTo>
                    <a:pt x="8277884" y="3116972"/>
                  </a:lnTo>
                  <a:lnTo>
                    <a:pt x="8275983" y="3116972"/>
                  </a:lnTo>
                  <a:lnTo>
                    <a:pt x="8274082" y="3116972"/>
                  </a:lnTo>
                  <a:lnTo>
                    <a:pt x="8272181" y="3116972"/>
                  </a:lnTo>
                  <a:lnTo>
                    <a:pt x="8270280" y="3116972"/>
                  </a:lnTo>
                  <a:lnTo>
                    <a:pt x="8268378" y="3116972"/>
                  </a:lnTo>
                  <a:lnTo>
                    <a:pt x="8266477" y="3116972"/>
                  </a:lnTo>
                  <a:lnTo>
                    <a:pt x="8264576" y="3116972"/>
                  </a:lnTo>
                  <a:lnTo>
                    <a:pt x="8262675" y="3116972"/>
                  </a:lnTo>
                  <a:lnTo>
                    <a:pt x="8260774" y="3116972"/>
                  </a:lnTo>
                  <a:lnTo>
                    <a:pt x="8258872" y="3116972"/>
                  </a:lnTo>
                  <a:lnTo>
                    <a:pt x="8256971" y="3116972"/>
                  </a:lnTo>
                  <a:lnTo>
                    <a:pt x="8255070" y="3116972"/>
                  </a:lnTo>
                  <a:lnTo>
                    <a:pt x="8253169" y="3116972"/>
                  </a:lnTo>
                  <a:lnTo>
                    <a:pt x="8251267" y="3116972"/>
                  </a:lnTo>
                  <a:lnTo>
                    <a:pt x="8249366" y="3116972"/>
                  </a:lnTo>
                  <a:lnTo>
                    <a:pt x="8247465" y="3116972"/>
                  </a:lnTo>
                  <a:lnTo>
                    <a:pt x="8245564" y="3116972"/>
                  </a:lnTo>
                  <a:lnTo>
                    <a:pt x="8243663" y="3116972"/>
                  </a:lnTo>
                  <a:lnTo>
                    <a:pt x="8241761" y="3116972"/>
                  </a:lnTo>
                  <a:lnTo>
                    <a:pt x="8239860" y="3116972"/>
                  </a:lnTo>
                  <a:lnTo>
                    <a:pt x="8237959" y="3116972"/>
                  </a:lnTo>
                  <a:lnTo>
                    <a:pt x="8236058" y="3116972"/>
                  </a:lnTo>
                  <a:lnTo>
                    <a:pt x="8234157" y="3116972"/>
                  </a:lnTo>
                  <a:lnTo>
                    <a:pt x="8232255" y="3116972"/>
                  </a:lnTo>
                  <a:lnTo>
                    <a:pt x="8230354" y="3116972"/>
                  </a:lnTo>
                  <a:lnTo>
                    <a:pt x="8228453" y="3116972"/>
                  </a:lnTo>
                  <a:lnTo>
                    <a:pt x="8226552" y="3116972"/>
                  </a:lnTo>
                  <a:lnTo>
                    <a:pt x="8224650" y="3116972"/>
                  </a:lnTo>
                  <a:lnTo>
                    <a:pt x="8222749" y="3116972"/>
                  </a:lnTo>
                  <a:lnTo>
                    <a:pt x="8220848" y="3116972"/>
                  </a:lnTo>
                  <a:lnTo>
                    <a:pt x="8218947" y="3116972"/>
                  </a:lnTo>
                  <a:lnTo>
                    <a:pt x="8217046" y="3116972"/>
                  </a:lnTo>
                  <a:lnTo>
                    <a:pt x="8215144" y="3116972"/>
                  </a:lnTo>
                  <a:lnTo>
                    <a:pt x="8213243" y="3116972"/>
                  </a:lnTo>
                  <a:lnTo>
                    <a:pt x="8211342" y="3116972"/>
                  </a:lnTo>
                  <a:lnTo>
                    <a:pt x="8209441" y="3116972"/>
                  </a:lnTo>
                  <a:lnTo>
                    <a:pt x="8207540" y="3116972"/>
                  </a:lnTo>
                  <a:lnTo>
                    <a:pt x="8205638" y="3116972"/>
                  </a:lnTo>
                  <a:lnTo>
                    <a:pt x="8203737" y="3116972"/>
                  </a:lnTo>
                  <a:lnTo>
                    <a:pt x="8201836" y="3116972"/>
                  </a:lnTo>
                  <a:lnTo>
                    <a:pt x="8199935" y="3116972"/>
                  </a:lnTo>
                  <a:lnTo>
                    <a:pt x="8198033" y="3116972"/>
                  </a:lnTo>
                  <a:lnTo>
                    <a:pt x="8196132" y="3116972"/>
                  </a:lnTo>
                  <a:lnTo>
                    <a:pt x="8194231" y="3116972"/>
                  </a:lnTo>
                  <a:lnTo>
                    <a:pt x="8192330" y="3116972"/>
                  </a:lnTo>
                  <a:lnTo>
                    <a:pt x="8190429" y="3116972"/>
                  </a:lnTo>
                  <a:lnTo>
                    <a:pt x="8188527" y="3116972"/>
                  </a:lnTo>
                  <a:lnTo>
                    <a:pt x="8186626" y="3116972"/>
                  </a:lnTo>
                  <a:lnTo>
                    <a:pt x="8184725" y="3116972"/>
                  </a:lnTo>
                  <a:lnTo>
                    <a:pt x="8182824" y="3116972"/>
                  </a:lnTo>
                  <a:lnTo>
                    <a:pt x="8180923" y="3116972"/>
                  </a:lnTo>
                  <a:lnTo>
                    <a:pt x="8179021" y="3116972"/>
                  </a:lnTo>
                  <a:lnTo>
                    <a:pt x="8177120" y="3116972"/>
                  </a:lnTo>
                  <a:lnTo>
                    <a:pt x="8175219" y="3116972"/>
                  </a:lnTo>
                  <a:lnTo>
                    <a:pt x="8173318" y="3116972"/>
                  </a:lnTo>
                  <a:lnTo>
                    <a:pt x="8171416" y="3116972"/>
                  </a:lnTo>
                  <a:lnTo>
                    <a:pt x="8169515" y="3116972"/>
                  </a:lnTo>
                  <a:lnTo>
                    <a:pt x="8167614" y="3116972"/>
                  </a:lnTo>
                  <a:lnTo>
                    <a:pt x="8165713" y="3116972"/>
                  </a:lnTo>
                  <a:lnTo>
                    <a:pt x="8163812" y="3116972"/>
                  </a:lnTo>
                  <a:lnTo>
                    <a:pt x="8161910" y="3116972"/>
                  </a:lnTo>
                  <a:lnTo>
                    <a:pt x="8160009" y="3116972"/>
                  </a:lnTo>
                  <a:lnTo>
                    <a:pt x="8158108" y="3116972"/>
                  </a:lnTo>
                  <a:lnTo>
                    <a:pt x="8156207" y="3116972"/>
                  </a:lnTo>
                  <a:lnTo>
                    <a:pt x="8154306" y="3116972"/>
                  </a:lnTo>
                  <a:lnTo>
                    <a:pt x="8152404" y="3116972"/>
                  </a:lnTo>
                  <a:lnTo>
                    <a:pt x="8150503" y="3116972"/>
                  </a:lnTo>
                  <a:lnTo>
                    <a:pt x="8148602" y="3116972"/>
                  </a:lnTo>
                  <a:lnTo>
                    <a:pt x="8146701" y="3116972"/>
                  </a:lnTo>
                  <a:lnTo>
                    <a:pt x="8144799" y="3116972"/>
                  </a:lnTo>
                  <a:lnTo>
                    <a:pt x="8142898" y="3116972"/>
                  </a:lnTo>
                  <a:lnTo>
                    <a:pt x="8140997" y="3116972"/>
                  </a:lnTo>
                  <a:lnTo>
                    <a:pt x="8139096" y="3116972"/>
                  </a:lnTo>
                  <a:lnTo>
                    <a:pt x="8137195" y="3116972"/>
                  </a:lnTo>
                  <a:lnTo>
                    <a:pt x="8135293" y="3116972"/>
                  </a:lnTo>
                  <a:lnTo>
                    <a:pt x="8133392" y="3116972"/>
                  </a:lnTo>
                  <a:lnTo>
                    <a:pt x="8131491" y="3116972"/>
                  </a:lnTo>
                  <a:lnTo>
                    <a:pt x="8129590" y="3116972"/>
                  </a:lnTo>
                  <a:lnTo>
                    <a:pt x="8127689" y="3116972"/>
                  </a:lnTo>
                  <a:lnTo>
                    <a:pt x="8125787" y="3116972"/>
                  </a:lnTo>
                  <a:lnTo>
                    <a:pt x="8123886" y="3116972"/>
                  </a:lnTo>
                  <a:lnTo>
                    <a:pt x="8121985" y="3116972"/>
                  </a:lnTo>
                  <a:lnTo>
                    <a:pt x="8120084" y="3116972"/>
                  </a:lnTo>
                  <a:lnTo>
                    <a:pt x="8118183" y="3116972"/>
                  </a:lnTo>
                  <a:lnTo>
                    <a:pt x="8116281" y="3116972"/>
                  </a:lnTo>
                  <a:lnTo>
                    <a:pt x="8114380" y="3116972"/>
                  </a:lnTo>
                  <a:lnTo>
                    <a:pt x="8112479" y="3116972"/>
                  </a:lnTo>
                  <a:lnTo>
                    <a:pt x="8110578" y="3116972"/>
                  </a:lnTo>
                  <a:lnTo>
                    <a:pt x="8108676" y="3116972"/>
                  </a:lnTo>
                  <a:lnTo>
                    <a:pt x="8106775" y="3116972"/>
                  </a:lnTo>
                  <a:lnTo>
                    <a:pt x="8104874" y="3116972"/>
                  </a:lnTo>
                  <a:lnTo>
                    <a:pt x="8102973" y="3116972"/>
                  </a:lnTo>
                  <a:lnTo>
                    <a:pt x="8101072" y="3116972"/>
                  </a:lnTo>
                  <a:lnTo>
                    <a:pt x="8099170" y="3116972"/>
                  </a:lnTo>
                  <a:lnTo>
                    <a:pt x="8097269" y="3116972"/>
                  </a:lnTo>
                  <a:lnTo>
                    <a:pt x="8095368" y="3116972"/>
                  </a:lnTo>
                  <a:lnTo>
                    <a:pt x="8093467" y="3116972"/>
                  </a:lnTo>
                  <a:lnTo>
                    <a:pt x="8091566" y="3116972"/>
                  </a:lnTo>
                  <a:lnTo>
                    <a:pt x="8089664" y="3116972"/>
                  </a:lnTo>
                  <a:lnTo>
                    <a:pt x="8087763" y="3116972"/>
                  </a:lnTo>
                  <a:lnTo>
                    <a:pt x="8085862" y="3116972"/>
                  </a:lnTo>
                  <a:lnTo>
                    <a:pt x="8083961" y="3116972"/>
                  </a:lnTo>
                  <a:lnTo>
                    <a:pt x="8082059" y="3116972"/>
                  </a:lnTo>
                  <a:lnTo>
                    <a:pt x="8080158" y="3116972"/>
                  </a:lnTo>
                  <a:lnTo>
                    <a:pt x="8078257" y="3116972"/>
                  </a:lnTo>
                  <a:lnTo>
                    <a:pt x="8076356" y="3116972"/>
                  </a:lnTo>
                  <a:lnTo>
                    <a:pt x="8074455" y="3116972"/>
                  </a:lnTo>
                  <a:lnTo>
                    <a:pt x="8072553" y="3116972"/>
                  </a:lnTo>
                  <a:lnTo>
                    <a:pt x="8070652" y="3116972"/>
                  </a:lnTo>
                  <a:lnTo>
                    <a:pt x="8068751" y="3116972"/>
                  </a:lnTo>
                  <a:lnTo>
                    <a:pt x="8066850" y="3116972"/>
                  </a:lnTo>
                  <a:lnTo>
                    <a:pt x="8064949" y="3116972"/>
                  </a:lnTo>
                  <a:lnTo>
                    <a:pt x="8063047" y="3116972"/>
                  </a:lnTo>
                  <a:lnTo>
                    <a:pt x="8061146" y="3116972"/>
                  </a:lnTo>
                  <a:lnTo>
                    <a:pt x="8059245" y="3116972"/>
                  </a:lnTo>
                  <a:lnTo>
                    <a:pt x="8057344" y="3116972"/>
                  </a:lnTo>
                  <a:lnTo>
                    <a:pt x="8055442" y="3116972"/>
                  </a:lnTo>
                  <a:lnTo>
                    <a:pt x="8053541" y="3116972"/>
                  </a:lnTo>
                  <a:lnTo>
                    <a:pt x="8051640" y="3116972"/>
                  </a:lnTo>
                  <a:lnTo>
                    <a:pt x="8049739" y="3116972"/>
                  </a:lnTo>
                  <a:lnTo>
                    <a:pt x="8047838" y="3116972"/>
                  </a:lnTo>
                  <a:lnTo>
                    <a:pt x="8045936" y="3116972"/>
                  </a:lnTo>
                  <a:lnTo>
                    <a:pt x="8044035" y="3116972"/>
                  </a:lnTo>
                  <a:lnTo>
                    <a:pt x="8042134" y="3116972"/>
                  </a:lnTo>
                  <a:lnTo>
                    <a:pt x="8040233" y="3116972"/>
                  </a:lnTo>
                  <a:lnTo>
                    <a:pt x="8038332" y="3116972"/>
                  </a:lnTo>
                  <a:lnTo>
                    <a:pt x="8036430" y="3116972"/>
                  </a:lnTo>
                  <a:lnTo>
                    <a:pt x="8034529" y="3116972"/>
                  </a:lnTo>
                  <a:lnTo>
                    <a:pt x="8032628" y="3116972"/>
                  </a:lnTo>
                  <a:lnTo>
                    <a:pt x="8030727" y="3116972"/>
                  </a:lnTo>
                  <a:lnTo>
                    <a:pt x="8028825" y="3116972"/>
                  </a:lnTo>
                  <a:lnTo>
                    <a:pt x="8026924" y="3116972"/>
                  </a:lnTo>
                  <a:lnTo>
                    <a:pt x="8025023" y="3116972"/>
                  </a:lnTo>
                  <a:lnTo>
                    <a:pt x="8023122" y="3116972"/>
                  </a:lnTo>
                  <a:lnTo>
                    <a:pt x="8021221" y="3116972"/>
                  </a:lnTo>
                  <a:lnTo>
                    <a:pt x="8019319" y="3116972"/>
                  </a:lnTo>
                  <a:lnTo>
                    <a:pt x="8017418" y="3116972"/>
                  </a:lnTo>
                  <a:lnTo>
                    <a:pt x="8015517" y="3116972"/>
                  </a:lnTo>
                  <a:lnTo>
                    <a:pt x="8013616" y="3116972"/>
                  </a:lnTo>
                  <a:lnTo>
                    <a:pt x="8011715" y="3116972"/>
                  </a:lnTo>
                  <a:lnTo>
                    <a:pt x="8009813" y="3116972"/>
                  </a:lnTo>
                  <a:lnTo>
                    <a:pt x="8007912" y="3116972"/>
                  </a:lnTo>
                  <a:lnTo>
                    <a:pt x="8006011" y="3116972"/>
                  </a:lnTo>
                  <a:lnTo>
                    <a:pt x="8004110" y="3116972"/>
                  </a:lnTo>
                  <a:lnTo>
                    <a:pt x="8002208" y="3116972"/>
                  </a:lnTo>
                  <a:lnTo>
                    <a:pt x="8000307" y="3116972"/>
                  </a:lnTo>
                  <a:lnTo>
                    <a:pt x="7998406" y="3116972"/>
                  </a:lnTo>
                  <a:lnTo>
                    <a:pt x="7996505" y="3116972"/>
                  </a:lnTo>
                  <a:lnTo>
                    <a:pt x="7994604" y="3116972"/>
                  </a:lnTo>
                  <a:lnTo>
                    <a:pt x="7992702" y="3116972"/>
                  </a:lnTo>
                  <a:lnTo>
                    <a:pt x="7990801" y="3116972"/>
                  </a:lnTo>
                  <a:lnTo>
                    <a:pt x="7988900" y="3116972"/>
                  </a:lnTo>
                  <a:lnTo>
                    <a:pt x="7986999" y="3116972"/>
                  </a:lnTo>
                  <a:lnTo>
                    <a:pt x="7985098" y="3116972"/>
                  </a:lnTo>
                  <a:lnTo>
                    <a:pt x="7983196" y="3116972"/>
                  </a:lnTo>
                  <a:lnTo>
                    <a:pt x="7981295" y="3116972"/>
                  </a:lnTo>
                  <a:lnTo>
                    <a:pt x="7979394" y="3116972"/>
                  </a:lnTo>
                  <a:lnTo>
                    <a:pt x="7977493" y="3116972"/>
                  </a:lnTo>
                  <a:lnTo>
                    <a:pt x="7975591" y="3116972"/>
                  </a:lnTo>
                  <a:lnTo>
                    <a:pt x="7973690" y="3116972"/>
                  </a:lnTo>
                  <a:lnTo>
                    <a:pt x="7971789" y="3116972"/>
                  </a:lnTo>
                  <a:lnTo>
                    <a:pt x="7969888" y="3116972"/>
                  </a:lnTo>
                  <a:lnTo>
                    <a:pt x="7967987" y="3116972"/>
                  </a:lnTo>
                  <a:lnTo>
                    <a:pt x="7966085" y="3116972"/>
                  </a:lnTo>
                  <a:lnTo>
                    <a:pt x="7964184" y="3116972"/>
                  </a:lnTo>
                  <a:lnTo>
                    <a:pt x="7962283" y="3116972"/>
                  </a:lnTo>
                  <a:lnTo>
                    <a:pt x="7960382" y="3116972"/>
                  </a:lnTo>
                  <a:lnTo>
                    <a:pt x="7958481" y="3116972"/>
                  </a:lnTo>
                  <a:lnTo>
                    <a:pt x="7956579" y="3116972"/>
                  </a:lnTo>
                  <a:lnTo>
                    <a:pt x="7954678" y="3116972"/>
                  </a:lnTo>
                  <a:lnTo>
                    <a:pt x="7952777" y="3116972"/>
                  </a:lnTo>
                  <a:lnTo>
                    <a:pt x="7950876" y="3116972"/>
                  </a:lnTo>
                  <a:lnTo>
                    <a:pt x="7948974" y="3116972"/>
                  </a:lnTo>
                  <a:lnTo>
                    <a:pt x="7947073" y="3116972"/>
                  </a:lnTo>
                  <a:lnTo>
                    <a:pt x="7945172" y="3116972"/>
                  </a:lnTo>
                  <a:lnTo>
                    <a:pt x="7943271" y="3116972"/>
                  </a:lnTo>
                  <a:lnTo>
                    <a:pt x="7941370" y="3116972"/>
                  </a:lnTo>
                  <a:lnTo>
                    <a:pt x="7939468" y="3116972"/>
                  </a:lnTo>
                  <a:lnTo>
                    <a:pt x="7937567" y="3116972"/>
                  </a:lnTo>
                  <a:lnTo>
                    <a:pt x="7935666" y="3116972"/>
                  </a:lnTo>
                  <a:lnTo>
                    <a:pt x="7933765" y="3116972"/>
                  </a:lnTo>
                  <a:lnTo>
                    <a:pt x="7931864" y="3116972"/>
                  </a:lnTo>
                  <a:lnTo>
                    <a:pt x="7929962" y="3116972"/>
                  </a:lnTo>
                  <a:lnTo>
                    <a:pt x="7928061" y="3116972"/>
                  </a:lnTo>
                  <a:lnTo>
                    <a:pt x="7926160" y="3116972"/>
                  </a:lnTo>
                  <a:lnTo>
                    <a:pt x="7924259" y="3116972"/>
                  </a:lnTo>
                  <a:lnTo>
                    <a:pt x="7922357" y="3116972"/>
                  </a:lnTo>
                  <a:lnTo>
                    <a:pt x="7920456" y="3116972"/>
                  </a:lnTo>
                  <a:lnTo>
                    <a:pt x="7918555" y="3116972"/>
                  </a:lnTo>
                  <a:lnTo>
                    <a:pt x="7916654" y="3116972"/>
                  </a:lnTo>
                  <a:lnTo>
                    <a:pt x="7914753" y="3116972"/>
                  </a:lnTo>
                  <a:lnTo>
                    <a:pt x="7912851" y="3116972"/>
                  </a:lnTo>
                  <a:lnTo>
                    <a:pt x="7910950" y="3116972"/>
                  </a:lnTo>
                  <a:lnTo>
                    <a:pt x="7909049" y="3116972"/>
                  </a:lnTo>
                  <a:lnTo>
                    <a:pt x="7907148" y="3116972"/>
                  </a:lnTo>
                  <a:lnTo>
                    <a:pt x="7905247" y="3116972"/>
                  </a:lnTo>
                  <a:lnTo>
                    <a:pt x="7903345" y="3116972"/>
                  </a:lnTo>
                  <a:lnTo>
                    <a:pt x="7901444" y="3116972"/>
                  </a:lnTo>
                  <a:lnTo>
                    <a:pt x="7899543" y="3116972"/>
                  </a:lnTo>
                  <a:lnTo>
                    <a:pt x="7897642" y="3116972"/>
                  </a:lnTo>
                  <a:lnTo>
                    <a:pt x="7895740" y="3116972"/>
                  </a:lnTo>
                  <a:lnTo>
                    <a:pt x="7893839" y="3116972"/>
                  </a:lnTo>
                  <a:lnTo>
                    <a:pt x="7891938" y="3116972"/>
                  </a:lnTo>
                  <a:lnTo>
                    <a:pt x="7890037" y="3116972"/>
                  </a:lnTo>
                  <a:lnTo>
                    <a:pt x="7888136" y="3116972"/>
                  </a:lnTo>
                  <a:lnTo>
                    <a:pt x="7886234" y="3116972"/>
                  </a:lnTo>
                  <a:lnTo>
                    <a:pt x="7884333" y="3116972"/>
                  </a:lnTo>
                  <a:lnTo>
                    <a:pt x="7882432" y="3116972"/>
                  </a:lnTo>
                  <a:lnTo>
                    <a:pt x="7880531" y="3116972"/>
                  </a:lnTo>
                  <a:lnTo>
                    <a:pt x="7878630" y="3116972"/>
                  </a:lnTo>
                  <a:lnTo>
                    <a:pt x="7876728" y="3116972"/>
                  </a:lnTo>
                  <a:lnTo>
                    <a:pt x="7874827" y="3116972"/>
                  </a:lnTo>
                  <a:lnTo>
                    <a:pt x="7872926" y="3116972"/>
                  </a:lnTo>
                  <a:lnTo>
                    <a:pt x="7871025" y="3116972"/>
                  </a:lnTo>
                  <a:lnTo>
                    <a:pt x="7869123" y="3116972"/>
                  </a:lnTo>
                  <a:lnTo>
                    <a:pt x="7867222" y="3116972"/>
                  </a:lnTo>
                  <a:lnTo>
                    <a:pt x="7865321" y="3116972"/>
                  </a:lnTo>
                  <a:lnTo>
                    <a:pt x="7863420" y="3116972"/>
                  </a:lnTo>
                  <a:lnTo>
                    <a:pt x="7861519" y="3116972"/>
                  </a:lnTo>
                  <a:lnTo>
                    <a:pt x="7859617" y="3116972"/>
                  </a:lnTo>
                  <a:lnTo>
                    <a:pt x="7857716" y="3116972"/>
                  </a:lnTo>
                  <a:lnTo>
                    <a:pt x="7855815" y="3116972"/>
                  </a:lnTo>
                  <a:lnTo>
                    <a:pt x="7853914" y="3116972"/>
                  </a:lnTo>
                  <a:lnTo>
                    <a:pt x="7852013" y="3116972"/>
                  </a:lnTo>
                  <a:lnTo>
                    <a:pt x="7850111" y="3116972"/>
                  </a:lnTo>
                  <a:lnTo>
                    <a:pt x="7848210" y="3116972"/>
                  </a:lnTo>
                  <a:lnTo>
                    <a:pt x="7846309" y="3116972"/>
                  </a:lnTo>
                  <a:lnTo>
                    <a:pt x="7844408" y="3116972"/>
                  </a:lnTo>
                  <a:lnTo>
                    <a:pt x="7842507" y="3116972"/>
                  </a:lnTo>
                  <a:lnTo>
                    <a:pt x="7840605" y="3116972"/>
                  </a:lnTo>
                  <a:lnTo>
                    <a:pt x="7838704" y="3116972"/>
                  </a:lnTo>
                  <a:lnTo>
                    <a:pt x="7836803" y="3116972"/>
                  </a:lnTo>
                  <a:lnTo>
                    <a:pt x="7834902" y="3116972"/>
                  </a:lnTo>
                  <a:lnTo>
                    <a:pt x="7833000" y="3116972"/>
                  </a:lnTo>
                  <a:lnTo>
                    <a:pt x="7831099" y="3116972"/>
                  </a:lnTo>
                  <a:lnTo>
                    <a:pt x="7829198" y="3116972"/>
                  </a:lnTo>
                  <a:lnTo>
                    <a:pt x="7827297" y="3116972"/>
                  </a:lnTo>
                  <a:lnTo>
                    <a:pt x="7825396" y="3116972"/>
                  </a:lnTo>
                  <a:lnTo>
                    <a:pt x="7823494" y="3116972"/>
                  </a:lnTo>
                  <a:lnTo>
                    <a:pt x="7821593" y="3116972"/>
                  </a:lnTo>
                  <a:lnTo>
                    <a:pt x="7819692" y="3116972"/>
                  </a:lnTo>
                  <a:lnTo>
                    <a:pt x="7817791" y="3116972"/>
                  </a:lnTo>
                  <a:lnTo>
                    <a:pt x="7815890" y="3116972"/>
                  </a:lnTo>
                  <a:lnTo>
                    <a:pt x="7813988" y="3116972"/>
                  </a:lnTo>
                  <a:lnTo>
                    <a:pt x="7812087" y="3116972"/>
                  </a:lnTo>
                  <a:lnTo>
                    <a:pt x="7810186" y="3116972"/>
                  </a:lnTo>
                  <a:lnTo>
                    <a:pt x="7808285" y="3116972"/>
                  </a:lnTo>
                  <a:lnTo>
                    <a:pt x="7806383" y="3116972"/>
                  </a:lnTo>
                  <a:lnTo>
                    <a:pt x="7804482" y="3116972"/>
                  </a:lnTo>
                  <a:lnTo>
                    <a:pt x="7802581" y="3116972"/>
                  </a:lnTo>
                  <a:lnTo>
                    <a:pt x="7800680" y="3116972"/>
                  </a:lnTo>
                  <a:lnTo>
                    <a:pt x="7798779" y="3116972"/>
                  </a:lnTo>
                  <a:lnTo>
                    <a:pt x="7796877" y="3116972"/>
                  </a:lnTo>
                  <a:lnTo>
                    <a:pt x="7794976" y="3116972"/>
                  </a:lnTo>
                  <a:lnTo>
                    <a:pt x="7793075" y="3116972"/>
                  </a:lnTo>
                  <a:lnTo>
                    <a:pt x="7791174" y="3116972"/>
                  </a:lnTo>
                  <a:lnTo>
                    <a:pt x="7789273" y="3116972"/>
                  </a:lnTo>
                  <a:lnTo>
                    <a:pt x="7787371" y="3116972"/>
                  </a:lnTo>
                  <a:lnTo>
                    <a:pt x="7785470" y="3116972"/>
                  </a:lnTo>
                  <a:lnTo>
                    <a:pt x="7783569" y="3116972"/>
                  </a:lnTo>
                  <a:lnTo>
                    <a:pt x="7781668" y="3116972"/>
                  </a:lnTo>
                  <a:lnTo>
                    <a:pt x="7779766" y="3116972"/>
                  </a:lnTo>
                  <a:lnTo>
                    <a:pt x="7777865" y="3116972"/>
                  </a:lnTo>
                  <a:lnTo>
                    <a:pt x="7775964" y="3116972"/>
                  </a:lnTo>
                  <a:lnTo>
                    <a:pt x="7774063" y="3116972"/>
                  </a:lnTo>
                  <a:lnTo>
                    <a:pt x="7772162" y="3116972"/>
                  </a:lnTo>
                  <a:lnTo>
                    <a:pt x="7770260" y="3116972"/>
                  </a:lnTo>
                  <a:lnTo>
                    <a:pt x="7768359" y="3116972"/>
                  </a:lnTo>
                  <a:lnTo>
                    <a:pt x="7766458" y="3116972"/>
                  </a:lnTo>
                  <a:lnTo>
                    <a:pt x="7764557" y="3116972"/>
                  </a:lnTo>
                  <a:lnTo>
                    <a:pt x="7762656" y="3116972"/>
                  </a:lnTo>
                  <a:lnTo>
                    <a:pt x="7760754" y="3116972"/>
                  </a:lnTo>
                  <a:lnTo>
                    <a:pt x="7758853" y="3116972"/>
                  </a:lnTo>
                  <a:lnTo>
                    <a:pt x="7756952" y="3116972"/>
                  </a:lnTo>
                  <a:lnTo>
                    <a:pt x="7755051" y="3116972"/>
                  </a:lnTo>
                  <a:lnTo>
                    <a:pt x="7753149" y="3116972"/>
                  </a:lnTo>
                  <a:lnTo>
                    <a:pt x="7751248" y="3116972"/>
                  </a:lnTo>
                  <a:lnTo>
                    <a:pt x="7749347" y="3116972"/>
                  </a:lnTo>
                  <a:lnTo>
                    <a:pt x="7747446" y="3116972"/>
                  </a:lnTo>
                  <a:lnTo>
                    <a:pt x="7745545" y="3116972"/>
                  </a:lnTo>
                  <a:lnTo>
                    <a:pt x="7743643" y="3116972"/>
                  </a:lnTo>
                  <a:lnTo>
                    <a:pt x="7741742" y="3116972"/>
                  </a:lnTo>
                  <a:lnTo>
                    <a:pt x="7739841" y="3116972"/>
                  </a:lnTo>
                  <a:lnTo>
                    <a:pt x="7737940" y="3116972"/>
                  </a:lnTo>
                  <a:lnTo>
                    <a:pt x="7736039" y="3116972"/>
                  </a:lnTo>
                  <a:lnTo>
                    <a:pt x="7734137" y="3116972"/>
                  </a:lnTo>
                  <a:lnTo>
                    <a:pt x="7732236" y="3116972"/>
                  </a:lnTo>
                  <a:lnTo>
                    <a:pt x="7730335" y="3116972"/>
                  </a:lnTo>
                  <a:lnTo>
                    <a:pt x="7728434" y="3116972"/>
                  </a:lnTo>
                  <a:lnTo>
                    <a:pt x="7726532" y="3116972"/>
                  </a:lnTo>
                  <a:lnTo>
                    <a:pt x="7724631" y="3116972"/>
                  </a:lnTo>
                  <a:lnTo>
                    <a:pt x="7722730" y="3116972"/>
                  </a:lnTo>
                  <a:lnTo>
                    <a:pt x="7720829" y="3116972"/>
                  </a:lnTo>
                  <a:lnTo>
                    <a:pt x="7718928" y="3116972"/>
                  </a:lnTo>
                  <a:lnTo>
                    <a:pt x="7717026" y="3116972"/>
                  </a:lnTo>
                  <a:lnTo>
                    <a:pt x="7715125" y="3116972"/>
                  </a:lnTo>
                  <a:lnTo>
                    <a:pt x="7713224" y="3116972"/>
                  </a:lnTo>
                  <a:lnTo>
                    <a:pt x="7711323" y="3116972"/>
                  </a:lnTo>
                  <a:lnTo>
                    <a:pt x="7709422" y="3116972"/>
                  </a:lnTo>
                  <a:lnTo>
                    <a:pt x="7707520" y="3116972"/>
                  </a:lnTo>
                  <a:lnTo>
                    <a:pt x="7705619" y="3116972"/>
                  </a:lnTo>
                  <a:lnTo>
                    <a:pt x="7703718" y="3116972"/>
                  </a:lnTo>
                  <a:lnTo>
                    <a:pt x="7701817" y="3116972"/>
                  </a:lnTo>
                  <a:lnTo>
                    <a:pt x="7699915" y="3116972"/>
                  </a:lnTo>
                  <a:lnTo>
                    <a:pt x="7698014" y="3116972"/>
                  </a:lnTo>
                  <a:lnTo>
                    <a:pt x="7696113" y="3116972"/>
                  </a:lnTo>
                  <a:lnTo>
                    <a:pt x="7694212" y="3116972"/>
                  </a:lnTo>
                  <a:lnTo>
                    <a:pt x="7692311" y="3116972"/>
                  </a:lnTo>
                  <a:lnTo>
                    <a:pt x="7690409" y="3116972"/>
                  </a:lnTo>
                  <a:lnTo>
                    <a:pt x="7688508" y="3116972"/>
                  </a:lnTo>
                  <a:lnTo>
                    <a:pt x="7686607" y="3116972"/>
                  </a:lnTo>
                  <a:lnTo>
                    <a:pt x="7684706" y="3116972"/>
                  </a:lnTo>
                  <a:lnTo>
                    <a:pt x="7682805" y="3116972"/>
                  </a:lnTo>
                  <a:lnTo>
                    <a:pt x="7680903" y="3116972"/>
                  </a:lnTo>
                  <a:lnTo>
                    <a:pt x="7679002" y="3116972"/>
                  </a:lnTo>
                  <a:lnTo>
                    <a:pt x="7677101" y="3116972"/>
                  </a:lnTo>
                  <a:lnTo>
                    <a:pt x="7675200" y="3116972"/>
                  </a:lnTo>
                  <a:lnTo>
                    <a:pt x="7673298" y="3116972"/>
                  </a:lnTo>
                  <a:lnTo>
                    <a:pt x="7671397" y="3116972"/>
                  </a:lnTo>
                  <a:lnTo>
                    <a:pt x="7669496" y="3116972"/>
                  </a:lnTo>
                  <a:lnTo>
                    <a:pt x="7667595" y="3116972"/>
                  </a:lnTo>
                  <a:lnTo>
                    <a:pt x="7665694" y="3116972"/>
                  </a:lnTo>
                  <a:lnTo>
                    <a:pt x="7663792" y="3116972"/>
                  </a:lnTo>
                  <a:lnTo>
                    <a:pt x="7661891" y="3116972"/>
                  </a:lnTo>
                  <a:lnTo>
                    <a:pt x="7659990" y="3116972"/>
                  </a:lnTo>
                  <a:lnTo>
                    <a:pt x="7658089" y="3116972"/>
                  </a:lnTo>
                  <a:lnTo>
                    <a:pt x="7656188" y="3116972"/>
                  </a:lnTo>
                  <a:lnTo>
                    <a:pt x="7654286" y="3116972"/>
                  </a:lnTo>
                  <a:lnTo>
                    <a:pt x="7652385" y="3116972"/>
                  </a:lnTo>
                  <a:lnTo>
                    <a:pt x="7650484" y="3116972"/>
                  </a:lnTo>
                  <a:lnTo>
                    <a:pt x="7648583" y="3116972"/>
                  </a:lnTo>
                  <a:lnTo>
                    <a:pt x="7646681" y="3116972"/>
                  </a:lnTo>
                  <a:lnTo>
                    <a:pt x="7644780" y="3116972"/>
                  </a:lnTo>
                  <a:lnTo>
                    <a:pt x="7642879" y="3116972"/>
                  </a:lnTo>
                  <a:lnTo>
                    <a:pt x="7640978" y="3116972"/>
                  </a:lnTo>
                  <a:lnTo>
                    <a:pt x="7639077" y="3116972"/>
                  </a:lnTo>
                  <a:lnTo>
                    <a:pt x="7637175" y="3116972"/>
                  </a:lnTo>
                  <a:lnTo>
                    <a:pt x="7635274" y="3116972"/>
                  </a:lnTo>
                  <a:lnTo>
                    <a:pt x="7633373" y="3116972"/>
                  </a:lnTo>
                  <a:lnTo>
                    <a:pt x="7631472" y="3116972"/>
                  </a:lnTo>
                  <a:lnTo>
                    <a:pt x="7629571" y="3116972"/>
                  </a:lnTo>
                  <a:lnTo>
                    <a:pt x="7627669" y="3116972"/>
                  </a:lnTo>
                  <a:lnTo>
                    <a:pt x="7625768" y="3116972"/>
                  </a:lnTo>
                  <a:lnTo>
                    <a:pt x="7623867" y="3116972"/>
                  </a:lnTo>
                  <a:lnTo>
                    <a:pt x="7621966" y="3116972"/>
                  </a:lnTo>
                  <a:lnTo>
                    <a:pt x="7620064" y="3116972"/>
                  </a:lnTo>
                  <a:lnTo>
                    <a:pt x="7618163" y="3116972"/>
                  </a:lnTo>
                  <a:lnTo>
                    <a:pt x="7616262" y="3116972"/>
                  </a:lnTo>
                  <a:lnTo>
                    <a:pt x="7614361" y="3116972"/>
                  </a:lnTo>
                  <a:lnTo>
                    <a:pt x="7612460" y="3116972"/>
                  </a:lnTo>
                  <a:lnTo>
                    <a:pt x="7610558" y="3116972"/>
                  </a:lnTo>
                  <a:lnTo>
                    <a:pt x="7608657" y="3116972"/>
                  </a:lnTo>
                  <a:lnTo>
                    <a:pt x="7606756" y="3116972"/>
                  </a:lnTo>
                  <a:lnTo>
                    <a:pt x="7604855" y="3116972"/>
                  </a:lnTo>
                  <a:lnTo>
                    <a:pt x="7602954" y="3116972"/>
                  </a:lnTo>
                  <a:lnTo>
                    <a:pt x="7601052" y="3116972"/>
                  </a:lnTo>
                  <a:lnTo>
                    <a:pt x="7599151" y="3116972"/>
                  </a:lnTo>
                  <a:lnTo>
                    <a:pt x="7597250" y="3116972"/>
                  </a:lnTo>
                  <a:lnTo>
                    <a:pt x="7595349" y="3116972"/>
                  </a:lnTo>
                  <a:lnTo>
                    <a:pt x="7593447" y="3116972"/>
                  </a:lnTo>
                  <a:lnTo>
                    <a:pt x="7591546" y="3116972"/>
                  </a:lnTo>
                  <a:lnTo>
                    <a:pt x="7589645" y="3116972"/>
                  </a:lnTo>
                  <a:lnTo>
                    <a:pt x="7587744" y="3116972"/>
                  </a:lnTo>
                  <a:lnTo>
                    <a:pt x="7585843" y="3116972"/>
                  </a:lnTo>
                  <a:lnTo>
                    <a:pt x="7583941" y="3116972"/>
                  </a:lnTo>
                  <a:lnTo>
                    <a:pt x="7582040" y="3116972"/>
                  </a:lnTo>
                  <a:lnTo>
                    <a:pt x="7580139" y="3116972"/>
                  </a:lnTo>
                  <a:lnTo>
                    <a:pt x="7578238" y="3116972"/>
                  </a:lnTo>
                  <a:lnTo>
                    <a:pt x="7576337" y="3116972"/>
                  </a:lnTo>
                  <a:lnTo>
                    <a:pt x="7574435" y="3116972"/>
                  </a:lnTo>
                  <a:lnTo>
                    <a:pt x="7572534" y="3116972"/>
                  </a:lnTo>
                  <a:lnTo>
                    <a:pt x="7570633" y="3116972"/>
                  </a:lnTo>
                  <a:lnTo>
                    <a:pt x="7568732" y="3116972"/>
                  </a:lnTo>
                  <a:lnTo>
                    <a:pt x="7566830" y="3116972"/>
                  </a:lnTo>
                  <a:lnTo>
                    <a:pt x="7564929" y="3116972"/>
                  </a:lnTo>
                  <a:lnTo>
                    <a:pt x="7563028" y="3116972"/>
                  </a:lnTo>
                  <a:lnTo>
                    <a:pt x="7561127" y="3116972"/>
                  </a:lnTo>
                  <a:lnTo>
                    <a:pt x="7559226" y="3116972"/>
                  </a:lnTo>
                  <a:lnTo>
                    <a:pt x="7557324" y="3116972"/>
                  </a:lnTo>
                  <a:lnTo>
                    <a:pt x="7555423" y="3116972"/>
                  </a:lnTo>
                  <a:lnTo>
                    <a:pt x="7553522" y="3116972"/>
                  </a:lnTo>
                  <a:lnTo>
                    <a:pt x="7551621" y="3116972"/>
                  </a:lnTo>
                  <a:lnTo>
                    <a:pt x="7549720" y="3116972"/>
                  </a:lnTo>
                  <a:lnTo>
                    <a:pt x="7547818" y="3116972"/>
                  </a:lnTo>
                  <a:lnTo>
                    <a:pt x="7545917" y="3116972"/>
                  </a:lnTo>
                  <a:lnTo>
                    <a:pt x="7544016" y="3116972"/>
                  </a:lnTo>
                  <a:lnTo>
                    <a:pt x="7542115" y="3116972"/>
                  </a:lnTo>
                  <a:lnTo>
                    <a:pt x="7540214" y="3116972"/>
                  </a:lnTo>
                  <a:lnTo>
                    <a:pt x="7538312" y="3116972"/>
                  </a:lnTo>
                  <a:lnTo>
                    <a:pt x="7536411" y="3116972"/>
                  </a:lnTo>
                  <a:lnTo>
                    <a:pt x="7534510" y="3116972"/>
                  </a:lnTo>
                  <a:lnTo>
                    <a:pt x="7532609" y="3116972"/>
                  </a:lnTo>
                  <a:lnTo>
                    <a:pt x="7530707" y="3116972"/>
                  </a:lnTo>
                  <a:lnTo>
                    <a:pt x="7528806" y="3116972"/>
                  </a:lnTo>
                  <a:lnTo>
                    <a:pt x="7526905" y="3116972"/>
                  </a:lnTo>
                  <a:lnTo>
                    <a:pt x="7525004" y="3116972"/>
                  </a:lnTo>
                  <a:lnTo>
                    <a:pt x="7523103" y="3116972"/>
                  </a:lnTo>
                  <a:lnTo>
                    <a:pt x="7521201" y="3116972"/>
                  </a:lnTo>
                  <a:lnTo>
                    <a:pt x="7519300" y="3116972"/>
                  </a:lnTo>
                  <a:lnTo>
                    <a:pt x="7517399" y="3116972"/>
                  </a:lnTo>
                  <a:lnTo>
                    <a:pt x="7515498" y="3116972"/>
                  </a:lnTo>
                  <a:lnTo>
                    <a:pt x="7513597" y="3116972"/>
                  </a:lnTo>
                  <a:lnTo>
                    <a:pt x="7511695" y="3116972"/>
                  </a:lnTo>
                  <a:lnTo>
                    <a:pt x="7509794" y="3116972"/>
                  </a:lnTo>
                  <a:lnTo>
                    <a:pt x="7507893" y="3116972"/>
                  </a:lnTo>
                  <a:lnTo>
                    <a:pt x="7505992" y="3116972"/>
                  </a:lnTo>
                  <a:lnTo>
                    <a:pt x="7504090" y="3116972"/>
                  </a:lnTo>
                  <a:lnTo>
                    <a:pt x="7502189" y="3116972"/>
                  </a:lnTo>
                  <a:lnTo>
                    <a:pt x="7500288" y="3116972"/>
                  </a:lnTo>
                  <a:lnTo>
                    <a:pt x="7498387" y="3116972"/>
                  </a:lnTo>
                  <a:lnTo>
                    <a:pt x="7496486" y="3116972"/>
                  </a:lnTo>
                  <a:lnTo>
                    <a:pt x="7494584" y="3116972"/>
                  </a:lnTo>
                  <a:lnTo>
                    <a:pt x="7492683" y="3116972"/>
                  </a:lnTo>
                  <a:lnTo>
                    <a:pt x="7490782" y="3116972"/>
                  </a:lnTo>
                  <a:lnTo>
                    <a:pt x="7488881" y="3116972"/>
                  </a:lnTo>
                  <a:lnTo>
                    <a:pt x="7486980" y="3116972"/>
                  </a:lnTo>
                  <a:lnTo>
                    <a:pt x="7485078" y="3116972"/>
                  </a:lnTo>
                  <a:lnTo>
                    <a:pt x="7483177" y="3116972"/>
                  </a:lnTo>
                  <a:lnTo>
                    <a:pt x="7481276" y="3116972"/>
                  </a:lnTo>
                  <a:lnTo>
                    <a:pt x="7479375" y="3116972"/>
                  </a:lnTo>
                  <a:lnTo>
                    <a:pt x="7477473" y="3116972"/>
                  </a:lnTo>
                  <a:lnTo>
                    <a:pt x="7475572" y="3116972"/>
                  </a:lnTo>
                  <a:lnTo>
                    <a:pt x="7473671" y="3116972"/>
                  </a:lnTo>
                  <a:lnTo>
                    <a:pt x="7471770" y="3116972"/>
                  </a:lnTo>
                  <a:lnTo>
                    <a:pt x="7469869" y="3116972"/>
                  </a:lnTo>
                  <a:lnTo>
                    <a:pt x="7467967" y="3116972"/>
                  </a:lnTo>
                  <a:lnTo>
                    <a:pt x="7466066" y="3116972"/>
                  </a:lnTo>
                  <a:lnTo>
                    <a:pt x="7464165" y="3116972"/>
                  </a:lnTo>
                  <a:lnTo>
                    <a:pt x="7462264" y="3116972"/>
                  </a:lnTo>
                  <a:lnTo>
                    <a:pt x="7460363" y="3116972"/>
                  </a:lnTo>
                  <a:lnTo>
                    <a:pt x="7458461" y="3116972"/>
                  </a:lnTo>
                  <a:lnTo>
                    <a:pt x="7456560" y="3116972"/>
                  </a:lnTo>
                  <a:lnTo>
                    <a:pt x="7454659" y="3116972"/>
                  </a:lnTo>
                  <a:lnTo>
                    <a:pt x="7452758" y="3116972"/>
                  </a:lnTo>
                  <a:lnTo>
                    <a:pt x="7450856" y="3116972"/>
                  </a:lnTo>
                  <a:lnTo>
                    <a:pt x="7448955" y="3116972"/>
                  </a:lnTo>
                  <a:lnTo>
                    <a:pt x="7447054" y="3116972"/>
                  </a:lnTo>
                  <a:lnTo>
                    <a:pt x="7445153" y="3116972"/>
                  </a:lnTo>
                  <a:lnTo>
                    <a:pt x="7443252" y="3116972"/>
                  </a:lnTo>
                  <a:lnTo>
                    <a:pt x="7441350" y="3116972"/>
                  </a:lnTo>
                  <a:lnTo>
                    <a:pt x="7439449" y="3116972"/>
                  </a:lnTo>
                  <a:lnTo>
                    <a:pt x="7437548" y="3116972"/>
                  </a:lnTo>
                  <a:lnTo>
                    <a:pt x="7435647" y="3116972"/>
                  </a:lnTo>
                  <a:lnTo>
                    <a:pt x="7433746" y="3116972"/>
                  </a:lnTo>
                  <a:lnTo>
                    <a:pt x="7431844" y="3116972"/>
                  </a:lnTo>
                  <a:lnTo>
                    <a:pt x="7429943" y="3116972"/>
                  </a:lnTo>
                  <a:lnTo>
                    <a:pt x="7428042" y="3116972"/>
                  </a:lnTo>
                  <a:lnTo>
                    <a:pt x="7426141" y="3116972"/>
                  </a:lnTo>
                  <a:lnTo>
                    <a:pt x="7424239" y="3116972"/>
                  </a:lnTo>
                  <a:lnTo>
                    <a:pt x="7422338" y="3116972"/>
                  </a:lnTo>
                  <a:lnTo>
                    <a:pt x="7420437" y="3116972"/>
                  </a:lnTo>
                  <a:lnTo>
                    <a:pt x="7418536" y="3116972"/>
                  </a:lnTo>
                  <a:lnTo>
                    <a:pt x="7416635" y="3116972"/>
                  </a:lnTo>
                  <a:lnTo>
                    <a:pt x="7414733" y="3116972"/>
                  </a:lnTo>
                  <a:lnTo>
                    <a:pt x="7412832" y="3116972"/>
                  </a:lnTo>
                  <a:lnTo>
                    <a:pt x="7410931" y="3116972"/>
                  </a:lnTo>
                  <a:lnTo>
                    <a:pt x="7409030" y="3116972"/>
                  </a:lnTo>
                  <a:lnTo>
                    <a:pt x="7407129" y="3116972"/>
                  </a:lnTo>
                  <a:lnTo>
                    <a:pt x="7405227" y="3116972"/>
                  </a:lnTo>
                  <a:lnTo>
                    <a:pt x="7403326" y="3116972"/>
                  </a:lnTo>
                  <a:lnTo>
                    <a:pt x="7401425" y="3116972"/>
                  </a:lnTo>
                  <a:lnTo>
                    <a:pt x="7399524" y="3116972"/>
                  </a:lnTo>
                  <a:lnTo>
                    <a:pt x="7397622" y="3116972"/>
                  </a:lnTo>
                  <a:lnTo>
                    <a:pt x="7395721" y="3116972"/>
                  </a:lnTo>
                  <a:lnTo>
                    <a:pt x="7393820" y="3116972"/>
                  </a:lnTo>
                  <a:lnTo>
                    <a:pt x="7391919" y="3116972"/>
                  </a:lnTo>
                  <a:lnTo>
                    <a:pt x="7390018" y="3116972"/>
                  </a:lnTo>
                  <a:lnTo>
                    <a:pt x="7388116" y="3116972"/>
                  </a:lnTo>
                  <a:lnTo>
                    <a:pt x="7386215" y="3116972"/>
                  </a:lnTo>
                  <a:lnTo>
                    <a:pt x="7384314" y="3116972"/>
                  </a:lnTo>
                  <a:lnTo>
                    <a:pt x="7382413" y="3116972"/>
                  </a:lnTo>
                  <a:lnTo>
                    <a:pt x="7380512" y="3116972"/>
                  </a:lnTo>
                  <a:lnTo>
                    <a:pt x="7378610" y="3116972"/>
                  </a:lnTo>
                  <a:lnTo>
                    <a:pt x="7376709" y="3116972"/>
                  </a:lnTo>
                  <a:lnTo>
                    <a:pt x="7374808" y="3116972"/>
                  </a:lnTo>
                  <a:lnTo>
                    <a:pt x="7372907" y="3116972"/>
                  </a:lnTo>
                  <a:lnTo>
                    <a:pt x="7371005" y="3116972"/>
                  </a:lnTo>
                  <a:lnTo>
                    <a:pt x="7369104" y="3116972"/>
                  </a:lnTo>
                  <a:lnTo>
                    <a:pt x="7367203" y="3116972"/>
                  </a:lnTo>
                  <a:lnTo>
                    <a:pt x="7365302" y="3116972"/>
                  </a:lnTo>
                  <a:lnTo>
                    <a:pt x="7363401" y="3116972"/>
                  </a:lnTo>
                  <a:lnTo>
                    <a:pt x="7361499" y="3116972"/>
                  </a:lnTo>
                  <a:lnTo>
                    <a:pt x="7359598" y="3116972"/>
                  </a:lnTo>
                  <a:lnTo>
                    <a:pt x="7357697" y="3116972"/>
                  </a:lnTo>
                  <a:lnTo>
                    <a:pt x="7355796" y="3116972"/>
                  </a:lnTo>
                  <a:lnTo>
                    <a:pt x="7353895" y="3116972"/>
                  </a:lnTo>
                  <a:lnTo>
                    <a:pt x="7351993" y="3116972"/>
                  </a:lnTo>
                  <a:lnTo>
                    <a:pt x="7350092" y="3116972"/>
                  </a:lnTo>
                  <a:lnTo>
                    <a:pt x="7348191" y="3116972"/>
                  </a:lnTo>
                  <a:lnTo>
                    <a:pt x="7346290" y="3116972"/>
                  </a:lnTo>
                  <a:lnTo>
                    <a:pt x="7344388" y="3116972"/>
                  </a:lnTo>
                  <a:lnTo>
                    <a:pt x="7342487" y="3116972"/>
                  </a:lnTo>
                  <a:lnTo>
                    <a:pt x="7340586" y="3116972"/>
                  </a:lnTo>
                  <a:lnTo>
                    <a:pt x="7338685" y="3116972"/>
                  </a:lnTo>
                  <a:lnTo>
                    <a:pt x="7336784" y="3116972"/>
                  </a:lnTo>
                  <a:lnTo>
                    <a:pt x="7334882" y="3116972"/>
                  </a:lnTo>
                  <a:lnTo>
                    <a:pt x="7332981" y="3116972"/>
                  </a:lnTo>
                  <a:lnTo>
                    <a:pt x="7331080" y="3116972"/>
                  </a:lnTo>
                  <a:lnTo>
                    <a:pt x="7329179" y="3116972"/>
                  </a:lnTo>
                  <a:lnTo>
                    <a:pt x="7327278" y="3116972"/>
                  </a:lnTo>
                  <a:lnTo>
                    <a:pt x="7325376" y="3116972"/>
                  </a:lnTo>
                  <a:lnTo>
                    <a:pt x="7323475" y="3116972"/>
                  </a:lnTo>
                  <a:lnTo>
                    <a:pt x="7321574" y="3116972"/>
                  </a:lnTo>
                  <a:lnTo>
                    <a:pt x="7319673" y="3116972"/>
                  </a:lnTo>
                  <a:lnTo>
                    <a:pt x="7317771" y="3116972"/>
                  </a:lnTo>
                  <a:lnTo>
                    <a:pt x="7315870" y="3116972"/>
                  </a:lnTo>
                  <a:lnTo>
                    <a:pt x="7313969" y="3116972"/>
                  </a:lnTo>
                  <a:lnTo>
                    <a:pt x="7312068" y="3116972"/>
                  </a:lnTo>
                  <a:lnTo>
                    <a:pt x="7310167" y="3116972"/>
                  </a:lnTo>
                  <a:lnTo>
                    <a:pt x="7308265" y="3116972"/>
                  </a:lnTo>
                  <a:lnTo>
                    <a:pt x="7306364" y="3116972"/>
                  </a:lnTo>
                  <a:lnTo>
                    <a:pt x="7304463" y="3116972"/>
                  </a:lnTo>
                  <a:lnTo>
                    <a:pt x="7302562" y="3116972"/>
                  </a:lnTo>
                  <a:lnTo>
                    <a:pt x="7300661" y="3116972"/>
                  </a:lnTo>
                  <a:lnTo>
                    <a:pt x="7298759" y="3116972"/>
                  </a:lnTo>
                  <a:lnTo>
                    <a:pt x="7296858" y="3116972"/>
                  </a:lnTo>
                  <a:lnTo>
                    <a:pt x="7294957" y="3116972"/>
                  </a:lnTo>
                  <a:lnTo>
                    <a:pt x="7293056" y="3116972"/>
                  </a:lnTo>
                  <a:lnTo>
                    <a:pt x="7291154" y="3116972"/>
                  </a:lnTo>
                  <a:lnTo>
                    <a:pt x="7289253" y="3116972"/>
                  </a:lnTo>
                  <a:lnTo>
                    <a:pt x="7287352" y="3116972"/>
                  </a:lnTo>
                  <a:lnTo>
                    <a:pt x="7285451" y="3116972"/>
                  </a:lnTo>
                  <a:lnTo>
                    <a:pt x="7283550" y="3116972"/>
                  </a:lnTo>
                  <a:lnTo>
                    <a:pt x="7281648" y="3116972"/>
                  </a:lnTo>
                  <a:lnTo>
                    <a:pt x="7279747" y="3116972"/>
                  </a:lnTo>
                  <a:lnTo>
                    <a:pt x="7277846" y="3116972"/>
                  </a:lnTo>
                  <a:lnTo>
                    <a:pt x="7275945" y="3116972"/>
                  </a:lnTo>
                  <a:lnTo>
                    <a:pt x="7274044" y="3116972"/>
                  </a:lnTo>
                  <a:lnTo>
                    <a:pt x="7272142" y="3116972"/>
                  </a:lnTo>
                  <a:lnTo>
                    <a:pt x="7270241" y="3116972"/>
                  </a:lnTo>
                  <a:lnTo>
                    <a:pt x="7268340" y="3116972"/>
                  </a:lnTo>
                  <a:lnTo>
                    <a:pt x="7266439" y="3116972"/>
                  </a:lnTo>
                  <a:lnTo>
                    <a:pt x="7264538" y="3116972"/>
                  </a:lnTo>
                  <a:lnTo>
                    <a:pt x="7262636" y="3116972"/>
                  </a:lnTo>
                  <a:lnTo>
                    <a:pt x="7260735" y="3116972"/>
                  </a:lnTo>
                  <a:lnTo>
                    <a:pt x="7258834" y="3116972"/>
                  </a:lnTo>
                  <a:lnTo>
                    <a:pt x="7256933" y="3116972"/>
                  </a:lnTo>
                  <a:lnTo>
                    <a:pt x="7255031" y="3116972"/>
                  </a:lnTo>
                  <a:lnTo>
                    <a:pt x="7253130" y="3116972"/>
                  </a:lnTo>
                  <a:lnTo>
                    <a:pt x="7251229" y="3116972"/>
                  </a:lnTo>
                  <a:lnTo>
                    <a:pt x="7249328" y="3116972"/>
                  </a:lnTo>
                  <a:lnTo>
                    <a:pt x="7247427" y="3116972"/>
                  </a:lnTo>
                  <a:lnTo>
                    <a:pt x="7245525" y="3116972"/>
                  </a:lnTo>
                  <a:lnTo>
                    <a:pt x="7243624" y="3116972"/>
                  </a:lnTo>
                  <a:lnTo>
                    <a:pt x="7241723" y="3116972"/>
                  </a:lnTo>
                  <a:lnTo>
                    <a:pt x="7239822" y="3116972"/>
                  </a:lnTo>
                  <a:lnTo>
                    <a:pt x="7237921" y="3116972"/>
                  </a:lnTo>
                  <a:lnTo>
                    <a:pt x="7236019" y="3116972"/>
                  </a:lnTo>
                  <a:lnTo>
                    <a:pt x="7234118" y="3116972"/>
                  </a:lnTo>
                  <a:lnTo>
                    <a:pt x="7232217" y="3116972"/>
                  </a:lnTo>
                  <a:lnTo>
                    <a:pt x="7230316" y="3116972"/>
                  </a:lnTo>
                  <a:lnTo>
                    <a:pt x="7228414" y="3116972"/>
                  </a:lnTo>
                  <a:lnTo>
                    <a:pt x="7226513" y="3116972"/>
                  </a:lnTo>
                  <a:lnTo>
                    <a:pt x="7224612" y="3116972"/>
                  </a:lnTo>
                  <a:lnTo>
                    <a:pt x="7222711" y="3116972"/>
                  </a:lnTo>
                  <a:lnTo>
                    <a:pt x="7220810" y="3116972"/>
                  </a:lnTo>
                  <a:lnTo>
                    <a:pt x="7218908" y="3116972"/>
                  </a:lnTo>
                  <a:lnTo>
                    <a:pt x="7217007" y="3116972"/>
                  </a:lnTo>
                  <a:lnTo>
                    <a:pt x="7215106" y="3116972"/>
                  </a:lnTo>
                  <a:lnTo>
                    <a:pt x="7213205" y="3116972"/>
                  </a:lnTo>
                  <a:lnTo>
                    <a:pt x="7211304" y="3116972"/>
                  </a:lnTo>
                  <a:lnTo>
                    <a:pt x="7209402" y="3116972"/>
                  </a:lnTo>
                  <a:lnTo>
                    <a:pt x="7207501" y="3116972"/>
                  </a:lnTo>
                  <a:lnTo>
                    <a:pt x="7205600" y="3116972"/>
                  </a:lnTo>
                  <a:lnTo>
                    <a:pt x="7203699" y="3116972"/>
                  </a:lnTo>
                  <a:lnTo>
                    <a:pt x="7201797" y="3116972"/>
                  </a:lnTo>
                  <a:lnTo>
                    <a:pt x="7199896" y="3116972"/>
                  </a:lnTo>
                  <a:lnTo>
                    <a:pt x="7197995" y="3116972"/>
                  </a:lnTo>
                  <a:lnTo>
                    <a:pt x="7196094" y="3116972"/>
                  </a:lnTo>
                  <a:lnTo>
                    <a:pt x="7194193" y="3116972"/>
                  </a:lnTo>
                  <a:lnTo>
                    <a:pt x="7192291" y="3116972"/>
                  </a:lnTo>
                  <a:lnTo>
                    <a:pt x="7190390" y="3116972"/>
                  </a:lnTo>
                  <a:lnTo>
                    <a:pt x="7188489" y="3116972"/>
                  </a:lnTo>
                  <a:lnTo>
                    <a:pt x="7186588" y="3116972"/>
                  </a:lnTo>
                  <a:lnTo>
                    <a:pt x="7184687" y="3116972"/>
                  </a:lnTo>
                  <a:lnTo>
                    <a:pt x="7182785" y="3116972"/>
                  </a:lnTo>
                  <a:lnTo>
                    <a:pt x="7180884" y="3116972"/>
                  </a:lnTo>
                  <a:lnTo>
                    <a:pt x="7178983" y="3116972"/>
                  </a:lnTo>
                  <a:lnTo>
                    <a:pt x="7177082" y="3116972"/>
                  </a:lnTo>
                  <a:lnTo>
                    <a:pt x="7175180" y="3116972"/>
                  </a:lnTo>
                  <a:lnTo>
                    <a:pt x="7173279" y="3116972"/>
                  </a:lnTo>
                  <a:lnTo>
                    <a:pt x="7171378" y="3116972"/>
                  </a:lnTo>
                  <a:lnTo>
                    <a:pt x="7169477" y="3116972"/>
                  </a:lnTo>
                  <a:lnTo>
                    <a:pt x="7167576" y="3116972"/>
                  </a:lnTo>
                  <a:lnTo>
                    <a:pt x="7165674" y="3116972"/>
                  </a:lnTo>
                  <a:lnTo>
                    <a:pt x="7163773" y="3116972"/>
                  </a:lnTo>
                  <a:lnTo>
                    <a:pt x="7161872" y="3116972"/>
                  </a:lnTo>
                  <a:lnTo>
                    <a:pt x="7159971" y="3116972"/>
                  </a:lnTo>
                  <a:lnTo>
                    <a:pt x="7158070" y="3116972"/>
                  </a:lnTo>
                  <a:lnTo>
                    <a:pt x="7156168" y="3116972"/>
                  </a:lnTo>
                  <a:lnTo>
                    <a:pt x="7154267" y="3116972"/>
                  </a:lnTo>
                  <a:lnTo>
                    <a:pt x="7152366" y="3116972"/>
                  </a:lnTo>
                  <a:lnTo>
                    <a:pt x="7150465" y="3116972"/>
                  </a:lnTo>
                  <a:lnTo>
                    <a:pt x="7148563" y="3116972"/>
                  </a:lnTo>
                  <a:lnTo>
                    <a:pt x="7146662" y="3116972"/>
                  </a:lnTo>
                  <a:lnTo>
                    <a:pt x="7144761" y="3116972"/>
                  </a:lnTo>
                  <a:lnTo>
                    <a:pt x="7142860" y="3116972"/>
                  </a:lnTo>
                  <a:lnTo>
                    <a:pt x="7140959" y="3116972"/>
                  </a:lnTo>
                  <a:lnTo>
                    <a:pt x="7139057" y="3116972"/>
                  </a:lnTo>
                  <a:lnTo>
                    <a:pt x="7137156" y="3116972"/>
                  </a:lnTo>
                  <a:lnTo>
                    <a:pt x="7135255" y="3116972"/>
                  </a:lnTo>
                  <a:lnTo>
                    <a:pt x="7133354" y="3116972"/>
                  </a:lnTo>
                  <a:lnTo>
                    <a:pt x="7131453" y="3116972"/>
                  </a:lnTo>
                  <a:lnTo>
                    <a:pt x="7129551" y="3116972"/>
                  </a:lnTo>
                  <a:lnTo>
                    <a:pt x="7127650" y="3116972"/>
                  </a:lnTo>
                  <a:lnTo>
                    <a:pt x="7125749" y="3116972"/>
                  </a:lnTo>
                  <a:lnTo>
                    <a:pt x="7123848" y="3116972"/>
                  </a:lnTo>
                  <a:lnTo>
                    <a:pt x="7121946" y="3116972"/>
                  </a:lnTo>
                  <a:lnTo>
                    <a:pt x="7120045" y="3116972"/>
                  </a:lnTo>
                  <a:lnTo>
                    <a:pt x="7118144" y="3116972"/>
                  </a:lnTo>
                  <a:lnTo>
                    <a:pt x="7116243" y="3116972"/>
                  </a:lnTo>
                  <a:lnTo>
                    <a:pt x="7114342" y="3116972"/>
                  </a:lnTo>
                  <a:lnTo>
                    <a:pt x="7112440" y="3116972"/>
                  </a:lnTo>
                  <a:lnTo>
                    <a:pt x="7110539" y="3116972"/>
                  </a:lnTo>
                  <a:lnTo>
                    <a:pt x="7108638" y="3116972"/>
                  </a:lnTo>
                  <a:lnTo>
                    <a:pt x="7106737" y="3116972"/>
                  </a:lnTo>
                  <a:lnTo>
                    <a:pt x="7104836" y="3116972"/>
                  </a:lnTo>
                  <a:lnTo>
                    <a:pt x="7102934" y="3116972"/>
                  </a:lnTo>
                  <a:lnTo>
                    <a:pt x="7101033" y="3116972"/>
                  </a:lnTo>
                  <a:lnTo>
                    <a:pt x="7099132" y="3116972"/>
                  </a:lnTo>
                  <a:lnTo>
                    <a:pt x="7097231" y="3116972"/>
                  </a:lnTo>
                  <a:lnTo>
                    <a:pt x="7095329" y="3116972"/>
                  </a:lnTo>
                  <a:lnTo>
                    <a:pt x="7093428" y="3116972"/>
                  </a:lnTo>
                  <a:lnTo>
                    <a:pt x="7091527" y="3116972"/>
                  </a:lnTo>
                  <a:lnTo>
                    <a:pt x="7089626" y="3116972"/>
                  </a:lnTo>
                  <a:lnTo>
                    <a:pt x="7087725" y="3116972"/>
                  </a:lnTo>
                  <a:lnTo>
                    <a:pt x="7085823" y="3116972"/>
                  </a:lnTo>
                  <a:lnTo>
                    <a:pt x="7083922" y="3116972"/>
                  </a:lnTo>
                  <a:lnTo>
                    <a:pt x="7082021" y="3116972"/>
                  </a:lnTo>
                  <a:lnTo>
                    <a:pt x="7080120" y="3116972"/>
                  </a:lnTo>
                  <a:lnTo>
                    <a:pt x="7078219" y="3116972"/>
                  </a:lnTo>
                  <a:lnTo>
                    <a:pt x="7076317" y="3116972"/>
                  </a:lnTo>
                  <a:lnTo>
                    <a:pt x="7074416" y="3116972"/>
                  </a:lnTo>
                  <a:lnTo>
                    <a:pt x="7072515" y="3116972"/>
                  </a:lnTo>
                  <a:lnTo>
                    <a:pt x="7070614" y="3116972"/>
                  </a:lnTo>
                  <a:lnTo>
                    <a:pt x="7068712" y="3116972"/>
                  </a:lnTo>
                  <a:lnTo>
                    <a:pt x="7066811" y="3116972"/>
                  </a:lnTo>
                  <a:lnTo>
                    <a:pt x="7064910" y="3116972"/>
                  </a:lnTo>
                  <a:lnTo>
                    <a:pt x="7063009" y="3116972"/>
                  </a:lnTo>
                  <a:lnTo>
                    <a:pt x="7061108" y="3116972"/>
                  </a:lnTo>
                  <a:lnTo>
                    <a:pt x="7059206" y="3116972"/>
                  </a:lnTo>
                  <a:lnTo>
                    <a:pt x="7057305" y="3116972"/>
                  </a:lnTo>
                  <a:lnTo>
                    <a:pt x="7055404" y="3116972"/>
                  </a:lnTo>
                  <a:lnTo>
                    <a:pt x="7053503" y="3116972"/>
                  </a:lnTo>
                  <a:lnTo>
                    <a:pt x="7051602" y="3116972"/>
                  </a:lnTo>
                  <a:lnTo>
                    <a:pt x="7049700" y="3116972"/>
                  </a:lnTo>
                  <a:lnTo>
                    <a:pt x="7047799" y="3116972"/>
                  </a:lnTo>
                  <a:lnTo>
                    <a:pt x="7045898" y="3116972"/>
                  </a:lnTo>
                  <a:lnTo>
                    <a:pt x="7043997" y="3116972"/>
                  </a:lnTo>
                  <a:lnTo>
                    <a:pt x="7042095" y="3116972"/>
                  </a:lnTo>
                  <a:lnTo>
                    <a:pt x="7040194" y="3116972"/>
                  </a:lnTo>
                  <a:lnTo>
                    <a:pt x="7038293" y="3116972"/>
                  </a:lnTo>
                  <a:lnTo>
                    <a:pt x="7036392" y="3116972"/>
                  </a:lnTo>
                  <a:lnTo>
                    <a:pt x="7034491" y="3116972"/>
                  </a:lnTo>
                  <a:lnTo>
                    <a:pt x="7032589" y="3116972"/>
                  </a:lnTo>
                  <a:lnTo>
                    <a:pt x="7030688" y="3116972"/>
                  </a:lnTo>
                  <a:lnTo>
                    <a:pt x="7028787" y="3116972"/>
                  </a:lnTo>
                  <a:lnTo>
                    <a:pt x="7026886" y="3116972"/>
                  </a:lnTo>
                  <a:lnTo>
                    <a:pt x="7024985" y="3116972"/>
                  </a:lnTo>
                  <a:lnTo>
                    <a:pt x="7023083" y="3116972"/>
                  </a:lnTo>
                  <a:lnTo>
                    <a:pt x="7021182" y="3116972"/>
                  </a:lnTo>
                  <a:lnTo>
                    <a:pt x="7019281" y="3116972"/>
                  </a:lnTo>
                  <a:lnTo>
                    <a:pt x="7017380" y="3116972"/>
                  </a:lnTo>
                  <a:lnTo>
                    <a:pt x="7015478" y="3116972"/>
                  </a:lnTo>
                  <a:lnTo>
                    <a:pt x="7013577" y="3116972"/>
                  </a:lnTo>
                  <a:lnTo>
                    <a:pt x="7011676" y="3116972"/>
                  </a:lnTo>
                  <a:lnTo>
                    <a:pt x="7009775" y="3116972"/>
                  </a:lnTo>
                  <a:lnTo>
                    <a:pt x="7007874" y="3116972"/>
                  </a:lnTo>
                  <a:lnTo>
                    <a:pt x="7005972" y="3116972"/>
                  </a:lnTo>
                  <a:lnTo>
                    <a:pt x="7004071" y="3116972"/>
                  </a:lnTo>
                  <a:lnTo>
                    <a:pt x="7002170" y="3116972"/>
                  </a:lnTo>
                  <a:lnTo>
                    <a:pt x="7000269" y="3116972"/>
                  </a:lnTo>
                  <a:lnTo>
                    <a:pt x="6998368" y="3116972"/>
                  </a:lnTo>
                  <a:lnTo>
                    <a:pt x="6996466" y="3116972"/>
                  </a:lnTo>
                  <a:lnTo>
                    <a:pt x="6994565" y="3116972"/>
                  </a:lnTo>
                  <a:lnTo>
                    <a:pt x="6992664" y="3116972"/>
                  </a:lnTo>
                  <a:lnTo>
                    <a:pt x="6990763" y="3116972"/>
                  </a:lnTo>
                  <a:lnTo>
                    <a:pt x="6988861" y="3116972"/>
                  </a:lnTo>
                  <a:lnTo>
                    <a:pt x="6986960" y="3116972"/>
                  </a:lnTo>
                  <a:lnTo>
                    <a:pt x="6985059" y="3116972"/>
                  </a:lnTo>
                  <a:lnTo>
                    <a:pt x="6983158" y="3116972"/>
                  </a:lnTo>
                  <a:lnTo>
                    <a:pt x="6981257" y="3116972"/>
                  </a:lnTo>
                  <a:lnTo>
                    <a:pt x="6979355" y="3116972"/>
                  </a:lnTo>
                  <a:lnTo>
                    <a:pt x="6977454" y="3116972"/>
                  </a:lnTo>
                  <a:lnTo>
                    <a:pt x="6975553" y="3116972"/>
                  </a:lnTo>
                  <a:lnTo>
                    <a:pt x="6973652" y="3116972"/>
                  </a:lnTo>
                  <a:lnTo>
                    <a:pt x="6971751" y="3116972"/>
                  </a:lnTo>
                  <a:lnTo>
                    <a:pt x="6969849" y="3116972"/>
                  </a:lnTo>
                  <a:lnTo>
                    <a:pt x="6967948" y="3116972"/>
                  </a:lnTo>
                  <a:lnTo>
                    <a:pt x="6966047" y="3116972"/>
                  </a:lnTo>
                  <a:lnTo>
                    <a:pt x="6964146" y="3116972"/>
                  </a:lnTo>
                  <a:lnTo>
                    <a:pt x="6962245" y="3116972"/>
                  </a:lnTo>
                  <a:lnTo>
                    <a:pt x="6960343" y="3116972"/>
                  </a:lnTo>
                  <a:lnTo>
                    <a:pt x="6958442" y="3116972"/>
                  </a:lnTo>
                  <a:lnTo>
                    <a:pt x="6956541" y="3116972"/>
                  </a:lnTo>
                  <a:lnTo>
                    <a:pt x="6954640" y="3116972"/>
                  </a:lnTo>
                  <a:lnTo>
                    <a:pt x="6952738" y="3116972"/>
                  </a:lnTo>
                  <a:lnTo>
                    <a:pt x="6950837" y="3116972"/>
                  </a:lnTo>
                  <a:lnTo>
                    <a:pt x="6948936" y="3116972"/>
                  </a:lnTo>
                  <a:lnTo>
                    <a:pt x="6947035" y="3116972"/>
                  </a:lnTo>
                  <a:lnTo>
                    <a:pt x="6945134" y="3116972"/>
                  </a:lnTo>
                  <a:lnTo>
                    <a:pt x="6943232" y="3116972"/>
                  </a:lnTo>
                  <a:lnTo>
                    <a:pt x="6941331" y="3116972"/>
                  </a:lnTo>
                  <a:lnTo>
                    <a:pt x="6939430" y="3116972"/>
                  </a:lnTo>
                  <a:lnTo>
                    <a:pt x="6937529" y="3116972"/>
                  </a:lnTo>
                  <a:lnTo>
                    <a:pt x="6935628" y="3116972"/>
                  </a:lnTo>
                  <a:lnTo>
                    <a:pt x="6933726" y="3116972"/>
                  </a:lnTo>
                  <a:lnTo>
                    <a:pt x="6931825" y="3116972"/>
                  </a:lnTo>
                  <a:lnTo>
                    <a:pt x="6929924" y="3116972"/>
                  </a:lnTo>
                  <a:lnTo>
                    <a:pt x="6928023" y="3116972"/>
                  </a:lnTo>
                  <a:lnTo>
                    <a:pt x="6926121" y="3116972"/>
                  </a:lnTo>
                  <a:lnTo>
                    <a:pt x="6924220" y="3116972"/>
                  </a:lnTo>
                  <a:lnTo>
                    <a:pt x="6922319" y="3116972"/>
                  </a:lnTo>
                  <a:lnTo>
                    <a:pt x="6920418" y="3116972"/>
                  </a:lnTo>
                  <a:lnTo>
                    <a:pt x="6918517" y="3116972"/>
                  </a:lnTo>
                  <a:lnTo>
                    <a:pt x="6916615" y="3116972"/>
                  </a:lnTo>
                  <a:lnTo>
                    <a:pt x="6914714" y="3116972"/>
                  </a:lnTo>
                  <a:lnTo>
                    <a:pt x="6912813" y="3116972"/>
                  </a:lnTo>
                  <a:lnTo>
                    <a:pt x="6910912" y="3116972"/>
                  </a:lnTo>
                  <a:lnTo>
                    <a:pt x="6909011" y="3116972"/>
                  </a:lnTo>
                  <a:lnTo>
                    <a:pt x="6907109" y="3116972"/>
                  </a:lnTo>
                  <a:lnTo>
                    <a:pt x="6905208" y="3116972"/>
                  </a:lnTo>
                  <a:lnTo>
                    <a:pt x="6903307" y="3116972"/>
                  </a:lnTo>
                  <a:lnTo>
                    <a:pt x="6901406" y="3116972"/>
                  </a:lnTo>
                  <a:lnTo>
                    <a:pt x="6899504" y="3116972"/>
                  </a:lnTo>
                  <a:lnTo>
                    <a:pt x="6897603" y="3116972"/>
                  </a:lnTo>
                  <a:lnTo>
                    <a:pt x="6895702" y="3116972"/>
                  </a:lnTo>
                  <a:lnTo>
                    <a:pt x="6893801" y="3116972"/>
                  </a:lnTo>
                  <a:lnTo>
                    <a:pt x="6891900" y="3116972"/>
                  </a:lnTo>
                  <a:lnTo>
                    <a:pt x="6889998" y="3116972"/>
                  </a:lnTo>
                  <a:lnTo>
                    <a:pt x="6888097" y="3116972"/>
                  </a:lnTo>
                  <a:lnTo>
                    <a:pt x="6886196" y="3116972"/>
                  </a:lnTo>
                  <a:lnTo>
                    <a:pt x="6884295" y="3116972"/>
                  </a:lnTo>
                  <a:lnTo>
                    <a:pt x="6882394" y="3116972"/>
                  </a:lnTo>
                  <a:lnTo>
                    <a:pt x="6880492" y="3116972"/>
                  </a:lnTo>
                  <a:lnTo>
                    <a:pt x="6878591" y="3116972"/>
                  </a:lnTo>
                  <a:lnTo>
                    <a:pt x="6876690" y="3116972"/>
                  </a:lnTo>
                  <a:lnTo>
                    <a:pt x="6874789" y="3116972"/>
                  </a:lnTo>
                  <a:lnTo>
                    <a:pt x="6872887" y="3116972"/>
                  </a:lnTo>
                  <a:lnTo>
                    <a:pt x="6870986" y="3116972"/>
                  </a:lnTo>
                  <a:lnTo>
                    <a:pt x="6869085" y="3116972"/>
                  </a:lnTo>
                  <a:lnTo>
                    <a:pt x="6867184" y="3116972"/>
                  </a:lnTo>
                  <a:lnTo>
                    <a:pt x="6865283" y="3116972"/>
                  </a:lnTo>
                  <a:lnTo>
                    <a:pt x="6863381" y="3116972"/>
                  </a:lnTo>
                  <a:lnTo>
                    <a:pt x="6861480" y="3116972"/>
                  </a:lnTo>
                  <a:lnTo>
                    <a:pt x="6859579" y="3116972"/>
                  </a:lnTo>
                  <a:lnTo>
                    <a:pt x="6857678" y="3116972"/>
                  </a:lnTo>
                  <a:lnTo>
                    <a:pt x="6855777" y="3116972"/>
                  </a:lnTo>
                  <a:lnTo>
                    <a:pt x="6853875" y="3116972"/>
                  </a:lnTo>
                  <a:lnTo>
                    <a:pt x="6851974" y="3116972"/>
                  </a:lnTo>
                  <a:lnTo>
                    <a:pt x="6850073" y="3116972"/>
                  </a:lnTo>
                  <a:lnTo>
                    <a:pt x="6848172" y="3116972"/>
                  </a:lnTo>
                  <a:lnTo>
                    <a:pt x="6846270" y="3116972"/>
                  </a:lnTo>
                  <a:lnTo>
                    <a:pt x="6844369" y="3116972"/>
                  </a:lnTo>
                  <a:lnTo>
                    <a:pt x="6842468" y="3116972"/>
                  </a:lnTo>
                  <a:lnTo>
                    <a:pt x="6840567" y="3116972"/>
                  </a:lnTo>
                  <a:lnTo>
                    <a:pt x="6838666" y="3116972"/>
                  </a:lnTo>
                  <a:lnTo>
                    <a:pt x="6836764" y="3116972"/>
                  </a:lnTo>
                  <a:lnTo>
                    <a:pt x="6834863" y="3116972"/>
                  </a:lnTo>
                  <a:lnTo>
                    <a:pt x="6832962" y="3116972"/>
                  </a:lnTo>
                  <a:lnTo>
                    <a:pt x="6831061" y="3116972"/>
                  </a:lnTo>
                  <a:lnTo>
                    <a:pt x="6829160" y="3116972"/>
                  </a:lnTo>
                  <a:lnTo>
                    <a:pt x="6827258" y="3116972"/>
                  </a:lnTo>
                  <a:lnTo>
                    <a:pt x="6825357" y="3116972"/>
                  </a:lnTo>
                  <a:lnTo>
                    <a:pt x="6823456" y="3116972"/>
                  </a:lnTo>
                  <a:lnTo>
                    <a:pt x="6821555" y="3116972"/>
                  </a:lnTo>
                  <a:lnTo>
                    <a:pt x="6819653" y="3116972"/>
                  </a:lnTo>
                  <a:lnTo>
                    <a:pt x="6817752" y="3116972"/>
                  </a:lnTo>
                  <a:lnTo>
                    <a:pt x="6815851" y="3116972"/>
                  </a:lnTo>
                  <a:lnTo>
                    <a:pt x="6813950" y="3116972"/>
                  </a:lnTo>
                  <a:lnTo>
                    <a:pt x="6812049" y="3116972"/>
                  </a:lnTo>
                  <a:lnTo>
                    <a:pt x="6810147" y="3116972"/>
                  </a:lnTo>
                  <a:lnTo>
                    <a:pt x="6808246" y="3116972"/>
                  </a:lnTo>
                  <a:lnTo>
                    <a:pt x="6806345" y="3116972"/>
                  </a:lnTo>
                  <a:lnTo>
                    <a:pt x="6804444" y="3116972"/>
                  </a:lnTo>
                  <a:lnTo>
                    <a:pt x="6802543" y="3116972"/>
                  </a:lnTo>
                  <a:lnTo>
                    <a:pt x="6800641" y="3116972"/>
                  </a:lnTo>
                  <a:lnTo>
                    <a:pt x="6798740" y="3116972"/>
                  </a:lnTo>
                  <a:lnTo>
                    <a:pt x="6796839" y="3116972"/>
                  </a:lnTo>
                  <a:lnTo>
                    <a:pt x="6794938" y="3116972"/>
                  </a:lnTo>
                  <a:lnTo>
                    <a:pt x="6793036" y="3116972"/>
                  </a:lnTo>
                  <a:lnTo>
                    <a:pt x="6791135" y="3116972"/>
                  </a:lnTo>
                  <a:lnTo>
                    <a:pt x="6789234" y="3116972"/>
                  </a:lnTo>
                  <a:lnTo>
                    <a:pt x="6787333" y="3116972"/>
                  </a:lnTo>
                  <a:lnTo>
                    <a:pt x="6785432" y="3116972"/>
                  </a:lnTo>
                  <a:lnTo>
                    <a:pt x="6783530" y="3116972"/>
                  </a:lnTo>
                  <a:lnTo>
                    <a:pt x="6781629" y="3116972"/>
                  </a:lnTo>
                  <a:lnTo>
                    <a:pt x="6779728" y="3116972"/>
                  </a:lnTo>
                  <a:lnTo>
                    <a:pt x="6777827" y="3116972"/>
                  </a:lnTo>
                  <a:lnTo>
                    <a:pt x="6775926" y="3116972"/>
                  </a:lnTo>
                  <a:lnTo>
                    <a:pt x="6774024" y="3116972"/>
                  </a:lnTo>
                  <a:lnTo>
                    <a:pt x="6772123" y="3116972"/>
                  </a:lnTo>
                  <a:lnTo>
                    <a:pt x="6770222" y="3116972"/>
                  </a:lnTo>
                  <a:lnTo>
                    <a:pt x="6768321" y="3116972"/>
                  </a:lnTo>
                  <a:lnTo>
                    <a:pt x="6766419" y="3116972"/>
                  </a:lnTo>
                  <a:lnTo>
                    <a:pt x="6764518" y="3116972"/>
                  </a:lnTo>
                  <a:lnTo>
                    <a:pt x="6762617" y="3116972"/>
                  </a:lnTo>
                  <a:lnTo>
                    <a:pt x="6760716" y="3116972"/>
                  </a:lnTo>
                  <a:lnTo>
                    <a:pt x="6758815" y="3116972"/>
                  </a:lnTo>
                  <a:lnTo>
                    <a:pt x="6756913" y="3116972"/>
                  </a:lnTo>
                  <a:lnTo>
                    <a:pt x="6755012" y="3116972"/>
                  </a:lnTo>
                  <a:lnTo>
                    <a:pt x="6753111" y="3116972"/>
                  </a:lnTo>
                  <a:lnTo>
                    <a:pt x="6751210" y="3116972"/>
                  </a:lnTo>
                  <a:lnTo>
                    <a:pt x="6749309" y="3116972"/>
                  </a:lnTo>
                  <a:lnTo>
                    <a:pt x="6747407" y="3116972"/>
                  </a:lnTo>
                  <a:lnTo>
                    <a:pt x="6745506" y="3116972"/>
                  </a:lnTo>
                  <a:lnTo>
                    <a:pt x="6743605" y="3116972"/>
                  </a:lnTo>
                  <a:lnTo>
                    <a:pt x="6741704" y="3116972"/>
                  </a:lnTo>
                  <a:lnTo>
                    <a:pt x="6739802" y="3116972"/>
                  </a:lnTo>
                  <a:lnTo>
                    <a:pt x="6737901" y="3116972"/>
                  </a:lnTo>
                  <a:lnTo>
                    <a:pt x="6736000" y="3116972"/>
                  </a:lnTo>
                  <a:lnTo>
                    <a:pt x="6734099" y="3116972"/>
                  </a:lnTo>
                  <a:lnTo>
                    <a:pt x="6732198" y="3116972"/>
                  </a:lnTo>
                  <a:lnTo>
                    <a:pt x="6730296" y="3116972"/>
                  </a:lnTo>
                  <a:lnTo>
                    <a:pt x="6728395" y="3116972"/>
                  </a:lnTo>
                  <a:lnTo>
                    <a:pt x="6726494" y="3116972"/>
                  </a:lnTo>
                  <a:lnTo>
                    <a:pt x="6724593" y="3116972"/>
                  </a:lnTo>
                  <a:lnTo>
                    <a:pt x="6722692" y="3116972"/>
                  </a:lnTo>
                  <a:lnTo>
                    <a:pt x="6720790" y="3116972"/>
                  </a:lnTo>
                  <a:lnTo>
                    <a:pt x="6718889" y="3116972"/>
                  </a:lnTo>
                  <a:lnTo>
                    <a:pt x="6716988" y="3116972"/>
                  </a:lnTo>
                  <a:lnTo>
                    <a:pt x="6715087" y="3116972"/>
                  </a:lnTo>
                  <a:lnTo>
                    <a:pt x="6713185" y="3116972"/>
                  </a:lnTo>
                  <a:lnTo>
                    <a:pt x="6711284" y="3116972"/>
                  </a:lnTo>
                  <a:lnTo>
                    <a:pt x="6709383" y="3116972"/>
                  </a:lnTo>
                  <a:lnTo>
                    <a:pt x="6707482" y="3116972"/>
                  </a:lnTo>
                  <a:lnTo>
                    <a:pt x="6705581" y="3116972"/>
                  </a:lnTo>
                  <a:lnTo>
                    <a:pt x="6703679" y="3116972"/>
                  </a:lnTo>
                  <a:lnTo>
                    <a:pt x="6701778" y="3116972"/>
                  </a:lnTo>
                  <a:lnTo>
                    <a:pt x="6699877" y="3116972"/>
                  </a:lnTo>
                  <a:lnTo>
                    <a:pt x="6697976" y="3116972"/>
                  </a:lnTo>
                  <a:lnTo>
                    <a:pt x="6696075" y="3116972"/>
                  </a:lnTo>
                  <a:lnTo>
                    <a:pt x="6694173" y="3116972"/>
                  </a:lnTo>
                  <a:lnTo>
                    <a:pt x="6692272" y="3116972"/>
                  </a:lnTo>
                  <a:lnTo>
                    <a:pt x="6690371" y="3116972"/>
                  </a:lnTo>
                  <a:lnTo>
                    <a:pt x="6688470" y="3116972"/>
                  </a:lnTo>
                  <a:lnTo>
                    <a:pt x="6686569" y="3116972"/>
                  </a:lnTo>
                  <a:lnTo>
                    <a:pt x="6684667" y="3116972"/>
                  </a:lnTo>
                  <a:lnTo>
                    <a:pt x="6682766" y="3116972"/>
                  </a:lnTo>
                  <a:lnTo>
                    <a:pt x="6680865" y="3116972"/>
                  </a:lnTo>
                  <a:lnTo>
                    <a:pt x="6678964" y="3116972"/>
                  </a:lnTo>
                  <a:lnTo>
                    <a:pt x="6677062" y="3116972"/>
                  </a:lnTo>
                  <a:lnTo>
                    <a:pt x="6675161" y="3116972"/>
                  </a:lnTo>
                  <a:lnTo>
                    <a:pt x="6673260" y="3116972"/>
                  </a:lnTo>
                  <a:lnTo>
                    <a:pt x="6671359" y="3116972"/>
                  </a:lnTo>
                  <a:lnTo>
                    <a:pt x="6669458" y="3116972"/>
                  </a:lnTo>
                  <a:lnTo>
                    <a:pt x="6667556" y="3116972"/>
                  </a:lnTo>
                  <a:lnTo>
                    <a:pt x="6665655" y="3116972"/>
                  </a:lnTo>
                  <a:lnTo>
                    <a:pt x="6663754" y="3116972"/>
                  </a:lnTo>
                  <a:lnTo>
                    <a:pt x="6661853" y="3116972"/>
                  </a:lnTo>
                  <a:lnTo>
                    <a:pt x="6659952" y="3116972"/>
                  </a:lnTo>
                  <a:lnTo>
                    <a:pt x="6658050" y="3116972"/>
                  </a:lnTo>
                  <a:lnTo>
                    <a:pt x="6656149" y="3116972"/>
                  </a:lnTo>
                  <a:lnTo>
                    <a:pt x="6654248" y="3116972"/>
                  </a:lnTo>
                  <a:lnTo>
                    <a:pt x="6652347" y="3116972"/>
                  </a:lnTo>
                  <a:lnTo>
                    <a:pt x="6650445" y="3116972"/>
                  </a:lnTo>
                  <a:lnTo>
                    <a:pt x="6648544" y="3116972"/>
                  </a:lnTo>
                  <a:lnTo>
                    <a:pt x="6646643" y="3116972"/>
                  </a:lnTo>
                  <a:lnTo>
                    <a:pt x="6644742" y="3116972"/>
                  </a:lnTo>
                  <a:lnTo>
                    <a:pt x="6642841" y="3116972"/>
                  </a:lnTo>
                  <a:lnTo>
                    <a:pt x="6640939" y="3116972"/>
                  </a:lnTo>
                  <a:lnTo>
                    <a:pt x="6639038" y="3116972"/>
                  </a:lnTo>
                  <a:lnTo>
                    <a:pt x="6637137" y="3116972"/>
                  </a:lnTo>
                  <a:lnTo>
                    <a:pt x="6635236" y="3116972"/>
                  </a:lnTo>
                  <a:lnTo>
                    <a:pt x="6633335" y="3116972"/>
                  </a:lnTo>
                  <a:lnTo>
                    <a:pt x="6631433" y="3116972"/>
                  </a:lnTo>
                  <a:lnTo>
                    <a:pt x="6629532" y="3116972"/>
                  </a:lnTo>
                  <a:lnTo>
                    <a:pt x="6627631" y="3116972"/>
                  </a:lnTo>
                  <a:lnTo>
                    <a:pt x="6625730" y="3116972"/>
                  </a:lnTo>
                  <a:lnTo>
                    <a:pt x="6623828" y="3116972"/>
                  </a:lnTo>
                  <a:lnTo>
                    <a:pt x="6621927" y="3116972"/>
                  </a:lnTo>
                  <a:lnTo>
                    <a:pt x="6620026" y="3116972"/>
                  </a:lnTo>
                  <a:lnTo>
                    <a:pt x="6618125" y="3116972"/>
                  </a:lnTo>
                  <a:lnTo>
                    <a:pt x="6616224" y="3116972"/>
                  </a:lnTo>
                  <a:lnTo>
                    <a:pt x="6614322" y="3116972"/>
                  </a:lnTo>
                  <a:lnTo>
                    <a:pt x="6612421" y="3116972"/>
                  </a:lnTo>
                  <a:lnTo>
                    <a:pt x="6610520" y="3116972"/>
                  </a:lnTo>
                  <a:lnTo>
                    <a:pt x="6608619" y="3116972"/>
                  </a:lnTo>
                  <a:lnTo>
                    <a:pt x="6606718" y="3116972"/>
                  </a:lnTo>
                  <a:lnTo>
                    <a:pt x="6604816" y="3116972"/>
                  </a:lnTo>
                  <a:lnTo>
                    <a:pt x="6602915" y="3116972"/>
                  </a:lnTo>
                  <a:lnTo>
                    <a:pt x="6601014" y="3116972"/>
                  </a:lnTo>
                  <a:lnTo>
                    <a:pt x="6599113" y="3116972"/>
                  </a:lnTo>
                  <a:lnTo>
                    <a:pt x="6597211" y="3116972"/>
                  </a:lnTo>
                  <a:lnTo>
                    <a:pt x="6595310" y="3116972"/>
                  </a:lnTo>
                  <a:lnTo>
                    <a:pt x="6593409" y="3116972"/>
                  </a:lnTo>
                  <a:lnTo>
                    <a:pt x="6591508" y="3116972"/>
                  </a:lnTo>
                  <a:lnTo>
                    <a:pt x="6589607" y="3116972"/>
                  </a:lnTo>
                  <a:lnTo>
                    <a:pt x="6587705" y="3116972"/>
                  </a:lnTo>
                  <a:lnTo>
                    <a:pt x="6585804" y="3116972"/>
                  </a:lnTo>
                  <a:lnTo>
                    <a:pt x="6583903" y="3116972"/>
                  </a:lnTo>
                  <a:lnTo>
                    <a:pt x="6582002" y="3116972"/>
                  </a:lnTo>
                  <a:lnTo>
                    <a:pt x="6580101" y="3116972"/>
                  </a:lnTo>
                  <a:lnTo>
                    <a:pt x="6578199" y="3116972"/>
                  </a:lnTo>
                  <a:lnTo>
                    <a:pt x="6576298" y="3116972"/>
                  </a:lnTo>
                  <a:lnTo>
                    <a:pt x="6574397" y="3116972"/>
                  </a:lnTo>
                  <a:lnTo>
                    <a:pt x="6572496" y="3116972"/>
                  </a:lnTo>
                  <a:lnTo>
                    <a:pt x="6570594" y="3116972"/>
                  </a:lnTo>
                  <a:lnTo>
                    <a:pt x="6568693" y="3116972"/>
                  </a:lnTo>
                  <a:lnTo>
                    <a:pt x="6566792" y="3116972"/>
                  </a:lnTo>
                  <a:lnTo>
                    <a:pt x="6564891" y="3116972"/>
                  </a:lnTo>
                  <a:lnTo>
                    <a:pt x="6562990" y="3116972"/>
                  </a:lnTo>
                  <a:lnTo>
                    <a:pt x="6561088" y="3116972"/>
                  </a:lnTo>
                  <a:lnTo>
                    <a:pt x="6559187" y="3116972"/>
                  </a:lnTo>
                  <a:lnTo>
                    <a:pt x="6557286" y="3116972"/>
                  </a:lnTo>
                  <a:lnTo>
                    <a:pt x="6555385" y="3116972"/>
                  </a:lnTo>
                  <a:lnTo>
                    <a:pt x="6553484" y="3116972"/>
                  </a:lnTo>
                  <a:lnTo>
                    <a:pt x="6551582" y="3116972"/>
                  </a:lnTo>
                  <a:lnTo>
                    <a:pt x="6549681" y="3116972"/>
                  </a:lnTo>
                  <a:lnTo>
                    <a:pt x="6547780" y="3116972"/>
                  </a:lnTo>
                  <a:lnTo>
                    <a:pt x="6545879" y="3116972"/>
                  </a:lnTo>
                  <a:lnTo>
                    <a:pt x="6543977" y="3116972"/>
                  </a:lnTo>
                  <a:lnTo>
                    <a:pt x="6542076" y="3116972"/>
                  </a:lnTo>
                  <a:lnTo>
                    <a:pt x="6540175" y="3116972"/>
                  </a:lnTo>
                  <a:lnTo>
                    <a:pt x="6538274" y="3116972"/>
                  </a:lnTo>
                  <a:lnTo>
                    <a:pt x="6536373" y="3116972"/>
                  </a:lnTo>
                  <a:lnTo>
                    <a:pt x="6534471" y="3116972"/>
                  </a:lnTo>
                  <a:lnTo>
                    <a:pt x="6532570" y="3116972"/>
                  </a:lnTo>
                  <a:lnTo>
                    <a:pt x="6530669" y="3116972"/>
                  </a:lnTo>
                  <a:lnTo>
                    <a:pt x="6528768" y="3116972"/>
                  </a:lnTo>
                  <a:lnTo>
                    <a:pt x="6526867" y="3116972"/>
                  </a:lnTo>
                  <a:lnTo>
                    <a:pt x="6524965" y="3116972"/>
                  </a:lnTo>
                  <a:lnTo>
                    <a:pt x="6523064" y="3116972"/>
                  </a:lnTo>
                  <a:lnTo>
                    <a:pt x="6521163" y="3116972"/>
                  </a:lnTo>
                  <a:lnTo>
                    <a:pt x="6519262" y="3116972"/>
                  </a:lnTo>
                  <a:lnTo>
                    <a:pt x="6517360" y="3116972"/>
                  </a:lnTo>
                  <a:lnTo>
                    <a:pt x="6515459" y="3116972"/>
                  </a:lnTo>
                  <a:lnTo>
                    <a:pt x="6513558" y="3116972"/>
                  </a:lnTo>
                  <a:lnTo>
                    <a:pt x="6511657" y="3116972"/>
                  </a:lnTo>
                  <a:lnTo>
                    <a:pt x="6509756" y="3116972"/>
                  </a:lnTo>
                  <a:lnTo>
                    <a:pt x="6507854" y="3116972"/>
                  </a:lnTo>
                  <a:lnTo>
                    <a:pt x="6505953" y="3116972"/>
                  </a:lnTo>
                  <a:lnTo>
                    <a:pt x="6504052" y="3116972"/>
                  </a:lnTo>
                  <a:lnTo>
                    <a:pt x="6502151" y="3116972"/>
                  </a:lnTo>
                  <a:lnTo>
                    <a:pt x="6500250" y="3116972"/>
                  </a:lnTo>
                  <a:lnTo>
                    <a:pt x="6498348" y="3116972"/>
                  </a:lnTo>
                  <a:lnTo>
                    <a:pt x="6496447" y="3116972"/>
                  </a:lnTo>
                  <a:lnTo>
                    <a:pt x="6494546" y="3116972"/>
                  </a:lnTo>
                  <a:lnTo>
                    <a:pt x="6492645" y="3116972"/>
                  </a:lnTo>
                  <a:lnTo>
                    <a:pt x="6490743" y="3116972"/>
                  </a:lnTo>
                  <a:lnTo>
                    <a:pt x="6488842" y="3116972"/>
                  </a:lnTo>
                  <a:lnTo>
                    <a:pt x="6486941" y="3116972"/>
                  </a:lnTo>
                  <a:lnTo>
                    <a:pt x="6485040" y="3116972"/>
                  </a:lnTo>
                  <a:lnTo>
                    <a:pt x="6483139" y="3116972"/>
                  </a:lnTo>
                  <a:lnTo>
                    <a:pt x="6481237" y="3116972"/>
                  </a:lnTo>
                  <a:lnTo>
                    <a:pt x="6479336" y="3116972"/>
                  </a:lnTo>
                  <a:lnTo>
                    <a:pt x="6477435" y="3116972"/>
                  </a:lnTo>
                  <a:lnTo>
                    <a:pt x="6475534" y="3116972"/>
                  </a:lnTo>
                  <a:lnTo>
                    <a:pt x="6473633" y="3116972"/>
                  </a:lnTo>
                  <a:lnTo>
                    <a:pt x="6471731" y="3116972"/>
                  </a:lnTo>
                  <a:lnTo>
                    <a:pt x="6469830" y="3116972"/>
                  </a:lnTo>
                  <a:lnTo>
                    <a:pt x="6467929" y="3116972"/>
                  </a:lnTo>
                  <a:lnTo>
                    <a:pt x="6466028" y="3116972"/>
                  </a:lnTo>
                  <a:lnTo>
                    <a:pt x="6464126" y="3116972"/>
                  </a:lnTo>
                  <a:lnTo>
                    <a:pt x="6462225" y="3116972"/>
                  </a:lnTo>
                  <a:lnTo>
                    <a:pt x="6460324" y="3116972"/>
                  </a:lnTo>
                  <a:lnTo>
                    <a:pt x="6458423" y="3116972"/>
                  </a:lnTo>
                  <a:lnTo>
                    <a:pt x="6456522" y="3116972"/>
                  </a:lnTo>
                  <a:lnTo>
                    <a:pt x="6454620" y="3116972"/>
                  </a:lnTo>
                  <a:lnTo>
                    <a:pt x="6452719" y="3116972"/>
                  </a:lnTo>
                  <a:lnTo>
                    <a:pt x="6450818" y="3116972"/>
                  </a:lnTo>
                  <a:lnTo>
                    <a:pt x="6448917" y="3116972"/>
                  </a:lnTo>
                  <a:lnTo>
                    <a:pt x="6447016" y="3116972"/>
                  </a:lnTo>
                  <a:lnTo>
                    <a:pt x="6445114" y="3116972"/>
                  </a:lnTo>
                  <a:lnTo>
                    <a:pt x="6443213" y="3116972"/>
                  </a:lnTo>
                  <a:lnTo>
                    <a:pt x="6441312" y="3116972"/>
                  </a:lnTo>
                  <a:lnTo>
                    <a:pt x="6439411" y="3116972"/>
                  </a:lnTo>
                  <a:lnTo>
                    <a:pt x="6437509" y="3116972"/>
                  </a:lnTo>
                  <a:lnTo>
                    <a:pt x="6435608" y="3116972"/>
                  </a:lnTo>
                  <a:lnTo>
                    <a:pt x="6433707" y="3116972"/>
                  </a:lnTo>
                  <a:lnTo>
                    <a:pt x="6431806" y="3116972"/>
                  </a:lnTo>
                  <a:lnTo>
                    <a:pt x="6429905" y="3116972"/>
                  </a:lnTo>
                  <a:lnTo>
                    <a:pt x="6428003" y="3116972"/>
                  </a:lnTo>
                  <a:lnTo>
                    <a:pt x="6426102" y="3116972"/>
                  </a:lnTo>
                  <a:lnTo>
                    <a:pt x="6424201" y="3116972"/>
                  </a:lnTo>
                  <a:lnTo>
                    <a:pt x="6422300" y="3116972"/>
                  </a:lnTo>
                  <a:lnTo>
                    <a:pt x="6420399" y="3116972"/>
                  </a:lnTo>
                  <a:lnTo>
                    <a:pt x="6418497" y="3116972"/>
                  </a:lnTo>
                  <a:lnTo>
                    <a:pt x="6416596" y="3116972"/>
                  </a:lnTo>
                  <a:lnTo>
                    <a:pt x="6414695" y="3116972"/>
                  </a:lnTo>
                  <a:lnTo>
                    <a:pt x="6412794" y="3116972"/>
                  </a:lnTo>
                  <a:lnTo>
                    <a:pt x="6410892" y="3116972"/>
                  </a:lnTo>
                  <a:lnTo>
                    <a:pt x="6408991" y="3116972"/>
                  </a:lnTo>
                  <a:lnTo>
                    <a:pt x="6407090" y="3116972"/>
                  </a:lnTo>
                  <a:lnTo>
                    <a:pt x="6405189" y="3116972"/>
                  </a:lnTo>
                  <a:lnTo>
                    <a:pt x="6403288" y="3116972"/>
                  </a:lnTo>
                  <a:lnTo>
                    <a:pt x="6401386" y="3116972"/>
                  </a:lnTo>
                  <a:lnTo>
                    <a:pt x="6399485" y="3116972"/>
                  </a:lnTo>
                  <a:lnTo>
                    <a:pt x="6397584" y="3116972"/>
                  </a:lnTo>
                  <a:lnTo>
                    <a:pt x="6395683" y="3116972"/>
                  </a:lnTo>
                  <a:lnTo>
                    <a:pt x="6393782" y="3116972"/>
                  </a:lnTo>
                  <a:lnTo>
                    <a:pt x="6391880" y="3116972"/>
                  </a:lnTo>
                  <a:lnTo>
                    <a:pt x="6389979" y="3116972"/>
                  </a:lnTo>
                  <a:lnTo>
                    <a:pt x="6388078" y="3116972"/>
                  </a:lnTo>
                  <a:lnTo>
                    <a:pt x="6386177" y="3116972"/>
                  </a:lnTo>
                  <a:lnTo>
                    <a:pt x="6384276" y="3116972"/>
                  </a:lnTo>
                  <a:lnTo>
                    <a:pt x="6382374" y="3116972"/>
                  </a:lnTo>
                  <a:lnTo>
                    <a:pt x="6380473" y="3116972"/>
                  </a:lnTo>
                  <a:lnTo>
                    <a:pt x="6378572" y="3116972"/>
                  </a:lnTo>
                  <a:lnTo>
                    <a:pt x="6376671" y="3116972"/>
                  </a:lnTo>
                  <a:lnTo>
                    <a:pt x="6374769" y="3116972"/>
                  </a:lnTo>
                  <a:lnTo>
                    <a:pt x="6372868" y="3116972"/>
                  </a:lnTo>
                  <a:lnTo>
                    <a:pt x="6370967" y="3116972"/>
                  </a:lnTo>
                  <a:lnTo>
                    <a:pt x="6369066" y="3116972"/>
                  </a:lnTo>
                  <a:lnTo>
                    <a:pt x="6367165" y="3116972"/>
                  </a:lnTo>
                  <a:lnTo>
                    <a:pt x="6365263" y="3116972"/>
                  </a:lnTo>
                  <a:lnTo>
                    <a:pt x="6363362" y="3116972"/>
                  </a:lnTo>
                  <a:lnTo>
                    <a:pt x="6361461" y="3116972"/>
                  </a:lnTo>
                  <a:lnTo>
                    <a:pt x="6359560" y="3116972"/>
                  </a:lnTo>
                  <a:lnTo>
                    <a:pt x="6357659" y="3116972"/>
                  </a:lnTo>
                  <a:lnTo>
                    <a:pt x="6355757" y="3116972"/>
                  </a:lnTo>
                  <a:lnTo>
                    <a:pt x="6353856" y="3116972"/>
                  </a:lnTo>
                  <a:lnTo>
                    <a:pt x="6351955" y="3116972"/>
                  </a:lnTo>
                  <a:lnTo>
                    <a:pt x="6350054" y="3116972"/>
                  </a:lnTo>
                  <a:lnTo>
                    <a:pt x="6348152" y="3116972"/>
                  </a:lnTo>
                  <a:lnTo>
                    <a:pt x="6346251" y="3116972"/>
                  </a:lnTo>
                  <a:lnTo>
                    <a:pt x="6344350" y="3116972"/>
                  </a:lnTo>
                  <a:lnTo>
                    <a:pt x="6342449" y="3116972"/>
                  </a:lnTo>
                  <a:lnTo>
                    <a:pt x="6340548" y="3116972"/>
                  </a:lnTo>
                  <a:lnTo>
                    <a:pt x="6338646" y="3116972"/>
                  </a:lnTo>
                  <a:lnTo>
                    <a:pt x="6336745" y="3116972"/>
                  </a:lnTo>
                  <a:lnTo>
                    <a:pt x="6334844" y="3116972"/>
                  </a:lnTo>
                  <a:lnTo>
                    <a:pt x="6332943" y="3116972"/>
                  </a:lnTo>
                  <a:lnTo>
                    <a:pt x="6331042" y="3116972"/>
                  </a:lnTo>
                  <a:lnTo>
                    <a:pt x="6329140" y="3116972"/>
                  </a:lnTo>
                  <a:lnTo>
                    <a:pt x="6327239" y="3116972"/>
                  </a:lnTo>
                  <a:lnTo>
                    <a:pt x="6325338" y="3116972"/>
                  </a:lnTo>
                  <a:lnTo>
                    <a:pt x="6323437" y="3116972"/>
                  </a:lnTo>
                  <a:lnTo>
                    <a:pt x="6321535" y="3116972"/>
                  </a:lnTo>
                  <a:lnTo>
                    <a:pt x="6319634" y="3116972"/>
                  </a:lnTo>
                  <a:lnTo>
                    <a:pt x="6317733" y="3116972"/>
                  </a:lnTo>
                  <a:lnTo>
                    <a:pt x="6315832" y="3116972"/>
                  </a:lnTo>
                  <a:lnTo>
                    <a:pt x="6313931" y="3116972"/>
                  </a:lnTo>
                  <a:lnTo>
                    <a:pt x="6312029" y="3116972"/>
                  </a:lnTo>
                  <a:lnTo>
                    <a:pt x="6310128" y="3116972"/>
                  </a:lnTo>
                  <a:lnTo>
                    <a:pt x="6308227" y="3116972"/>
                  </a:lnTo>
                  <a:lnTo>
                    <a:pt x="6306326" y="3116972"/>
                  </a:lnTo>
                  <a:lnTo>
                    <a:pt x="6304425" y="3116972"/>
                  </a:lnTo>
                  <a:lnTo>
                    <a:pt x="6302523" y="3116972"/>
                  </a:lnTo>
                  <a:lnTo>
                    <a:pt x="6300622" y="3116972"/>
                  </a:lnTo>
                  <a:lnTo>
                    <a:pt x="6298721" y="3116972"/>
                  </a:lnTo>
                  <a:lnTo>
                    <a:pt x="6296820" y="3116972"/>
                  </a:lnTo>
                  <a:lnTo>
                    <a:pt x="6294918" y="3116972"/>
                  </a:lnTo>
                  <a:lnTo>
                    <a:pt x="6293017" y="3116972"/>
                  </a:lnTo>
                  <a:lnTo>
                    <a:pt x="6291116" y="3116972"/>
                  </a:lnTo>
                  <a:lnTo>
                    <a:pt x="6289215" y="3116972"/>
                  </a:lnTo>
                  <a:lnTo>
                    <a:pt x="6287314" y="3116972"/>
                  </a:lnTo>
                  <a:lnTo>
                    <a:pt x="6285412" y="3116972"/>
                  </a:lnTo>
                  <a:lnTo>
                    <a:pt x="6283511" y="3116972"/>
                  </a:lnTo>
                  <a:lnTo>
                    <a:pt x="6281610" y="3116972"/>
                  </a:lnTo>
                  <a:lnTo>
                    <a:pt x="6279709" y="3116972"/>
                  </a:lnTo>
                  <a:lnTo>
                    <a:pt x="6277808" y="3116972"/>
                  </a:lnTo>
                  <a:lnTo>
                    <a:pt x="6275906" y="3116972"/>
                  </a:lnTo>
                  <a:lnTo>
                    <a:pt x="6274005" y="3116972"/>
                  </a:lnTo>
                  <a:lnTo>
                    <a:pt x="6272104" y="3116972"/>
                  </a:lnTo>
                  <a:lnTo>
                    <a:pt x="6270203" y="3116972"/>
                  </a:lnTo>
                  <a:lnTo>
                    <a:pt x="6268301" y="3116972"/>
                  </a:lnTo>
                  <a:lnTo>
                    <a:pt x="6266400" y="3116972"/>
                  </a:lnTo>
                  <a:lnTo>
                    <a:pt x="6264499" y="3116972"/>
                  </a:lnTo>
                  <a:lnTo>
                    <a:pt x="6262598" y="3116972"/>
                  </a:lnTo>
                  <a:lnTo>
                    <a:pt x="6260697" y="3116972"/>
                  </a:lnTo>
                  <a:lnTo>
                    <a:pt x="6258795" y="3116972"/>
                  </a:lnTo>
                  <a:lnTo>
                    <a:pt x="6256894" y="3116972"/>
                  </a:lnTo>
                  <a:lnTo>
                    <a:pt x="6254993" y="3116972"/>
                  </a:lnTo>
                  <a:lnTo>
                    <a:pt x="6253092" y="3116972"/>
                  </a:lnTo>
                  <a:lnTo>
                    <a:pt x="6251191" y="3116972"/>
                  </a:lnTo>
                  <a:lnTo>
                    <a:pt x="6249289" y="3116972"/>
                  </a:lnTo>
                  <a:lnTo>
                    <a:pt x="6247388" y="3116972"/>
                  </a:lnTo>
                  <a:lnTo>
                    <a:pt x="6245487" y="3116972"/>
                  </a:lnTo>
                  <a:lnTo>
                    <a:pt x="6243586" y="3116972"/>
                  </a:lnTo>
                  <a:lnTo>
                    <a:pt x="6241684" y="3116972"/>
                  </a:lnTo>
                  <a:lnTo>
                    <a:pt x="6239783" y="3116972"/>
                  </a:lnTo>
                  <a:lnTo>
                    <a:pt x="6237882" y="3116972"/>
                  </a:lnTo>
                  <a:lnTo>
                    <a:pt x="6235981" y="3116972"/>
                  </a:lnTo>
                  <a:lnTo>
                    <a:pt x="6234080" y="3116972"/>
                  </a:lnTo>
                  <a:lnTo>
                    <a:pt x="6232178" y="3116972"/>
                  </a:lnTo>
                  <a:lnTo>
                    <a:pt x="6230277" y="3116972"/>
                  </a:lnTo>
                  <a:lnTo>
                    <a:pt x="6228376" y="3116972"/>
                  </a:lnTo>
                  <a:lnTo>
                    <a:pt x="6226475" y="3116972"/>
                  </a:lnTo>
                  <a:lnTo>
                    <a:pt x="6224574" y="3116972"/>
                  </a:lnTo>
                  <a:lnTo>
                    <a:pt x="6222672" y="3116972"/>
                  </a:lnTo>
                  <a:lnTo>
                    <a:pt x="6220771" y="3116972"/>
                  </a:lnTo>
                  <a:lnTo>
                    <a:pt x="6218870" y="3116972"/>
                  </a:lnTo>
                  <a:lnTo>
                    <a:pt x="6216969" y="3116972"/>
                  </a:lnTo>
                  <a:lnTo>
                    <a:pt x="6215067" y="3116972"/>
                  </a:lnTo>
                  <a:lnTo>
                    <a:pt x="6213166" y="3116972"/>
                  </a:lnTo>
                  <a:lnTo>
                    <a:pt x="6211265" y="3116972"/>
                  </a:lnTo>
                  <a:lnTo>
                    <a:pt x="6209364" y="3116972"/>
                  </a:lnTo>
                  <a:lnTo>
                    <a:pt x="6207463" y="3116972"/>
                  </a:lnTo>
                  <a:lnTo>
                    <a:pt x="6205561" y="3116972"/>
                  </a:lnTo>
                  <a:lnTo>
                    <a:pt x="6203660" y="3116972"/>
                  </a:lnTo>
                  <a:lnTo>
                    <a:pt x="6201759" y="3116972"/>
                  </a:lnTo>
                  <a:lnTo>
                    <a:pt x="6199858" y="3116972"/>
                  </a:lnTo>
                  <a:lnTo>
                    <a:pt x="6197957" y="3116972"/>
                  </a:lnTo>
                  <a:lnTo>
                    <a:pt x="6196055" y="3116972"/>
                  </a:lnTo>
                  <a:lnTo>
                    <a:pt x="6194154" y="3116972"/>
                  </a:lnTo>
                  <a:lnTo>
                    <a:pt x="6192253" y="3116972"/>
                  </a:lnTo>
                  <a:lnTo>
                    <a:pt x="6190352" y="3116972"/>
                  </a:lnTo>
                  <a:lnTo>
                    <a:pt x="6188450" y="3116972"/>
                  </a:lnTo>
                  <a:lnTo>
                    <a:pt x="6186549" y="3116972"/>
                  </a:lnTo>
                  <a:lnTo>
                    <a:pt x="6184648" y="3116972"/>
                  </a:lnTo>
                  <a:lnTo>
                    <a:pt x="6182747" y="3116972"/>
                  </a:lnTo>
                  <a:lnTo>
                    <a:pt x="6180846" y="3116972"/>
                  </a:lnTo>
                  <a:lnTo>
                    <a:pt x="6178944" y="3116972"/>
                  </a:lnTo>
                  <a:lnTo>
                    <a:pt x="6177043" y="3116972"/>
                  </a:lnTo>
                  <a:lnTo>
                    <a:pt x="6175142" y="3116972"/>
                  </a:lnTo>
                  <a:lnTo>
                    <a:pt x="6173241" y="3116972"/>
                  </a:lnTo>
                  <a:lnTo>
                    <a:pt x="6171340" y="3116972"/>
                  </a:lnTo>
                  <a:lnTo>
                    <a:pt x="6169438" y="3116972"/>
                  </a:lnTo>
                  <a:lnTo>
                    <a:pt x="6167537" y="3116972"/>
                  </a:lnTo>
                  <a:lnTo>
                    <a:pt x="6165636" y="3116972"/>
                  </a:lnTo>
                  <a:lnTo>
                    <a:pt x="6163735" y="3116972"/>
                  </a:lnTo>
                  <a:lnTo>
                    <a:pt x="6161833" y="3116972"/>
                  </a:lnTo>
                  <a:lnTo>
                    <a:pt x="6159932" y="3116972"/>
                  </a:lnTo>
                  <a:lnTo>
                    <a:pt x="6158031" y="3116972"/>
                  </a:lnTo>
                  <a:lnTo>
                    <a:pt x="6156130" y="3116972"/>
                  </a:lnTo>
                  <a:lnTo>
                    <a:pt x="6154229" y="3116972"/>
                  </a:lnTo>
                  <a:lnTo>
                    <a:pt x="6152327" y="3116972"/>
                  </a:lnTo>
                  <a:lnTo>
                    <a:pt x="6150426" y="3116972"/>
                  </a:lnTo>
                  <a:lnTo>
                    <a:pt x="6148525" y="3116972"/>
                  </a:lnTo>
                  <a:lnTo>
                    <a:pt x="6146624" y="3116972"/>
                  </a:lnTo>
                  <a:lnTo>
                    <a:pt x="6144723" y="3116972"/>
                  </a:lnTo>
                  <a:lnTo>
                    <a:pt x="6142821" y="3116972"/>
                  </a:lnTo>
                  <a:lnTo>
                    <a:pt x="6140920" y="3116972"/>
                  </a:lnTo>
                  <a:lnTo>
                    <a:pt x="6139019" y="3116972"/>
                  </a:lnTo>
                  <a:lnTo>
                    <a:pt x="6137118" y="3116972"/>
                  </a:lnTo>
                  <a:lnTo>
                    <a:pt x="6135216" y="3116972"/>
                  </a:lnTo>
                  <a:lnTo>
                    <a:pt x="6133315" y="3116972"/>
                  </a:lnTo>
                  <a:lnTo>
                    <a:pt x="6131414" y="3116972"/>
                  </a:lnTo>
                  <a:lnTo>
                    <a:pt x="6129513" y="3116972"/>
                  </a:lnTo>
                  <a:lnTo>
                    <a:pt x="6127612" y="3116972"/>
                  </a:lnTo>
                  <a:lnTo>
                    <a:pt x="6125710" y="3116972"/>
                  </a:lnTo>
                  <a:lnTo>
                    <a:pt x="6123809" y="3116972"/>
                  </a:lnTo>
                  <a:lnTo>
                    <a:pt x="6121908" y="3116972"/>
                  </a:lnTo>
                  <a:lnTo>
                    <a:pt x="6120007" y="3116972"/>
                  </a:lnTo>
                  <a:lnTo>
                    <a:pt x="6118106" y="3116972"/>
                  </a:lnTo>
                  <a:lnTo>
                    <a:pt x="6116204" y="3116972"/>
                  </a:lnTo>
                  <a:lnTo>
                    <a:pt x="6114303" y="3116972"/>
                  </a:lnTo>
                  <a:lnTo>
                    <a:pt x="6112402" y="3116972"/>
                  </a:lnTo>
                  <a:lnTo>
                    <a:pt x="6110501" y="3116972"/>
                  </a:lnTo>
                  <a:lnTo>
                    <a:pt x="6108599" y="3116972"/>
                  </a:lnTo>
                  <a:lnTo>
                    <a:pt x="6106698" y="3116972"/>
                  </a:lnTo>
                  <a:lnTo>
                    <a:pt x="6104797" y="3116972"/>
                  </a:lnTo>
                  <a:lnTo>
                    <a:pt x="6102896" y="3116972"/>
                  </a:lnTo>
                  <a:lnTo>
                    <a:pt x="6100995" y="3116972"/>
                  </a:lnTo>
                  <a:lnTo>
                    <a:pt x="6099093" y="3116972"/>
                  </a:lnTo>
                  <a:lnTo>
                    <a:pt x="6097192" y="3116972"/>
                  </a:lnTo>
                  <a:lnTo>
                    <a:pt x="6095291" y="3116972"/>
                  </a:lnTo>
                  <a:lnTo>
                    <a:pt x="6093390" y="3116972"/>
                  </a:lnTo>
                  <a:lnTo>
                    <a:pt x="6091489" y="3116972"/>
                  </a:lnTo>
                  <a:lnTo>
                    <a:pt x="6089587" y="3116972"/>
                  </a:lnTo>
                  <a:lnTo>
                    <a:pt x="6087686" y="3116972"/>
                  </a:lnTo>
                  <a:lnTo>
                    <a:pt x="6085785" y="3116972"/>
                  </a:lnTo>
                  <a:lnTo>
                    <a:pt x="6083884" y="3116972"/>
                  </a:lnTo>
                  <a:lnTo>
                    <a:pt x="6081983" y="3116972"/>
                  </a:lnTo>
                  <a:lnTo>
                    <a:pt x="6080081" y="3116972"/>
                  </a:lnTo>
                  <a:lnTo>
                    <a:pt x="6078180" y="3116972"/>
                  </a:lnTo>
                  <a:lnTo>
                    <a:pt x="6076279" y="3116972"/>
                  </a:lnTo>
                  <a:lnTo>
                    <a:pt x="6074378" y="3116972"/>
                  </a:lnTo>
                  <a:lnTo>
                    <a:pt x="6072476" y="3116972"/>
                  </a:lnTo>
                  <a:lnTo>
                    <a:pt x="6070575" y="3116972"/>
                  </a:lnTo>
                  <a:lnTo>
                    <a:pt x="6068674" y="3116972"/>
                  </a:lnTo>
                  <a:lnTo>
                    <a:pt x="6066773" y="3116972"/>
                  </a:lnTo>
                  <a:lnTo>
                    <a:pt x="6064872" y="3116972"/>
                  </a:lnTo>
                  <a:lnTo>
                    <a:pt x="6062970" y="3116972"/>
                  </a:lnTo>
                  <a:lnTo>
                    <a:pt x="6061069" y="3116972"/>
                  </a:lnTo>
                  <a:lnTo>
                    <a:pt x="6059168" y="3116972"/>
                  </a:lnTo>
                  <a:lnTo>
                    <a:pt x="6057267" y="3116972"/>
                  </a:lnTo>
                  <a:lnTo>
                    <a:pt x="6055366" y="3116972"/>
                  </a:lnTo>
                  <a:lnTo>
                    <a:pt x="6053464" y="3116972"/>
                  </a:lnTo>
                  <a:lnTo>
                    <a:pt x="6051563" y="3116972"/>
                  </a:lnTo>
                  <a:lnTo>
                    <a:pt x="6049662" y="3116972"/>
                  </a:lnTo>
                  <a:lnTo>
                    <a:pt x="6047761" y="3116972"/>
                  </a:lnTo>
                  <a:lnTo>
                    <a:pt x="6045859" y="3116972"/>
                  </a:lnTo>
                  <a:lnTo>
                    <a:pt x="6043958" y="3116972"/>
                  </a:lnTo>
                  <a:lnTo>
                    <a:pt x="6042057" y="3116972"/>
                  </a:lnTo>
                  <a:lnTo>
                    <a:pt x="6040156" y="3116972"/>
                  </a:lnTo>
                  <a:lnTo>
                    <a:pt x="6038255" y="3116972"/>
                  </a:lnTo>
                  <a:lnTo>
                    <a:pt x="6036353" y="3116972"/>
                  </a:lnTo>
                  <a:lnTo>
                    <a:pt x="6034452" y="3116972"/>
                  </a:lnTo>
                  <a:lnTo>
                    <a:pt x="6032551" y="3116972"/>
                  </a:lnTo>
                  <a:lnTo>
                    <a:pt x="6030650" y="3116972"/>
                  </a:lnTo>
                  <a:lnTo>
                    <a:pt x="6028749" y="3116972"/>
                  </a:lnTo>
                  <a:lnTo>
                    <a:pt x="6026847" y="3116972"/>
                  </a:lnTo>
                  <a:lnTo>
                    <a:pt x="6024946" y="3116972"/>
                  </a:lnTo>
                  <a:lnTo>
                    <a:pt x="6023045" y="3116972"/>
                  </a:lnTo>
                  <a:lnTo>
                    <a:pt x="6021144" y="3116972"/>
                  </a:lnTo>
                  <a:lnTo>
                    <a:pt x="6019242" y="3116972"/>
                  </a:lnTo>
                  <a:lnTo>
                    <a:pt x="6017341" y="3116972"/>
                  </a:lnTo>
                  <a:lnTo>
                    <a:pt x="6015440" y="3116972"/>
                  </a:lnTo>
                  <a:lnTo>
                    <a:pt x="6013539" y="3116972"/>
                  </a:lnTo>
                  <a:lnTo>
                    <a:pt x="6011638" y="3116972"/>
                  </a:lnTo>
                  <a:lnTo>
                    <a:pt x="6009736" y="3116972"/>
                  </a:lnTo>
                  <a:lnTo>
                    <a:pt x="6007835" y="3116972"/>
                  </a:lnTo>
                  <a:lnTo>
                    <a:pt x="6005934" y="3116972"/>
                  </a:lnTo>
                  <a:lnTo>
                    <a:pt x="6004033" y="3116972"/>
                  </a:lnTo>
                  <a:lnTo>
                    <a:pt x="6002132" y="3116972"/>
                  </a:lnTo>
                  <a:lnTo>
                    <a:pt x="6000230" y="3116972"/>
                  </a:lnTo>
                  <a:lnTo>
                    <a:pt x="5998329" y="3116972"/>
                  </a:lnTo>
                  <a:lnTo>
                    <a:pt x="5996428" y="3116972"/>
                  </a:lnTo>
                  <a:lnTo>
                    <a:pt x="5994527" y="3116972"/>
                  </a:lnTo>
                  <a:lnTo>
                    <a:pt x="5992625" y="3116972"/>
                  </a:lnTo>
                  <a:lnTo>
                    <a:pt x="5990724" y="3116972"/>
                  </a:lnTo>
                  <a:lnTo>
                    <a:pt x="5988823" y="3116972"/>
                  </a:lnTo>
                  <a:lnTo>
                    <a:pt x="5986922" y="3116972"/>
                  </a:lnTo>
                  <a:lnTo>
                    <a:pt x="5985021" y="3116972"/>
                  </a:lnTo>
                  <a:lnTo>
                    <a:pt x="5983119" y="3116972"/>
                  </a:lnTo>
                  <a:lnTo>
                    <a:pt x="5981218" y="3116972"/>
                  </a:lnTo>
                  <a:lnTo>
                    <a:pt x="5979317" y="3116972"/>
                  </a:lnTo>
                  <a:lnTo>
                    <a:pt x="5977416" y="3116972"/>
                  </a:lnTo>
                  <a:lnTo>
                    <a:pt x="5975515" y="3116972"/>
                  </a:lnTo>
                  <a:lnTo>
                    <a:pt x="5973613" y="3116972"/>
                  </a:lnTo>
                  <a:lnTo>
                    <a:pt x="5971712" y="3116972"/>
                  </a:lnTo>
                  <a:lnTo>
                    <a:pt x="5969811" y="3116972"/>
                  </a:lnTo>
                  <a:lnTo>
                    <a:pt x="5967910" y="3116972"/>
                  </a:lnTo>
                  <a:lnTo>
                    <a:pt x="5966008" y="3116972"/>
                  </a:lnTo>
                  <a:lnTo>
                    <a:pt x="5964107" y="3116972"/>
                  </a:lnTo>
                  <a:lnTo>
                    <a:pt x="5962206" y="3116972"/>
                  </a:lnTo>
                  <a:lnTo>
                    <a:pt x="5960305" y="3116972"/>
                  </a:lnTo>
                  <a:lnTo>
                    <a:pt x="5958404" y="3116972"/>
                  </a:lnTo>
                  <a:lnTo>
                    <a:pt x="5956502" y="3116972"/>
                  </a:lnTo>
                  <a:lnTo>
                    <a:pt x="5954601" y="3116972"/>
                  </a:lnTo>
                  <a:lnTo>
                    <a:pt x="5952700" y="3116972"/>
                  </a:lnTo>
                  <a:lnTo>
                    <a:pt x="5950799" y="3116972"/>
                  </a:lnTo>
                  <a:lnTo>
                    <a:pt x="5948898" y="3116972"/>
                  </a:lnTo>
                  <a:lnTo>
                    <a:pt x="5946996" y="3116972"/>
                  </a:lnTo>
                  <a:lnTo>
                    <a:pt x="5945095" y="3116972"/>
                  </a:lnTo>
                  <a:lnTo>
                    <a:pt x="5943194" y="3116972"/>
                  </a:lnTo>
                  <a:lnTo>
                    <a:pt x="5941293" y="3116972"/>
                  </a:lnTo>
                  <a:lnTo>
                    <a:pt x="5939391" y="3116972"/>
                  </a:lnTo>
                  <a:lnTo>
                    <a:pt x="5937490" y="3116972"/>
                  </a:lnTo>
                  <a:lnTo>
                    <a:pt x="5935589" y="3116972"/>
                  </a:lnTo>
                  <a:lnTo>
                    <a:pt x="5933688" y="3116972"/>
                  </a:lnTo>
                  <a:lnTo>
                    <a:pt x="5931787" y="3116972"/>
                  </a:lnTo>
                  <a:lnTo>
                    <a:pt x="5929885" y="3116972"/>
                  </a:lnTo>
                  <a:lnTo>
                    <a:pt x="5927984" y="3116972"/>
                  </a:lnTo>
                  <a:lnTo>
                    <a:pt x="5926083" y="3116972"/>
                  </a:lnTo>
                  <a:lnTo>
                    <a:pt x="5924182" y="3116972"/>
                  </a:lnTo>
                  <a:lnTo>
                    <a:pt x="5922281" y="3116972"/>
                  </a:lnTo>
                  <a:lnTo>
                    <a:pt x="5920379" y="3116972"/>
                  </a:lnTo>
                  <a:lnTo>
                    <a:pt x="5918478" y="3116972"/>
                  </a:lnTo>
                  <a:lnTo>
                    <a:pt x="5916577" y="3116972"/>
                  </a:lnTo>
                  <a:lnTo>
                    <a:pt x="5914676" y="3116972"/>
                  </a:lnTo>
                  <a:lnTo>
                    <a:pt x="5912774" y="3116972"/>
                  </a:lnTo>
                  <a:lnTo>
                    <a:pt x="5910873" y="3116972"/>
                  </a:lnTo>
                  <a:lnTo>
                    <a:pt x="5908972" y="3116972"/>
                  </a:lnTo>
                  <a:lnTo>
                    <a:pt x="5907071" y="3116972"/>
                  </a:lnTo>
                  <a:lnTo>
                    <a:pt x="5905170" y="3116972"/>
                  </a:lnTo>
                  <a:lnTo>
                    <a:pt x="5903268" y="3116972"/>
                  </a:lnTo>
                  <a:lnTo>
                    <a:pt x="5901367" y="3116972"/>
                  </a:lnTo>
                  <a:lnTo>
                    <a:pt x="5899466" y="3116972"/>
                  </a:lnTo>
                  <a:lnTo>
                    <a:pt x="5897565" y="3116972"/>
                  </a:lnTo>
                  <a:lnTo>
                    <a:pt x="5895664" y="3116972"/>
                  </a:lnTo>
                  <a:lnTo>
                    <a:pt x="5893762" y="3116972"/>
                  </a:lnTo>
                  <a:lnTo>
                    <a:pt x="5891861" y="3116972"/>
                  </a:lnTo>
                  <a:lnTo>
                    <a:pt x="5889960" y="3116972"/>
                  </a:lnTo>
                  <a:lnTo>
                    <a:pt x="5888059" y="3116972"/>
                  </a:lnTo>
                  <a:lnTo>
                    <a:pt x="5886157" y="3116972"/>
                  </a:lnTo>
                  <a:lnTo>
                    <a:pt x="5884256" y="3116972"/>
                  </a:lnTo>
                  <a:lnTo>
                    <a:pt x="5882355" y="3116972"/>
                  </a:lnTo>
                  <a:lnTo>
                    <a:pt x="5880454" y="3116972"/>
                  </a:lnTo>
                  <a:lnTo>
                    <a:pt x="5878553" y="3116972"/>
                  </a:lnTo>
                  <a:lnTo>
                    <a:pt x="5876651" y="3116972"/>
                  </a:lnTo>
                  <a:lnTo>
                    <a:pt x="5874750" y="3116972"/>
                  </a:lnTo>
                  <a:lnTo>
                    <a:pt x="5872849" y="3116972"/>
                  </a:lnTo>
                  <a:lnTo>
                    <a:pt x="5870948" y="3116972"/>
                  </a:lnTo>
                  <a:lnTo>
                    <a:pt x="5869047" y="3116972"/>
                  </a:lnTo>
                  <a:lnTo>
                    <a:pt x="5867145" y="3116972"/>
                  </a:lnTo>
                  <a:lnTo>
                    <a:pt x="5865244" y="3116972"/>
                  </a:lnTo>
                  <a:lnTo>
                    <a:pt x="5863343" y="3116972"/>
                  </a:lnTo>
                  <a:lnTo>
                    <a:pt x="5861442" y="3116972"/>
                  </a:lnTo>
                  <a:lnTo>
                    <a:pt x="5859540" y="3116972"/>
                  </a:lnTo>
                  <a:lnTo>
                    <a:pt x="5857639" y="3116972"/>
                  </a:lnTo>
                  <a:lnTo>
                    <a:pt x="5855738" y="3116972"/>
                  </a:lnTo>
                  <a:lnTo>
                    <a:pt x="5853837" y="3116972"/>
                  </a:lnTo>
                  <a:lnTo>
                    <a:pt x="5851936" y="3116972"/>
                  </a:lnTo>
                  <a:lnTo>
                    <a:pt x="5850034" y="3116972"/>
                  </a:lnTo>
                  <a:lnTo>
                    <a:pt x="5848133" y="3116972"/>
                  </a:lnTo>
                  <a:lnTo>
                    <a:pt x="5846232" y="3116972"/>
                  </a:lnTo>
                  <a:lnTo>
                    <a:pt x="5844331" y="3116972"/>
                  </a:lnTo>
                  <a:lnTo>
                    <a:pt x="5842430" y="3116972"/>
                  </a:lnTo>
                  <a:lnTo>
                    <a:pt x="5840528" y="3116972"/>
                  </a:lnTo>
                  <a:lnTo>
                    <a:pt x="5838627" y="3116972"/>
                  </a:lnTo>
                  <a:lnTo>
                    <a:pt x="5836726" y="3116972"/>
                  </a:lnTo>
                  <a:lnTo>
                    <a:pt x="5834825" y="3116972"/>
                  </a:lnTo>
                  <a:lnTo>
                    <a:pt x="5832923" y="3116972"/>
                  </a:lnTo>
                  <a:lnTo>
                    <a:pt x="5831022" y="3116972"/>
                  </a:lnTo>
                  <a:lnTo>
                    <a:pt x="5829121" y="3116972"/>
                  </a:lnTo>
                  <a:lnTo>
                    <a:pt x="5827220" y="3116972"/>
                  </a:lnTo>
                  <a:lnTo>
                    <a:pt x="5825319" y="3116972"/>
                  </a:lnTo>
                  <a:lnTo>
                    <a:pt x="5823417" y="3116972"/>
                  </a:lnTo>
                  <a:lnTo>
                    <a:pt x="5821516" y="3116972"/>
                  </a:lnTo>
                  <a:lnTo>
                    <a:pt x="5819615" y="3116972"/>
                  </a:lnTo>
                  <a:lnTo>
                    <a:pt x="5817714" y="3116972"/>
                  </a:lnTo>
                  <a:lnTo>
                    <a:pt x="5815813" y="3116972"/>
                  </a:lnTo>
                  <a:lnTo>
                    <a:pt x="5813911" y="3116972"/>
                  </a:lnTo>
                  <a:lnTo>
                    <a:pt x="5812010" y="3116972"/>
                  </a:lnTo>
                  <a:lnTo>
                    <a:pt x="5810109" y="3116972"/>
                  </a:lnTo>
                  <a:lnTo>
                    <a:pt x="5808208" y="3116972"/>
                  </a:lnTo>
                  <a:lnTo>
                    <a:pt x="5806307" y="3116972"/>
                  </a:lnTo>
                  <a:lnTo>
                    <a:pt x="5804405" y="3116972"/>
                  </a:lnTo>
                  <a:lnTo>
                    <a:pt x="5802504" y="3116972"/>
                  </a:lnTo>
                  <a:lnTo>
                    <a:pt x="5800603" y="3116972"/>
                  </a:lnTo>
                  <a:lnTo>
                    <a:pt x="5798702" y="3116972"/>
                  </a:lnTo>
                  <a:lnTo>
                    <a:pt x="5796800" y="3116972"/>
                  </a:lnTo>
                  <a:lnTo>
                    <a:pt x="5794899" y="3116972"/>
                  </a:lnTo>
                  <a:lnTo>
                    <a:pt x="5792998" y="3116972"/>
                  </a:lnTo>
                  <a:lnTo>
                    <a:pt x="5791097" y="3116972"/>
                  </a:lnTo>
                  <a:lnTo>
                    <a:pt x="5789196" y="3116972"/>
                  </a:lnTo>
                  <a:lnTo>
                    <a:pt x="5787294" y="3116972"/>
                  </a:lnTo>
                  <a:lnTo>
                    <a:pt x="5785393" y="3116972"/>
                  </a:lnTo>
                  <a:lnTo>
                    <a:pt x="5783492" y="3116972"/>
                  </a:lnTo>
                  <a:lnTo>
                    <a:pt x="5781591" y="3116972"/>
                  </a:lnTo>
                  <a:lnTo>
                    <a:pt x="5779690" y="3116972"/>
                  </a:lnTo>
                  <a:lnTo>
                    <a:pt x="5777788" y="3116972"/>
                  </a:lnTo>
                  <a:lnTo>
                    <a:pt x="5775887" y="3116972"/>
                  </a:lnTo>
                  <a:lnTo>
                    <a:pt x="5773986" y="3116972"/>
                  </a:lnTo>
                  <a:lnTo>
                    <a:pt x="5772085" y="3116972"/>
                  </a:lnTo>
                  <a:lnTo>
                    <a:pt x="5770183" y="3116972"/>
                  </a:lnTo>
                  <a:lnTo>
                    <a:pt x="5768282" y="3116972"/>
                  </a:lnTo>
                  <a:lnTo>
                    <a:pt x="5766381" y="3116972"/>
                  </a:lnTo>
                  <a:lnTo>
                    <a:pt x="5764480" y="3116972"/>
                  </a:lnTo>
                  <a:lnTo>
                    <a:pt x="5762579" y="3116972"/>
                  </a:lnTo>
                  <a:lnTo>
                    <a:pt x="5760677" y="3116972"/>
                  </a:lnTo>
                  <a:lnTo>
                    <a:pt x="5758776" y="3116972"/>
                  </a:lnTo>
                  <a:lnTo>
                    <a:pt x="5756875" y="3116972"/>
                  </a:lnTo>
                  <a:lnTo>
                    <a:pt x="5754974" y="3116972"/>
                  </a:lnTo>
                  <a:lnTo>
                    <a:pt x="5753073" y="3116972"/>
                  </a:lnTo>
                  <a:lnTo>
                    <a:pt x="5751171" y="3116972"/>
                  </a:lnTo>
                  <a:lnTo>
                    <a:pt x="5749270" y="3116972"/>
                  </a:lnTo>
                  <a:lnTo>
                    <a:pt x="5747369" y="3116972"/>
                  </a:lnTo>
                  <a:lnTo>
                    <a:pt x="5745468" y="3116972"/>
                  </a:lnTo>
                  <a:lnTo>
                    <a:pt x="5743566" y="3116972"/>
                  </a:lnTo>
                  <a:lnTo>
                    <a:pt x="5741665" y="3116972"/>
                  </a:lnTo>
                  <a:lnTo>
                    <a:pt x="5739764" y="3116972"/>
                  </a:lnTo>
                  <a:lnTo>
                    <a:pt x="5737863" y="3116972"/>
                  </a:lnTo>
                  <a:lnTo>
                    <a:pt x="5735962" y="3116972"/>
                  </a:lnTo>
                  <a:lnTo>
                    <a:pt x="5734060" y="3116972"/>
                  </a:lnTo>
                  <a:lnTo>
                    <a:pt x="5732159" y="3116972"/>
                  </a:lnTo>
                  <a:lnTo>
                    <a:pt x="5730258" y="3116972"/>
                  </a:lnTo>
                  <a:lnTo>
                    <a:pt x="5728357" y="3116972"/>
                  </a:lnTo>
                  <a:lnTo>
                    <a:pt x="5726456" y="3116972"/>
                  </a:lnTo>
                  <a:lnTo>
                    <a:pt x="5724554" y="3116972"/>
                  </a:lnTo>
                  <a:lnTo>
                    <a:pt x="5722653" y="3116972"/>
                  </a:lnTo>
                  <a:lnTo>
                    <a:pt x="5720752" y="3116972"/>
                  </a:lnTo>
                  <a:lnTo>
                    <a:pt x="5718851" y="3116972"/>
                  </a:lnTo>
                  <a:lnTo>
                    <a:pt x="5716949" y="3116972"/>
                  </a:lnTo>
                  <a:lnTo>
                    <a:pt x="5715048" y="3116972"/>
                  </a:lnTo>
                  <a:lnTo>
                    <a:pt x="5713147" y="3116972"/>
                  </a:lnTo>
                  <a:lnTo>
                    <a:pt x="5711246" y="3116972"/>
                  </a:lnTo>
                  <a:lnTo>
                    <a:pt x="5709345" y="3116972"/>
                  </a:lnTo>
                  <a:lnTo>
                    <a:pt x="5707443" y="3116972"/>
                  </a:lnTo>
                  <a:lnTo>
                    <a:pt x="5705542" y="3116972"/>
                  </a:lnTo>
                  <a:lnTo>
                    <a:pt x="5703641" y="3116972"/>
                  </a:lnTo>
                  <a:lnTo>
                    <a:pt x="5701740" y="3116972"/>
                  </a:lnTo>
                  <a:lnTo>
                    <a:pt x="5699839" y="3116972"/>
                  </a:lnTo>
                  <a:lnTo>
                    <a:pt x="5697937" y="3116972"/>
                  </a:lnTo>
                  <a:lnTo>
                    <a:pt x="5696036" y="3116972"/>
                  </a:lnTo>
                  <a:lnTo>
                    <a:pt x="5694135" y="3116972"/>
                  </a:lnTo>
                  <a:lnTo>
                    <a:pt x="5692234" y="3116972"/>
                  </a:lnTo>
                  <a:lnTo>
                    <a:pt x="5690332" y="3116972"/>
                  </a:lnTo>
                  <a:lnTo>
                    <a:pt x="5688431" y="3116972"/>
                  </a:lnTo>
                  <a:lnTo>
                    <a:pt x="5686530" y="3116972"/>
                  </a:lnTo>
                  <a:lnTo>
                    <a:pt x="5684629" y="3116972"/>
                  </a:lnTo>
                  <a:lnTo>
                    <a:pt x="5682728" y="3116972"/>
                  </a:lnTo>
                  <a:lnTo>
                    <a:pt x="5680826" y="3116972"/>
                  </a:lnTo>
                  <a:lnTo>
                    <a:pt x="5678925" y="3116972"/>
                  </a:lnTo>
                  <a:lnTo>
                    <a:pt x="5677024" y="3116972"/>
                  </a:lnTo>
                  <a:lnTo>
                    <a:pt x="5675123" y="3116972"/>
                  </a:lnTo>
                  <a:lnTo>
                    <a:pt x="5673222" y="3116972"/>
                  </a:lnTo>
                  <a:lnTo>
                    <a:pt x="5671320" y="3116972"/>
                  </a:lnTo>
                  <a:lnTo>
                    <a:pt x="5669419" y="3116972"/>
                  </a:lnTo>
                  <a:lnTo>
                    <a:pt x="5667518" y="3116972"/>
                  </a:lnTo>
                  <a:lnTo>
                    <a:pt x="5665617" y="3116972"/>
                  </a:lnTo>
                  <a:lnTo>
                    <a:pt x="5663715" y="3116972"/>
                  </a:lnTo>
                  <a:lnTo>
                    <a:pt x="5661814" y="3116972"/>
                  </a:lnTo>
                  <a:lnTo>
                    <a:pt x="5659913" y="3116972"/>
                  </a:lnTo>
                  <a:lnTo>
                    <a:pt x="5658012" y="3116972"/>
                  </a:lnTo>
                  <a:lnTo>
                    <a:pt x="5656111" y="3116972"/>
                  </a:lnTo>
                  <a:lnTo>
                    <a:pt x="5654209" y="3116972"/>
                  </a:lnTo>
                  <a:lnTo>
                    <a:pt x="5652308" y="3116972"/>
                  </a:lnTo>
                  <a:lnTo>
                    <a:pt x="5650407" y="3116972"/>
                  </a:lnTo>
                  <a:lnTo>
                    <a:pt x="5648506" y="3116972"/>
                  </a:lnTo>
                  <a:lnTo>
                    <a:pt x="5646605" y="3116972"/>
                  </a:lnTo>
                  <a:lnTo>
                    <a:pt x="5644703" y="3116972"/>
                  </a:lnTo>
                  <a:lnTo>
                    <a:pt x="5642802" y="3116972"/>
                  </a:lnTo>
                  <a:lnTo>
                    <a:pt x="5640901" y="3116972"/>
                  </a:lnTo>
                  <a:lnTo>
                    <a:pt x="5639000" y="3116972"/>
                  </a:lnTo>
                  <a:lnTo>
                    <a:pt x="5637098" y="3116972"/>
                  </a:lnTo>
                  <a:lnTo>
                    <a:pt x="5635197" y="3116972"/>
                  </a:lnTo>
                  <a:lnTo>
                    <a:pt x="5633296" y="3116972"/>
                  </a:lnTo>
                  <a:lnTo>
                    <a:pt x="5631395" y="3116972"/>
                  </a:lnTo>
                  <a:lnTo>
                    <a:pt x="5629494" y="3116972"/>
                  </a:lnTo>
                  <a:lnTo>
                    <a:pt x="5627592" y="3116972"/>
                  </a:lnTo>
                  <a:lnTo>
                    <a:pt x="5625691" y="3116972"/>
                  </a:lnTo>
                  <a:lnTo>
                    <a:pt x="5623790" y="3116972"/>
                  </a:lnTo>
                  <a:lnTo>
                    <a:pt x="5621889" y="3116972"/>
                  </a:lnTo>
                  <a:lnTo>
                    <a:pt x="5619988" y="3116972"/>
                  </a:lnTo>
                  <a:lnTo>
                    <a:pt x="5618086" y="3116972"/>
                  </a:lnTo>
                  <a:lnTo>
                    <a:pt x="5616185" y="3116972"/>
                  </a:lnTo>
                  <a:lnTo>
                    <a:pt x="5614284" y="3116972"/>
                  </a:lnTo>
                  <a:lnTo>
                    <a:pt x="5612383" y="3116972"/>
                  </a:lnTo>
                  <a:lnTo>
                    <a:pt x="5610481" y="3116972"/>
                  </a:lnTo>
                  <a:lnTo>
                    <a:pt x="5608580" y="3116972"/>
                  </a:lnTo>
                  <a:lnTo>
                    <a:pt x="5606679" y="3116972"/>
                  </a:lnTo>
                  <a:lnTo>
                    <a:pt x="5604778" y="3116972"/>
                  </a:lnTo>
                  <a:lnTo>
                    <a:pt x="5602877" y="3116972"/>
                  </a:lnTo>
                  <a:lnTo>
                    <a:pt x="5600975" y="3116972"/>
                  </a:lnTo>
                  <a:lnTo>
                    <a:pt x="5599074" y="3116972"/>
                  </a:lnTo>
                  <a:lnTo>
                    <a:pt x="5597173" y="3116972"/>
                  </a:lnTo>
                  <a:lnTo>
                    <a:pt x="5595272" y="3116972"/>
                  </a:lnTo>
                  <a:lnTo>
                    <a:pt x="5593371" y="3116972"/>
                  </a:lnTo>
                  <a:lnTo>
                    <a:pt x="5591469" y="3116972"/>
                  </a:lnTo>
                  <a:lnTo>
                    <a:pt x="5589568" y="3116972"/>
                  </a:lnTo>
                  <a:lnTo>
                    <a:pt x="5587667" y="3116972"/>
                  </a:lnTo>
                  <a:lnTo>
                    <a:pt x="5585766" y="3116972"/>
                  </a:lnTo>
                  <a:lnTo>
                    <a:pt x="5583864" y="3116972"/>
                  </a:lnTo>
                  <a:lnTo>
                    <a:pt x="5581963" y="3116972"/>
                  </a:lnTo>
                  <a:lnTo>
                    <a:pt x="5580062" y="3116972"/>
                  </a:lnTo>
                  <a:lnTo>
                    <a:pt x="5578161" y="3116972"/>
                  </a:lnTo>
                  <a:lnTo>
                    <a:pt x="5576260" y="3116972"/>
                  </a:lnTo>
                  <a:lnTo>
                    <a:pt x="5574358" y="3116972"/>
                  </a:lnTo>
                  <a:lnTo>
                    <a:pt x="5572457" y="3116972"/>
                  </a:lnTo>
                  <a:lnTo>
                    <a:pt x="5570556" y="3116972"/>
                  </a:lnTo>
                  <a:lnTo>
                    <a:pt x="5568655" y="3116972"/>
                  </a:lnTo>
                  <a:lnTo>
                    <a:pt x="5566754" y="3116972"/>
                  </a:lnTo>
                  <a:lnTo>
                    <a:pt x="5564852" y="3116972"/>
                  </a:lnTo>
                  <a:lnTo>
                    <a:pt x="5562951" y="3116972"/>
                  </a:lnTo>
                  <a:lnTo>
                    <a:pt x="5561050" y="3116972"/>
                  </a:lnTo>
                  <a:lnTo>
                    <a:pt x="5559149" y="3116972"/>
                  </a:lnTo>
                  <a:lnTo>
                    <a:pt x="5557247" y="3116972"/>
                  </a:lnTo>
                  <a:lnTo>
                    <a:pt x="5555346" y="3116972"/>
                  </a:lnTo>
                  <a:lnTo>
                    <a:pt x="5553445" y="3116972"/>
                  </a:lnTo>
                  <a:lnTo>
                    <a:pt x="5551544" y="3116972"/>
                  </a:lnTo>
                  <a:lnTo>
                    <a:pt x="5549643" y="3116972"/>
                  </a:lnTo>
                  <a:lnTo>
                    <a:pt x="5547741" y="3116972"/>
                  </a:lnTo>
                  <a:lnTo>
                    <a:pt x="5545840" y="3116972"/>
                  </a:lnTo>
                  <a:lnTo>
                    <a:pt x="5543939" y="3116972"/>
                  </a:lnTo>
                  <a:lnTo>
                    <a:pt x="5542038" y="3116972"/>
                  </a:lnTo>
                  <a:lnTo>
                    <a:pt x="5540137" y="3116972"/>
                  </a:lnTo>
                  <a:lnTo>
                    <a:pt x="5538235" y="3116972"/>
                  </a:lnTo>
                  <a:lnTo>
                    <a:pt x="5536334" y="3116972"/>
                  </a:lnTo>
                  <a:lnTo>
                    <a:pt x="5534433" y="3116972"/>
                  </a:lnTo>
                  <a:lnTo>
                    <a:pt x="5532532" y="3116972"/>
                  </a:lnTo>
                  <a:lnTo>
                    <a:pt x="5530630" y="3116972"/>
                  </a:lnTo>
                  <a:lnTo>
                    <a:pt x="5528729" y="3116972"/>
                  </a:lnTo>
                  <a:lnTo>
                    <a:pt x="5526828" y="3116972"/>
                  </a:lnTo>
                  <a:lnTo>
                    <a:pt x="5524927" y="3116972"/>
                  </a:lnTo>
                  <a:lnTo>
                    <a:pt x="5523026" y="3116972"/>
                  </a:lnTo>
                  <a:lnTo>
                    <a:pt x="5521124" y="3116972"/>
                  </a:lnTo>
                  <a:lnTo>
                    <a:pt x="5519223" y="3116972"/>
                  </a:lnTo>
                  <a:lnTo>
                    <a:pt x="5517322" y="3116972"/>
                  </a:lnTo>
                  <a:lnTo>
                    <a:pt x="5515421" y="3116972"/>
                  </a:lnTo>
                  <a:lnTo>
                    <a:pt x="5513520" y="3116972"/>
                  </a:lnTo>
                  <a:lnTo>
                    <a:pt x="5511618" y="3116972"/>
                  </a:lnTo>
                  <a:lnTo>
                    <a:pt x="5509717" y="3116972"/>
                  </a:lnTo>
                  <a:lnTo>
                    <a:pt x="5507816" y="3116972"/>
                  </a:lnTo>
                  <a:lnTo>
                    <a:pt x="5505915" y="3116972"/>
                  </a:lnTo>
                  <a:lnTo>
                    <a:pt x="5504014" y="3116972"/>
                  </a:lnTo>
                  <a:lnTo>
                    <a:pt x="5502112" y="3116972"/>
                  </a:lnTo>
                  <a:lnTo>
                    <a:pt x="5500211" y="3116972"/>
                  </a:lnTo>
                  <a:lnTo>
                    <a:pt x="5498310" y="3116972"/>
                  </a:lnTo>
                  <a:lnTo>
                    <a:pt x="5496409" y="3116972"/>
                  </a:lnTo>
                  <a:lnTo>
                    <a:pt x="5494507" y="3116972"/>
                  </a:lnTo>
                  <a:lnTo>
                    <a:pt x="5492606" y="3116972"/>
                  </a:lnTo>
                  <a:lnTo>
                    <a:pt x="5490705" y="3116972"/>
                  </a:lnTo>
                  <a:lnTo>
                    <a:pt x="5488804" y="3116972"/>
                  </a:lnTo>
                  <a:lnTo>
                    <a:pt x="5486903" y="3116972"/>
                  </a:lnTo>
                  <a:lnTo>
                    <a:pt x="5485001" y="3116972"/>
                  </a:lnTo>
                  <a:lnTo>
                    <a:pt x="5483100" y="3116972"/>
                  </a:lnTo>
                  <a:lnTo>
                    <a:pt x="5481199" y="3116972"/>
                  </a:lnTo>
                  <a:lnTo>
                    <a:pt x="5479298" y="3116972"/>
                  </a:lnTo>
                  <a:lnTo>
                    <a:pt x="5477397" y="3116972"/>
                  </a:lnTo>
                  <a:lnTo>
                    <a:pt x="5475495" y="3116972"/>
                  </a:lnTo>
                  <a:lnTo>
                    <a:pt x="5473594" y="3116972"/>
                  </a:lnTo>
                  <a:lnTo>
                    <a:pt x="5471693" y="3116972"/>
                  </a:lnTo>
                  <a:lnTo>
                    <a:pt x="5469792" y="3116972"/>
                  </a:lnTo>
                  <a:lnTo>
                    <a:pt x="5467890" y="3116972"/>
                  </a:lnTo>
                  <a:lnTo>
                    <a:pt x="5465989" y="3116972"/>
                  </a:lnTo>
                  <a:lnTo>
                    <a:pt x="5464088" y="3116972"/>
                  </a:lnTo>
                  <a:lnTo>
                    <a:pt x="5462187" y="3116972"/>
                  </a:lnTo>
                  <a:lnTo>
                    <a:pt x="5460286" y="3116972"/>
                  </a:lnTo>
                  <a:lnTo>
                    <a:pt x="5458384" y="3116972"/>
                  </a:lnTo>
                  <a:lnTo>
                    <a:pt x="5456483" y="3116972"/>
                  </a:lnTo>
                  <a:lnTo>
                    <a:pt x="5454582" y="3116972"/>
                  </a:lnTo>
                  <a:lnTo>
                    <a:pt x="5452681" y="3116972"/>
                  </a:lnTo>
                  <a:lnTo>
                    <a:pt x="5450780" y="3116972"/>
                  </a:lnTo>
                  <a:lnTo>
                    <a:pt x="5448878" y="3116972"/>
                  </a:lnTo>
                  <a:lnTo>
                    <a:pt x="5446977" y="3116972"/>
                  </a:lnTo>
                  <a:lnTo>
                    <a:pt x="5445076" y="3116972"/>
                  </a:lnTo>
                  <a:lnTo>
                    <a:pt x="5443175" y="3116972"/>
                  </a:lnTo>
                  <a:lnTo>
                    <a:pt x="5441273" y="3116972"/>
                  </a:lnTo>
                  <a:lnTo>
                    <a:pt x="5439372" y="3116972"/>
                  </a:lnTo>
                  <a:lnTo>
                    <a:pt x="5437471" y="3116972"/>
                  </a:lnTo>
                  <a:lnTo>
                    <a:pt x="5435570" y="3116972"/>
                  </a:lnTo>
                  <a:lnTo>
                    <a:pt x="5433669" y="3116972"/>
                  </a:lnTo>
                  <a:lnTo>
                    <a:pt x="5431767" y="3116972"/>
                  </a:lnTo>
                  <a:lnTo>
                    <a:pt x="5429866" y="3116972"/>
                  </a:lnTo>
                  <a:lnTo>
                    <a:pt x="5427965" y="3116972"/>
                  </a:lnTo>
                  <a:lnTo>
                    <a:pt x="5426064" y="3116972"/>
                  </a:lnTo>
                  <a:lnTo>
                    <a:pt x="5424163" y="3116972"/>
                  </a:lnTo>
                  <a:lnTo>
                    <a:pt x="5422261" y="3116972"/>
                  </a:lnTo>
                  <a:lnTo>
                    <a:pt x="5420360" y="3116972"/>
                  </a:lnTo>
                  <a:lnTo>
                    <a:pt x="5418459" y="3116972"/>
                  </a:lnTo>
                  <a:lnTo>
                    <a:pt x="5416558" y="3116972"/>
                  </a:lnTo>
                  <a:lnTo>
                    <a:pt x="5414656" y="3116972"/>
                  </a:lnTo>
                  <a:lnTo>
                    <a:pt x="5412755" y="3116972"/>
                  </a:lnTo>
                  <a:lnTo>
                    <a:pt x="5410854" y="3116972"/>
                  </a:lnTo>
                  <a:lnTo>
                    <a:pt x="5408953" y="3116972"/>
                  </a:lnTo>
                  <a:lnTo>
                    <a:pt x="5407052" y="3116972"/>
                  </a:lnTo>
                  <a:lnTo>
                    <a:pt x="5405150" y="3116972"/>
                  </a:lnTo>
                  <a:lnTo>
                    <a:pt x="5403249" y="3116972"/>
                  </a:lnTo>
                  <a:lnTo>
                    <a:pt x="5401348" y="3116972"/>
                  </a:lnTo>
                  <a:lnTo>
                    <a:pt x="5399447" y="3116972"/>
                  </a:lnTo>
                  <a:lnTo>
                    <a:pt x="5397546" y="3116972"/>
                  </a:lnTo>
                  <a:lnTo>
                    <a:pt x="5395644" y="3116972"/>
                  </a:lnTo>
                  <a:lnTo>
                    <a:pt x="5393743" y="3116972"/>
                  </a:lnTo>
                  <a:lnTo>
                    <a:pt x="5391842" y="3116972"/>
                  </a:lnTo>
                  <a:lnTo>
                    <a:pt x="5389941" y="3116972"/>
                  </a:lnTo>
                  <a:lnTo>
                    <a:pt x="5388039" y="3116972"/>
                  </a:lnTo>
                  <a:lnTo>
                    <a:pt x="5386138" y="3116972"/>
                  </a:lnTo>
                  <a:lnTo>
                    <a:pt x="5384237" y="3116972"/>
                  </a:lnTo>
                  <a:lnTo>
                    <a:pt x="5382336" y="3116972"/>
                  </a:lnTo>
                  <a:lnTo>
                    <a:pt x="5380435" y="3116972"/>
                  </a:lnTo>
                  <a:lnTo>
                    <a:pt x="5378533" y="3116972"/>
                  </a:lnTo>
                  <a:lnTo>
                    <a:pt x="5376632" y="3116972"/>
                  </a:lnTo>
                  <a:lnTo>
                    <a:pt x="5374731" y="3116972"/>
                  </a:lnTo>
                  <a:lnTo>
                    <a:pt x="5372830" y="3116972"/>
                  </a:lnTo>
                  <a:lnTo>
                    <a:pt x="5370929" y="3116972"/>
                  </a:lnTo>
                  <a:lnTo>
                    <a:pt x="5369027" y="3116972"/>
                  </a:lnTo>
                  <a:lnTo>
                    <a:pt x="5367126" y="3116972"/>
                  </a:lnTo>
                  <a:lnTo>
                    <a:pt x="5365225" y="3116972"/>
                  </a:lnTo>
                  <a:lnTo>
                    <a:pt x="5363324" y="3116972"/>
                  </a:lnTo>
                  <a:lnTo>
                    <a:pt x="5361422" y="3116972"/>
                  </a:lnTo>
                  <a:lnTo>
                    <a:pt x="5359521" y="3116972"/>
                  </a:lnTo>
                  <a:lnTo>
                    <a:pt x="5357620" y="3116972"/>
                  </a:lnTo>
                  <a:lnTo>
                    <a:pt x="5355719" y="3116972"/>
                  </a:lnTo>
                  <a:lnTo>
                    <a:pt x="5353818" y="3116972"/>
                  </a:lnTo>
                  <a:lnTo>
                    <a:pt x="5351916" y="3116972"/>
                  </a:lnTo>
                  <a:lnTo>
                    <a:pt x="5350015" y="3116972"/>
                  </a:lnTo>
                  <a:lnTo>
                    <a:pt x="5348114" y="3116972"/>
                  </a:lnTo>
                  <a:lnTo>
                    <a:pt x="5346213" y="3116972"/>
                  </a:lnTo>
                  <a:lnTo>
                    <a:pt x="5344312" y="3116972"/>
                  </a:lnTo>
                  <a:lnTo>
                    <a:pt x="5342410" y="3116972"/>
                  </a:lnTo>
                  <a:lnTo>
                    <a:pt x="5340509" y="3116972"/>
                  </a:lnTo>
                  <a:lnTo>
                    <a:pt x="5338608" y="3116972"/>
                  </a:lnTo>
                  <a:lnTo>
                    <a:pt x="5336707" y="3116972"/>
                  </a:lnTo>
                  <a:lnTo>
                    <a:pt x="5334805" y="3116972"/>
                  </a:lnTo>
                  <a:lnTo>
                    <a:pt x="5332904" y="3116972"/>
                  </a:lnTo>
                  <a:lnTo>
                    <a:pt x="5331003" y="3116972"/>
                  </a:lnTo>
                  <a:lnTo>
                    <a:pt x="5329102" y="3116972"/>
                  </a:lnTo>
                  <a:lnTo>
                    <a:pt x="5327201" y="3116972"/>
                  </a:lnTo>
                  <a:lnTo>
                    <a:pt x="5325299" y="3116972"/>
                  </a:lnTo>
                  <a:lnTo>
                    <a:pt x="5323398" y="3116972"/>
                  </a:lnTo>
                  <a:lnTo>
                    <a:pt x="5321497" y="3116972"/>
                  </a:lnTo>
                  <a:lnTo>
                    <a:pt x="5319596" y="3116972"/>
                  </a:lnTo>
                  <a:lnTo>
                    <a:pt x="5317695" y="3116972"/>
                  </a:lnTo>
                  <a:lnTo>
                    <a:pt x="5315793" y="3116972"/>
                  </a:lnTo>
                  <a:lnTo>
                    <a:pt x="5313892" y="3116972"/>
                  </a:lnTo>
                  <a:lnTo>
                    <a:pt x="5311991" y="3116972"/>
                  </a:lnTo>
                  <a:lnTo>
                    <a:pt x="5310090" y="3116972"/>
                  </a:lnTo>
                  <a:lnTo>
                    <a:pt x="5308188" y="3116972"/>
                  </a:lnTo>
                  <a:lnTo>
                    <a:pt x="5306287" y="3116972"/>
                  </a:lnTo>
                  <a:lnTo>
                    <a:pt x="5304386" y="3116972"/>
                  </a:lnTo>
                  <a:lnTo>
                    <a:pt x="5302485" y="3116972"/>
                  </a:lnTo>
                  <a:lnTo>
                    <a:pt x="5300584" y="3116972"/>
                  </a:lnTo>
                  <a:lnTo>
                    <a:pt x="5298682" y="3116972"/>
                  </a:lnTo>
                  <a:lnTo>
                    <a:pt x="5296781" y="3116972"/>
                  </a:lnTo>
                  <a:lnTo>
                    <a:pt x="5294880" y="3116972"/>
                  </a:lnTo>
                  <a:lnTo>
                    <a:pt x="5292979" y="3116972"/>
                  </a:lnTo>
                  <a:lnTo>
                    <a:pt x="5291078" y="3116972"/>
                  </a:lnTo>
                  <a:lnTo>
                    <a:pt x="5289176" y="3116972"/>
                  </a:lnTo>
                  <a:lnTo>
                    <a:pt x="5287275" y="3116972"/>
                  </a:lnTo>
                  <a:lnTo>
                    <a:pt x="5285374" y="3116972"/>
                  </a:lnTo>
                  <a:lnTo>
                    <a:pt x="5283473" y="3116972"/>
                  </a:lnTo>
                  <a:lnTo>
                    <a:pt x="5281571" y="3116972"/>
                  </a:lnTo>
                  <a:lnTo>
                    <a:pt x="5279670" y="3116972"/>
                  </a:lnTo>
                  <a:lnTo>
                    <a:pt x="5277769" y="3116972"/>
                  </a:lnTo>
                  <a:lnTo>
                    <a:pt x="5275868" y="3116972"/>
                  </a:lnTo>
                  <a:lnTo>
                    <a:pt x="5273967" y="3116972"/>
                  </a:lnTo>
                  <a:lnTo>
                    <a:pt x="5272065" y="3116972"/>
                  </a:lnTo>
                  <a:lnTo>
                    <a:pt x="5270164" y="3116972"/>
                  </a:lnTo>
                  <a:lnTo>
                    <a:pt x="5268263" y="3116972"/>
                  </a:lnTo>
                  <a:lnTo>
                    <a:pt x="5266362" y="3116972"/>
                  </a:lnTo>
                  <a:lnTo>
                    <a:pt x="5264461" y="3116972"/>
                  </a:lnTo>
                  <a:lnTo>
                    <a:pt x="5262559" y="3116972"/>
                  </a:lnTo>
                  <a:lnTo>
                    <a:pt x="5260658" y="3116972"/>
                  </a:lnTo>
                  <a:lnTo>
                    <a:pt x="5258757" y="3116972"/>
                  </a:lnTo>
                  <a:lnTo>
                    <a:pt x="5256856" y="3116972"/>
                  </a:lnTo>
                  <a:lnTo>
                    <a:pt x="5254954" y="3116972"/>
                  </a:lnTo>
                  <a:lnTo>
                    <a:pt x="5253053" y="3116972"/>
                  </a:lnTo>
                  <a:lnTo>
                    <a:pt x="5251152" y="3116972"/>
                  </a:lnTo>
                  <a:lnTo>
                    <a:pt x="5249251" y="3116972"/>
                  </a:lnTo>
                  <a:lnTo>
                    <a:pt x="5247350" y="3116972"/>
                  </a:lnTo>
                  <a:lnTo>
                    <a:pt x="5245448" y="3116972"/>
                  </a:lnTo>
                  <a:lnTo>
                    <a:pt x="5243547" y="3116972"/>
                  </a:lnTo>
                  <a:lnTo>
                    <a:pt x="5241646" y="3116972"/>
                  </a:lnTo>
                  <a:lnTo>
                    <a:pt x="5239745" y="3116972"/>
                  </a:lnTo>
                  <a:lnTo>
                    <a:pt x="5237844" y="3116972"/>
                  </a:lnTo>
                  <a:lnTo>
                    <a:pt x="5235942" y="3116972"/>
                  </a:lnTo>
                  <a:lnTo>
                    <a:pt x="5234041" y="3116972"/>
                  </a:lnTo>
                  <a:lnTo>
                    <a:pt x="5232140" y="3116972"/>
                  </a:lnTo>
                  <a:lnTo>
                    <a:pt x="5230239" y="3116972"/>
                  </a:lnTo>
                  <a:lnTo>
                    <a:pt x="5228338" y="3116972"/>
                  </a:lnTo>
                  <a:lnTo>
                    <a:pt x="5226436" y="3116972"/>
                  </a:lnTo>
                  <a:lnTo>
                    <a:pt x="5224535" y="3116972"/>
                  </a:lnTo>
                  <a:lnTo>
                    <a:pt x="5222634" y="3116972"/>
                  </a:lnTo>
                  <a:lnTo>
                    <a:pt x="5220733" y="3116972"/>
                  </a:lnTo>
                  <a:lnTo>
                    <a:pt x="5218831" y="3116972"/>
                  </a:lnTo>
                  <a:lnTo>
                    <a:pt x="5216930" y="3116972"/>
                  </a:lnTo>
                  <a:lnTo>
                    <a:pt x="5215029" y="3116972"/>
                  </a:lnTo>
                  <a:lnTo>
                    <a:pt x="5213128" y="3116972"/>
                  </a:lnTo>
                  <a:lnTo>
                    <a:pt x="5211227" y="3116972"/>
                  </a:lnTo>
                  <a:lnTo>
                    <a:pt x="5209325" y="3116972"/>
                  </a:lnTo>
                  <a:lnTo>
                    <a:pt x="5207424" y="3116972"/>
                  </a:lnTo>
                  <a:lnTo>
                    <a:pt x="5205523" y="3116972"/>
                  </a:lnTo>
                  <a:lnTo>
                    <a:pt x="5203622" y="3116972"/>
                  </a:lnTo>
                  <a:lnTo>
                    <a:pt x="5201721" y="3116972"/>
                  </a:lnTo>
                  <a:lnTo>
                    <a:pt x="5199819" y="3116972"/>
                  </a:lnTo>
                  <a:lnTo>
                    <a:pt x="5197918" y="3116972"/>
                  </a:lnTo>
                  <a:lnTo>
                    <a:pt x="5196017" y="3116972"/>
                  </a:lnTo>
                  <a:lnTo>
                    <a:pt x="5194116" y="3116972"/>
                  </a:lnTo>
                  <a:lnTo>
                    <a:pt x="5192214" y="3116972"/>
                  </a:lnTo>
                  <a:lnTo>
                    <a:pt x="5190313" y="3116972"/>
                  </a:lnTo>
                  <a:lnTo>
                    <a:pt x="5188412" y="3116972"/>
                  </a:lnTo>
                  <a:lnTo>
                    <a:pt x="5186511" y="3116972"/>
                  </a:lnTo>
                  <a:lnTo>
                    <a:pt x="5184610" y="3116972"/>
                  </a:lnTo>
                  <a:lnTo>
                    <a:pt x="5182708" y="3116972"/>
                  </a:lnTo>
                  <a:lnTo>
                    <a:pt x="5180807" y="3116972"/>
                  </a:lnTo>
                  <a:lnTo>
                    <a:pt x="5178906" y="3116972"/>
                  </a:lnTo>
                  <a:lnTo>
                    <a:pt x="5177005" y="3116972"/>
                  </a:lnTo>
                  <a:lnTo>
                    <a:pt x="5175104" y="3116972"/>
                  </a:lnTo>
                  <a:lnTo>
                    <a:pt x="5173202" y="3116972"/>
                  </a:lnTo>
                  <a:lnTo>
                    <a:pt x="5171301" y="3116972"/>
                  </a:lnTo>
                  <a:lnTo>
                    <a:pt x="5169400" y="3116972"/>
                  </a:lnTo>
                  <a:lnTo>
                    <a:pt x="5167499" y="3116972"/>
                  </a:lnTo>
                  <a:lnTo>
                    <a:pt x="5165597" y="3116972"/>
                  </a:lnTo>
                  <a:lnTo>
                    <a:pt x="5163696" y="3116972"/>
                  </a:lnTo>
                  <a:lnTo>
                    <a:pt x="5161795" y="3116972"/>
                  </a:lnTo>
                  <a:lnTo>
                    <a:pt x="5159894" y="3116972"/>
                  </a:lnTo>
                  <a:lnTo>
                    <a:pt x="5157993" y="3116972"/>
                  </a:lnTo>
                  <a:lnTo>
                    <a:pt x="5156091" y="3116972"/>
                  </a:lnTo>
                  <a:lnTo>
                    <a:pt x="5154190" y="3116972"/>
                  </a:lnTo>
                  <a:lnTo>
                    <a:pt x="5152289" y="3116972"/>
                  </a:lnTo>
                  <a:lnTo>
                    <a:pt x="5150388" y="3116972"/>
                  </a:lnTo>
                  <a:lnTo>
                    <a:pt x="5148487" y="3116972"/>
                  </a:lnTo>
                  <a:lnTo>
                    <a:pt x="5146585" y="3116972"/>
                  </a:lnTo>
                  <a:lnTo>
                    <a:pt x="5144684" y="3116972"/>
                  </a:lnTo>
                  <a:lnTo>
                    <a:pt x="5142783" y="3116972"/>
                  </a:lnTo>
                  <a:lnTo>
                    <a:pt x="5140882" y="3116972"/>
                  </a:lnTo>
                  <a:lnTo>
                    <a:pt x="5138980" y="3116972"/>
                  </a:lnTo>
                  <a:lnTo>
                    <a:pt x="5137079" y="3116972"/>
                  </a:lnTo>
                  <a:lnTo>
                    <a:pt x="5135178" y="3116972"/>
                  </a:lnTo>
                  <a:lnTo>
                    <a:pt x="5133277" y="3116972"/>
                  </a:lnTo>
                  <a:lnTo>
                    <a:pt x="5131376" y="3116972"/>
                  </a:lnTo>
                  <a:lnTo>
                    <a:pt x="5129474" y="3116972"/>
                  </a:lnTo>
                  <a:lnTo>
                    <a:pt x="5127573" y="3116972"/>
                  </a:lnTo>
                  <a:lnTo>
                    <a:pt x="5125672" y="3116972"/>
                  </a:lnTo>
                  <a:lnTo>
                    <a:pt x="5123771" y="3116972"/>
                  </a:lnTo>
                  <a:lnTo>
                    <a:pt x="5121870" y="3116972"/>
                  </a:lnTo>
                  <a:lnTo>
                    <a:pt x="5119968" y="3116972"/>
                  </a:lnTo>
                  <a:lnTo>
                    <a:pt x="5118067" y="3116972"/>
                  </a:lnTo>
                  <a:lnTo>
                    <a:pt x="5116166" y="3116972"/>
                  </a:lnTo>
                  <a:lnTo>
                    <a:pt x="5114265" y="3116972"/>
                  </a:lnTo>
                  <a:lnTo>
                    <a:pt x="5112363" y="3116972"/>
                  </a:lnTo>
                  <a:lnTo>
                    <a:pt x="5110462" y="3116972"/>
                  </a:lnTo>
                  <a:lnTo>
                    <a:pt x="5108561" y="3116972"/>
                  </a:lnTo>
                  <a:lnTo>
                    <a:pt x="5106660" y="3116972"/>
                  </a:lnTo>
                  <a:lnTo>
                    <a:pt x="5104759" y="3116972"/>
                  </a:lnTo>
                  <a:lnTo>
                    <a:pt x="5102857" y="3116972"/>
                  </a:lnTo>
                  <a:lnTo>
                    <a:pt x="5100956" y="3116972"/>
                  </a:lnTo>
                  <a:lnTo>
                    <a:pt x="5099055" y="3116972"/>
                  </a:lnTo>
                  <a:lnTo>
                    <a:pt x="5097154" y="3116972"/>
                  </a:lnTo>
                  <a:lnTo>
                    <a:pt x="5095253" y="3116972"/>
                  </a:lnTo>
                  <a:lnTo>
                    <a:pt x="5093351" y="3116972"/>
                  </a:lnTo>
                  <a:lnTo>
                    <a:pt x="5091450" y="3116972"/>
                  </a:lnTo>
                  <a:lnTo>
                    <a:pt x="5089549" y="3116972"/>
                  </a:lnTo>
                  <a:lnTo>
                    <a:pt x="5087648" y="3116972"/>
                  </a:lnTo>
                  <a:lnTo>
                    <a:pt x="5085746" y="3116972"/>
                  </a:lnTo>
                  <a:lnTo>
                    <a:pt x="5083845" y="3116972"/>
                  </a:lnTo>
                  <a:lnTo>
                    <a:pt x="5081944" y="3116972"/>
                  </a:lnTo>
                  <a:lnTo>
                    <a:pt x="5080043" y="3116972"/>
                  </a:lnTo>
                  <a:lnTo>
                    <a:pt x="5078142" y="3116972"/>
                  </a:lnTo>
                  <a:lnTo>
                    <a:pt x="5076240" y="3116972"/>
                  </a:lnTo>
                  <a:lnTo>
                    <a:pt x="5074339" y="3116972"/>
                  </a:lnTo>
                  <a:lnTo>
                    <a:pt x="5072438" y="3116972"/>
                  </a:lnTo>
                  <a:lnTo>
                    <a:pt x="5070537" y="3116972"/>
                  </a:lnTo>
                  <a:lnTo>
                    <a:pt x="5068636" y="3116972"/>
                  </a:lnTo>
                  <a:lnTo>
                    <a:pt x="5066734" y="3116972"/>
                  </a:lnTo>
                  <a:lnTo>
                    <a:pt x="5064833" y="3116972"/>
                  </a:lnTo>
                  <a:lnTo>
                    <a:pt x="5062932" y="3116972"/>
                  </a:lnTo>
                  <a:lnTo>
                    <a:pt x="5061031" y="3116972"/>
                  </a:lnTo>
                  <a:lnTo>
                    <a:pt x="5059129" y="3116972"/>
                  </a:lnTo>
                  <a:lnTo>
                    <a:pt x="5057228" y="3116972"/>
                  </a:lnTo>
                  <a:lnTo>
                    <a:pt x="5055327" y="3116972"/>
                  </a:lnTo>
                  <a:lnTo>
                    <a:pt x="5053426" y="3116972"/>
                  </a:lnTo>
                  <a:lnTo>
                    <a:pt x="5051525" y="3116972"/>
                  </a:lnTo>
                  <a:lnTo>
                    <a:pt x="5049623" y="3116972"/>
                  </a:lnTo>
                  <a:lnTo>
                    <a:pt x="5047722" y="3116972"/>
                  </a:lnTo>
                  <a:lnTo>
                    <a:pt x="5045821" y="3116972"/>
                  </a:lnTo>
                  <a:lnTo>
                    <a:pt x="5043920" y="3116972"/>
                  </a:lnTo>
                  <a:lnTo>
                    <a:pt x="5042019" y="3116972"/>
                  </a:lnTo>
                  <a:lnTo>
                    <a:pt x="5040117" y="3116972"/>
                  </a:lnTo>
                  <a:lnTo>
                    <a:pt x="5038216" y="3116972"/>
                  </a:lnTo>
                  <a:lnTo>
                    <a:pt x="5036315" y="3116972"/>
                  </a:lnTo>
                  <a:lnTo>
                    <a:pt x="5034414" y="3116972"/>
                  </a:lnTo>
                  <a:lnTo>
                    <a:pt x="5032512" y="3116972"/>
                  </a:lnTo>
                  <a:lnTo>
                    <a:pt x="5030611" y="3116972"/>
                  </a:lnTo>
                  <a:lnTo>
                    <a:pt x="5028710" y="3116972"/>
                  </a:lnTo>
                  <a:lnTo>
                    <a:pt x="5026809" y="3116972"/>
                  </a:lnTo>
                  <a:lnTo>
                    <a:pt x="5024908" y="3116972"/>
                  </a:lnTo>
                  <a:lnTo>
                    <a:pt x="5023006" y="3116972"/>
                  </a:lnTo>
                  <a:lnTo>
                    <a:pt x="5021105" y="3116972"/>
                  </a:lnTo>
                  <a:lnTo>
                    <a:pt x="5019204" y="3116972"/>
                  </a:lnTo>
                  <a:lnTo>
                    <a:pt x="5017303" y="3116972"/>
                  </a:lnTo>
                  <a:lnTo>
                    <a:pt x="5015402" y="3116972"/>
                  </a:lnTo>
                  <a:lnTo>
                    <a:pt x="5013500" y="3116972"/>
                  </a:lnTo>
                  <a:lnTo>
                    <a:pt x="5011599" y="3116972"/>
                  </a:lnTo>
                  <a:lnTo>
                    <a:pt x="5009698" y="3116972"/>
                  </a:lnTo>
                  <a:lnTo>
                    <a:pt x="5007797" y="3116972"/>
                  </a:lnTo>
                  <a:lnTo>
                    <a:pt x="5005895" y="3116972"/>
                  </a:lnTo>
                  <a:lnTo>
                    <a:pt x="5003994" y="3116972"/>
                  </a:lnTo>
                  <a:lnTo>
                    <a:pt x="5002093" y="3116972"/>
                  </a:lnTo>
                  <a:lnTo>
                    <a:pt x="5000192" y="3116972"/>
                  </a:lnTo>
                  <a:lnTo>
                    <a:pt x="4998291" y="3116972"/>
                  </a:lnTo>
                  <a:lnTo>
                    <a:pt x="4996389" y="3116972"/>
                  </a:lnTo>
                  <a:lnTo>
                    <a:pt x="4994488" y="3116972"/>
                  </a:lnTo>
                  <a:lnTo>
                    <a:pt x="4992587" y="3116972"/>
                  </a:lnTo>
                  <a:lnTo>
                    <a:pt x="4990686" y="3116972"/>
                  </a:lnTo>
                  <a:lnTo>
                    <a:pt x="4988785" y="3116972"/>
                  </a:lnTo>
                  <a:lnTo>
                    <a:pt x="4986883" y="3116972"/>
                  </a:lnTo>
                  <a:lnTo>
                    <a:pt x="4984982" y="3116972"/>
                  </a:lnTo>
                  <a:lnTo>
                    <a:pt x="4983081" y="3116972"/>
                  </a:lnTo>
                  <a:lnTo>
                    <a:pt x="4981180" y="3116972"/>
                  </a:lnTo>
                  <a:lnTo>
                    <a:pt x="4979278" y="3116972"/>
                  </a:lnTo>
                  <a:lnTo>
                    <a:pt x="4977377" y="3116972"/>
                  </a:lnTo>
                  <a:lnTo>
                    <a:pt x="4975476" y="3116972"/>
                  </a:lnTo>
                  <a:lnTo>
                    <a:pt x="4973575" y="3116972"/>
                  </a:lnTo>
                  <a:lnTo>
                    <a:pt x="4971674" y="3116972"/>
                  </a:lnTo>
                  <a:lnTo>
                    <a:pt x="4969772" y="3116972"/>
                  </a:lnTo>
                  <a:lnTo>
                    <a:pt x="4967871" y="3116972"/>
                  </a:lnTo>
                  <a:lnTo>
                    <a:pt x="4965970" y="3116972"/>
                  </a:lnTo>
                  <a:lnTo>
                    <a:pt x="4964069" y="3116972"/>
                  </a:lnTo>
                  <a:lnTo>
                    <a:pt x="4962168" y="3116972"/>
                  </a:lnTo>
                  <a:lnTo>
                    <a:pt x="4960266" y="3116972"/>
                  </a:lnTo>
                  <a:lnTo>
                    <a:pt x="4958365" y="3116972"/>
                  </a:lnTo>
                  <a:lnTo>
                    <a:pt x="4956464" y="3116972"/>
                  </a:lnTo>
                  <a:lnTo>
                    <a:pt x="4954563" y="3116972"/>
                  </a:lnTo>
                  <a:lnTo>
                    <a:pt x="4952661" y="3116972"/>
                  </a:lnTo>
                  <a:lnTo>
                    <a:pt x="4950760" y="3116972"/>
                  </a:lnTo>
                  <a:lnTo>
                    <a:pt x="4948859" y="3116972"/>
                  </a:lnTo>
                  <a:lnTo>
                    <a:pt x="4946958" y="3116972"/>
                  </a:lnTo>
                  <a:lnTo>
                    <a:pt x="4945057" y="3116972"/>
                  </a:lnTo>
                  <a:lnTo>
                    <a:pt x="4943155" y="3116972"/>
                  </a:lnTo>
                  <a:lnTo>
                    <a:pt x="4941254" y="3116972"/>
                  </a:lnTo>
                  <a:lnTo>
                    <a:pt x="4939353" y="3116972"/>
                  </a:lnTo>
                  <a:lnTo>
                    <a:pt x="4937452" y="3116972"/>
                  </a:lnTo>
                  <a:lnTo>
                    <a:pt x="4935551" y="3116972"/>
                  </a:lnTo>
                  <a:lnTo>
                    <a:pt x="4933649" y="3116972"/>
                  </a:lnTo>
                  <a:lnTo>
                    <a:pt x="4931748" y="3116972"/>
                  </a:lnTo>
                  <a:lnTo>
                    <a:pt x="4929847" y="3116972"/>
                  </a:lnTo>
                  <a:lnTo>
                    <a:pt x="4927946" y="3116972"/>
                  </a:lnTo>
                  <a:lnTo>
                    <a:pt x="4926045" y="3116972"/>
                  </a:lnTo>
                  <a:lnTo>
                    <a:pt x="4924143" y="3116972"/>
                  </a:lnTo>
                  <a:lnTo>
                    <a:pt x="4922242" y="3116972"/>
                  </a:lnTo>
                  <a:lnTo>
                    <a:pt x="4920341" y="3116972"/>
                  </a:lnTo>
                  <a:lnTo>
                    <a:pt x="4918440" y="3116972"/>
                  </a:lnTo>
                  <a:lnTo>
                    <a:pt x="4916538" y="3116972"/>
                  </a:lnTo>
                  <a:lnTo>
                    <a:pt x="4914637" y="3116972"/>
                  </a:lnTo>
                  <a:lnTo>
                    <a:pt x="4912736" y="3116972"/>
                  </a:lnTo>
                  <a:lnTo>
                    <a:pt x="4910835" y="3116972"/>
                  </a:lnTo>
                  <a:lnTo>
                    <a:pt x="4908934" y="3116972"/>
                  </a:lnTo>
                  <a:lnTo>
                    <a:pt x="4907032" y="3116972"/>
                  </a:lnTo>
                  <a:lnTo>
                    <a:pt x="4905131" y="3116972"/>
                  </a:lnTo>
                  <a:lnTo>
                    <a:pt x="4903230" y="3116972"/>
                  </a:lnTo>
                  <a:lnTo>
                    <a:pt x="4901329" y="3116972"/>
                  </a:lnTo>
                  <a:lnTo>
                    <a:pt x="4899428" y="3116972"/>
                  </a:lnTo>
                  <a:lnTo>
                    <a:pt x="4897526" y="3116972"/>
                  </a:lnTo>
                  <a:lnTo>
                    <a:pt x="4895625" y="3116972"/>
                  </a:lnTo>
                  <a:lnTo>
                    <a:pt x="4893724" y="3116972"/>
                  </a:lnTo>
                  <a:lnTo>
                    <a:pt x="4891823" y="3116972"/>
                  </a:lnTo>
                  <a:lnTo>
                    <a:pt x="4889921" y="3116972"/>
                  </a:lnTo>
                  <a:lnTo>
                    <a:pt x="4888020" y="3116972"/>
                  </a:lnTo>
                  <a:lnTo>
                    <a:pt x="4886119" y="3116972"/>
                  </a:lnTo>
                  <a:lnTo>
                    <a:pt x="4884218" y="3116972"/>
                  </a:lnTo>
                  <a:lnTo>
                    <a:pt x="4882317" y="3116972"/>
                  </a:lnTo>
                  <a:lnTo>
                    <a:pt x="4880415" y="3116972"/>
                  </a:lnTo>
                  <a:lnTo>
                    <a:pt x="4878514" y="3116972"/>
                  </a:lnTo>
                  <a:lnTo>
                    <a:pt x="4876613" y="3116972"/>
                  </a:lnTo>
                  <a:lnTo>
                    <a:pt x="4874712" y="3116972"/>
                  </a:lnTo>
                  <a:lnTo>
                    <a:pt x="4872811" y="3116972"/>
                  </a:lnTo>
                  <a:lnTo>
                    <a:pt x="4870909" y="3116972"/>
                  </a:lnTo>
                  <a:lnTo>
                    <a:pt x="4869008" y="3116972"/>
                  </a:lnTo>
                  <a:lnTo>
                    <a:pt x="4867107" y="3116972"/>
                  </a:lnTo>
                  <a:lnTo>
                    <a:pt x="4865206" y="3116972"/>
                  </a:lnTo>
                  <a:lnTo>
                    <a:pt x="4863304" y="3116972"/>
                  </a:lnTo>
                  <a:lnTo>
                    <a:pt x="4861403" y="3116972"/>
                  </a:lnTo>
                  <a:lnTo>
                    <a:pt x="4859502" y="3116972"/>
                  </a:lnTo>
                  <a:lnTo>
                    <a:pt x="4857601" y="3116972"/>
                  </a:lnTo>
                  <a:lnTo>
                    <a:pt x="4855700" y="3116972"/>
                  </a:lnTo>
                  <a:lnTo>
                    <a:pt x="4853798" y="3116972"/>
                  </a:lnTo>
                  <a:lnTo>
                    <a:pt x="4851897" y="3116972"/>
                  </a:lnTo>
                  <a:lnTo>
                    <a:pt x="4849996" y="3116972"/>
                  </a:lnTo>
                  <a:lnTo>
                    <a:pt x="4848095" y="3116972"/>
                  </a:lnTo>
                  <a:lnTo>
                    <a:pt x="4846194" y="3116972"/>
                  </a:lnTo>
                  <a:lnTo>
                    <a:pt x="4844292" y="3116972"/>
                  </a:lnTo>
                  <a:lnTo>
                    <a:pt x="4842391" y="3116972"/>
                  </a:lnTo>
                  <a:lnTo>
                    <a:pt x="4840490" y="3116972"/>
                  </a:lnTo>
                  <a:lnTo>
                    <a:pt x="4838589" y="3116972"/>
                  </a:lnTo>
                  <a:lnTo>
                    <a:pt x="4836687" y="3116972"/>
                  </a:lnTo>
                  <a:lnTo>
                    <a:pt x="4834786" y="3116972"/>
                  </a:lnTo>
                  <a:lnTo>
                    <a:pt x="4832885" y="3116972"/>
                  </a:lnTo>
                  <a:lnTo>
                    <a:pt x="4830984" y="3116972"/>
                  </a:lnTo>
                  <a:lnTo>
                    <a:pt x="4829083" y="3116972"/>
                  </a:lnTo>
                  <a:lnTo>
                    <a:pt x="4827181" y="3116972"/>
                  </a:lnTo>
                  <a:lnTo>
                    <a:pt x="4825280" y="3116972"/>
                  </a:lnTo>
                  <a:lnTo>
                    <a:pt x="4823379" y="3116972"/>
                  </a:lnTo>
                  <a:lnTo>
                    <a:pt x="4821478" y="3116972"/>
                  </a:lnTo>
                  <a:lnTo>
                    <a:pt x="4819577" y="3116972"/>
                  </a:lnTo>
                  <a:lnTo>
                    <a:pt x="4817675" y="3116972"/>
                  </a:lnTo>
                  <a:lnTo>
                    <a:pt x="4815774" y="3116972"/>
                  </a:lnTo>
                  <a:lnTo>
                    <a:pt x="4813873" y="3116972"/>
                  </a:lnTo>
                  <a:lnTo>
                    <a:pt x="4811972" y="3116972"/>
                  </a:lnTo>
                  <a:lnTo>
                    <a:pt x="4810070" y="3116972"/>
                  </a:lnTo>
                  <a:lnTo>
                    <a:pt x="4808169" y="3116972"/>
                  </a:lnTo>
                  <a:lnTo>
                    <a:pt x="4806268" y="3116972"/>
                  </a:lnTo>
                  <a:lnTo>
                    <a:pt x="4804367" y="3116972"/>
                  </a:lnTo>
                  <a:lnTo>
                    <a:pt x="4802466" y="3116972"/>
                  </a:lnTo>
                  <a:lnTo>
                    <a:pt x="4800564" y="3116972"/>
                  </a:lnTo>
                  <a:lnTo>
                    <a:pt x="4798663" y="3116972"/>
                  </a:lnTo>
                  <a:lnTo>
                    <a:pt x="4796762" y="3116972"/>
                  </a:lnTo>
                  <a:lnTo>
                    <a:pt x="4794861" y="3116972"/>
                  </a:lnTo>
                  <a:lnTo>
                    <a:pt x="4792960" y="3116972"/>
                  </a:lnTo>
                  <a:lnTo>
                    <a:pt x="4791058" y="3116972"/>
                  </a:lnTo>
                  <a:lnTo>
                    <a:pt x="4789157" y="3116972"/>
                  </a:lnTo>
                  <a:lnTo>
                    <a:pt x="4787256" y="3116972"/>
                  </a:lnTo>
                  <a:lnTo>
                    <a:pt x="4785355" y="3116972"/>
                  </a:lnTo>
                  <a:lnTo>
                    <a:pt x="4783453" y="3116972"/>
                  </a:lnTo>
                  <a:lnTo>
                    <a:pt x="4781552" y="3116972"/>
                  </a:lnTo>
                  <a:lnTo>
                    <a:pt x="4779651" y="3116972"/>
                  </a:lnTo>
                  <a:lnTo>
                    <a:pt x="4777750" y="3116972"/>
                  </a:lnTo>
                  <a:lnTo>
                    <a:pt x="4775849" y="3116972"/>
                  </a:lnTo>
                  <a:lnTo>
                    <a:pt x="4773947" y="3116972"/>
                  </a:lnTo>
                  <a:lnTo>
                    <a:pt x="4772046" y="3116972"/>
                  </a:lnTo>
                  <a:lnTo>
                    <a:pt x="4770145" y="3116972"/>
                  </a:lnTo>
                  <a:lnTo>
                    <a:pt x="4768244" y="3116972"/>
                  </a:lnTo>
                  <a:lnTo>
                    <a:pt x="4766343" y="3116972"/>
                  </a:lnTo>
                  <a:lnTo>
                    <a:pt x="4764441" y="3116972"/>
                  </a:lnTo>
                  <a:lnTo>
                    <a:pt x="4762540" y="3116972"/>
                  </a:lnTo>
                  <a:lnTo>
                    <a:pt x="4760639" y="3116972"/>
                  </a:lnTo>
                  <a:lnTo>
                    <a:pt x="4758738" y="3116972"/>
                  </a:lnTo>
                  <a:lnTo>
                    <a:pt x="4756836" y="3116972"/>
                  </a:lnTo>
                  <a:lnTo>
                    <a:pt x="4754935" y="3116972"/>
                  </a:lnTo>
                  <a:lnTo>
                    <a:pt x="4753034" y="3116972"/>
                  </a:lnTo>
                  <a:lnTo>
                    <a:pt x="4751133" y="3116972"/>
                  </a:lnTo>
                  <a:lnTo>
                    <a:pt x="4749232" y="3116972"/>
                  </a:lnTo>
                  <a:lnTo>
                    <a:pt x="4747330" y="3116972"/>
                  </a:lnTo>
                  <a:lnTo>
                    <a:pt x="4745429" y="3116972"/>
                  </a:lnTo>
                  <a:lnTo>
                    <a:pt x="4743528" y="3116972"/>
                  </a:lnTo>
                  <a:lnTo>
                    <a:pt x="4741627" y="3116972"/>
                  </a:lnTo>
                  <a:lnTo>
                    <a:pt x="4739726" y="3116972"/>
                  </a:lnTo>
                  <a:lnTo>
                    <a:pt x="4737824" y="3116972"/>
                  </a:lnTo>
                  <a:lnTo>
                    <a:pt x="4735923" y="3116972"/>
                  </a:lnTo>
                  <a:lnTo>
                    <a:pt x="4734022" y="3116972"/>
                  </a:lnTo>
                  <a:lnTo>
                    <a:pt x="4732121" y="3116972"/>
                  </a:lnTo>
                  <a:lnTo>
                    <a:pt x="4730219" y="3116972"/>
                  </a:lnTo>
                  <a:lnTo>
                    <a:pt x="4728318" y="3116972"/>
                  </a:lnTo>
                  <a:lnTo>
                    <a:pt x="4726417" y="3116972"/>
                  </a:lnTo>
                  <a:lnTo>
                    <a:pt x="4724516" y="3116972"/>
                  </a:lnTo>
                  <a:lnTo>
                    <a:pt x="4722615" y="3116972"/>
                  </a:lnTo>
                  <a:lnTo>
                    <a:pt x="4720713" y="3116972"/>
                  </a:lnTo>
                  <a:lnTo>
                    <a:pt x="4718812" y="3116972"/>
                  </a:lnTo>
                  <a:lnTo>
                    <a:pt x="4716911" y="3116972"/>
                  </a:lnTo>
                  <a:lnTo>
                    <a:pt x="4715010" y="3116972"/>
                  </a:lnTo>
                  <a:lnTo>
                    <a:pt x="4713109" y="3116972"/>
                  </a:lnTo>
                  <a:lnTo>
                    <a:pt x="4711207" y="3116972"/>
                  </a:lnTo>
                  <a:lnTo>
                    <a:pt x="4709306" y="3116972"/>
                  </a:lnTo>
                  <a:lnTo>
                    <a:pt x="4707405" y="3116972"/>
                  </a:lnTo>
                  <a:lnTo>
                    <a:pt x="4705504" y="3116972"/>
                  </a:lnTo>
                  <a:lnTo>
                    <a:pt x="4703602" y="3116972"/>
                  </a:lnTo>
                  <a:lnTo>
                    <a:pt x="4701701" y="3116972"/>
                  </a:lnTo>
                  <a:lnTo>
                    <a:pt x="4699800" y="3116972"/>
                  </a:lnTo>
                  <a:lnTo>
                    <a:pt x="4697899" y="3116972"/>
                  </a:lnTo>
                  <a:lnTo>
                    <a:pt x="4695998" y="3116972"/>
                  </a:lnTo>
                  <a:lnTo>
                    <a:pt x="4694096" y="3116972"/>
                  </a:lnTo>
                  <a:lnTo>
                    <a:pt x="4692195" y="3116972"/>
                  </a:lnTo>
                  <a:lnTo>
                    <a:pt x="4690294" y="3116972"/>
                  </a:lnTo>
                  <a:lnTo>
                    <a:pt x="4688393" y="3116972"/>
                  </a:lnTo>
                  <a:lnTo>
                    <a:pt x="4686492" y="3116972"/>
                  </a:lnTo>
                  <a:lnTo>
                    <a:pt x="4684590" y="3116972"/>
                  </a:lnTo>
                  <a:lnTo>
                    <a:pt x="4682689" y="3116972"/>
                  </a:lnTo>
                  <a:lnTo>
                    <a:pt x="4680788" y="3116972"/>
                  </a:lnTo>
                  <a:lnTo>
                    <a:pt x="4678887" y="3116972"/>
                  </a:lnTo>
                  <a:lnTo>
                    <a:pt x="4676985" y="3116972"/>
                  </a:lnTo>
                  <a:lnTo>
                    <a:pt x="4675084" y="3116972"/>
                  </a:lnTo>
                  <a:lnTo>
                    <a:pt x="4673183" y="3116972"/>
                  </a:lnTo>
                  <a:lnTo>
                    <a:pt x="4671282" y="3116972"/>
                  </a:lnTo>
                  <a:lnTo>
                    <a:pt x="4669381" y="3116972"/>
                  </a:lnTo>
                  <a:lnTo>
                    <a:pt x="4667479" y="3116972"/>
                  </a:lnTo>
                  <a:lnTo>
                    <a:pt x="4665578" y="3116972"/>
                  </a:lnTo>
                  <a:lnTo>
                    <a:pt x="4663677" y="3116972"/>
                  </a:lnTo>
                  <a:lnTo>
                    <a:pt x="4661776" y="3116972"/>
                  </a:lnTo>
                  <a:lnTo>
                    <a:pt x="4659875" y="3116972"/>
                  </a:lnTo>
                  <a:lnTo>
                    <a:pt x="4657973" y="3116972"/>
                  </a:lnTo>
                  <a:lnTo>
                    <a:pt x="4656072" y="3116972"/>
                  </a:lnTo>
                  <a:lnTo>
                    <a:pt x="4654171" y="3116972"/>
                  </a:lnTo>
                  <a:lnTo>
                    <a:pt x="4652270" y="3116972"/>
                  </a:lnTo>
                  <a:lnTo>
                    <a:pt x="4650369" y="3116972"/>
                  </a:lnTo>
                  <a:lnTo>
                    <a:pt x="4648467" y="3116972"/>
                  </a:lnTo>
                  <a:lnTo>
                    <a:pt x="4646566" y="3116972"/>
                  </a:lnTo>
                  <a:lnTo>
                    <a:pt x="4644665" y="3116972"/>
                  </a:lnTo>
                  <a:lnTo>
                    <a:pt x="4642764" y="3116972"/>
                  </a:lnTo>
                  <a:lnTo>
                    <a:pt x="4640862" y="3116972"/>
                  </a:lnTo>
                  <a:lnTo>
                    <a:pt x="4638961" y="3116972"/>
                  </a:lnTo>
                  <a:lnTo>
                    <a:pt x="4637060" y="3116972"/>
                  </a:lnTo>
                  <a:lnTo>
                    <a:pt x="4635159" y="3116972"/>
                  </a:lnTo>
                  <a:lnTo>
                    <a:pt x="4633258" y="3116972"/>
                  </a:lnTo>
                  <a:lnTo>
                    <a:pt x="4631356" y="3116972"/>
                  </a:lnTo>
                  <a:lnTo>
                    <a:pt x="4629455" y="3116972"/>
                  </a:lnTo>
                  <a:lnTo>
                    <a:pt x="4627554" y="3116972"/>
                  </a:lnTo>
                  <a:lnTo>
                    <a:pt x="4625653" y="3116972"/>
                  </a:lnTo>
                  <a:lnTo>
                    <a:pt x="4623752" y="3116972"/>
                  </a:lnTo>
                  <a:lnTo>
                    <a:pt x="4621850" y="3116972"/>
                  </a:lnTo>
                  <a:lnTo>
                    <a:pt x="4619949" y="3116972"/>
                  </a:lnTo>
                  <a:lnTo>
                    <a:pt x="4618048" y="3116972"/>
                  </a:lnTo>
                  <a:lnTo>
                    <a:pt x="4616147" y="3116972"/>
                  </a:lnTo>
                  <a:lnTo>
                    <a:pt x="4614245" y="3116972"/>
                  </a:lnTo>
                  <a:lnTo>
                    <a:pt x="4612344" y="3116972"/>
                  </a:lnTo>
                  <a:lnTo>
                    <a:pt x="4610443" y="3116972"/>
                  </a:lnTo>
                  <a:lnTo>
                    <a:pt x="4608542" y="3116972"/>
                  </a:lnTo>
                  <a:lnTo>
                    <a:pt x="4606641" y="3116972"/>
                  </a:lnTo>
                  <a:lnTo>
                    <a:pt x="4604739" y="3116972"/>
                  </a:lnTo>
                  <a:lnTo>
                    <a:pt x="4602838" y="3116972"/>
                  </a:lnTo>
                  <a:lnTo>
                    <a:pt x="4600937" y="3116972"/>
                  </a:lnTo>
                  <a:lnTo>
                    <a:pt x="4599036" y="3116972"/>
                  </a:lnTo>
                  <a:lnTo>
                    <a:pt x="4597135" y="3116972"/>
                  </a:lnTo>
                  <a:lnTo>
                    <a:pt x="4595233" y="3116972"/>
                  </a:lnTo>
                  <a:lnTo>
                    <a:pt x="4593332" y="3116972"/>
                  </a:lnTo>
                  <a:lnTo>
                    <a:pt x="4591431" y="3116972"/>
                  </a:lnTo>
                  <a:lnTo>
                    <a:pt x="4589530" y="3116972"/>
                  </a:lnTo>
                  <a:lnTo>
                    <a:pt x="4587628" y="3116972"/>
                  </a:lnTo>
                  <a:lnTo>
                    <a:pt x="4585727" y="3116972"/>
                  </a:lnTo>
                  <a:lnTo>
                    <a:pt x="4583826" y="3116972"/>
                  </a:lnTo>
                  <a:lnTo>
                    <a:pt x="4581925" y="3116972"/>
                  </a:lnTo>
                  <a:lnTo>
                    <a:pt x="4580024" y="3116972"/>
                  </a:lnTo>
                  <a:lnTo>
                    <a:pt x="4578122" y="3116972"/>
                  </a:lnTo>
                  <a:lnTo>
                    <a:pt x="4576221" y="3116972"/>
                  </a:lnTo>
                  <a:lnTo>
                    <a:pt x="4574320" y="3116972"/>
                  </a:lnTo>
                  <a:lnTo>
                    <a:pt x="4572419" y="3116972"/>
                  </a:lnTo>
                  <a:lnTo>
                    <a:pt x="4570518" y="3116972"/>
                  </a:lnTo>
                  <a:lnTo>
                    <a:pt x="4568616" y="3116972"/>
                  </a:lnTo>
                  <a:lnTo>
                    <a:pt x="4566715" y="3116972"/>
                  </a:lnTo>
                  <a:lnTo>
                    <a:pt x="4564814" y="3116972"/>
                  </a:lnTo>
                  <a:lnTo>
                    <a:pt x="4562913" y="3116972"/>
                  </a:lnTo>
                  <a:lnTo>
                    <a:pt x="4561011" y="3116972"/>
                  </a:lnTo>
                  <a:lnTo>
                    <a:pt x="4559110" y="3116972"/>
                  </a:lnTo>
                  <a:lnTo>
                    <a:pt x="4557209" y="3116972"/>
                  </a:lnTo>
                  <a:lnTo>
                    <a:pt x="4555308" y="3116972"/>
                  </a:lnTo>
                  <a:lnTo>
                    <a:pt x="4553407" y="3116972"/>
                  </a:lnTo>
                  <a:lnTo>
                    <a:pt x="4551505" y="3116972"/>
                  </a:lnTo>
                  <a:lnTo>
                    <a:pt x="4549604" y="3116972"/>
                  </a:lnTo>
                  <a:lnTo>
                    <a:pt x="4547703" y="3116972"/>
                  </a:lnTo>
                  <a:lnTo>
                    <a:pt x="4545802" y="3116972"/>
                  </a:lnTo>
                  <a:lnTo>
                    <a:pt x="4543901" y="3116972"/>
                  </a:lnTo>
                  <a:lnTo>
                    <a:pt x="4541999" y="3116972"/>
                  </a:lnTo>
                  <a:lnTo>
                    <a:pt x="4540098" y="3116972"/>
                  </a:lnTo>
                  <a:lnTo>
                    <a:pt x="4538197" y="3116972"/>
                  </a:lnTo>
                  <a:lnTo>
                    <a:pt x="4536296" y="3116972"/>
                  </a:lnTo>
                  <a:lnTo>
                    <a:pt x="4534394" y="3116972"/>
                  </a:lnTo>
                  <a:lnTo>
                    <a:pt x="4532493" y="3116972"/>
                  </a:lnTo>
                  <a:lnTo>
                    <a:pt x="4530592" y="3116972"/>
                  </a:lnTo>
                  <a:lnTo>
                    <a:pt x="4528691" y="3116972"/>
                  </a:lnTo>
                  <a:lnTo>
                    <a:pt x="4526790" y="3116972"/>
                  </a:lnTo>
                  <a:lnTo>
                    <a:pt x="4524888" y="3116972"/>
                  </a:lnTo>
                  <a:lnTo>
                    <a:pt x="4522987" y="3116972"/>
                  </a:lnTo>
                  <a:lnTo>
                    <a:pt x="4521086" y="3116972"/>
                  </a:lnTo>
                  <a:lnTo>
                    <a:pt x="4519185" y="3116972"/>
                  </a:lnTo>
                  <a:lnTo>
                    <a:pt x="4517284" y="3116972"/>
                  </a:lnTo>
                  <a:lnTo>
                    <a:pt x="4515382" y="3116972"/>
                  </a:lnTo>
                  <a:lnTo>
                    <a:pt x="4513481" y="3116972"/>
                  </a:lnTo>
                  <a:lnTo>
                    <a:pt x="4511580" y="3116972"/>
                  </a:lnTo>
                  <a:lnTo>
                    <a:pt x="4509679" y="3116972"/>
                  </a:lnTo>
                  <a:lnTo>
                    <a:pt x="4507777" y="3116972"/>
                  </a:lnTo>
                  <a:lnTo>
                    <a:pt x="4505876" y="3116972"/>
                  </a:lnTo>
                  <a:lnTo>
                    <a:pt x="4503975" y="3116972"/>
                  </a:lnTo>
                  <a:lnTo>
                    <a:pt x="4502074" y="3116972"/>
                  </a:lnTo>
                  <a:lnTo>
                    <a:pt x="4500173" y="3116972"/>
                  </a:lnTo>
                  <a:lnTo>
                    <a:pt x="4498271" y="3116972"/>
                  </a:lnTo>
                  <a:lnTo>
                    <a:pt x="4496370" y="3116972"/>
                  </a:lnTo>
                  <a:lnTo>
                    <a:pt x="4494469" y="3116972"/>
                  </a:lnTo>
                  <a:lnTo>
                    <a:pt x="4492568" y="3116972"/>
                  </a:lnTo>
                  <a:lnTo>
                    <a:pt x="4490667" y="3116972"/>
                  </a:lnTo>
                  <a:lnTo>
                    <a:pt x="4488765" y="3116972"/>
                  </a:lnTo>
                  <a:lnTo>
                    <a:pt x="4486864" y="3116972"/>
                  </a:lnTo>
                  <a:lnTo>
                    <a:pt x="4484963" y="3116972"/>
                  </a:lnTo>
                  <a:lnTo>
                    <a:pt x="4483062" y="3116972"/>
                  </a:lnTo>
                  <a:lnTo>
                    <a:pt x="4481160" y="3116972"/>
                  </a:lnTo>
                  <a:lnTo>
                    <a:pt x="4479259" y="3116972"/>
                  </a:lnTo>
                  <a:lnTo>
                    <a:pt x="4477358" y="3116972"/>
                  </a:lnTo>
                  <a:lnTo>
                    <a:pt x="4475457" y="3116972"/>
                  </a:lnTo>
                  <a:lnTo>
                    <a:pt x="4473556" y="3116972"/>
                  </a:lnTo>
                  <a:lnTo>
                    <a:pt x="4471654" y="3116972"/>
                  </a:lnTo>
                  <a:lnTo>
                    <a:pt x="4469753" y="3116972"/>
                  </a:lnTo>
                  <a:lnTo>
                    <a:pt x="4467852" y="3116972"/>
                  </a:lnTo>
                  <a:lnTo>
                    <a:pt x="4465951" y="3116972"/>
                  </a:lnTo>
                  <a:lnTo>
                    <a:pt x="4464050" y="3116972"/>
                  </a:lnTo>
                  <a:lnTo>
                    <a:pt x="4462148" y="3116972"/>
                  </a:lnTo>
                  <a:lnTo>
                    <a:pt x="4460247" y="3116972"/>
                  </a:lnTo>
                  <a:lnTo>
                    <a:pt x="4458346" y="3116972"/>
                  </a:lnTo>
                  <a:lnTo>
                    <a:pt x="4456445" y="3116972"/>
                  </a:lnTo>
                  <a:lnTo>
                    <a:pt x="4454543" y="3116972"/>
                  </a:lnTo>
                  <a:lnTo>
                    <a:pt x="4452642" y="3116972"/>
                  </a:lnTo>
                  <a:lnTo>
                    <a:pt x="4450741" y="3116972"/>
                  </a:lnTo>
                  <a:lnTo>
                    <a:pt x="4448840" y="3116972"/>
                  </a:lnTo>
                  <a:lnTo>
                    <a:pt x="4446939" y="3116972"/>
                  </a:lnTo>
                  <a:lnTo>
                    <a:pt x="4445037" y="3116972"/>
                  </a:lnTo>
                  <a:lnTo>
                    <a:pt x="4443136" y="3116972"/>
                  </a:lnTo>
                  <a:lnTo>
                    <a:pt x="4441235" y="3116972"/>
                  </a:lnTo>
                  <a:lnTo>
                    <a:pt x="4439334" y="3116972"/>
                  </a:lnTo>
                  <a:lnTo>
                    <a:pt x="4437433" y="3116972"/>
                  </a:lnTo>
                  <a:lnTo>
                    <a:pt x="4435531" y="3116972"/>
                  </a:lnTo>
                  <a:lnTo>
                    <a:pt x="4433630" y="3116972"/>
                  </a:lnTo>
                  <a:lnTo>
                    <a:pt x="4431729" y="3116972"/>
                  </a:lnTo>
                  <a:lnTo>
                    <a:pt x="4429828" y="3116972"/>
                  </a:lnTo>
                  <a:lnTo>
                    <a:pt x="4427926" y="3116972"/>
                  </a:lnTo>
                  <a:lnTo>
                    <a:pt x="4426025" y="3116972"/>
                  </a:lnTo>
                  <a:lnTo>
                    <a:pt x="4424124" y="3116972"/>
                  </a:lnTo>
                  <a:lnTo>
                    <a:pt x="4422223" y="3116972"/>
                  </a:lnTo>
                  <a:lnTo>
                    <a:pt x="4420322" y="3116972"/>
                  </a:lnTo>
                  <a:lnTo>
                    <a:pt x="4418420" y="3116972"/>
                  </a:lnTo>
                  <a:lnTo>
                    <a:pt x="4416519" y="3116972"/>
                  </a:lnTo>
                  <a:lnTo>
                    <a:pt x="4414618" y="3116972"/>
                  </a:lnTo>
                  <a:lnTo>
                    <a:pt x="4412717" y="3116972"/>
                  </a:lnTo>
                  <a:lnTo>
                    <a:pt x="4410816" y="3116972"/>
                  </a:lnTo>
                  <a:lnTo>
                    <a:pt x="4408914" y="3116972"/>
                  </a:lnTo>
                  <a:lnTo>
                    <a:pt x="4407013" y="3116972"/>
                  </a:lnTo>
                  <a:lnTo>
                    <a:pt x="4405112" y="3116972"/>
                  </a:lnTo>
                  <a:lnTo>
                    <a:pt x="4403211" y="3116972"/>
                  </a:lnTo>
                  <a:lnTo>
                    <a:pt x="4401309" y="3116972"/>
                  </a:lnTo>
                  <a:lnTo>
                    <a:pt x="4399408" y="3116972"/>
                  </a:lnTo>
                  <a:lnTo>
                    <a:pt x="4397507" y="3116972"/>
                  </a:lnTo>
                  <a:lnTo>
                    <a:pt x="4395606" y="3116972"/>
                  </a:lnTo>
                  <a:lnTo>
                    <a:pt x="4393705" y="3116972"/>
                  </a:lnTo>
                  <a:lnTo>
                    <a:pt x="4391803" y="3116972"/>
                  </a:lnTo>
                  <a:lnTo>
                    <a:pt x="4389902" y="3116972"/>
                  </a:lnTo>
                  <a:lnTo>
                    <a:pt x="4388001" y="3116972"/>
                  </a:lnTo>
                  <a:lnTo>
                    <a:pt x="4386100" y="3116972"/>
                  </a:lnTo>
                  <a:lnTo>
                    <a:pt x="4384199" y="3116972"/>
                  </a:lnTo>
                  <a:lnTo>
                    <a:pt x="4382297" y="3116972"/>
                  </a:lnTo>
                  <a:lnTo>
                    <a:pt x="4380396" y="3116972"/>
                  </a:lnTo>
                  <a:lnTo>
                    <a:pt x="4378495" y="3116972"/>
                  </a:lnTo>
                  <a:lnTo>
                    <a:pt x="4376594" y="3116972"/>
                  </a:lnTo>
                  <a:lnTo>
                    <a:pt x="4374692" y="3116972"/>
                  </a:lnTo>
                  <a:lnTo>
                    <a:pt x="4372791" y="3116972"/>
                  </a:lnTo>
                  <a:lnTo>
                    <a:pt x="4370890" y="3116972"/>
                  </a:lnTo>
                  <a:lnTo>
                    <a:pt x="4368989" y="3116972"/>
                  </a:lnTo>
                  <a:lnTo>
                    <a:pt x="4367088" y="3116972"/>
                  </a:lnTo>
                  <a:lnTo>
                    <a:pt x="4365186" y="3116972"/>
                  </a:lnTo>
                  <a:lnTo>
                    <a:pt x="4363285" y="3116972"/>
                  </a:lnTo>
                  <a:lnTo>
                    <a:pt x="4361384" y="3116972"/>
                  </a:lnTo>
                  <a:lnTo>
                    <a:pt x="4359483" y="3116972"/>
                  </a:lnTo>
                  <a:lnTo>
                    <a:pt x="4357582" y="3116972"/>
                  </a:lnTo>
                  <a:lnTo>
                    <a:pt x="4355680" y="3116972"/>
                  </a:lnTo>
                  <a:lnTo>
                    <a:pt x="4353779" y="3116972"/>
                  </a:lnTo>
                  <a:lnTo>
                    <a:pt x="4351878" y="3116972"/>
                  </a:lnTo>
                  <a:lnTo>
                    <a:pt x="4349977" y="3116972"/>
                  </a:lnTo>
                  <a:lnTo>
                    <a:pt x="4348076" y="3116972"/>
                  </a:lnTo>
                  <a:lnTo>
                    <a:pt x="4346174" y="3116972"/>
                  </a:lnTo>
                  <a:lnTo>
                    <a:pt x="4344273" y="3116972"/>
                  </a:lnTo>
                  <a:lnTo>
                    <a:pt x="4342372" y="3116972"/>
                  </a:lnTo>
                  <a:lnTo>
                    <a:pt x="4340471" y="3116972"/>
                  </a:lnTo>
                  <a:lnTo>
                    <a:pt x="4338569" y="3116972"/>
                  </a:lnTo>
                  <a:lnTo>
                    <a:pt x="4336668" y="3116972"/>
                  </a:lnTo>
                  <a:lnTo>
                    <a:pt x="4334767" y="3116972"/>
                  </a:lnTo>
                  <a:lnTo>
                    <a:pt x="4332866" y="3116972"/>
                  </a:lnTo>
                  <a:lnTo>
                    <a:pt x="4330965" y="3116972"/>
                  </a:lnTo>
                  <a:lnTo>
                    <a:pt x="4329063" y="3116972"/>
                  </a:lnTo>
                  <a:lnTo>
                    <a:pt x="4327162" y="3116972"/>
                  </a:lnTo>
                  <a:lnTo>
                    <a:pt x="4325261" y="3116972"/>
                  </a:lnTo>
                  <a:lnTo>
                    <a:pt x="4323360" y="3116972"/>
                  </a:lnTo>
                  <a:lnTo>
                    <a:pt x="4321459" y="3116972"/>
                  </a:lnTo>
                  <a:lnTo>
                    <a:pt x="4319557" y="3116972"/>
                  </a:lnTo>
                  <a:lnTo>
                    <a:pt x="4317656" y="3116972"/>
                  </a:lnTo>
                  <a:lnTo>
                    <a:pt x="4315755" y="3116972"/>
                  </a:lnTo>
                  <a:lnTo>
                    <a:pt x="4313854" y="3116972"/>
                  </a:lnTo>
                  <a:lnTo>
                    <a:pt x="4311952" y="3116972"/>
                  </a:lnTo>
                  <a:lnTo>
                    <a:pt x="4310051" y="3116972"/>
                  </a:lnTo>
                  <a:lnTo>
                    <a:pt x="4308150" y="3116972"/>
                  </a:lnTo>
                  <a:lnTo>
                    <a:pt x="4306249" y="3116972"/>
                  </a:lnTo>
                  <a:lnTo>
                    <a:pt x="4304348" y="3116972"/>
                  </a:lnTo>
                  <a:lnTo>
                    <a:pt x="4302446" y="3116972"/>
                  </a:lnTo>
                  <a:lnTo>
                    <a:pt x="4300545" y="3116972"/>
                  </a:lnTo>
                  <a:lnTo>
                    <a:pt x="4298644" y="3116972"/>
                  </a:lnTo>
                  <a:lnTo>
                    <a:pt x="4296743" y="3116972"/>
                  </a:lnTo>
                  <a:lnTo>
                    <a:pt x="4294842" y="3116972"/>
                  </a:lnTo>
                  <a:lnTo>
                    <a:pt x="4292940" y="3116972"/>
                  </a:lnTo>
                  <a:lnTo>
                    <a:pt x="4291039" y="3116972"/>
                  </a:lnTo>
                  <a:lnTo>
                    <a:pt x="4289138" y="3116972"/>
                  </a:lnTo>
                  <a:lnTo>
                    <a:pt x="4287237" y="3116972"/>
                  </a:lnTo>
                  <a:lnTo>
                    <a:pt x="4285335" y="3116972"/>
                  </a:lnTo>
                  <a:lnTo>
                    <a:pt x="4283434" y="3116972"/>
                  </a:lnTo>
                  <a:lnTo>
                    <a:pt x="4281533" y="3116972"/>
                  </a:lnTo>
                  <a:lnTo>
                    <a:pt x="4279632" y="3116972"/>
                  </a:lnTo>
                  <a:lnTo>
                    <a:pt x="4277731" y="3116972"/>
                  </a:lnTo>
                  <a:lnTo>
                    <a:pt x="4275829" y="3116972"/>
                  </a:lnTo>
                  <a:lnTo>
                    <a:pt x="4273928" y="3116972"/>
                  </a:lnTo>
                  <a:lnTo>
                    <a:pt x="4272027" y="3116972"/>
                  </a:lnTo>
                  <a:lnTo>
                    <a:pt x="4270126" y="3116972"/>
                  </a:lnTo>
                  <a:lnTo>
                    <a:pt x="4268225" y="3116972"/>
                  </a:lnTo>
                  <a:lnTo>
                    <a:pt x="4266323" y="3116972"/>
                  </a:lnTo>
                  <a:lnTo>
                    <a:pt x="4264422" y="3116972"/>
                  </a:lnTo>
                  <a:lnTo>
                    <a:pt x="4262521" y="3116972"/>
                  </a:lnTo>
                  <a:lnTo>
                    <a:pt x="4260620" y="3116972"/>
                  </a:lnTo>
                  <a:lnTo>
                    <a:pt x="4258718" y="3116972"/>
                  </a:lnTo>
                  <a:lnTo>
                    <a:pt x="4256817" y="3116972"/>
                  </a:lnTo>
                  <a:lnTo>
                    <a:pt x="4254916" y="3116972"/>
                  </a:lnTo>
                  <a:lnTo>
                    <a:pt x="4253015" y="3116972"/>
                  </a:lnTo>
                  <a:lnTo>
                    <a:pt x="4251114" y="3116972"/>
                  </a:lnTo>
                  <a:lnTo>
                    <a:pt x="4249212" y="3116972"/>
                  </a:lnTo>
                  <a:lnTo>
                    <a:pt x="4247311" y="3116972"/>
                  </a:lnTo>
                  <a:lnTo>
                    <a:pt x="4245410" y="3116972"/>
                  </a:lnTo>
                  <a:lnTo>
                    <a:pt x="4243509" y="3116972"/>
                  </a:lnTo>
                  <a:lnTo>
                    <a:pt x="4241608" y="3116972"/>
                  </a:lnTo>
                  <a:lnTo>
                    <a:pt x="4239706" y="3116972"/>
                  </a:lnTo>
                  <a:lnTo>
                    <a:pt x="4237805" y="3116972"/>
                  </a:lnTo>
                  <a:lnTo>
                    <a:pt x="4235904" y="3116972"/>
                  </a:lnTo>
                  <a:lnTo>
                    <a:pt x="4234003" y="3116972"/>
                  </a:lnTo>
                  <a:lnTo>
                    <a:pt x="4232101" y="3116972"/>
                  </a:lnTo>
                  <a:lnTo>
                    <a:pt x="4230200" y="3116972"/>
                  </a:lnTo>
                  <a:lnTo>
                    <a:pt x="4228299" y="3116972"/>
                  </a:lnTo>
                  <a:lnTo>
                    <a:pt x="4226398" y="3116972"/>
                  </a:lnTo>
                  <a:lnTo>
                    <a:pt x="4224497" y="3116972"/>
                  </a:lnTo>
                  <a:lnTo>
                    <a:pt x="4222595" y="3116972"/>
                  </a:lnTo>
                  <a:lnTo>
                    <a:pt x="4220694" y="3116972"/>
                  </a:lnTo>
                  <a:lnTo>
                    <a:pt x="4218793" y="3116972"/>
                  </a:lnTo>
                  <a:lnTo>
                    <a:pt x="4216892" y="3116972"/>
                  </a:lnTo>
                  <a:lnTo>
                    <a:pt x="4214991" y="3116972"/>
                  </a:lnTo>
                  <a:lnTo>
                    <a:pt x="4213089" y="3116972"/>
                  </a:lnTo>
                  <a:lnTo>
                    <a:pt x="4211188" y="3116972"/>
                  </a:lnTo>
                  <a:lnTo>
                    <a:pt x="4209287" y="3116972"/>
                  </a:lnTo>
                  <a:lnTo>
                    <a:pt x="4207386" y="3116972"/>
                  </a:lnTo>
                  <a:lnTo>
                    <a:pt x="4205484" y="3116972"/>
                  </a:lnTo>
                  <a:lnTo>
                    <a:pt x="4203583" y="3116972"/>
                  </a:lnTo>
                  <a:lnTo>
                    <a:pt x="4201682" y="3116972"/>
                  </a:lnTo>
                  <a:lnTo>
                    <a:pt x="4199781" y="3116972"/>
                  </a:lnTo>
                  <a:lnTo>
                    <a:pt x="4197880" y="3116972"/>
                  </a:lnTo>
                  <a:lnTo>
                    <a:pt x="4195978" y="3116972"/>
                  </a:lnTo>
                  <a:lnTo>
                    <a:pt x="4194077" y="3116972"/>
                  </a:lnTo>
                  <a:lnTo>
                    <a:pt x="4192176" y="3116972"/>
                  </a:lnTo>
                  <a:lnTo>
                    <a:pt x="4190275" y="3116972"/>
                  </a:lnTo>
                  <a:lnTo>
                    <a:pt x="4188374" y="3116972"/>
                  </a:lnTo>
                  <a:lnTo>
                    <a:pt x="4186472" y="3116972"/>
                  </a:lnTo>
                  <a:lnTo>
                    <a:pt x="4184571" y="3116972"/>
                  </a:lnTo>
                  <a:lnTo>
                    <a:pt x="4182670" y="3116972"/>
                  </a:lnTo>
                  <a:lnTo>
                    <a:pt x="4180769" y="3116972"/>
                  </a:lnTo>
                  <a:lnTo>
                    <a:pt x="4178867" y="3116972"/>
                  </a:lnTo>
                  <a:lnTo>
                    <a:pt x="4176966" y="3116972"/>
                  </a:lnTo>
                  <a:lnTo>
                    <a:pt x="4175065" y="3116972"/>
                  </a:lnTo>
                  <a:lnTo>
                    <a:pt x="4173164" y="3116972"/>
                  </a:lnTo>
                  <a:lnTo>
                    <a:pt x="4171263" y="3116972"/>
                  </a:lnTo>
                  <a:lnTo>
                    <a:pt x="4169361" y="3116972"/>
                  </a:lnTo>
                  <a:lnTo>
                    <a:pt x="4167460" y="3116972"/>
                  </a:lnTo>
                  <a:lnTo>
                    <a:pt x="4165559" y="3116972"/>
                  </a:lnTo>
                  <a:lnTo>
                    <a:pt x="4163658" y="3116972"/>
                  </a:lnTo>
                  <a:lnTo>
                    <a:pt x="4161757" y="3116972"/>
                  </a:lnTo>
                  <a:lnTo>
                    <a:pt x="4159855" y="3116972"/>
                  </a:lnTo>
                  <a:lnTo>
                    <a:pt x="4157954" y="3116972"/>
                  </a:lnTo>
                  <a:lnTo>
                    <a:pt x="4156053" y="3116972"/>
                  </a:lnTo>
                  <a:lnTo>
                    <a:pt x="4154152" y="3116972"/>
                  </a:lnTo>
                  <a:lnTo>
                    <a:pt x="4152250" y="3116972"/>
                  </a:lnTo>
                  <a:lnTo>
                    <a:pt x="4150349" y="3116972"/>
                  </a:lnTo>
                  <a:lnTo>
                    <a:pt x="4148448" y="3116972"/>
                  </a:lnTo>
                  <a:lnTo>
                    <a:pt x="4146547" y="3116972"/>
                  </a:lnTo>
                  <a:lnTo>
                    <a:pt x="4144646" y="3116972"/>
                  </a:lnTo>
                  <a:lnTo>
                    <a:pt x="4142744" y="3116972"/>
                  </a:lnTo>
                  <a:lnTo>
                    <a:pt x="4140843" y="3116972"/>
                  </a:lnTo>
                  <a:lnTo>
                    <a:pt x="4138942" y="3116972"/>
                  </a:lnTo>
                  <a:lnTo>
                    <a:pt x="4137041" y="3116972"/>
                  </a:lnTo>
                  <a:lnTo>
                    <a:pt x="4135140" y="3116972"/>
                  </a:lnTo>
                  <a:lnTo>
                    <a:pt x="4133238" y="3116972"/>
                  </a:lnTo>
                  <a:lnTo>
                    <a:pt x="4131337" y="3116972"/>
                  </a:lnTo>
                  <a:lnTo>
                    <a:pt x="4129436" y="3116972"/>
                  </a:lnTo>
                  <a:lnTo>
                    <a:pt x="4127535" y="3116972"/>
                  </a:lnTo>
                  <a:lnTo>
                    <a:pt x="4125633" y="3116972"/>
                  </a:lnTo>
                  <a:lnTo>
                    <a:pt x="4123732" y="3116972"/>
                  </a:lnTo>
                  <a:lnTo>
                    <a:pt x="4121831" y="3116972"/>
                  </a:lnTo>
                  <a:lnTo>
                    <a:pt x="4119930" y="3116972"/>
                  </a:lnTo>
                  <a:lnTo>
                    <a:pt x="4118029" y="3116972"/>
                  </a:lnTo>
                  <a:lnTo>
                    <a:pt x="4116127" y="3116972"/>
                  </a:lnTo>
                  <a:lnTo>
                    <a:pt x="4114226" y="3116972"/>
                  </a:lnTo>
                  <a:lnTo>
                    <a:pt x="4112325" y="3116972"/>
                  </a:lnTo>
                  <a:lnTo>
                    <a:pt x="4110424" y="3116972"/>
                  </a:lnTo>
                  <a:lnTo>
                    <a:pt x="4108523" y="3116972"/>
                  </a:lnTo>
                  <a:lnTo>
                    <a:pt x="4106621" y="3116972"/>
                  </a:lnTo>
                  <a:lnTo>
                    <a:pt x="4104720" y="3116972"/>
                  </a:lnTo>
                  <a:lnTo>
                    <a:pt x="4102819" y="3116972"/>
                  </a:lnTo>
                  <a:lnTo>
                    <a:pt x="4100918" y="3116972"/>
                  </a:lnTo>
                  <a:lnTo>
                    <a:pt x="4099016" y="3116972"/>
                  </a:lnTo>
                  <a:lnTo>
                    <a:pt x="4097115" y="3116972"/>
                  </a:lnTo>
                  <a:lnTo>
                    <a:pt x="4095214" y="3116972"/>
                  </a:lnTo>
                  <a:lnTo>
                    <a:pt x="4093313" y="3116972"/>
                  </a:lnTo>
                  <a:lnTo>
                    <a:pt x="4091412" y="3116972"/>
                  </a:lnTo>
                  <a:lnTo>
                    <a:pt x="4089510" y="3116972"/>
                  </a:lnTo>
                  <a:lnTo>
                    <a:pt x="4087609" y="3116972"/>
                  </a:lnTo>
                  <a:lnTo>
                    <a:pt x="4085708" y="3116972"/>
                  </a:lnTo>
                  <a:lnTo>
                    <a:pt x="4083807" y="3116972"/>
                  </a:lnTo>
                  <a:lnTo>
                    <a:pt x="4081906" y="3116972"/>
                  </a:lnTo>
                  <a:lnTo>
                    <a:pt x="4080004" y="3116972"/>
                  </a:lnTo>
                  <a:lnTo>
                    <a:pt x="4078103" y="3116972"/>
                  </a:lnTo>
                  <a:lnTo>
                    <a:pt x="4076202" y="3116972"/>
                  </a:lnTo>
                  <a:lnTo>
                    <a:pt x="4074301" y="3116972"/>
                  </a:lnTo>
                  <a:lnTo>
                    <a:pt x="4072399" y="3116972"/>
                  </a:lnTo>
                  <a:lnTo>
                    <a:pt x="4070498" y="3116972"/>
                  </a:lnTo>
                  <a:lnTo>
                    <a:pt x="4068597" y="3116972"/>
                  </a:lnTo>
                  <a:lnTo>
                    <a:pt x="4066696" y="3116972"/>
                  </a:lnTo>
                  <a:lnTo>
                    <a:pt x="4064795" y="3116972"/>
                  </a:lnTo>
                  <a:lnTo>
                    <a:pt x="4062893" y="3116972"/>
                  </a:lnTo>
                  <a:lnTo>
                    <a:pt x="4060992" y="3116972"/>
                  </a:lnTo>
                  <a:lnTo>
                    <a:pt x="4059091" y="3116972"/>
                  </a:lnTo>
                  <a:lnTo>
                    <a:pt x="4057190" y="3116972"/>
                  </a:lnTo>
                  <a:lnTo>
                    <a:pt x="4055289" y="3116972"/>
                  </a:lnTo>
                  <a:lnTo>
                    <a:pt x="4053387" y="3116972"/>
                  </a:lnTo>
                  <a:lnTo>
                    <a:pt x="4051486" y="3116972"/>
                  </a:lnTo>
                  <a:lnTo>
                    <a:pt x="4049585" y="3116972"/>
                  </a:lnTo>
                  <a:lnTo>
                    <a:pt x="4047684" y="3116972"/>
                  </a:lnTo>
                  <a:lnTo>
                    <a:pt x="4045783" y="3116972"/>
                  </a:lnTo>
                  <a:lnTo>
                    <a:pt x="4043881" y="3116972"/>
                  </a:lnTo>
                  <a:lnTo>
                    <a:pt x="4041980" y="3116972"/>
                  </a:lnTo>
                  <a:lnTo>
                    <a:pt x="4040079" y="3116972"/>
                  </a:lnTo>
                  <a:lnTo>
                    <a:pt x="4038178" y="3116972"/>
                  </a:lnTo>
                  <a:lnTo>
                    <a:pt x="4036276" y="3116972"/>
                  </a:lnTo>
                  <a:lnTo>
                    <a:pt x="4034375" y="3116972"/>
                  </a:lnTo>
                  <a:lnTo>
                    <a:pt x="4032474" y="3116972"/>
                  </a:lnTo>
                  <a:lnTo>
                    <a:pt x="4030573" y="3116972"/>
                  </a:lnTo>
                  <a:lnTo>
                    <a:pt x="4028672" y="3116972"/>
                  </a:lnTo>
                  <a:lnTo>
                    <a:pt x="4026770" y="3116972"/>
                  </a:lnTo>
                  <a:lnTo>
                    <a:pt x="4024869" y="3116972"/>
                  </a:lnTo>
                  <a:lnTo>
                    <a:pt x="4022968" y="3116972"/>
                  </a:lnTo>
                  <a:lnTo>
                    <a:pt x="4021067" y="3116972"/>
                  </a:lnTo>
                  <a:lnTo>
                    <a:pt x="4019166" y="3116972"/>
                  </a:lnTo>
                  <a:lnTo>
                    <a:pt x="4017264" y="3116972"/>
                  </a:lnTo>
                  <a:lnTo>
                    <a:pt x="4015363" y="3116972"/>
                  </a:lnTo>
                  <a:lnTo>
                    <a:pt x="4013462" y="3116972"/>
                  </a:lnTo>
                  <a:lnTo>
                    <a:pt x="4011561" y="3116972"/>
                  </a:lnTo>
                  <a:lnTo>
                    <a:pt x="4009659" y="3116972"/>
                  </a:lnTo>
                  <a:lnTo>
                    <a:pt x="4007758" y="3116972"/>
                  </a:lnTo>
                  <a:lnTo>
                    <a:pt x="4005857" y="3116972"/>
                  </a:lnTo>
                  <a:lnTo>
                    <a:pt x="4003956" y="3116972"/>
                  </a:lnTo>
                  <a:lnTo>
                    <a:pt x="4002055" y="3116972"/>
                  </a:lnTo>
                  <a:lnTo>
                    <a:pt x="4000153" y="3116972"/>
                  </a:lnTo>
                  <a:lnTo>
                    <a:pt x="3998252" y="3116972"/>
                  </a:lnTo>
                  <a:lnTo>
                    <a:pt x="3996351" y="3116972"/>
                  </a:lnTo>
                  <a:lnTo>
                    <a:pt x="3994450" y="3116972"/>
                  </a:lnTo>
                  <a:lnTo>
                    <a:pt x="3992549" y="3116972"/>
                  </a:lnTo>
                  <a:lnTo>
                    <a:pt x="3990647" y="3116972"/>
                  </a:lnTo>
                  <a:lnTo>
                    <a:pt x="3988746" y="3116972"/>
                  </a:lnTo>
                  <a:lnTo>
                    <a:pt x="3986845" y="3116972"/>
                  </a:lnTo>
                  <a:lnTo>
                    <a:pt x="3984944" y="3116972"/>
                  </a:lnTo>
                  <a:lnTo>
                    <a:pt x="3983042" y="3116972"/>
                  </a:lnTo>
                  <a:lnTo>
                    <a:pt x="3981141" y="3116972"/>
                  </a:lnTo>
                  <a:lnTo>
                    <a:pt x="3979240" y="3116972"/>
                  </a:lnTo>
                  <a:lnTo>
                    <a:pt x="3977339" y="3116972"/>
                  </a:lnTo>
                  <a:lnTo>
                    <a:pt x="3975438" y="3116972"/>
                  </a:lnTo>
                  <a:lnTo>
                    <a:pt x="3973536" y="3116972"/>
                  </a:lnTo>
                  <a:lnTo>
                    <a:pt x="3971635" y="3116972"/>
                  </a:lnTo>
                  <a:lnTo>
                    <a:pt x="3969734" y="3116972"/>
                  </a:lnTo>
                  <a:lnTo>
                    <a:pt x="3967833" y="3116972"/>
                  </a:lnTo>
                  <a:lnTo>
                    <a:pt x="3965932" y="3116972"/>
                  </a:lnTo>
                  <a:lnTo>
                    <a:pt x="3964030" y="3116972"/>
                  </a:lnTo>
                  <a:lnTo>
                    <a:pt x="3962129" y="3116972"/>
                  </a:lnTo>
                  <a:lnTo>
                    <a:pt x="3960228" y="3116972"/>
                  </a:lnTo>
                  <a:lnTo>
                    <a:pt x="3958327" y="3116972"/>
                  </a:lnTo>
                  <a:lnTo>
                    <a:pt x="3956425" y="3116972"/>
                  </a:lnTo>
                  <a:lnTo>
                    <a:pt x="3954524" y="3116972"/>
                  </a:lnTo>
                  <a:lnTo>
                    <a:pt x="3952623" y="3116972"/>
                  </a:lnTo>
                  <a:lnTo>
                    <a:pt x="3950722" y="3116972"/>
                  </a:lnTo>
                  <a:lnTo>
                    <a:pt x="3948821" y="3116972"/>
                  </a:lnTo>
                  <a:lnTo>
                    <a:pt x="3946919" y="3116972"/>
                  </a:lnTo>
                  <a:lnTo>
                    <a:pt x="3945018" y="3116972"/>
                  </a:lnTo>
                  <a:lnTo>
                    <a:pt x="3943117" y="3116972"/>
                  </a:lnTo>
                  <a:lnTo>
                    <a:pt x="3941216" y="3116972"/>
                  </a:lnTo>
                  <a:lnTo>
                    <a:pt x="3939315" y="3116972"/>
                  </a:lnTo>
                  <a:lnTo>
                    <a:pt x="3937413" y="3116972"/>
                  </a:lnTo>
                  <a:lnTo>
                    <a:pt x="3935512" y="3116972"/>
                  </a:lnTo>
                  <a:lnTo>
                    <a:pt x="3933611" y="3116972"/>
                  </a:lnTo>
                  <a:lnTo>
                    <a:pt x="3931710" y="3116972"/>
                  </a:lnTo>
                  <a:lnTo>
                    <a:pt x="3929808" y="3116972"/>
                  </a:lnTo>
                  <a:lnTo>
                    <a:pt x="3927907" y="3116972"/>
                  </a:lnTo>
                  <a:lnTo>
                    <a:pt x="3926006" y="3116972"/>
                  </a:lnTo>
                  <a:lnTo>
                    <a:pt x="3924105" y="3116972"/>
                  </a:lnTo>
                  <a:lnTo>
                    <a:pt x="3922204" y="3116972"/>
                  </a:lnTo>
                  <a:lnTo>
                    <a:pt x="3920302" y="3116972"/>
                  </a:lnTo>
                  <a:lnTo>
                    <a:pt x="3918401" y="3116972"/>
                  </a:lnTo>
                  <a:lnTo>
                    <a:pt x="3916500" y="3116972"/>
                  </a:lnTo>
                  <a:lnTo>
                    <a:pt x="3914599" y="3116972"/>
                  </a:lnTo>
                  <a:lnTo>
                    <a:pt x="3912698" y="3116972"/>
                  </a:lnTo>
                  <a:lnTo>
                    <a:pt x="3910796" y="3116972"/>
                  </a:lnTo>
                  <a:lnTo>
                    <a:pt x="3908895" y="3116972"/>
                  </a:lnTo>
                  <a:lnTo>
                    <a:pt x="3906994" y="3116972"/>
                  </a:lnTo>
                  <a:lnTo>
                    <a:pt x="3905093" y="3116972"/>
                  </a:lnTo>
                  <a:lnTo>
                    <a:pt x="3903191" y="3116972"/>
                  </a:lnTo>
                  <a:lnTo>
                    <a:pt x="3901290" y="3116972"/>
                  </a:lnTo>
                  <a:lnTo>
                    <a:pt x="3899389" y="3116972"/>
                  </a:lnTo>
                  <a:lnTo>
                    <a:pt x="3897488" y="3116972"/>
                  </a:lnTo>
                  <a:lnTo>
                    <a:pt x="3895587" y="3116972"/>
                  </a:lnTo>
                  <a:lnTo>
                    <a:pt x="3893685" y="3116972"/>
                  </a:lnTo>
                  <a:lnTo>
                    <a:pt x="3891784" y="3116972"/>
                  </a:lnTo>
                  <a:lnTo>
                    <a:pt x="3889883" y="3116972"/>
                  </a:lnTo>
                  <a:lnTo>
                    <a:pt x="3887982" y="3116972"/>
                  </a:lnTo>
                  <a:lnTo>
                    <a:pt x="3886081" y="3116972"/>
                  </a:lnTo>
                  <a:lnTo>
                    <a:pt x="3884179" y="3116972"/>
                  </a:lnTo>
                  <a:lnTo>
                    <a:pt x="3882278" y="3116972"/>
                  </a:lnTo>
                  <a:lnTo>
                    <a:pt x="3880377" y="3116972"/>
                  </a:lnTo>
                  <a:lnTo>
                    <a:pt x="3878476" y="3116972"/>
                  </a:lnTo>
                  <a:lnTo>
                    <a:pt x="3876574" y="3116972"/>
                  </a:lnTo>
                  <a:lnTo>
                    <a:pt x="3874673" y="3116972"/>
                  </a:lnTo>
                  <a:lnTo>
                    <a:pt x="3872772" y="3116972"/>
                  </a:lnTo>
                  <a:lnTo>
                    <a:pt x="3870871" y="3116972"/>
                  </a:lnTo>
                  <a:lnTo>
                    <a:pt x="3868970" y="3116972"/>
                  </a:lnTo>
                  <a:lnTo>
                    <a:pt x="3867068" y="3116972"/>
                  </a:lnTo>
                  <a:lnTo>
                    <a:pt x="3865167" y="3116972"/>
                  </a:lnTo>
                  <a:lnTo>
                    <a:pt x="3863266" y="3116972"/>
                  </a:lnTo>
                  <a:lnTo>
                    <a:pt x="3861365" y="3116972"/>
                  </a:lnTo>
                  <a:lnTo>
                    <a:pt x="3859464" y="3116972"/>
                  </a:lnTo>
                  <a:lnTo>
                    <a:pt x="3857562" y="3116972"/>
                  </a:lnTo>
                  <a:lnTo>
                    <a:pt x="3855661" y="3116972"/>
                  </a:lnTo>
                  <a:lnTo>
                    <a:pt x="3853760" y="3116972"/>
                  </a:lnTo>
                  <a:lnTo>
                    <a:pt x="3851859" y="3116972"/>
                  </a:lnTo>
                  <a:lnTo>
                    <a:pt x="3849957" y="3116972"/>
                  </a:lnTo>
                  <a:lnTo>
                    <a:pt x="3848056" y="3116972"/>
                  </a:lnTo>
                  <a:lnTo>
                    <a:pt x="3846155" y="3116972"/>
                  </a:lnTo>
                  <a:lnTo>
                    <a:pt x="3844254" y="3116972"/>
                  </a:lnTo>
                  <a:lnTo>
                    <a:pt x="3842353" y="3116972"/>
                  </a:lnTo>
                  <a:lnTo>
                    <a:pt x="3840451" y="3116972"/>
                  </a:lnTo>
                  <a:lnTo>
                    <a:pt x="3838550" y="3116972"/>
                  </a:lnTo>
                  <a:lnTo>
                    <a:pt x="3836649" y="3116972"/>
                  </a:lnTo>
                  <a:lnTo>
                    <a:pt x="3834748" y="3116972"/>
                  </a:lnTo>
                  <a:lnTo>
                    <a:pt x="3832847" y="3116972"/>
                  </a:lnTo>
                  <a:lnTo>
                    <a:pt x="3830945" y="3116972"/>
                  </a:lnTo>
                  <a:lnTo>
                    <a:pt x="3829044" y="3116972"/>
                  </a:lnTo>
                  <a:lnTo>
                    <a:pt x="3827143" y="3116972"/>
                  </a:lnTo>
                  <a:lnTo>
                    <a:pt x="3825242" y="3116972"/>
                  </a:lnTo>
                  <a:lnTo>
                    <a:pt x="3823340" y="3116972"/>
                  </a:lnTo>
                  <a:lnTo>
                    <a:pt x="3821439" y="3116972"/>
                  </a:lnTo>
                  <a:lnTo>
                    <a:pt x="3819538" y="3116972"/>
                  </a:lnTo>
                  <a:lnTo>
                    <a:pt x="3817637" y="3116972"/>
                  </a:lnTo>
                  <a:lnTo>
                    <a:pt x="3815736" y="3116972"/>
                  </a:lnTo>
                  <a:lnTo>
                    <a:pt x="3813834" y="3116972"/>
                  </a:lnTo>
                  <a:lnTo>
                    <a:pt x="3811933" y="3116972"/>
                  </a:lnTo>
                  <a:lnTo>
                    <a:pt x="3810032" y="3116972"/>
                  </a:lnTo>
                  <a:lnTo>
                    <a:pt x="3808131" y="3116972"/>
                  </a:lnTo>
                  <a:lnTo>
                    <a:pt x="3806230" y="3116972"/>
                  </a:lnTo>
                  <a:lnTo>
                    <a:pt x="3804328" y="3116972"/>
                  </a:lnTo>
                  <a:lnTo>
                    <a:pt x="3802427" y="3116972"/>
                  </a:lnTo>
                  <a:lnTo>
                    <a:pt x="3800526" y="3116972"/>
                  </a:lnTo>
                  <a:lnTo>
                    <a:pt x="3798625" y="3116972"/>
                  </a:lnTo>
                  <a:lnTo>
                    <a:pt x="3796723" y="3116972"/>
                  </a:lnTo>
                  <a:lnTo>
                    <a:pt x="3794822" y="3116972"/>
                  </a:lnTo>
                  <a:lnTo>
                    <a:pt x="3792921" y="3116972"/>
                  </a:lnTo>
                  <a:lnTo>
                    <a:pt x="3791020" y="3116972"/>
                  </a:lnTo>
                  <a:lnTo>
                    <a:pt x="3789119" y="3116972"/>
                  </a:lnTo>
                  <a:lnTo>
                    <a:pt x="3787217" y="3116972"/>
                  </a:lnTo>
                  <a:lnTo>
                    <a:pt x="3785316" y="3116972"/>
                  </a:lnTo>
                  <a:lnTo>
                    <a:pt x="3783415" y="3116972"/>
                  </a:lnTo>
                  <a:lnTo>
                    <a:pt x="3781514" y="3116972"/>
                  </a:lnTo>
                  <a:lnTo>
                    <a:pt x="3779613" y="3116972"/>
                  </a:lnTo>
                  <a:lnTo>
                    <a:pt x="3777711" y="3116972"/>
                  </a:lnTo>
                  <a:lnTo>
                    <a:pt x="3775810" y="3116972"/>
                  </a:lnTo>
                  <a:lnTo>
                    <a:pt x="3773909" y="3116972"/>
                  </a:lnTo>
                  <a:lnTo>
                    <a:pt x="3772008" y="3116972"/>
                  </a:lnTo>
                  <a:lnTo>
                    <a:pt x="3770107" y="3116972"/>
                  </a:lnTo>
                  <a:lnTo>
                    <a:pt x="3768205" y="3116972"/>
                  </a:lnTo>
                  <a:lnTo>
                    <a:pt x="3766304" y="3116972"/>
                  </a:lnTo>
                  <a:lnTo>
                    <a:pt x="3764403" y="3116972"/>
                  </a:lnTo>
                  <a:lnTo>
                    <a:pt x="3762502" y="3116972"/>
                  </a:lnTo>
                  <a:lnTo>
                    <a:pt x="3760600" y="3116972"/>
                  </a:lnTo>
                  <a:lnTo>
                    <a:pt x="3758699" y="3116972"/>
                  </a:lnTo>
                  <a:lnTo>
                    <a:pt x="3756798" y="3116972"/>
                  </a:lnTo>
                  <a:lnTo>
                    <a:pt x="3754897" y="3116972"/>
                  </a:lnTo>
                  <a:lnTo>
                    <a:pt x="3752996" y="3116972"/>
                  </a:lnTo>
                  <a:lnTo>
                    <a:pt x="3751094" y="3116972"/>
                  </a:lnTo>
                  <a:lnTo>
                    <a:pt x="3749193" y="3116972"/>
                  </a:lnTo>
                  <a:lnTo>
                    <a:pt x="3747292" y="3116972"/>
                  </a:lnTo>
                  <a:lnTo>
                    <a:pt x="3745391" y="3116972"/>
                  </a:lnTo>
                  <a:lnTo>
                    <a:pt x="3743490" y="3116972"/>
                  </a:lnTo>
                  <a:lnTo>
                    <a:pt x="3741588" y="3116972"/>
                  </a:lnTo>
                  <a:lnTo>
                    <a:pt x="3739687" y="3116972"/>
                  </a:lnTo>
                  <a:lnTo>
                    <a:pt x="3737786" y="3116972"/>
                  </a:lnTo>
                  <a:lnTo>
                    <a:pt x="3735885" y="3116972"/>
                  </a:lnTo>
                  <a:lnTo>
                    <a:pt x="3733983" y="3116972"/>
                  </a:lnTo>
                  <a:lnTo>
                    <a:pt x="3732082" y="3116972"/>
                  </a:lnTo>
                  <a:lnTo>
                    <a:pt x="3730181" y="3116972"/>
                  </a:lnTo>
                  <a:lnTo>
                    <a:pt x="3728280" y="3116972"/>
                  </a:lnTo>
                  <a:lnTo>
                    <a:pt x="3726379" y="3116972"/>
                  </a:lnTo>
                  <a:lnTo>
                    <a:pt x="3724477" y="3116972"/>
                  </a:lnTo>
                  <a:lnTo>
                    <a:pt x="3722576" y="3116972"/>
                  </a:lnTo>
                  <a:lnTo>
                    <a:pt x="3720675" y="3116972"/>
                  </a:lnTo>
                  <a:lnTo>
                    <a:pt x="3718774" y="3116972"/>
                  </a:lnTo>
                  <a:lnTo>
                    <a:pt x="3716873" y="3116972"/>
                  </a:lnTo>
                  <a:lnTo>
                    <a:pt x="3714971" y="3116972"/>
                  </a:lnTo>
                  <a:lnTo>
                    <a:pt x="3713070" y="3116972"/>
                  </a:lnTo>
                  <a:lnTo>
                    <a:pt x="3711169" y="3116972"/>
                  </a:lnTo>
                  <a:lnTo>
                    <a:pt x="3709268" y="3116972"/>
                  </a:lnTo>
                  <a:lnTo>
                    <a:pt x="3707366" y="3116972"/>
                  </a:lnTo>
                  <a:lnTo>
                    <a:pt x="3705465" y="3116972"/>
                  </a:lnTo>
                  <a:lnTo>
                    <a:pt x="3703564" y="3116972"/>
                  </a:lnTo>
                  <a:lnTo>
                    <a:pt x="3701663" y="3116972"/>
                  </a:lnTo>
                  <a:lnTo>
                    <a:pt x="3699762" y="3116972"/>
                  </a:lnTo>
                  <a:lnTo>
                    <a:pt x="3697860" y="3116972"/>
                  </a:lnTo>
                  <a:lnTo>
                    <a:pt x="3695959" y="3116972"/>
                  </a:lnTo>
                  <a:lnTo>
                    <a:pt x="3694058" y="3116972"/>
                  </a:lnTo>
                  <a:lnTo>
                    <a:pt x="3692157" y="3116972"/>
                  </a:lnTo>
                  <a:lnTo>
                    <a:pt x="3690256" y="3116972"/>
                  </a:lnTo>
                  <a:lnTo>
                    <a:pt x="3688354" y="3116972"/>
                  </a:lnTo>
                  <a:lnTo>
                    <a:pt x="3686453" y="3116972"/>
                  </a:lnTo>
                  <a:lnTo>
                    <a:pt x="3684552" y="3116972"/>
                  </a:lnTo>
                  <a:lnTo>
                    <a:pt x="3682651" y="3116972"/>
                  </a:lnTo>
                  <a:lnTo>
                    <a:pt x="3680749" y="3116972"/>
                  </a:lnTo>
                  <a:lnTo>
                    <a:pt x="3678848" y="3116972"/>
                  </a:lnTo>
                  <a:lnTo>
                    <a:pt x="3676947" y="3116972"/>
                  </a:lnTo>
                  <a:lnTo>
                    <a:pt x="3675046" y="3116972"/>
                  </a:lnTo>
                  <a:lnTo>
                    <a:pt x="3673145" y="3116972"/>
                  </a:lnTo>
                  <a:lnTo>
                    <a:pt x="3671243" y="3116972"/>
                  </a:lnTo>
                  <a:lnTo>
                    <a:pt x="3669342" y="3116972"/>
                  </a:lnTo>
                  <a:lnTo>
                    <a:pt x="3667441" y="3116972"/>
                  </a:lnTo>
                  <a:lnTo>
                    <a:pt x="3665540" y="3116972"/>
                  </a:lnTo>
                  <a:lnTo>
                    <a:pt x="3663639" y="3116972"/>
                  </a:lnTo>
                  <a:lnTo>
                    <a:pt x="3661737" y="3116972"/>
                  </a:lnTo>
                  <a:lnTo>
                    <a:pt x="3659836" y="3116972"/>
                  </a:lnTo>
                  <a:lnTo>
                    <a:pt x="3657935" y="3116972"/>
                  </a:lnTo>
                  <a:lnTo>
                    <a:pt x="3656034" y="3116972"/>
                  </a:lnTo>
                  <a:lnTo>
                    <a:pt x="3654132" y="3116972"/>
                  </a:lnTo>
                  <a:lnTo>
                    <a:pt x="3652231" y="3116972"/>
                  </a:lnTo>
                  <a:lnTo>
                    <a:pt x="3650330" y="3116972"/>
                  </a:lnTo>
                  <a:lnTo>
                    <a:pt x="3648429" y="3116972"/>
                  </a:lnTo>
                  <a:lnTo>
                    <a:pt x="3646528" y="3116972"/>
                  </a:lnTo>
                  <a:lnTo>
                    <a:pt x="3644626" y="3116972"/>
                  </a:lnTo>
                  <a:lnTo>
                    <a:pt x="3642725" y="3116972"/>
                  </a:lnTo>
                  <a:lnTo>
                    <a:pt x="3640824" y="3116972"/>
                  </a:lnTo>
                  <a:lnTo>
                    <a:pt x="3638923" y="3116972"/>
                  </a:lnTo>
                  <a:lnTo>
                    <a:pt x="3637022" y="3116972"/>
                  </a:lnTo>
                  <a:lnTo>
                    <a:pt x="3635120" y="3116972"/>
                  </a:lnTo>
                  <a:lnTo>
                    <a:pt x="3633219" y="3116972"/>
                  </a:lnTo>
                  <a:lnTo>
                    <a:pt x="3631318" y="3116972"/>
                  </a:lnTo>
                  <a:lnTo>
                    <a:pt x="3629417" y="3116972"/>
                  </a:lnTo>
                  <a:lnTo>
                    <a:pt x="3627515" y="3116972"/>
                  </a:lnTo>
                  <a:lnTo>
                    <a:pt x="3625614" y="3116972"/>
                  </a:lnTo>
                  <a:lnTo>
                    <a:pt x="3623713" y="3116972"/>
                  </a:lnTo>
                  <a:lnTo>
                    <a:pt x="3621812" y="3116972"/>
                  </a:lnTo>
                  <a:lnTo>
                    <a:pt x="3619911" y="3116972"/>
                  </a:lnTo>
                  <a:lnTo>
                    <a:pt x="3618009" y="3116972"/>
                  </a:lnTo>
                  <a:lnTo>
                    <a:pt x="3616108" y="3116972"/>
                  </a:lnTo>
                  <a:lnTo>
                    <a:pt x="3614207" y="3116972"/>
                  </a:lnTo>
                  <a:lnTo>
                    <a:pt x="3612306" y="3116972"/>
                  </a:lnTo>
                  <a:lnTo>
                    <a:pt x="3610405" y="3116972"/>
                  </a:lnTo>
                  <a:lnTo>
                    <a:pt x="3608503" y="3116972"/>
                  </a:lnTo>
                  <a:lnTo>
                    <a:pt x="3606602" y="3116972"/>
                  </a:lnTo>
                  <a:lnTo>
                    <a:pt x="3604701" y="3116972"/>
                  </a:lnTo>
                  <a:lnTo>
                    <a:pt x="3602800" y="3116972"/>
                  </a:lnTo>
                  <a:lnTo>
                    <a:pt x="3600898" y="3116972"/>
                  </a:lnTo>
                  <a:lnTo>
                    <a:pt x="3598997" y="3116972"/>
                  </a:lnTo>
                  <a:lnTo>
                    <a:pt x="3597096" y="3116972"/>
                  </a:lnTo>
                  <a:lnTo>
                    <a:pt x="3595195" y="3116972"/>
                  </a:lnTo>
                  <a:lnTo>
                    <a:pt x="3593294" y="3116972"/>
                  </a:lnTo>
                  <a:lnTo>
                    <a:pt x="3591392" y="3116972"/>
                  </a:lnTo>
                  <a:lnTo>
                    <a:pt x="3589491" y="3116972"/>
                  </a:lnTo>
                  <a:lnTo>
                    <a:pt x="3587590" y="3116972"/>
                  </a:lnTo>
                  <a:lnTo>
                    <a:pt x="3585689" y="3116972"/>
                  </a:lnTo>
                  <a:lnTo>
                    <a:pt x="3583788" y="3116972"/>
                  </a:lnTo>
                  <a:lnTo>
                    <a:pt x="3581886" y="3116972"/>
                  </a:lnTo>
                  <a:lnTo>
                    <a:pt x="3579985" y="3116972"/>
                  </a:lnTo>
                  <a:lnTo>
                    <a:pt x="3578084" y="3116972"/>
                  </a:lnTo>
                  <a:lnTo>
                    <a:pt x="3576183" y="3116972"/>
                  </a:lnTo>
                  <a:lnTo>
                    <a:pt x="3574281" y="3116972"/>
                  </a:lnTo>
                  <a:lnTo>
                    <a:pt x="3572380" y="3116972"/>
                  </a:lnTo>
                  <a:lnTo>
                    <a:pt x="3570479" y="3116972"/>
                  </a:lnTo>
                  <a:lnTo>
                    <a:pt x="3568578" y="3116972"/>
                  </a:lnTo>
                  <a:lnTo>
                    <a:pt x="3566677" y="3116972"/>
                  </a:lnTo>
                  <a:lnTo>
                    <a:pt x="3564775" y="3116972"/>
                  </a:lnTo>
                  <a:lnTo>
                    <a:pt x="3562874" y="3116972"/>
                  </a:lnTo>
                  <a:lnTo>
                    <a:pt x="3560973" y="3116972"/>
                  </a:lnTo>
                  <a:lnTo>
                    <a:pt x="3559072" y="3116972"/>
                  </a:lnTo>
                  <a:lnTo>
                    <a:pt x="3557171" y="3116972"/>
                  </a:lnTo>
                  <a:lnTo>
                    <a:pt x="3555269" y="3116972"/>
                  </a:lnTo>
                  <a:lnTo>
                    <a:pt x="3553368" y="3116972"/>
                  </a:lnTo>
                  <a:lnTo>
                    <a:pt x="3551467" y="3116972"/>
                  </a:lnTo>
                  <a:lnTo>
                    <a:pt x="3549566" y="3116972"/>
                  </a:lnTo>
                  <a:lnTo>
                    <a:pt x="3547664" y="3116972"/>
                  </a:lnTo>
                  <a:lnTo>
                    <a:pt x="3545763" y="3116972"/>
                  </a:lnTo>
                  <a:lnTo>
                    <a:pt x="3543862" y="3116972"/>
                  </a:lnTo>
                  <a:lnTo>
                    <a:pt x="3541961" y="3116972"/>
                  </a:lnTo>
                  <a:lnTo>
                    <a:pt x="3540060" y="3116972"/>
                  </a:lnTo>
                  <a:lnTo>
                    <a:pt x="3538158" y="3116972"/>
                  </a:lnTo>
                  <a:lnTo>
                    <a:pt x="3536257" y="3116972"/>
                  </a:lnTo>
                  <a:lnTo>
                    <a:pt x="3534356" y="3116972"/>
                  </a:lnTo>
                  <a:lnTo>
                    <a:pt x="3532455" y="3116972"/>
                  </a:lnTo>
                  <a:lnTo>
                    <a:pt x="3530554" y="3116972"/>
                  </a:lnTo>
                  <a:lnTo>
                    <a:pt x="3528652" y="3116972"/>
                  </a:lnTo>
                  <a:lnTo>
                    <a:pt x="3526751" y="3116972"/>
                  </a:lnTo>
                  <a:lnTo>
                    <a:pt x="3524850" y="3116972"/>
                  </a:lnTo>
                  <a:lnTo>
                    <a:pt x="3522949" y="3116972"/>
                  </a:lnTo>
                  <a:lnTo>
                    <a:pt x="3521047" y="3116972"/>
                  </a:lnTo>
                  <a:lnTo>
                    <a:pt x="3519146" y="3116972"/>
                  </a:lnTo>
                  <a:lnTo>
                    <a:pt x="3517245" y="3116972"/>
                  </a:lnTo>
                  <a:lnTo>
                    <a:pt x="3515344" y="3116972"/>
                  </a:lnTo>
                  <a:lnTo>
                    <a:pt x="3513443" y="3116972"/>
                  </a:lnTo>
                  <a:lnTo>
                    <a:pt x="3511541" y="3116972"/>
                  </a:lnTo>
                  <a:lnTo>
                    <a:pt x="3509640" y="3116972"/>
                  </a:lnTo>
                  <a:lnTo>
                    <a:pt x="3507739" y="3116972"/>
                  </a:lnTo>
                  <a:lnTo>
                    <a:pt x="3505838" y="3116972"/>
                  </a:lnTo>
                  <a:lnTo>
                    <a:pt x="3503937" y="3116972"/>
                  </a:lnTo>
                  <a:lnTo>
                    <a:pt x="3502035" y="3116972"/>
                  </a:lnTo>
                  <a:lnTo>
                    <a:pt x="3500134" y="3116972"/>
                  </a:lnTo>
                  <a:lnTo>
                    <a:pt x="3498233" y="3116972"/>
                  </a:lnTo>
                  <a:lnTo>
                    <a:pt x="3496332" y="3116972"/>
                  </a:lnTo>
                  <a:lnTo>
                    <a:pt x="3494430" y="3116972"/>
                  </a:lnTo>
                  <a:lnTo>
                    <a:pt x="3492529" y="3116972"/>
                  </a:lnTo>
                  <a:lnTo>
                    <a:pt x="3490628" y="3116972"/>
                  </a:lnTo>
                  <a:lnTo>
                    <a:pt x="3488727" y="3116972"/>
                  </a:lnTo>
                  <a:lnTo>
                    <a:pt x="3486826" y="3116972"/>
                  </a:lnTo>
                  <a:lnTo>
                    <a:pt x="3484924" y="3116972"/>
                  </a:lnTo>
                  <a:lnTo>
                    <a:pt x="3483023" y="3116972"/>
                  </a:lnTo>
                  <a:lnTo>
                    <a:pt x="3481122" y="3116972"/>
                  </a:lnTo>
                  <a:lnTo>
                    <a:pt x="3479221" y="3116972"/>
                  </a:lnTo>
                  <a:lnTo>
                    <a:pt x="3477320" y="3116972"/>
                  </a:lnTo>
                  <a:lnTo>
                    <a:pt x="3475418" y="3116972"/>
                  </a:lnTo>
                  <a:lnTo>
                    <a:pt x="3473517" y="3116972"/>
                  </a:lnTo>
                  <a:lnTo>
                    <a:pt x="3471616" y="3116972"/>
                  </a:lnTo>
                  <a:lnTo>
                    <a:pt x="3469715" y="3116972"/>
                  </a:lnTo>
                  <a:lnTo>
                    <a:pt x="3467814" y="3116972"/>
                  </a:lnTo>
                  <a:lnTo>
                    <a:pt x="3465912" y="3116972"/>
                  </a:lnTo>
                  <a:lnTo>
                    <a:pt x="3464011" y="3116972"/>
                  </a:lnTo>
                  <a:lnTo>
                    <a:pt x="3462110" y="3116972"/>
                  </a:lnTo>
                  <a:lnTo>
                    <a:pt x="3460209" y="3116972"/>
                  </a:lnTo>
                  <a:lnTo>
                    <a:pt x="3458307" y="3116972"/>
                  </a:lnTo>
                  <a:lnTo>
                    <a:pt x="3456406" y="3116972"/>
                  </a:lnTo>
                  <a:lnTo>
                    <a:pt x="3454505" y="3116972"/>
                  </a:lnTo>
                  <a:lnTo>
                    <a:pt x="3452604" y="3116972"/>
                  </a:lnTo>
                  <a:lnTo>
                    <a:pt x="3450703" y="3116972"/>
                  </a:lnTo>
                  <a:lnTo>
                    <a:pt x="3448801" y="3116972"/>
                  </a:lnTo>
                  <a:lnTo>
                    <a:pt x="3446900" y="3116972"/>
                  </a:lnTo>
                  <a:lnTo>
                    <a:pt x="3444999" y="3116972"/>
                  </a:lnTo>
                  <a:lnTo>
                    <a:pt x="3443098" y="3116972"/>
                  </a:lnTo>
                  <a:lnTo>
                    <a:pt x="3441197" y="3116972"/>
                  </a:lnTo>
                  <a:lnTo>
                    <a:pt x="3439295" y="3116972"/>
                  </a:lnTo>
                  <a:lnTo>
                    <a:pt x="3437394" y="3116972"/>
                  </a:lnTo>
                  <a:lnTo>
                    <a:pt x="3435493" y="3116972"/>
                  </a:lnTo>
                  <a:lnTo>
                    <a:pt x="3433592" y="3116972"/>
                  </a:lnTo>
                  <a:lnTo>
                    <a:pt x="3431690" y="3116972"/>
                  </a:lnTo>
                  <a:lnTo>
                    <a:pt x="3429789" y="3116972"/>
                  </a:lnTo>
                  <a:lnTo>
                    <a:pt x="3427888" y="3116972"/>
                  </a:lnTo>
                  <a:lnTo>
                    <a:pt x="3425987" y="3116972"/>
                  </a:lnTo>
                  <a:lnTo>
                    <a:pt x="3424086" y="3116972"/>
                  </a:lnTo>
                  <a:lnTo>
                    <a:pt x="3422184" y="3116972"/>
                  </a:lnTo>
                  <a:lnTo>
                    <a:pt x="3420283" y="3116972"/>
                  </a:lnTo>
                  <a:lnTo>
                    <a:pt x="3418382" y="3116972"/>
                  </a:lnTo>
                  <a:lnTo>
                    <a:pt x="3416481" y="3116972"/>
                  </a:lnTo>
                  <a:lnTo>
                    <a:pt x="3414580" y="3116972"/>
                  </a:lnTo>
                  <a:lnTo>
                    <a:pt x="3412678" y="3116972"/>
                  </a:lnTo>
                  <a:lnTo>
                    <a:pt x="3410777" y="3116972"/>
                  </a:lnTo>
                  <a:lnTo>
                    <a:pt x="3408876" y="3116972"/>
                  </a:lnTo>
                  <a:lnTo>
                    <a:pt x="3406975" y="3116972"/>
                  </a:lnTo>
                  <a:lnTo>
                    <a:pt x="3405073" y="3116972"/>
                  </a:lnTo>
                  <a:lnTo>
                    <a:pt x="3403172" y="3116972"/>
                  </a:lnTo>
                  <a:lnTo>
                    <a:pt x="3401271" y="3116972"/>
                  </a:lnTo>
                  <a:lnTo>
                    <a:pt x="3399370" y="3116972"/>
                  </a:lnTo>
                  <a:lnTo>
                    <a:pt x="3397469" y="3116972"/>
                  </a:lnTo>
                  <a:lnTo>
                    <a:pt x="3395567" y="3116972"/>
                  </a:lnTo>
                  <a:lnTo>
                    <a:pt x="3393666" y="3116972"/>
                  </a:lnTo>
                  <a:lnTo>
                    <a:pt x="3391765" y="3116972"/>
                  </a:lnTo>
                  <a:lnTo>
                    <a:pt x="3389864" y="3116972"/>
                  </a:lnTo>
                  <a:lnTo>
                    <a:pt x="3387963" y="3116972"/>
                  </a:lnTo>
                  <a:lnTo>
                    <a:pt x="3386061" y="3116972"/>
                  </a:lnTo>
                  <a:lnTo>
                    <a:pt x="3384160" y="3116972"/>
                  </a:lnTo>
                  <a:lnTo>
                    <a:pt x="3382259" y="3116972"/>
                  </a:lnTo>
                  <a:lnTo>
                    <a:pt x="3380358" y="3116972"/>
                  </a:lnTo>
                  <a:lnTo>
                    <a:pt x="3378456" y="3116972"/>
                  </a:lnTo>
                  <a:lnTo>
                    <a:pt x="3376555" y="3116972"/>
                  </a:lnTo>
                  <a:lnTo>
                    <a:pt x="3374654" y="3116972"/>
                  </a:lnTo>
                  <a:lnTo>
                    <a:pt x="3372753" y="3116972"/>
                  </a:lnTo>
                  <a:lnTo>
                    <a:pt x="3370852" y="3116972"/>
                  </a:lnTo>
                  <a:lnTo>
                    <a:pt x="3368950" y="3116972"/>
                  </a:lnTo>
                  <a:lnTo>
                    <a:pt x="3367049" y="3116972"/>
                  </a:lnTo>
                  <a:lnTo>
                    <a:pt x="3365148" y="3116972"/>
                  </a:lnTo>
                  <a:lnTo>
                    <a:pt x="3363247" y="3116972"/>
                  </a:lnTo>
                  <a:lnTo>
                    <a:pt x="3361346" y="3116972"/>
                  </a:lnTo>
                  <a:lnTo>
                    <a:pt x="3359444" y="3116972"/>
                  </a:lnTo>
                  <a:lnTo>
                    <a:pt x="3357543" y="3116972"/>
                  </a:lnTo>
                  <a:lnTo>
                    <a:pt x="3355642" y="3116972"/>
                  </a:lnTo>
                  <a:lnTo>
                    <a:pt x="3353741" y="3116972"/>
                  </a:lnTo>
                  <a:lnTo>
                    <a:pt x="3351839" y="3116972"/>
                  </a:lnTo>
                  <a:lnTo>
                    <a:pt x="3349938" y="3116972"/>
                  </a:lnTo>
                  <a:lnTo>
                    <a:pt x="3348037" y="3116972"/>
                  </a:lnTo>
                  <a:lnTo>
                    <a:pt x="3346136" y="3116972"/>
                  </a:lnTo>
                  <a:lnTo>
                    <a:pt x="3344235" y="3116972"/>
                  </a:lnTo>
                  <a:lnTo>
                    <a:pt x="3342333" y="3116972"/>
                  </a:lnTo>
                  <a:lnTo>
                    <a:pt x="3340432" y="3116972"/>
                  </a:lnTo>
                  <a:lnTo>
                    <a:pt x="3338531" y="3116972"/>
                  </a:lnTo>
                  <a:lnTo>
                    <a:pt x="3336630" y="3116972"/>
                  </a:lnTo>
                  <a:lnTo>
                    <a:pt x="3334729" y="3116972"/>
                  </a:lnTo>
                  <a:lnTo>
                    <a:pt x="3332827" y="3116972"/>
                  </a:lnTo>
                  <a:lnTo>
                    <a:pt x="3330926" y="3116972"/>
                  </a:lnTo>
                  <a:lnTo>
                    <a:pt x="3329025" y="3116972"/>
                  </a:lnTo>
                  <a:lnTo>
                    <a:pt x="3327124" y="3116972"/>
                  </a:lnTo>
                  <a:lnTo>
                    <a:pt x="3325222" y="3116972"/>
                  </a:lnTo>
                  <a:lnTo>
                    <a:pt x="3323321" y="3116972"/>
                  </a:lnTo>
                  <a:lnTo>
                    <a:pt x="3321420" y="3116972"/>
                  </a:lnTo>
                  <a:lnTo>
                    <a:pt x="3319519" y="3116972"/>
                  </a:lnTo>
                  <a:lnTo>
                    <a:pt x="3317618" y="3116972"/>
                  </a:lnTo>
                  <a:lnTo>
                    <a:pt x="3315716" y="3116972"/>
                  </a:lnTo>
                  <a:lnTo>
                    <a:pt x="3313815" y="3116972"/>
                  </a:lnTo>
                  <a:lnTo>
                    <a:pt x="3311914" y="3116972"/>
                  </a:lnTo>
                  <a:lnTo>
                    <a:pt x="3310013" y="3116972"/>
                  </a:lnTo>
                  <a:lnTo>
                    <a:pt x="3308112" y="3116972"/>
                  </a:lnTo>
                  <a:lnTo>
                    <a:pt x="3306210" y="3116972"/>
                  </a:lnTo>
                  <a:lnTo>
                    <a:pt x="3304309" y="3116972"/>
                  </a:lnTo>
                  <a:lnTo>
                    <a:pt x="3302408" y="3116972"/>
                  </a:lnTo>
                  <a:lnTo>
                    <a:pt x="3300507" y="3116972"/>
                  </a:lnTo>
                  <a:lnTo>
                    <a:pt x="3298605" y="3116972"/>
                  </a:lnTo>
                  <a:lnTo>
                    <a:pt x="3296704" y="3116972"/>
                  </a:lnTo>
                  <a:lnTo>
                    <a:pt x="3294803" y="3116972"/>
                  </a:lnTo>
                  <a:lnTo>
                    <a:pt x="3292902" y="3116972"/>
                  </a:lnTo>
                  <a:lnTo>
                    <a:pt x="3291001" y="3116972"/>
                  </a:lnTo>
                  <a:lnTo>
                    <a:pt x="3289099" y="3116972"/>
                  </a:lnTo>
                  <a:lnTo>
                    <a:pt x="3287198" y="3116972"/>
                  </a:lnTo>
                  <a:lnTo>
                    <a:pt x="3285297" y="3116972"/>
                  </a:lnTo>
                  <a:lnTo>
                    <a:pt x="3283396" y="3116972"/>
                  </a:lnTo>
                  <a:lnTo>
                    <a:pt x="3281495" y="3116972"/>
                  </a:lnTo>
                  <a:lnTo>
                    <a:pt x="3279593" y="3116972"/>
                  </a:lnTo>
                  <a:lnTo>
                    <a:pt x="3277692" y="3116972"/>
                  </a:lnTo>
                  <a:lnTo>
                    <a:pt x="3275791" y="3116972"/>
                  </a:lnTo>
                  <a:lnTo>
                    <a:pt x="3273890" y="3116972"/>
                  </a:lnTo>
                  <a:lnTo>
                    <a:pt x="3271988" y="3116972"/>
                  </a:lnTo>
                  <a:lnTo>
                    <a:pt x="3270087" y="3116972"/>
                  </a:lnTo>
                  <a:lnTo>
                    <a:pt x="3268186" y="3116972"/>
                  </a:lnTo>
                  <a:lnTo>
                    <a:pt x="3266285" y="3116972"/>
                  </a:lnTo>
                  <a:lnTo>
                    <a:pt x="3264384" y="3116972"/>
                  </a:lnTo>
                  <a:lnTo>
                    <a:pt x="3262482" y="3116972"/>
                  </a:lnTo>
                  <a:lnTo>
                    <a:pt x="3260581" y="3116972"/>
                  </a:lnTo>
                  <a:lnTo>
                    <a:pt x="3258680" y="3116972"/>
                  </a:lnTo>
                  <a:lnTo>
                    <a:pt x="3256779" y="3116972"/>
                  </a:lnTo>
                  <a:lnTo>
                    <a:pt x="3254878" y="3116972"/>
                  </a:lnTo>
                  <a:lnTo>
                    <a:pt x="3252976" y="3116972"/>
                  </a:lnTo>
                  <a:lnTo>
                    <a:pt x="3251075" y="3116972"/>
                  </a:lnTo>
                  <a:lnTo>
                    <a:pt x="3249174" y="3116972"/>
                  </a:lnTo>
                  <a:lnTo>
                    <a:pt x="3247273" y="3116972"/>
                  </a:lnTo>
                  <a:lnTo>
                    <a:pt x="3245371" y="3116972"/>
                  </a:lnTo>
                  <a:lnTo>
                    <a:pt x="3243470" y="3116972"/>
                  </a:lnTo>
                  <a:lnTo>
                    <a:pt x="3241569" y="3116972"/>
                  </a:lnTo>
                  <a:lnTo>
                    <a:pt x="3239668" y="3116972"/>
                  </a:lnTo>
                  <a:lnTo>
                    <a:pt x="3237767" y="3116972"/>
                  </a:lnTo>
                  <a:lnTo>
                    <a:pt x="3235865" y="3116972"/>
                  </a:lnTo>
                  <a:lnTo>
                    <a:pt x="3233964" y="3116972"/>
                  </a:lnTo>
                  <a:lnTo>
                    <a:pt x="3232063" y="3116972"/>
                  </a:lnTo>
                  <a:lnTo>
                    <a:pt x="3230162" y="3116972"/>
                  </a:lnTo>
                  <a:lnTo>
                    <a:pt x="3228261" y="3116972"/>
                  </a:lnTo>
                  <a:lnTo>
                    <a:pt x="3226359" y="3116972"/>
                  </a:lnTo>
                  <a:lnTo>
                    <a:pt x="3224458" y="3116972"/>
                  </a:lnTo>
                  <a:lnTo>
                    <a:pt x="3222557" y="3116972"/>
                  </a:lnTo>
                  <a:lnTo>
                    <a:pt x="3220656" y="3116972"/>
                  </a:lnTo>
                  <a:lnTo>
                    <a:pt x="3218754" y="3116972"/>
                  </a:lnTo>
                  <a:lnTo>
                    <a:pt x="3216853" y="3116972"/>
                  </a:lnTo>
                  <a:lnTo>
                    <a:pt x="3214952" y="3116972"/>
                  </a:lnTo>
                  <a:lnTo>
                    <a:pt x="3213051" y="3116972"/>
                  </a:lnTo>
                  <a:lnTo>
                    <a:pt x="3211150" y="3116972"/>
                  </a:lnTo>
                  <a:lnTo>
                    <a:pt x="3209248" y="3116972"/>
                  </a:lnTo>
                  <a:lnTo>
                    <a:pt x="3207347" y="3116972"/>
                  </a:lnTo>
                  <a:lnTo>
                    <a:pt x="3205446" y="3116972"/>
                  </a:lnTo>
                  <a:lnTo>
                    <a:pt x="3203545" y="3116972"/>
                  </a:lnTo>
                  <a:lnTo>
                    <a:pt x="3201644" y="3116972"/>
                  </a:lnTo>
                  <a:lnTo>
                    <a:pt x="3199742" y="3116972"/>
                  </a:lnTo>
                  <a:lnTo>
                    <a:pt x="3197841" y="3116972"/>
                  </a:lnTo>
                  <a:lnTo>
                    <a:pt x="3195940" y="3116972"/>
                  </a:lnTo>
                  <a:lnTo>
                    <a:pt x="3194039" y="3116972"/>
                  </a:lnTo>
                  <a:lnTo>
                    <a:pt x="3192138" y="3116972"/>
                  </a:lnTo>
                  <a:lnTo>
                    <a:pt x="3190236" y="3116972"/>
                  </a:lnTo>
                  <a:lnTo>
                    <a:pt x="3188335" y="3116972"/>
                  </a:lnTo>
                  <a:lnTo>
                    <a:pt x="3186434" y="3116972"/>
                  </a:lnTo>
                  <a:lnTo>
                    <a:pt x="3184533" y="3116972"/>
                  </a:lnTo>
                  <a:lnTo>
                    <a:pt x="3182631" y="3116972"/>
                  </a:lnTo>
                  <a:lnTo>
                    <a:pt x="3180730" y="3116972"/>
                  </a:lnTo>
                  <a:lnTo>
                    <a:pt x="3178829" y="3116972"/>
                  </a:lnTo>
                  <a:lnTo>
                    <a:pt x="3176928" y="3116972"/>
                  </a:lnTo>
                  <a:lnTo>
                    <a:pt x="3175027" y="3116972"/>
                  </a:lnTo>
                  <a:lnTo>
                    <a:pt x="3173125" y="3116972"/>
                  </a:lnTo>
                  <a:lnTo>
                    <a:pt x="3171224" y="3116972"/>
                  </a:lnTo>
                  <a:lnTo>
                    <a:pt x="3169323" y="3116972"/>
                  </a:lnTo>
                  <a:lnTo>
                    <a:pt x="3167422" y="3116972"/>
                  </a:lnTo>
                  <a:lnTo>
                    <a:pt x="3165521" y="3116972"/>
                  </a:lnTo>
                  <a:lnTo>
                    <a:pt x="3163619" y="3116972"/>
                  </a:lnTo>
                  <a:lnTo>
                    <a:pt x="3161718" y="3116972"/>
                  </a:lnTo>
                  <a:lnTo>
                    <a:pt x="3159817" y="3116972"/>
                  </a:lnTo>
                  <a:lnTo>
                    <a:pt x="3157916" y="3116972"/>
                  </a:lnTo>
                  <a:lnTo>
                    <a:pt x="3156014" y="3116972"/>
                  </a:lnTo>
                  <a:lnTo>
                    <a:pt x="3154113" y="3116972"/>
                  </a:lnTo>
                  <a:lnTo>
                    <a:pt x="3152212" y="3116972"/>
                  </a:lnTo>
                  <a:lnTo>
                    <a:pt x="3150311" y="3116972"/>
                  </a:lnTo>
                  <a:lnTo>
                    <a:pt x="3148410" y="3116972"/>
                  </a:lnTo>
                  <a:lnTo>
                    <a:pt x="3146508" y="3116972"/>
                  </a:lnTo>
                  <a:lnTo>
                    <a:pt x="3144607" y="3116972"/>
                  </a:lnTo>
                  <a:lnTo>
                    <a:pt x="3142706" y="3116972"/>
                  </a:lnTo>
                  <a:lnTo>
                    <a:pt x="3140805" y="3116972"/>
                  </a:lnTo>
                  <a:lnTo>
                    <a:pt x="3138904" y="3116972"/>
                  </a:lnTo>
                  <a:lnTo>
                    <a:pt x="3137002" y="3116972"/>
                  </a:lnTo>
                  <a:lnTo>
                    <a:pt x="3135101" y="3116972"/>
                  </a:lnTo>
                  <a:lnTo>
                    <a:pt x="3133200" y="3116972"/>
                  </a:lnTo>
                  <a:lnTo>
                    <a:pt x="3131299" y="3116972"/>
                  </a:lnTo>
                  <a:lnTo>
                    <a:pt x="3129397" y="3116972"/>
                  </a:lnTo>
                  <a:lnTo>
                    <a:pt x="3127496" y="3116972"/>
                  </a:lnTo>
                  <a:lnTo>
                    <a:pt x="3125595" y="3116972"/>
                  </a:lnTo>
                  <a:lnTo>
                    <a:pt x="3123694" y="3116972"/>
                  </a:lnTo>
                  <a:lnTo>
                    <a:pt x="3121793" y="3116972"/>
                  </a:lnTo>
                  <a:lnTo>
                    <a:pt x="3119891" y="3116972"/>
                  </a:lnTo>
                  <a:lnTo>
                    <a:pt x="3117990" y="3116972"/>
                  </a:lnTo>
                  <a:lnTo>
                    <a:pt x="3116089" y="3116972"/>
                  </a:lnTo>
                  <a:lnTo>
                    <a:pt x="3114188" y="3116972"/>
                  </a:lnTo>
                  <a:lnTo>
                    <a:pt x="3112287" y="3116972"/>
                  </a:lnTo>
                  <a:lnTo>
                    <a:pt x="3110385" y="3116972"/>
                  </a:lnTo>
                  <a:lnTo>
                    <a:pt x="3108484" y="3116972"/>
                  </a:lnTo>
                  <a:lnTo>
                    <a:pt x="3106583" y="3116972"/>
                  </a:lnTo>
                  <a:lnTo>
                    <a:pt x="3104682" y="3116972"/>
                  </a:lnTo>
                  <a:lnTo>
                    <a:pt x="3102780" y="3116972"/>
                  </a:lnTo>
                  <a:lnTo>
                    <a:pt x="3100879" y="3116972"/>
                  </a:lnTo>
                  <a:lnTo>
                    <a:pt x="3098978" y="3116972"/>
                  </a:lnTo>
                  <a:lnTo>
                    <a:pt x="3097077" y="3116972"/>
                  </a:lnTo>
                  <a:lnTo>
                    <a:pt x="3095176" y="3116972"/>
                  </a:lnTo>
                  <a:lnTo>
                    <a:pt x="3093274" y="3116972"/>
                  </a:lnTo>
                  <a:lnTo>
                    <a:pt x="3091373" y="3116972"/>
                  </a:lnTo>
                  <a:lnTo>
                    <a:pt x="3089472" y="3116972"/>
                  </a:lnTo>
                  <a:lnTo>
                    <a:pt x="3087571" y="3116972"/>
                  </a:lnTo>
                  <a:lnTo>
                    <a:pt x="3085670" y="3116972"/>
                  </a:lnTo>
                  <a:lnTo>
                    <a:pt x="3083768" y="3116972"/>
                  </a:lnTo>
                  <a:lnTo>
                    <a:pt x="3081867" y="3116972"/>
                  </a:lnTo>
                  <a:lnTo>
                    <a:pt x="3079966" y="3116972"/>
                  </a:lnTo>
                  <a:lnTo>
                    <a:pt x="3078065" y="3116972"/>
                  </a:lnTo>
                  <a:lnTo>
                    <a:pt x="3076163" y="3116972"/>
                  </a:lnTo>
                  <a:lnTo>
                    <a:pt x="3074262" y="3116972"/>
                  </a:lnTo>
                  <a:lnTo>
                    <a:pt x="3072361" y="3116972"/>
                  </a:lnTo>
                  <a:lnTo>
                    <a:pt x="3070460" y="3116972"/>
                  </a:lnTo>
                  <a:lnTo>
                    <a:pt x="3068559" y="3116972"/>
                  </a:lnTo>
                  <a:lnTo>
                    <a:pt x="3066657" y="3116972"/>
                  </a:lnTo>
                  <a:lnTo>
                    <a:pt x="3064756" y="3116972"/>
                  </a:lnTo>
                  <a:lnTo>
                    <a:pt x="3062855" y="3116972"/>
                  </a:lnTo>
                  <a:lnTo>
                    <a:pt x="3060954" y="3116972"/>
                  </a:lnTo>
                  <a:lnTo>
                    <a:pt x="3059053" y="3116972"/>
                  </a:lnTo>
                  <a:lnTo>
                    <a:pt x="3057151" y="3116972"/>
                  </a:lnTo>
                  <a:lnTo>
                    <a:pt x="3055250" y="3116972"/>
                  </a:lnTo>
                  <a:lnTo>
                    <a:pt x="3053349" y="3116972"/>
                  </a:lnTo>
                  <a:lnTo>
                    <a:pt x="3051448" y="3116972"/>
                  </a:lnTo>
                  <a:lnTo>
                    <a:pt x="3049546" y="3116972"/>
                  </a:lnTo>
                  <a:lnTo>
                    <a:pt x="3047645" y="3116972"/>
                  </a:lnTo>
                  <a:lnTo>
                    <a:pt x="3045744" y="3116972"/>
                  </a:lnTo>
                  <a:lnTo>
                    <a:pt x="3043843" y="3116972"/>
                  </a:lnTo>
                  <a:lnTo>
                    <a:pt x="3041942" y="3116972"/>
                  </a:lnTo>
                  <a:lnTo>
                    <a:pt x="3040040" y="3116972"/>
                  </a:lnTo>
                  <a:lnTo>
                    <a:pt x="3038139" y="3116972"/>
                  </a:lnTo>
                  <a:lnTo>
                    <a:pt x="3036238" y="3116972"/>
                  </a:lnTo>
                  <a:lnTo>
                    <a:pt x="3034337" y="3116972"/>
                  </a:lnTo>
                  <a:lnTo>
                    <a:pt x="3032436" y="3116972"/>
                  </a:lnTo>
                  <a:lnTo>
                    <a:pt x="3030534" y="3116972"/>
                  </a:lnTo>
                  <a:lnTo>
                    <a:pt x="3028633" y="3116972"/>
                  </a:lnTo>
                  <a:lnTo>
                    <a:pt x="3026732" y="3116972"/>
                  </a:lnTo>
                  <a:lnTo>
                    <a:pt x="3024831" y="3116972"/>
                  </a:lnTo>
                  <a:lnTo>
                    <a:pt x="3022929" y="3116972"/>
                  </a:lnTo>
                  <a:lnTo>
                    <a:pt x="3021028" y="3116972"/>
                  </a:lnTo>
                  <a:lnTo>
                    <a:pt x="3019127" y="3116972"/>
                  </a:lnTo>
                  <a:lnTo>
                    <a:pt x="3017226" y="3116972"/>
                  </a:lnTo>
                  <a:lnTo>
                    <a:pt x="3015325" y="3116972"/>
                  </a:lnTo>
                  <a:lnTo>
                    <a:pt x="3013423" y="3116972"/>
                  </a:lnTo>
                  <a:lnTo>
                    <a:pt x="3011522" y="3116972"/>
                  </a:lnTo>
                  <a:lnTo>
                    <a:pt x="3009621" y="3116972"/>
                  </a:lnTo>
                  <a:lnTo>
                    <a:pt x="3007720" y="3116972"/>
                  </a:lnTo>
                  <a:lnTo>
                    <a:pt x="3005819" y="3116972"/>
                  </a:lnTo>
                  <a:lnTo>
                    <a:pt x="3003917" y="3116972"/>
                  </a:lnTo>
                  <a:lnTo>
                    <a:pt x="3002016" y="3116972"/>
                  </a:lnTo>
                  <a:lnTo>
                    <a:pt x="3000115" y="3116972"/>
                  </a:lnTo>
                  <a:lnTo>
                    <a:pt x="2998214" y="3116972"/>
                  </a:lnTo>
                  <a:lnTo>
                    <a:pt x="2996312" y="3116972"/>
                  </a:lnTo>
                  <a:lnTo>
                    <a:pt x="2994411" y="3116972"/>
                  </a:lnTo>
                  <a:lnTo>
                    <a:pt x="2992510" y="3116972"/>
                  </a:lnTo>
                  <a:lnTo>
                    <a:pt x="2990609" y="3116972"/>
                  </a:lnTo>
                  <a:lnTo>
                    <a:pt x="2988708" y="3116972"/>
                  </a:lnTo>
                  <a:lnTo>
                    <a:pt x="2986806" y="3116972"/>
                  </a:lnTo>
                  <a:lnTo>
                    <a:pt x="2984905" y="3116972"/>
                  </a:lnTo>
                  <a:lnTo>
                    <a:pt x="2983004" y="3116972"/>
                  </a:lnTo>
                  <a:lnTo>
                    <a:pt x="2981103" y="3116972"/>
                  </a:lnTo>
                  <a:lnTo>
                    <a:pt x="2979202" y="3116972"/>
                  </a:lnTo>
                  <a:lnTo>
                    <a:pt x="2977300" y="3116972"/>
                  </a:lnTo>
                  <a:lnTo>
                    <a:pt x="2975399" y="3116972"/>
                  </a:lnTo>
                  <a:lnTo>
                    <a:pt x="2973498" y="3116972"/>
                  </a:lnTo>
                  <a:lnTo>
                    <a:pt x="2971597" y="3116972"/>
                  </a:lnTo>
                  <a:lnTo>
                    <a:pt x="2969695" y="3116972"/>
                  </a:lnTo>
                  <a:lnTo>
                    <a:pt x="2967794" y="3116972"/>
                  </a:lnTo>
                  <a:lnTo>
                    <a:pt x="2965893" y="3116972"/>
                  </a:lnTo>
                  <a:lnTo>
                    <a:pt x="2963992" y="3116972"/>
                  </a:lnTo>
                  <a:lnTo>
                    <a:pt x="2962091" y="3116972"/>
                  </a:lnTo>
                  <a:lnTo>
                    <a:pt x="2960189" y="3116972"/>
                  </a:lnTo>
                  <a:lnTo>
                    <a:pt x="2958288" y="3116972"/>
                  </a:lnTo>
                  <a:lnTo>
                    <a:pt x="2956387" y="3116972"/>
                  </a:lnTo>
                  <a:lnTo>
                    <a:pt x="2954486" y="3116972"/>
                  </a:lnTo>
                  <a:lnTo>
                    <a:pt x="2952585" y="3116972"/>
                  </a:lnTo>
                  <a:lnTo>
                    <a:pt x="2950683" y="3116972"/>
                  </a:lnTo>
                  <a:lnTo>
                    <a:pt x="2948782" y="3116972"/>
                  </a:lnTo>
                  <a:lnTo>
                    <a:pt x="2946881" y="3116972"/>
                  </a:lnTo>
                  <a:lnTo>
                    <a:pt x="2944980" y="3116972"/>
                  </a:lnTo>
                  <a:lnTo>
                    <a:pt x="2943078" y="3116972"/>
                  </a:lnTo>
                  <a:lnTo>
                    <a:pt x="2941177" y="3116972"/>
                  </a:lnTo>
                  <a:lnTo>
                    <a:pt x="2939276" y="3116972"/>
                  </a:lnTo>
                  <a:lnTo>
                    <a:pt x="2937375" y="3116972"/>
                  </a:lnTo>
                  <a:lnTo>
                    <a:pt x="2935474" y="3116972"/>
                  </a:lnTo>
                  <a:lnTo>
                    <a:pt x="2933572" y="3116972"/>
                  </a:lnTo>
                  <a:lnTo>
                    <a:pt x="2931671" y="3116972"/>
                  </a:lnTo>
                  <a:lnTo>
                    <a:pt x="2929770" y="3116972"/>
                  </a:lnTo>
                  <a:lnTo>
                    <a:pt x="2927869" y="3116972"/>
                  </a:lnTo>
                  <a:lnTo>
                    <a:pt x="2925968" y="3116972"/>
                  </a:lnTo>
                  <a:lnTo>
                    <a:pt x="2924066" y="3116972"/>
                  </a:lnTo>
                  <a:lnTo>
                    <a:pt x="2922165" y="3116972"/>
                  </a:lnTo>
                  <a:lnTo>
                    <a:pt x="2920264" y="3116972"/>
                  </a:lnTo>
                  <a:lnTo>
                    <a:pt x="2918363" y="3116972"/>
                  </a:lnTo>
                  <a:lnTo>
                    <a:pt x="2916461" y="3116972"/>
                  </a:lnTo>
                  <a:lnTo>
                    <a:pt x="2914560" y="3116972"/>
                  </a:lnTo>
                  <a:lnTo>
                    <a:pt x="2912659" y="3116972"/>
                  </a:lnTo>
                  <a:lnTo>
                    <a:pt x="2910758" y="3116972"/>
                  </a:lnTo>
                  <a:lnTo>
                    <a:pt x="2908857" y="3116972"/>
                  </a:lnTo>
                  <a:lnTo>
                    <a:pt x="2906955" y="3116972"/>
                  </a:lnTo>
                  <a:lnTo>
                    <a:pt x="2905054" y="3116972"/>
                  </a:lnTo>
                  <a:lnTo>
                    <a:pt x="2903153" y="3116972"/>
                  </a:lnTo>
                  <a:lnTo>
                    <a:pt x="2901252" y="3116972"/>
                  </a:lnTo>
                  <a:lnTo>
                    <a:pt x="2899351" y="3116972"/>
                  </a:lnTo>
                  <a:lnTo>
                    <a:pt x="2897449" y="3116972"/>
                  </a:lnTo>
                  <a:lnTo>
                    <a:pt x="2895548" y="3116972"/>
                  </a:lnTo>
                  <a:lnTo>
                    <a:pt x="2893647" y="3116972"/>
                  </a:lnTo>
                  <a:lnTo>
                    <a:pt x="2891746" y="3116972"/>
                  </a:lnTo>
                  <a:lnTo>
                    <a:pt x="2889845" y="3116972"/>
                  </a:lnTo>
                  <a:lnTo>
                    <a:pt x="2887943" y="3116972"/>
                  </a:lnTo>
                  <a:lnTo>
                    <a:pt x="2886042" y="3116972"/>
                  </a:lnTo>
                  <a:lnTo>
                    <a:pt x="2884141" y="3116972"/>
                  </a:lnTo>
                  <a:lnTo>
                    <a:pt x="2882240" y="3116972"/>
                  </a:lnTo>
                  <a:lnTo>
                    <a:pt x="2880338" y="3116972"/>
                  </a:lnTo>
                  <a:lnTo>
                    <a:pt x="2878437" y="3116972"/>
                  </a:lnTo>
                  <a:lnTo>
                    <a:pt x="2876536" y="3116972"/>
                  </a:lnTo>
                  <a:lnTo>
                    <a:pt x="2874635" y="3116972"/>
                  </a:lnTo>
                  <a:lnTo>
                    <a:pt x="2872734" y="3116972"/>
                  </a:lnTo>
                  <a:lnTo>
                    <a:pt x="2870832" y="3116972"/>
                  </a:lnTo>
                  <a:lnTo>
                    <a:pt x="2868931" y="3116972"/>
                  </a:lnTo>
                  <a:lnTo>
                    <a:pt x="2867030" y="3116972"/>
                  </a:lnTo>
                  <a:lnTo>
                    <a:pt x="2865129" y="3116972"/>
                  </a:lnTo>
                  <a:lnTo>
                    <a:pt x="2863228" y="3116972"/>
                  </a:lnTo>
                  <a:lnTo>
                    <a:pt x="2861326" y="3116972"/>
                  </a:lnTo>
                  <a:lnTo>
                    <a:pt x="2859425" y="3116972"/>
                  </a:lnTo>
                  <a:lnTo>
                    <a:pt x="2857524" y="3116972"/>
                  </a:lnTo>
                  <a:lnTo>
                    <a:pt x="2855623" y="3116972"/>
                  </a:lnTo>
                  <a:lnTo>
                    <a:pt x="2853721" y="3116972"/>
                  </a:lnTo>
                  <a:lnTo>
                    <a:pt x="2851820" y="3116972"/>
                  </a:lnTo>
                  <a:lnTo>
                    <a:pt x="2849919" y="3116972"/>
                  </a:lnTo>
                  <a:lnTo>
                    <a:pt x="2848018" y="3116972"/>
                  </a:lnTo>
                  <a:lnTo>
                    <a:pt x="2846117" y="3116972"/>
                  </a:lnTo>
                  <a:lnTo>
                    <a:pt x="2844215" y="3116972"/>
                  </a:lnTo>
                  <a:lnTo>
                    <a:pt x="2842314" y="3116972"/>
                  </a:lnTo>
                  <a:lnTo>
                    <a:pt x="2840413" y="3116972"/>
                  </a:lnTo>
                  <a:lnTo>
                    <a:pt x="2838512" y="3116972"/>
                  </a:lnTo>
                  <a:lnTo>
                    <a:pt x="2836611" y="3116972"/>
                  </a:lnTo>
                  <a:lnTo>
                    <a:pt x="2834709" y="3116972"/>
                  </a:lnTo>
                  <a:lnTo>
                    <a:pt x="2832808" y="3116972"/>
                  </a:lnTo>
                  <a:lnTo>
                    <a:pt x="2830907" y="3116972"/>
                  </a:lnTo>
                  <a:lnTo>
                    <a:pt x="2829006" y="3116972"/>
                  </a:lnTo>
                  <a:lnTo>
                    <a:pt x="2827104" y="3116972"/>
                  </a:lnTo>
                  <a:lnTo>
                    <a:pt x="2825203" y="3116972"/>
                  </a:lnTo>
                  <a:lnTo>
                    <a:pt x="2823302" y="3116972"/>
                  </a:lnTo>
                  <a:lnTo>
                    <a:pt x="2821401" y="3116972"/>
                  </a:lnTo>
                  <a:lnTo>
                    <a:pt x="2819500" y="3116972"/>
                  </a:lnTo>
                  <a:lnTo>
                    <a:pt x="2817598" y="3116972"/>
                  </a:lnTo>
                  <a:lnTo>
                    <a:pt x="2815697" y="3116972"/>
                  </a:lnTo>
                  <a:lnTo>
                    <a:pt x="2813796" y="3116972"/>
                  </a:lnTo>
                  <a:lnTo>
                    <a:pt x="2811895" y="3116972"/>
                  </a:lnTo>
                  <a:lnTo>
                    <a:pt x="2809994" y="3116972"/>
                  </a:lnTo>
                  <a:lnTo>
                    <a:pt x="2808092" y="3116972"/>
                  </a:lnTo>
                  <a:lnTo>
                    <a:pt x="2806191" y="3116972"/>
                  </a:lnTo>
                  <a:lnTo>
                    <a:pt x="2804290" y="3116972"/>
                  </a:lnTo>
                  <a:lnTo>
                    <a:pt x="2802389" y="3116972"/>
                  </a:lnTo>
                  <a:lnTo>
                    <a:pt x="2800487" y="3116972"/>
                  </a:lnTo>
                  <a:lnTo>
                    <a:pt x="2798586" y="3116972"/>
                  </a:lnTo>
                  <a:lnTo>
                    <a:pt x="2796685" y="3116972"/>
                  </a:lnTo>
                  <a:lnTo>
                    <a:pt x="2794784" y="3116972"/>
                  </a:lnTo>
                  <a:lnTo>
                    <a:pt x="2792883" y="3116972"/>
                  </a:lnTo>
                  <a:lnTo>
                    <a:pt x="2790981" y="3116972"/>
                  </a:lnTo>
                  <a:lnTo>
                    <a:pt x="2789080" y="3116972"/>
                  </a:lnTo>
                  <a:lnTo>
                    <a:pt x="2787179" y="3116972"/>
                  </a:lnTo>
                  <a:lnTo>
                    <a:pt x="2785278" y="3116972"/>
                  </a:lnTo>
                  <a:lnTo>
                    <a:pt x="2783377" y="3116972"/>
                  </a:lnTo>
                  <a:lnTo>
                    <a:pt x="2781475" y="3116972"/>
                  </a:lnTo>
                  <a:lnTo>
                    <a:pt x="2779574" y="3116972"/>
                  </a:lnTo>
                  <a:lnTo>
                    <a:pt x="2777673" y="3116972"/>
                  </a:lnTo>
                  <a:lnTo>
                    <a:pt x="2775772" y="3116972"/>
                  </a:lnTo>
                  <a:lnTo>
                    <a:pt x="2773870" y="3116972"/>
                  </a:lnTo>
                  <a:lnTo>
                    <a:pt x="2771969" y="3116972"/>
                  </a:lnTo>
                  <a:lnTo>
                    <a:pt x="2770068" y="3116972"/>
                  </a:lnTo>
                  <a:lnTo>
                    <a:pt x="2768167" y="3116972"/>
                  </a:lnTo>
                  <a:lnTo>
                    <a:pt x="2766266" y="3116972"/>
                  </a:lnTo>
                  <a:lnTo>
                    <a:pt x="2764364" y="3116972"/>
                  </a:lnTo>
                  <a:lnTo>
                    <a:pt x="2762463" y="3116972"/>
                  </a:lnTo>
                  <a:lnTo>
                    <a:pt x="2760562" y="3116972"/>
                  </a:lnTo>
                  <a:lnTo>
                    <a:pt x="2758661" y="3116972"/>
                  </a:lnTo>
                  <a:lnTo>
                    <a:pt x="2756760" y="3116972"/>
                  </a:lnTo>
                  <a:lnTo>
                    <a:pt x="2754858" y="3116972"/>
                  </a:lnTo>
                  <a:lnTo>
                    <a:pt x="2752957" y="3116972"/>
                  </a:lnTo>
                  <a:lnTo>
                    <a:pt x="2751056" y="3116972"/>
                  </a:lnTo>
                  <a:lnTo>
                    <a:pt x="2749155" y="3116972"/>
                  </a:lnTo>
                  <a:lnTo>
                    <a:pt x="2747253" y="3116972"/>
                  </a:lnTo>
                  <a:lnTo>
                    <a:pt x="2745352" y="3116972"/>
                  </a:lnTo>
                  <a:lnTo>
                    <a:pt x="2743451" y="3116972"/>
                  </a:lnTo>
                  <a:lnTo>
                    <a:pt x="2741550" y="3116972"/>
                  </a:lnTo>
                  <a:lnTo>
                    <a:pt x="2739649" y="3116972"/>
                  </a:lnTo>
                  <a:lnTo>
                    <a:pt x="2737747" y="3116972"/>
                  </a:lnTo>
                  <a:lnTo>
                    <a:pt x="2735846" y="3116972"/>
                  </a:lnTo>
                  <a:lnTo>
                    <a:pt x="2733945" y="3116972"/>
                  </a:lnTo>
                  <a:lnTo>
                    <a:pt x="2732044" y="3116972"/>
                  </a:lnTo>
                  <a:lnTo>
                    <a:pt x="2730143" y="3116972"/>
                  </a:lnTo>
                  <a:lnTo>
                    <a:pt x="2728241" y="3116972"/>
                  </a:lnTo>
                  <a:lnTo>
                    <a:pt x="2726340" y="3116972"/>
                  </a:lnTo>
                  <a:lnTo>
                    <a:pt x="2724439" y="3116972"/>
                  </a:lnTo>
                  <a:lnTo>
                    <a:pt x="2722538" y="3116972"/>
                  </a:lnTo>
                  <a:lnTo>
                    <a:pt x="2720636" y="3116972"/>
                  </a:lnTo>
                  <a:lnTo>
                    <a:pt x="2718735" y="3116972"/>
                  </a:lnTo>
                  <a:lnTo>
                    <a:pt x="2716834" y="3116972"/>
                  </a:lnTo>
                  <a:lnTo>
                    <a:pt x="2714933" y="3116972"/>
                  </a:lnTo>
                  <a:lnTo>
                    <a:pt x="2713032" y="3116972"/>
                  </a:lnTo>
                  <a:lnTo>
                    <a:pt x="2711130" y="3116972"/>
                  </a:lnTo>
                  <a:lnTo>
                    <a:pt x="2709229" y="3116972"/>
                  </a:lnTo>
                  <a:lnTo>
                    <a:pt x="2707328" y="3116972"/>
                  </a:lnTo>
                  <a:lnTo>
                    <a:pt x="2705427" y="3116972"/>
                  </a:lnTo>
                  <a:lnTo>
                    <a:pt x="2703526" y="3116972"/>
                  </a:lnTo>
                  <a:lnTo>
                    <a:pt x="2701624" y="3116972"/>
                  </a:lnTo>
                  <a:lnTo>
                    <a:pt x="2699723" y="3116972"/>
                  </a:lnTo>
                  <a:lnTo>
                    <a:pt x="2697822" y="3116972"/>
                  </a:lnTo>
                  <a:lnTo>
                    <a:pt x="2695921" y="3116972"/>
                  </a:lnTo>
                  <a:lnTo>
                    <a:pt x="2694019" y="3116972"/>
                  </a:lnTo>
                  <a:lnTo>
                    <a:pt x="2692118" y="3116972"/>
                  </a:lnTo>
                  <a:lnTo>
                    <a:pt x="2690217" y="3116972"/>
                  </a:lnTo>
                  <a:lnTo>
                    <a:pt x="2688316" y="3116972"/>
                  </a:lnTo>
                  <a:lnTo>
                    <a:pt x="2686415" y="3116972"/>
                  </a:lnTo>
                  <a:lnTo>
                    <a:pt x="2684513" y="3116972"/>
                  </a:lnTo>
                  <a:lnTo>
                    <a:pt x="2682612" y="3116972"/>
                  </a:lnTo>
                  <a:lnTo>
                    <a:pt x="2680711" y="3116972"/>
                  </a:lnTo>
                  <a:lnTo>
                    <a:pt x="2678810" y="3116972"/>
                  </a:lnTo>
                  <a:lnTo>
                    <a:pt x="2676909" y="3116972"/>
                  </a:lnTo>
                  <a:lnTo>
                    <a:pt x="2675007" y="3116972"/>
                  </a:lnTo>
                  <a:lnTo>
                    <a:pt x="2673106" y="3116972"/>
                  </a:lnTo>
                  <a:lnTo>
                    <a:pt x="2671205" y="3116972"/>
                  </a:lnTo>
                  <a:lnTo>
                    <a:pt x="2669304" y="3116972"/>
                  </a:lnTo>
                  <a:lnTo>
                    <a:pt x="2667402" y="3116972"/>
                  </a:lnTo>
                  <a:lnTo>
                    <a:pt x="2665501" y="3116972"/>
                  </a:lnTo>
                  <a:lnTo>
                    <a:pt x="2663600" y="3116972"/>
                  </a:lnTo>
                  <a:lnTo>
                    <a:pt x="2661699" y="3116972"/>
                  </a:lnTo>
                  <a:lnTo>
                    <a:pt x="2659798" y="3116972"/>
                  </a:lnTo>
                  <a:lnTo>
                    <a:pt x="2657896" y="3116972"/>
                  </a:lnTo>
                  <a:lnTo>
                    <a:pt x="2655995" y="3116972"/>
                  </a:lnTo>
                  <a:lnTo>
                    <a:pt x="2654094" y="3116972"/>
                  </a:lnTo>
                  <a:lnTo>
                    <a:pt x="2652193" y="3116972"/>
                  </a:lnTo>
                  <a:lnTo>
                    <a:pt x="2650292" y="3116972"/>
                  </a:lnTo>
                  <a:lnTo>
                    <a:pt x="2648390" y="3116972"/>
                  </a:lnTo>
                  <a:lnTo>
                    <a:pt x="2646489" y="3116972"/>
                  </a:lnTo>
                  <a:lnTo>
                    <a:pt x="2644588" y="3116972"/>
                  </a:lnTo>
                  <a:lnTo>
                    <a:pt x="2642687" y="3116972"/>
                  </a:lnTo>
                  <a:lnTo>
                    <a:pt x="2640785" y="3116972"/>
                  </a:lnTo>
                  <a:lnTo>
                    <a:pt x="2638884" y="3116972"/>
                  </a:lnTo>
                  <a:lnTo>
                    <a:pt x="2636983" y="3116972"/>
                  </a:lnTo>
                  <a:lnTo>
                    <a:pt x="2635082" y="3116972"/>
                  </a:lnTo>
                  <a:lnTo>
                    <a:pt x="2633181" y="3116972"/>
                  </a:lnTo>
                  <a:lnTo>
                    <a:pt x="2631279" y="3116972"/>
                  </a:lnTo>
                  <a:lnTo>
                    <a:pt x="2629378" y="3116972"/>
                  </a:lnTo>
                  <a:lnTo>
                    <a:pt x="2627477" y="3116972"/>
                  </a:lnTo>
                  <a:lnTo>
                    <a:pt x="2625576" y="3116972"/>
                  </a:lnTo>
                  <a:lnTo>
                    <a:pt x="2623675" y="3116972"/>
                  </a:lnTo>
                  <a:lnTo>
                    <a:pt x="2621773" y="3116972"/>
                  </a:lnTo>
                  <a:lnTo>
                    <a:pt x="2619872" y="3116972"/>
                  </a:lnTo>
                  <a:lnTo>
                    <a:pt x="2617971" y="3116972"/>
                  </a:lnTo>
                  <a:lnTo>
                    <a:pt x="2616070" y="3116972"/>
                  </a:lnTo>
                  <a:lnTo>
                    <a:pt x="2614169" y="3116972"/>
                  </a:lnTo>
                  <a:lnTo>
                    <a:pt x="2612267" y="3116972"/>
                  </a:lnTo>
                  <a:lnTo>
                    <a:pt x="2610366" y="3116972"/>
                  </a:lnTo>
                  <a:lnTo>
                    <a:pt x="2608465" y="3116972"/>
                  </a:lnTo>
                  <a:lnTo>
                    <a:pt x="2606564" y="3116972"/>
                  </a:lnTo>
                  <a:lnTo>
                    <a:pt x="2604662" y="3116972"/>
                  </a:lnTo>
                  <a:lnTo>
                    <a:pt x="2602761" y="3116972"/>
                  </a:lnTo>
                  <a:lnTo>
                    <a:pt x="2600860" y="3116972"/>
                  </a:lnTo>
                  <a:lnTo>
                    <a:pt x="2598959" y="3116972"/>
                  </a:lnTo>
                  <a:lnTo>
                    <a:pt x="2597058" y="3116972"/>
                  </a:lnTo>
                  <a:lnTo>
                    <a:pt x="2595156" y="3116972"/>
                  </a:lnTo>
                  <a:lnTo>
                    <a:pt x="2593255" y="3116972"/>
                  </a:lnTo>
                  <a:lnTo>
                    <a:pt x="2591354" y="3116972"/>
                  </a:lnTo>
                  <a:lnTo>
                    <a:pt x="2589453" y="3116972"/>
                  </a:lnTo>
                  <a:lnTo>
                    <a:pt x="2587552" y="3116972"/>
                  </a:lnTo>
                  <a:lnTo>
                    <a:pt x="2585650" y="3116972"/>
                  </a:lnTo>
                  <a:lnTo>
                    <a:pt x="2583749" y="3116972"/>
                  </a:lnTo>
                  <a:lnTo>
                    <a:pt x="2581848" y="3116972"/>
                  </a:lnTo>
                  <a:lnTo>
                    <a:pt x="2579947" y="3116972"/>
                  </a:lnTo>
                  <a:lnTo>
                    <a:pt x="2578045" y="3116972"/>
                  </a:lnTo>
                  <a:lnTo>
                    <a:pt x="2576144" y="3116972"/>
                  </a:lnTo>
                  <a:lnTo>
                    <a:pt x="2574243" y="3116972"/>
                  </a:lnTo>
                  <a:lnTo>
                    <a:pt x="2572342" y="3116972"/>
                  </a:lnTo>
                  <a:lnTo>
                    <a:pt x="2570441" y="3116972"/>
                  </a:lnTo>
                  <a:lnTo>
                    <a:pt x="2568539" y="3116972"/>
                  </a:lnTo>
                  <a:lnTo>
                    <a:pt x="2566638" y="3116972"/>
                  </a:lnTo>
                  <a:lnTo>
                    <a:pt x="2564737" y="3116972"/>
                  </a:lnTo>
                  <a:lnTo>
                    <a:pt x="2562836" y="3116972"/>
                  </a:lnTo>
                  <a:lnTo>
                    <a:pt x="2560935" y="3116972"/>
                  </a:lnTo>
                  <a:lnTo>
                    <a:pt x="2559033" y="3116972"/>
                  </a:lnTo>
                  <a:lnTo>
                    <a:pt x="2557132" y="3116972"/>
                  </a:lnTo>
                  <a:lnTo>
                    <a:pt x="2555231" y="3116972"/>
                  </a:lnTo>
                  <a:lnTo>
                    <a:pt x="2553330" y="3116972"/>
                  </a:lnTo>
                  <a:lnTo>
                    <a:pt x="2551428" y="3116972"/>
                  </a:lnTo>
                  <a:lnTo>
                    <a:pt x="2549527" y="3116972"/>
                  </a:lnTo>
                  <a:lnTo>
                    <a:pt x="2547626" y="3116972"/>
                  </a:lnTo>
                  <a:lnTo>
                    <a:pt x="2545725" y="3116972"/>
                  </a:lnTo>
                  <a:lnTo>
                    <a:pt x="2543824" y="3116972"/>
                  </a:lnTo>
                  <a:lnTo>
                    <a:pt x="2541922" y="3116972"/>
                  </a:lnTo>
                  <a:lnTo>
                    <a:pt x="2540021" y="3116972"/>
                  </a:lnTo>
                  <a:lnTo>
                    <a:pt x="2538120" y="3116972"/>
                  </a:lnTo>
                  <a:lnTo>
                    <a:pt x="2536219" y="3116972"/>
                  </a:lnTo>
                  <a:lnTo>
                    <a:pt x="2534318" y="3116972"/>
                  </a:lnTo>
                  <a:lnTo>
                    <a:pt x="2532416" y="3116972"/>
                  </a:lnTo>
                  <a:lnTo>
                    <a:pt x="2530515" y="3116972"/>
                  </a:lnTo>
                  <a:lnTo>
                    <a:pt x="2528614" y="3116972"/>
                  </a:lnTo>
                  <a:lnTo>
                    <a:pt x="2526713" y="3116972"/>
                  </a:lnTo>
                  <a:lnTo>
                    <a:pt x="2524811" y="3116972"/>
                  </a:lnTo>
                  <a:lnTo>
                    <a:pt x="2522910" y="3116972"/>
                  </a:lnTo>
                  <a:lnTo>
                    <a:pt x="2521009" y="3116972"/>
                  </a:lnTo>
                  <a:lnTo>
                    <a:pt x="2519108" y="3116972"/>
                  </a:lnTo>
                  <a:lnTo>
                    <a:pt x="2517207" y="3116972"/>
                  </a:lnTo>
                  <a:lnTo>
                    <a:pt x="2515305" y="3116972"/>
                  </a:lnTo>
                  <a:lnTo>
                    <a:pt x="2513404" y="3116972"/>
                  </a:lnTo>
                  <a:lnTo>
                    <a:pt x="2511503" y="3116972"/>
                  </a:lnTo>
                  <a:lnTo>
                    <a:pt x="2509602" y="3116972"/>
                  </a:lnTo>
                  <a:lnTo>
                    <a:pt x="2507701" y="3116972"/>
                  </a:lnTo>
                  <a:lnTo>
                    <a:pt x="2505799" y="3116972"/>
                  </a:lnTo>
                  <a:lnTo>
                    <a:pt x="2503898" y="3116972"/>
                  </a:lnTo>
                  <a:lnTo>
                    <a:pt x="2501997" y="3116972"/>
                  </a:lnTo>
                  <a:lnTo>
                    <a:pt x="2500096" y="3116972"/>
                  </a:lnTo>
                  <a:lnTo>
                    <a:pt x="2498194" y="3116972"/>
                  </a:lnTo>
                  <a:lnTo>
                    <a:pt x="2496293" y="3116972"/>
                  </a:lnTo>
                  <a:lnTo>
                    <a:pt x="2494392" y="3116972"/>
                  </a:lnTo>
                  <a:lnTo>
                    <a:pt x="2492491" y="3116972"/>
                  </a:lnTo>
                  <a:lnTo>
                    <a:pt x="2490590" y="3116972"/>
                  </a:lnTo>
                  <a:lnTo>
                    <a:pt x="2488688" y="3116972"/>
                  </a:lnTo>
                  <a:lnTo>
                    <a:pt x="2486787" y="3116972"/>
                  </a:lnTo>
                  <a:lnTo>
                    <a:pt x="2484886" y="3116972"/>
                  </a:lnTo>
                  <a:lnTo>
                    <a:pt x="2482985" y="3116972"/>
                  </a:lnTo>
                  <a:lnTo>
                    <a:pt x="2481084" y="3116972"/>
                  </a:lnTo>
                  <a:lnTo>
                    <a:pt x="2479182" y="3116972"/>
                  </a:lnTo>
                  <a:lnTo>
                    <a:pt x="2477281" y="3116972"/>
                  </a:lnTo>
                  <a:lnTo>
                    <a:pt x="2475380" y="3116972"/>
                  </a:lnTo>
                  <a:lnTo>
                    <a:pt x="2473479" y="3116972"/>
                  </a:lnTo>
                  <a:lnTo>
                    <a:pt x="2471577" y="3116972"/>
                  </a:lnTo>
                  <a:lnTo>
                    <a:pt x="2469676" y="3116972"/>
                  </a:lnTo>
                  <a:lnTo>
                    <a:pt x="2467775" y="3116972"/>
                  </a:lnTo>
                  <a:lnTo>
                    <a:pt x="2465874" y="3116972"/>
                  </a:lnTo>
                  <a:lnTo>
                    <a:pt x="2463973" y="3116972"/>
                  </a:lnTo>
                  <a:lnTo>
                    <a:pt x="2462071" y="3116972"/>
                  </a:lnTo>
                  <a:lnTo>
                    <a:pt x="2460170" y="3116972"/>
                  </a:lnTo>
                  <a:lnTo>
                    <a:pt x="2458269" y="3116972"/>
                  </a:lnTo>
                  <a:lnTo>
                    <a:pt x="2456368" y="3116972"/>
                  </a:lnTo>
                  <a:lnTo>
                    <a:pt x="2454467" y="3116972"/>
                  </a:lnTo>
                  <a:lnTo>
                    <a:pt x="2452565" y="3116972"/>
                  </a:lnTo>
                  <a:lnTo>
                    <a:pt x="2450664" y="3116972"/>
                  </a:lnTo>
                  <a:lnTo>
                    <a:pt x="2448763" y="3116972"/>
                  </a:lnTo>
                  <a:lnTo>
                    <a:pt x="2446862" y="3116972"/>
                  </a:lnTo>
                  <a:lnTo>
                    <a:pt x="2444960" y="3116972"/>
                  </a:lnTo>
                  <a:lnTo>
                    <a:pt x="2443059" y="3116972"/>
                  </a:lnTo>
                  <a:lnTo>
                    <a:pt x="2441158" y="3116972"/>
                  </a:lnTo>
                  <a:lnTo>
                    <a:pt x="2439257" y="3116972"/>
                  </a:lnTo>
                  <a:lnTo>
                    <a:pt x="2437356" y="3116972"/>
                  </a:lnTo>
                  <a:lnTo>
                    <a:pt x="2435454" y="3116972"/>
                  </a:lnTo>
                  <a:lnTo>
                    <a:pt x="2433553" y="3116972"/>
                  </a:lnTo>
                  <a:lnTo>
                    <a:pt x="2431652" y="3116972"/>
                  </a:lnTo>
                  <a:lnTo>
                    <a:pt x="2429751" y="3116972"/>
                  </a:lnTo>
                  <a:lnTo>
                    <a:pt x="2427850" y="3116972"/>
                  </a:lnTo>
                  <a:lnTo>
                    <a:pt x="2425948" y="3116972"/>
                  </a:lnTo>
                  <a:lnTo>
                    <a:pt x="2424047" y="3116972"/>
                  </a:lnTo>
                  <a:lnTo>
                    <a:pt x="2422146" y="3116972"/>
                  </a:lnTo>
                  <a:lnTo>
                    <a:pt x="2420245" y="3116972"/>
                  </a:lnTo>
                  <a:lnTo>
                    <a:pt x="2418343" y="3116972"/>
                  </a:lnTo>
                  <a:lnTo>
                    <a:pt x="2416442" y="3116972"/>
                  </a:lnTo>
                  <a:lnTo>
                    <a:pt x="2414541" y="3116972"/>
                  </a:lnTo>
                  <a:lnTo>
                    <a:pt x="2412640" y="3116972"/>
                  </a:lnTo>
                  <a:lnTo>
                    <a:pt x="2410739" y="3116972"/>
                  </a:lnTo>
                  <a:lnTo>
                    <a:pt x="2408837" y="3116972"/>
                  </a:lnTo>
                  <a:lnTo>
                    <a:pt x="2406936" y="3116972"/>
                  </a:lnTo>
                  <a:lnTo>
                    <a:pt x="2405035" y="3116972"/>
                  </a:lnTo>
                  <a:lnTo>
                    <a:pt x="2403134" y="3116972"/>
                  </a:lnTo>
                  <a:lnTo>
                    <a:pt x="2401233" y="3116972"/>
                  </a:lnTo>
                  <a:lnTo>
                    <a:pt x="2399331" y="3116972"/>
                  </a:lnTo>
                  <a:lnTo>
                    <a:pt x="2397430" y="3116972"/>
                  </a:lnTo>
                  <a:lnTo>
                    <a:pt x="2395529" y="3116972"/>
                  </a:lnTo>
                  <a:lnTo>
                    <a:pt x="2393628" y="3116972"/>
                  </a:lnTo>
                  <a:lnTo>
                    <a:pt x="2391726" y="3116972"/>
                  </a:lnTo>
                  <a:lnTo>
                    <a:pt x="2389825" y="3116972"/>
                  </a:lnTo>
                  <a:lnTo>
                    <a:pt x="2387924" y="3116972"/>
                  </a:lnTo>
                  <a:lnTo>
                    <a:pt x="2386023" y="3116972"/>
                  </a:lnTo>
                  <a:lnTo>
                    <a:pt x="2384122" y="3116972"/>
                  </a:lnTo>
                  <a:lnTo>
                    <a:pt x="2382220" y="3116972"/>
                  </a:lnTo>
                  <a:lnTo>
                    <a:pt x="2380319" y="3116972"/>
                  </a:lnTo>
                  <a:lnTo>
                    <a:pt x="2378418" y="3116972"/>
                  </a:lnTo>
                  <a:lnTo>
                    <a:pt x="2376517" y="3116972"/>
                  </a:lnTo>
                  <a:lnTo>
                    <a:pt x="2374616" y="3116972"/>
                  </a:lnTo>
                  <a:lnTo>
                    <a:pt x="2372714" y="3116972"/>
                  </a:lnTo>
                  <a:lnTo>
                    <a:pt x="2370813" y="3116972"/>
                  </a:lnTo>
                  <a:lnTo>
                    <a:pt x="2368912" y="3116972"/>
                  </a:lnTo>
                  <a:lnTo>
                    <a:pt x="2367011" y="3116972"/>
                  </a:lnTo>
                  <a:lnTo>
                    <a:pt x="2365109" y="3116972"/>
                  </a:lnTo>
                  <a:lnTo>
                    <a:pt x="2363208" y="3116972"/>
                  </a:lnTo>
                  <a:lnTo>
                    <a:pt x="2361307" y="3116972"/>
                  </a:lnTo>
                  <a:lnTo>
                    <a:pt x="2359406" y="3116972"/>
                  </a:lnTo>
                  <a:lnTo>
                    <a:pt x="2357505" y="3116972"/>
                  </a:lnTo>
                  <a:lnTo>
                    <a:pt x="2355603" y="3116972"/>
                  </a:lnTo>
                  <a:lnTo>
                    <a:pt x="2353702" y="3116972"/>
                  </a:lnTo>
                  <a:lnTo>
                    <a:pt x="2351801" y="3116972"/>
                  </a:lnTo>
                  <a:lnTo>
                    <a:pt x="2349900" y="3116972"/>
                  </a:lnTo>
                  <a:lnTo>
                    <a:pt x="2347999" y="3116972"/>
                  </a:lnTo>
                  <a:lnTo>
                    <a:pt x="2346097" y="3116972"/>
                  </a:lnTo>
                  <a:lnTo>
                    <a:pt x="2344196" y="3116972"/>
                  </a:lnTo>
                  <a:lnTo>
                    <a:pt x="2342295" y="3116972"/>
                  </a:lnTo>
                  <a:lnTo>
                    <a:pt x="2340394" y="3116972"/>
                  </a:lnTo>
                  <a:lnTo>
                    <a:pt x="2338492" y="3116972"/>
                  </a:lnTo>
                  <a:lnTo>
                    <a:pt x="2336591" y="3116972"/>
                  </a:lnTo>
                  <a:lnTo>
                    <a:pt x="2334690" y="3116972"/>
                  </a:lnTo>
                  <a:lnTo>
                    <a:pt x="2332789" y="3116972"/>
                  </a:lnTo>
                  <a:lnTo>
                    <a:pt x="2330888" y="3116972"/>
                  </a:lnTo>
                  <a:lnTo>
                    <a:pt x="2328986" y="3116972"/>
                  </a:lnTo>
                  <a:lnTo>
                    <a:pt x="2327085" y="3116972"/>
                  </a:lnTo>
                  <a:lnTo>
                    <a:pt x="2325184" y="3116972"/>
                  </a:lnTo>
                  <a:lnTo>
                    <a:pt x="2323283" y="3116972"/>
                  </a:lnTo>
                  <a:lnTo>
                    <a:pt x="2321382" y="3116972"/>
                  </a:lnTo>
                  <a:lnTo>
                    <a:pt x="2319480" y="3116972"/>
                  </a:lnTo>
                  <a:lnTo>
                    <a:pt x="2317579" y="3116972"/>
                  </a:lnTo>
                  <a:lnTo>
                    <a:pt x="2315678" y="3116972"/>
                  </a:lnTo>
                  <a:lnTo>
                    <a:pt x="2313777" y="3116972"/>
                  </a:lnTo>
                  <a:lnTo>
                    <a:pt x="2311876" y="3116972"/>
                  </a:lnTo>
                  <a:lnTo>
                    <a:pt x="2309974" y="3116972"/>
                  </a:lnTo>
                  <a:lnTo>
                    <a:pt x="2308073" y="3116972"/>
                  </a:lnTo>
                  <a:lnTo>
                    <a:pt x="2306172" y="3116972"/>
                  </a:lnTo>
                  <a:lnTo>
                    <a:pt x="2304271" y="3116972"/>
                  </a:lnTo>
                  <a:lnTo>
                    <a:pt x="2302369" y="3116972"/>
                  </a:lnTo>
                  <a:lnTo>
                    <a:pt x="2300468" y="3116972"/>
                  </a:lnTo>
                  <a:lnTo>
                    <a:pt x="2298567" y="3116972"/>
                  </a:lnTo>
                  <a:lnTo>
                    <a:pt x="2296666" y="3116972"/>
                  </a:lnTo>
                  <a:lnTo>
                    <a:pt x="2294765" y="3116972"/>
                  </a:lnTo>
                  <a:lnTo>
                    <a:pt x="2292863" y="3116972"/>
                  </a:lnTo>
                  <a:lnTo>
                    <a:pt x="2290962" y="3116972"/>
                  </a:lnTo>
                  <a:lnTo>
                    <a:pt x="2289061" y="3116972"/>
                  </a:lnTo>
                  <a:lnTo>
                    <a:pt x="2287160" y="3116972"/>
                  </a:lnTo>
                  <a:lnTo>
                    <a:pt x="2285259" y="3116972"/>
                  </a:lnTo>
                  <a:lnTo>
                    <a:pt x="2283357" y="3116972"/>
                  </a:lnTo>
                  <a:lnTo>
                    <a:pt x="2281456" y="3116972"/>
                  </a:lnTo>
                  <a:lnTo>
                    <a:pt x="2279555" y="3116972"/>
                  </a:lnTo>
                  <a:lnTo>
                    <a:pt x="2277654" y="3116972"/>
                  </a:lnTo>
                  <a:lnTo>
                    <a:pt x="2275752" y="3116972"/>
                  </a:lnTo>
                  <a:lnTo>
                    <a:pt x="2273851" y="3116972"/>
                  </a:lnTo>
                  <a:lnTo>
                    <a:pt x="2271950" y="3116972"/>
                  </a:lnTo>
                  <a:lnTo>
                    <a:pt x="2270049" y="3116972"/>
                  </a:lnTo>
                  <a:lnTo>
                    <a:pt x="2268148" y="3116972"/>
                  </a:lnTo>
                  <a:lnTo>
                    <a:pt x="2266246" y="3116972"/>
                  </a:lnTo>
                  <a:lnTo>
                    <a:pt x="2264345" y="3116972"/>
                  </a:lnTo>
                  <a:lnTo>
                    <a:pt x="2262444" y="3116972"/>
                  </a:lnTo>
                  <a:lnTo>
                    <a:pt x="2260543" y="3116972"/>
                  </a:lnTo>
                  <a:lnTo>
                    <a:pt x="2258642" y="3116972"/>
                  </a:lnTo>
                  <a:lnTo>
                    <a:pt x="2256740" y="3116972"/>
                  </a:lnTo>
                  <a:lnTo>
                    <a:pt x="2254839" y="3116972"/>
                  </a:lnTo>
                  <a:lnTo>
                    <a:pt x="2252938" y="3116972"/>
                  </a:lnTo>
                  <a:lnTo>
                    <a:pt x="2251037" y="3116972"/>
                  </a:lnTo>
                  <a:lnTo>
                    <a:pt x="2249135" y="3116972"/>
                  </a:lnTo>
                  <a:lnTo>
                    <a:pt x="2247234" y="3116972"/>
                  </a:lnTo>
                  <a:lnTo>
                    <a:pt x="2245333" y="3116972"/>
                  </a:lnTo>
                  <a:lnTo>
                    <a:pt x="2243432" y="3116972"/>
                  </a:lnTo>
                  <a:lnTo>
                    <a:pt x="2241531" y="3116972"/>
                  </a:lnTo>
                  <a:lnTo>
                    <a:pt x="2239629" y="3116972"/>
                  </a:lnTo>
                  <a:lnTo>
                    <a:pt x="2237728" y="3116972"/>
                  </a:lnTo>
                  <a:lnTo>
                    <a:pt x="2235827" y="3116972"/>
                  </a:lnTo>
                  <a:lnTo>
                    <a:pt x="2233926" y="3116972"/>
                  </a:lnTo>
                  <a:lnTo>
                    <a:pt x="2232025" y="3116972"/>
                  </a:lnTo>
                  <a:lnTo>
                    <a:pt x="2230123" y="3116972"/>
                  </a:lnTo>
                  <a:lnTo>
                    <a:pt x="2228222" y="3116972"/>
                  </a:lnTo>
                  <a:lnTo>
                    <a:pt x="2226321" y="3116972"/>
                  </a:lnTo>
                  <a:lnTo>
                    <a:pt x="2224420" y="3116972"/>
                  </a:lnTo>
                  <a:lnTo>
                    <a:pt x="2222518" y="3116972"/>
                  </a:lnTo>
                  <a:lnTo>
                    <a:pt x="2220617" y="3116972"/>
                  </a:lnTo>
                  <a:lnTo>
                    <a:pt x="2218716" y="3116972"/>
                  </a:lnTo>
                  <a:lnTo>
                    <a:pt x="2216815" y="3116972"/>
                  </a:lnTo>
                  <a:lnTo>
                    <a:pt x="2214914" y="3116972"/>
                  </a:lnTo>
                  <a:lnTo>
                    <a:pt x="2213012" y="3116972"/>
                  </a:lnTo>
                  <a:lnTo>
                    <a:pt x="2211111" y="3116972"/>
                  </a:lnTo>
                  <a:lnTo>
                    <a:pt x="2209210" y="3116972"/>
                  </a:lnTo>
                  <a:lnTo>
                    <a:pt x="2207309" y="3116972"/>
                  </a:lnTo>
                  <a:lnTo>
                    <a:pt x="2205408" y="3116972"/>
                  </a:lnTo>
                  <a:lnTo>
                    <a:pt x="2203506" y="3116972"/>
                  </a:lnTo>
                  <a:lnTo>
                    <a:pt x="2201605" y="3116972"/>
                  </a:lnTo>
                  <a:lnTo>
                    <a:pt x="2199704" y="3116972"/>
                  </a:lnTo>
                  <a:lnTo>
                    <a:pt x="2197803" y="3116972"/>
                  </a:lnTo>
                  <a:lnTo>
                    <a:pt x="2195901" y="3116972"/>
                  </a:lnTo>
                  <a:lnTo>
                    <a:pt x="2194000" y="3116972"/>
                  </a:lnTo>
                  <a:lnTo>
                    <a:pt x="2192099" y="3116972"/>
                  </a:lnTo>
                  <a:lnTo>
                    <a:pt x="2190198" y="3116972"/>
                  </a:lnTo>
                  <a:lnTo>
                    <a:pt x="2188297" y="3116972"/>
                  </a:lnTo>
                  <a:lnTo>
                    <a:pt x="2186395" y="3116972"/>
                  </a:lnTo>
                  <a:lnTo>
                    <a:pt x="2184494" y="3116972"/>
                  </a:lnTo>
                  <a:lnTo>
                    <a:pt x="2182593" y="3116972"/>
                  </a:lnTo>
                  <a:lnTo>
                    <a:pt x="2180692" y="3116972"/>
                  </a:lnTo>
                  <a:lnTo>
                    <a:pt x="2178791" y="3116972"/>
                  </a:lnTo>
                  <a:lnTo>
                    <a:pt x="2176889" y="3116972"/>
                  </a:lnTo>
                  <a:lnTo>
                    <a:pt x="2174988" y="3116972"/>
                  </a:lnTo>
                  <a:lnTo>
                    <a:pt x="2173087" y="3116972"/>
                  </a:lnTo>
                  <a:lnTo>
                    <a:pt x="2171186" y="3116972"/>
                  </a:lnTo>
                  <a:lnTo>
                    <a:pt x="2169284" y="3116972"/>
                  </a:lnTo>
                  <a:lnTo>
                    <a:pt x="2167383" y="3116972"/>
                  </a:lnTo>
                  <a:lnTo>
                    <a:pt x="2165482" y="3116972"/>
                  </a:lnTo>
                  <a:lnTo>
                    <a:pt x="2163581" y="3116972"/>
                  </a:lnTo>
                  <a:lnTo>
                    <a:pt x="2161680" y="3116972"/>
                  </a:lnTo>
                  <a:lnTo>
                    <a:pt x="2159778" y="3116972"/>
                  </a:lnTo>
                  <a:lnTo>
                    <a:pt x="2157877" y="3116972"/>
                  </a:lnTo>
                  <a:lnTo>
                    <a:pt x="2155976" y="3116972"/>
                  </a:lnTo>
                  <a:lnTo>
                    <a:pt x="2154075" y="3116972"/>
                  </a:lnTo>
                  <a:lnTo>
                    <a:pt x="2152174" y="3116972"/>
                  </a:lnTo>
                  <a:lnTo>
                    <a:pt x="2150272" y="3116972"/>
                  </a:lnTo>
                  <a:lnTo>
                    <a:pt x="2148371" y="3116972"/>
                  </a:lnTo>
                  <a:lnTo>
                    <a:pt x="2146470" y="3116972"/>
                  </a:lnTo>
                  <a:lnTo>
                    <a:pt x="2144569" y="3116972"/>
                  </a:lnTo>
                  <a:lnTo>
                    <a:pt x="2142667" y="3116972"/>
                  </a:lnTo>
                  <a:lnTo>
                    <a:pt x="2140766" y="3116972"/>
                  </a:lnTo>
                  <a:lnTo>
                    <a:pt x="2138865" y="3116972"/>
                  </a:lnTo>
                  <a:lnTo>
                    <a:pt x="2136964" y="3116972"/>
                  </a:lnTo>
                  <a:lnTo>
                    <a:pt x="2135063" y="3116972"/>
                  </a:lnTo>
                  <a:lnTo>
                    <a:pt x="2133161" y="3116972"/>
                  </a:lnTo>
                  <a:lnTo>
                    <a:pt x="2131260" y="3116972"/>
                  </a:lnTo>
                  <a:lnTo>
                    <a:pt x="2129359" y="3116972"/>
                  </a:lnTo>
                  <a:lnTo>
                    <a:pt x="2127458" y="3116972"/>
                  </a:lnTo>
                  <a:lnTo>
                    <a:pt x="2125557" y="3116972"/>
                  </a:lnTo>
                  <a:lnTo>
                    <a:pt x="2123655" y="3116972"/>
                  </a:lnTo>
                  <a:lnTo>
                    <a:pt x="2121754" y="3116972"/>
                  </a:lnTo>
                  <a:lnTo>
                    <a:pt x="2119853" y="3116972"/>
                  </a:lnTo>
                  <a:lnTo>
                    <a:pt x="2117952" y="3116972"/>
                  </a:lnTo>
                  <a:lnTo>
                    <a:pt x="2116050" y="3116972"/>
                  </a:lnTo>
                  <a:lnTo>
                    <a:pt x="2114149" y="3116972"/>
                  </a:lnTo>
                  <a:lnTo>
                    <a:pt x="2112248" y="3116972"/>
                  </a:lnTo>
                  <a:lnTo>
                    <a:pt x="2110347" y="3116972"/>
                  </a:lnTo>
                  <a:lnTo>
                    <a:pt x="2108446" y="3116972"/>
                  </a:lnTo>
                  <a:lnTo>
                    <a:pt x="2106544" y="3116972"/>
                  </a:lnTo>
                  <a:lnTo>
                    <a:pt x="2104643" y="3116972"/>
                  </a:lnTo>
                  <a:lnTo>
                    <a:pt x="2102742" y="3116972"/>
                  </a:lnTo>
                  <a:lnTo>
                    <a:pt x="2100841" y="3116972"/>
                  </a:lnTo>
                  <a:lnTo>
                    <a:pt x="2098940" y="3116972"/>
                  </a:lnTo>
                  <a:lnTo>
                    <a:pt x="2097038" y="3116972"/>
                  </a:lnTo>
                  <a:lnTo>
                    <a:pt x="2095137" y="3116972"/>
                  </a:lnTo>
                  <a:lnTo>
                    <a:pt x="2093236" y="3116972"/>
                  </a:lnTo>
                  <a:lnTo>
                    <a:pt x="2091335" y="3116972"/>
                  </a:lnTo>
                  <a:lnTo>
                    <a:pt x="2089433" y="3116972"/>
                  </a:lnTo>
                  <a:lnTo>
                    <a:pt x="2087532" y="3116972"/>
                  </a:lnTo>
                  <a:lnTo>
                    <a:pt x="2085631" y="3116972"/>
                  </a:lnTo>
                  <a:lnTo>
                    <a:pt x="2083730" y="3116972"/>
                  </a:lnTo>
                  <a:lnTo>
                    <a:pt x="2081829" y="3116972"/>
                  </a:lnTo>
                  <a:lnTo>
                    <a:pt x="2079927" y="3116972"/>
                  </a:lnTo>
                  <a:lnTo>
                    <a:pt x="2078026" y="3116972"/>
                  </a:lnTo>
                  <a:lnTo>
                    <a:pt x="2076125" y="3116972"/>
                  </a:lnTo>
                  <a:lnTo>
                    <a:pt x="2074224" y="3116972"/>
                  </a:lnTo>
                  <a:lnTo>
                    <a:pt x="2072323" y="3116972"/>
                  </a:lnTo>
                  <a:lnTo>
                    <a:pt x="2070421" y="3116972"/>
                  </a:lnTo>
                  <a:lnTo>
                    <a:pt x="2068520" y="3116972"/>
                  </a:lnTo>
                  <a:lnTo>
                    <a:pt x="2066619" y="3116972"/>
                  </a:lnTo>
                  <a:lnTo>
                    <a:pt x="2064718" y="3116972"/>
                  </a:lnTo>
                  <a:lnTo>
                    <a:pt x="2062816" y="3116972"/>
                  </a:lnTo>
                  <a:lnTo>
                    <a:pt x="2060915" y="3116972"/>
                  </a:lnTo>
                  <a:lnTo>
                    <a:pt x="2059014" y="3116972"/>
                  </a:lnTo>
                  <a:lnTo>
                    <a:pt x="2057113" y="3116972"/>
                  </a:lnTo>
                  <a:lnTo>
                    <a:pt x="2055212" y="3116972"/>
                  </a:lnTo>
                  <a:lnTo>
                    <a:pt x="2053310" y="3116972"/>
                  </a:lnTo>
                  <a:lnTo>
                    <a:pt x="2051409" y="3116972"/>
                  </a:lnTo>
                  <a:lnTo>
                    <a:pt x="2049508" y="3116972"/>
                  </a:lnTo>
                  <a:lnTo>
                    <a:pt x="2047607" y="3116972"/>
                  </a:lnTo>
                  <a:lnTo>
                    <a:pt x="2045706" y="3116972"/>
                  </a:lnTo>
                  <a:lnTo>
                    <a:pt x="2043804" y="3116972"/>
                  </a:lnTo>
                  <a:lnTo>
                    <a:pt x="2041903" y="3116972"/>
                  </a:lnTo>
                  <a:lnTo>
                    <a:pt x="2040002" y="3116972"/>
                  </a:lnTo>
                  <a:lnTo>
                    <a:pt x="2038101" y="3116972"/>
                  </a:lnTo>
                  <a:lnTo>
                    <a:pt x="2036199" y="3116972"/>
                  </a:lnTo>
                  <a:lnTo>
                    <a:pt x="2034298" y="3116972"/>
                  </a:lnTo>
                  <a:lnTo>
                    <a:pt x="2032397" y="3116972"/>
                  </a:lnTo>
                  <a:lnTo>
                    <a:pt x="2030496" y="3116972"/>
                  </a:lnTo>
                  <a:lnTo>
                    <a:pt x="2028595" y="3116972"/>
                  </a:lnTo>
                  <a:lnTo>
                    <a:pt x="2026693" y="3116972"/>
                  </a:lnTo>
                  <a:lnTo>
                    <a:pt x="2024792" y="3116972"/>
                  </a:lnTo>
                  <a:lnTo>
                    <a:pt x="2022891" y="3116972"/>
                  </a:lnTo>
                  <a:lnTo>
                    <a:pt x="2020990" y="3116972"/>
                  </a:lnTo>
                  <a:lnTo>
                    <a:pt x="2019089" y="3116972"/>
                  </a:lnTo>
                  <a:lnTo>
                    <a:pt x="2017187" y="3116972"/>
                  </a:lnTo>
                  <a:lnTo>
                    <a:pt x="2015286" y="3116972"/>
                  </a:lnTo>
                  <a:lnTo>
                    <a:pt x="2013385" y="3116972"/>
                  </a:lnTo>
                  <a:lnTo>
                    <a:pt x="2011484" y="3116972"/>
                  </a:lnTo>
                  <a:lnTo>
                    <a:pt x="2009583" y="3116972"/>
                  </a:lnTo>
                  <a:lnTo>
                    <a:pt x="2007681" y="3116972"/>
                  </a:lnTo>
                  <a:lnTo>
                    <a:pt x="2005780" y="3116972"/>
                  </a:lnTo>
                  <a:lnTo>
                    <a:pt x="2003879" y="3116972"/>
                  </a:lnTo>
                  <a:lnTo>
                    <a:pt x="2001978" y="3116972"/>
                  </a:lnTo>
                  <a:lnTo>
                    <a:pt x="2000076" y="3116972"/>
                  </a:lnTo>
                  <a:lnTo>
                    <a:pt x="1998175" y="3116972"/>
                  </a:lnTo>
                  <a:lnTo>
                    <a:pt x="1996274" y="3116972"/>
                  </a:lnTo>
                  <a:lnTo>
                    <a:pt x="1994373" y="3116972"/>
                  </a:lnTo>
                  <a:lnTo>
                    <a:pt x="1992472" y="3116972"/>
                  </a:lnTo>
                  <a:lnTo>
                    <a:pt x="1990570" y="3116972"/>
                  </a:lnTo>
                  <a:lnTo>
                    <a:pt x="1988669" y="3116972"/>
                  </a:lnTo>
                  <a:lnTo>
                    <a:pt x="1986768" y="3116972"/>
                  </a:lnTo>
                  <a:lnTo>
                    <a:pt x="1984867" y="3116972"/>
                  </a:lnTo>
                  <a:lnTo>
                    <a:pt x="1982966" y="3116972"/>
                  </a:lnTo>
                  <a:lnTo>
                    <a:pt x="1981064" y="3116972"/>
                  </a:lnTo>
                  <a:lnTo>
                    <a:pt x="1979163" y="3116972"/>
                  </a:lnTo>
                  <a:lnTo>
                    <a:pt x="1977262" y="3116972"/>
                  </a:lnTo>
                  <a:lnTo>
                    <a:pt x="1975361" y="3116972"/>
                  </a:lnTo>
                  <a:lnTo>
                    <a:pt x="1973459" y="3116972"/>
                  </a:lnTo>
                  <a:lnTo>
                    <a:pt x="1971558" y="3116972"/>
                  </a:lnTo>
                  <a:lnTo>
                    <a:pt x="1969657" y="3116972"/>
                  </a:lnTo>
                  <a:lnTo>
                    <a:pt x="1967756" y="3116972"/>
                  </a:lnTo>
                  <a:lnTo>
                    <a:pt x="1965855" y="3116972"/>
                  </a:lnTo>
                  <a:lnTo>
                    <a:pt x="1963953" y="3116972"/>
                  </a:lnTo>
                  <a:lnTo>
                    <a:pt x="1962052" y="3116972"/>
                  </a:lnTo>
                  <a:lnTo>
                    <a:pt x="1960151" y="3116972"/>
                  </a:lnTo>
                  <a:lnTo>
                    <a:pt x="1958250" y="3116972"/>
                  </a:lnTo>
                  <a:lnTo>
                    <a:pt x="1956349" y="3116972"/>
                  </a:lnTo>
                  <a:lnTo>
                    <a:pt x="1954447" y="3116972"/>
                  </a:lnTo>
                  <a:lnTo>
                    <a:pt x="1952546" y="3116972"/>
                  </a:lnTo>
                  <a:lnTo>
                    <a:pt x="1950645" y="3116972"/>
                  </a:lnTo>
                  <a:lnTo>
                    <a:pt x="1948744" y="3116972"/>
                  </a:lnTo>
                  <a:lnTo>
                    <a:pt x="1946842" y="3116972"/>
                  </a:lnTo>
                  <a:lnTo>
                    <a:pt x="1944941" y="3116972"/>
                  </a:lnTo>
                  <a:lnTo>
                    <a:pt x="1943040" y="3116972"/>
                  </a:lnTo>
                  <a:lnTo>
                    <a:pt x="1941139" y="3116972"/>
                  </a:lnTo>
                  <a:lnTo>
                    <a:pt x="1939238" y="3116972"/>
                  </a:lnTo>
                  <a:lnTo>
                    <a:pt x="1937336" y="3116972"/>
                  </a:lnTo>
                  <a:lnTo>
                    <a:pt x="1935435" y="3116972"/>
                  </a:lnTo>
                  <a:lnTo>
                    <a:pt x="1933534" y="3116972"/>
                  </a:lnTo>
                  <a:lnTo>
                    <a:pt x="1931633" y="3116972"/>
                  </a:lnTo>
                  <a:lnTo>
                    <a:pt x="1929732" y="3116972"/>
                  </a:lnTo>
                  <a:lnTo>
                    <a:pt x="1927830" y="3116972"/>
                  </a:lnTo>
                  <a:lnTo>
                    <a:pt x="1925929" y="3116972"/>
                  </a:lnTo>
                  <a:lnTo>
                    <a:pt x="1924028" y="3116972"/>
                  </a:lnTo>
                  <a:lnTo>
                    <a:pt x="1922127" y="3116972"/>
                  </a:lnTo>
                  <a:lnTo>
                    <a:pt x="1920225" y="3116972"/>
                  </a:lnTo>
                  <a:lnTo>
                    <a:pt x="1918324" y="3116972"/>
                  </a:lnTo>
                  <a:lnTo>
                    <a:pt x="1916423" y="3116972"/>
                  </a:lnTo>
                  <a:lnTo>
                    <a:pt x="1914522" y="3116972"/>
                  </a:lnTo>
                  <a:lnTo>
                    <a:pt x="1912621" y="3116972"/>
                  </a:lnTo>
                  <a:lnTo>
                    <a:pt x="1910719" y="3116972"/>
                  </a:lnTo>
                  <a:lnTo>
                    <a:pt x="1908818" y="3116972"/>
                  </a:lnTo>
                  <a:lnTo>
                    <a:pt x="1906917" y="3116972"/>
                  </a:lnTo>
                  <a:lnTo>
                    <a:pt x="1905016" y="3116972"/>
                  </a:lnTo>
                  <a:lnTo>
                    <a:pt x="1903115" y="3116972"/>
                  </a:lnTo>
                  <a:lnTo>
                    <a:pt x="1901213" y="3116972"/>
                  </a:lnTo>
                  <a:lnTo>
                    <a:pt x="1899312" y="3116972"/>
                  </a:lnTo>
                  <a:lnTo>
                    <a:pt x="1897411" y="3116972"/>
                  </a:lnTo>
                  <a:lnTo>
                    <a:pt x="1895510" y="3116972"/>
                  </a:lnTo>
                  <a:lnTo>
                    <a:pt x="1893608" y="3116972"/>
                  </a:lnTo>
                  <a:lnTo>
                    <a:pt x="1891707" y="3116972"/>
                  </a:lnTo>
                  <a:lnTo>
                    <a:pt x="1889806" y="3116972"/>
                  </a:lnTo>
                  <a:lnTo>
                    <a:pt x="1887905" y="3116972"/>
                  </a:lnTo>
                  <a:lnTo>
                    <a:pt x="1886004" y="3116972"/>
                  </a:lnTo>
                  <a:lnTo>
                    <a:pt x="1884102" y="3116972"/>
                  </a:lnTo>
                  <a:lnTo>
                    <a:pt x="1882201" y="3116972"/>
                  </a:lnTo>
                  <a:lnTo>
                    <a:pt x="1880300" y="3116972"/>
                  </a:lnTo>
                  <a:lnTo>
                    <a:pt x="1878399" y="3116972"/>
                  </a:lnTo>
                  <a:lnTo>
                    <a:pt x="1876498" y="3116972"/>
                  </a:lnTo>
                  <a:lnTo>
                    <a:pt x="1874596" y="3116972"/>
                  </a:lnTo>
                  <a:lnTo>
                    <a:pt x="1872695" y="3116972"/>
                  </a:lnTo>
                  <a:lnTo>
                    <a:pt x="1870794" y="3116972"/>
                  </a:lnTo>
                  <a:lnTo>
                    <a:pt x="1868893" y="3116972"/>
                  </a:lnTo>
                  <a:lnTo>
                    <a:pt x="1866991" y="3116972"/>
                  </a:lnTo>
                  <a:lnTo>
                    <a:pt x="1865090" y="3116972"/>
                  </a:lnTo>
                  <a:lnTo>
                    <a:pt x="1863189" y="3116972"/>
                  </a:lnTo>
                  <a:lnTo>
                    <a:pt x="1861288" y="3116972"/>
                  </a:lnTo>
                  <a:lnTo>
                    <a:pt x="1859387" y="3116972"/>
                  </a:lnTo>
                  <a:lnTo>
                    <a:pt x="1857485" y="3116972"/>
                  </a:lnTo>
                  <a:lnTo>
                    <a:pt x="1855584" y="3116972"/>
                  </a:lnTo>
                  <a:lnTo>
                    <a:pt x="1853683" y="3116972"/>
                  </a:lnTo>
                  <a:lnTo>
                    <a:pt x="1851782" y="3116972"/>
                  </a:lnTo>
                  <a:lnTo>
                    <a:pt x="1849881" y="3116972"/>
                  </a:lnTo>
                  <a:lnTo>
                    <a:pt x="1847979" y="3116972"/>
                  </a:lnTo>
                  <a:lnTo>
                    <a:pt x="1846078" y="3116972"/>
                  </a:lnTo>
                  <a:lnTo>
                    <a:pt x="1844177" y="3116972"/>
                  </a:lnTo>
                  <a:lnTo>
                    <a:pt x="1842276" y="3116972"/>
                  </a:lnTo>
                  <a:lnTo>
                    <a:pt x="1840374" y="3116972"/>
                  </a:lnTo>
                  <a:lnTo>
                    <a:pt x="1838473" y="3116972"/>
                  </a:lnTo>
                  <a:lnTo>
                    <a:pt x="1836572" y="3116972"/>
                  </a:lnTo>
                  <a:lnTo>
                    <a:pt x="1834671" y="3116972"/>
                  </a:lnTo>
                  <a:lnTo>
                    <a:pt x="1832770" y="3116972"/>
                  </a:lnTo>
                  <a:lnTo>
                    <a:pt x="1830868" y="3116972"/>
                  </a:lnTo>
                  <a:lnTo>
                    <a:pt x="1828967" y="3116972"/>
                  </a:lnTo>
                  <a:lnTo>
                    <a:pt x="1827066" y="3116972"/>
                  </a:lnTo>
                  <a:lnTo>
                    <a:pt x="1825165" y="3116972"/>
                  </a:lnTo>
                  <a:lnTo>
                    <a:pt x="1823264" y="3116972"/>
                  </a:lnTo>
                  <a:lnTo>
                    <a:pt x="1821362" y="3116972"/>
                  </a:lnTo>
                  <a:lnTo>
                    <a:pt x="1819461" y="3116972"/>
                  </a:lnTo>
                  <a:lnTo>
                    <a:pt x="1817560" y="3116972"/>
                  </a:lnTo>
                  <a:lnTo>
                    <a:pt x="1815659" y="3116972"/>
                  </a:lnTo>
                  <a:lnTo>
                    <a:pt x="1813757" y="3116972"/>
                  </a:lnTo>
                  <a:lnTo>
                    <a:pt x="1811856" y="3116972"/>
                  </a:lnTo>
                  <a:lnTo>
                    <a:pt x="1809955" y="3116972"/>
                  </a:lnTo>
                  <a:lnTo>
                    <a:pt x="1808054" y="3116972"/>
                  </a:lnTo>
                  <a:lnTo>
                    <a:pt x="1806153" y="3116972"/>
                  </a:lnTo>
                  <a:lnTo>
                    <a:pt x="1804251" y="3116972"/>
                  </a:lnTo>
                  <a:lnTo>
                    <a:pt x="1802350" y="3116972"/>
                  </a:lnTo>
                  <a:lnTo>
                    <a:pt x="1800449" y="3116972"/>
                  </a:lnTo>
                  <a:lnTo>
                    <a:pt x="1798548" y="3116972"/>
                  </a:lnTo>
                  <a:lnTo>
                    <a:pt x="1796647" y="3116972"/>
                  </a:lnTo>
                  <a:lnTo>
                    <a:pt x="1794745" y="3116972"/>
                  </a:lnTo>
                  <a:lnTo>
                    <a:pt x="1792844" y="3116972"/>
                  </a:lnTo>
                  <a:lnTo>
                    <a:pt x="1790943" y="3116972"/>
                  </a:lnTo>
                  <a:lnTo>
                    <a:pt x="1789042" y="3116972"/>
                  </a:lnTo>
                  <a:lnTo>
                    <a:pt x="1787140" y="3116972"/>
                  </a:lnTo>
                  <a:lnTo>
                    <a:pt x="1785239" y="3116972"/>
                  </a:lnTo>
                  <a:lnTo>
                    <a:pt x="1783338" y="3116972"/>
                  </a:lnTo>
                  <a:lnTo>
                    <a:pt x="1781437" y="3116972"/>
                  </a:lnTo>
                  <a:lnTo>
                    <a:pt x="1779536" y="3116972"/>
                  </a:lnTo>
                  <a:lnTo>
                    <a:pt x="1777634" y="3116972"/>
                  </a:lnTo>
                  <a:lnTo>
                    <a:pt x="1775733" y="3116972"/>
                  </a:lnTo>
                  <a:lnTo>
                    <a:pt x="1773832" y="3116972"/>
                  </a:lnTo>
                  <a:lnTo>
                    <a:pt x="1771931" y="3116972"/>
                  </a:lnTo>
                  <a:lnTo>
                    <a:pt x="1770030" y="3116972"/>
                  </a:lnTo>
                  <a:lnTo>
                    <a:pt x="1768128" y="3116972"/>
                  </a:lnTo>
                  <a:lnTo>
                    <a:pt x="1766227" y="3116972"/>
                  </a:lnTo>
                  <a:lnTo>
                    <a:pt x="1764326" y="3116972"/>
                  </a:lnTo>
                  <a:lnTo>
                    <a:pt x="1762425" y="3116972"/>
                  </a:lnTo>
                  <a:lnTo>
                    <a:pt x="1760523" y="3116972"/>
                  </a:lnTo>
                  <a:lnTo>
                    <a:pt x="1758622" y="3116972"/>
                  </a:lnTo>
                  <a:lnTo>
                    <a:pt x="1756721" y="3116972"/>
                  </a:lnTo>
                  <a:lnTo>
                    <a:pt x="1754820" y="3116972"/>
                  </a:lnTo>
                  <a:lnTo>
                    <a:pt x="1752919" y="3116972"/>
                  </a:lnTo>
                  <a:lnTo>
                    <a:pt x="1751017" y="3116972"/>
                  </a:lnTo>
                  <a:lnTo>
                    <a:pt x="1749116" y="3116972"/>
                  </a:lnTo>
                  <a:lnTo>
                    <a:pt x="1747215" y="3116972"/>
                  </a:lnTo>
                  <a:lnTo>
                    <a:pt x="1745314" y="3116972"/>
                  </a:lnTo>
                  <a:lnTo>
                    <a:pt x="1743413" y="3116972"/>
                  </a:lnTo>
                  <a:lnTo>
                    <a:pt x="1741511" y="3116972"/>
                  </a:lnTo>
                  <a:lnTo>
                    <a:pt x="1739610" y="3116972"/>
                  </a:lnTo>
                  <a:lnTo>
                    <a:pt x="1737709" y="3116972"/>
                  </a:lnTo>
                  <a:lnTo>
                    <a:pt x="1735808" y="3116972"/>
                  </a:lnTo>
                  <a:lnTo>
                    <a:pt x="1733907" y="3116972"/>
                  </a:lnTo>
                  <a:lnTo>
                    <a:pt x="1732005" y="3116972"/>
                  </a:lnTo>
                  <a:lnTo>
                    <a:pt x="1730104" y="3116972"/>
                  </a:lnTo>
                  <a:lnTo>
                    <a:pt x="1728203" y="3116972"/>
                  </a:lnTo>
                  <a:lnTo>
                    <a:pt x="1726302" y="3116972"/>
                  </a:lnTo>
                  <a:lnTo>
                    <a:pt x="1724400" y="3116972"/>
                  </a:lnTo>
                  <a:lnTo>
                    <a:pt x="1722499" y="3116972"/>
                  </a:lnTo>
                  <a:lnTo>
                    <a:pt x="1720598" y="3116972"/>
                  </a:lnTo>
                  <a:lnTo>
                    <a:pt x="1718697" y="3116972"/>
                  </a:lnTo>
                  <a:lnTo>
                    <a:pt x="1716796" y="3116972"/>
                  </a:lnTo>
                  <a:lnTo>
                    <a:pt x="1714894" y="3116972"/>
                  </a:lnTo>
                  <a:lnTo>
                    <a:pt x="1712993" y="3116972"/>
                  </a:lnTo>
                  <a:lnTo>
                    <a:pt x="1711092" y="3116972"/>
                  </a:lnTo>
                  <a:lnTo>
                    <a:pt x="1709191" y="3116972"/>
                  </a:lnTo>
                  <a:lnTo>
                    <a:pt x="1707290" y="3116972"/>
                  </a:lnTo>
                  <a:lnTo>
                    <a:pt x="1705388" y="3116972"/>
                  </a:lnTo>
                  <a:lnTo>
                    <a:pt x="1703487" y="3116972"/>
                  </a:lnTo>
                  <a:lnTo>
                    <a:pt x="1701586" y="3116972"/>
                  </a:lnTo>
                  <a:lnTo>
                    <a:pt x="1699685" y="3116972"/>
                  </a:lnTo>
                  <a:lnTo>
                    <a:pt x="1697783" y="3116972"/>
                  </a:lnTo>
                  <a:lnTo>
                    <a:pt x="1695882" y="3116972"/>
                  </a:lnTo>
                  <a:lnTo>
                    <a:pt x="1693981" y="3116972"/>
                  </a:lnTo>
                  <a:lnTo>
                    <a:pt x="1692080" y="3116972"/>
                  </a:lnTo>
                  <a:lnTo>
                    <a:pt x="1690179" y="3116972"/>
                  </a:lnTo>
                  <a:lnTo>
                    <a:pt x="1688277" y="3116972"/>
                  </a:lnTo>
                  <a:lnTo>
                    <a:pt x="1686376" y="3116972"/>
                  </a:lnTo>
                  <a:lnTo>
                    <a:pt x="1684475" y="3116972"/>
                  </a:lnTo>
                  <a:lnTo>
                    <a:pt x="1682574" y="3116972"/>
                  </a:lnTo>
                  <a:lnTo>
                    <a:pt x="1680673" y="3116972"/>
                  </a:lnTo>
                  <a:lnTo>
                    <a:pt x="1678771" y="3116972"/>
                  </a:lnTo>
                  <a:lnTo>
                    <a:pt x="1676870" y="3116972"/>
                  </a:lnTo>
                  <a:lnTo>
                    <a:pt x="1674969" y="3116972"/>
                  </a:lnTo>
                  <a:lnTo>
                    <a:pt x="1673068" y="3116972"/>
                  </a:lnTo>
                  <a:lnTo>
                    <a:pt x="1671166" y="3116972"/>
                  </a:lnTo>
                  <a:lnTo>
                    <a:pt x="1669265" y="3116972"/>
                  </a:lnTo>
                  <a:lnTo>
                    <a:pt x="1667364" y="3116972"/>
                  </a:lnTo>
                  <a:lnTo>
                    <a:pt x="1665463" y="3116972"/>
                  </a:lnTo>
                  <a:lnTo>
                    <a:pt x="1663562" y="3116972"/>
                  </a:lnTo>
                  <a:lnTo>
                    <a:pt x="1661660" y="3116972"/>
                  </a:lnTo>
                  <a:lnTo>
                    <a:pt x="1659759" y="3116972"/>
                  </a:lnTo>
                  <a:lnTo>
                    <a:pt x="1657858" y="3116972"/>
                  </a:lnTo>
                  <a:lnTo>
                    <a:pt x="1655957" y="3116972"/>
                  </a:lnTo>
                  <a:lnTo>
                    <a:pt x="1654056" y="3116972"/>
                  </a:lnTo>
                  <a:lnTo>
                    <a:pt x="1652154" y="3116972"/>
                  </a:lnTo>
                  <a:lnTo>
                    <a:pt x="1650253" y="3116972"/>
                  </a:lnTo>
                  <a:lnTo>
                    <a:pt x="1648352" y="3116972"/>
                  </a:lnTo>
                  <a:lnTo>
                    <a:pt x="1646451" y="3116972"/>
                  </a:lnTo>
                  <a:lnTo>
                    <a:pt x="1644549" y="3116972"/>
                  </a:lnTo>
                  <a:lnTo>
                    <a:pt x="1642648" y="3116972"/>
                  </a:lnTo>
                  <a:lnTo>
                    <a:pt x="1640747" y="3116972"/>
                  </a:lnTo>
                  <a:lnTo>
                    <a:pt x="1638846" y="3116972"/>
                  </a:lnTo>
                  <a:lnTo>
                    <a:pt x="1636945" y="3116972"/>
                  </a:lnTo>
                  <a:lnTo>
                    <a:pt x="1635043" y="3116972"/>
                  </a:lnTo>
                  <a:lnTo>
                    <a:pt x="1633142" y="3116972"/>
                  </a:lnTo>
                  <a:lnTo>
                    <a:pt x="1631241" y="3116972"/>
                  </a:lnTo>
                  <a:lnTo>
                    <a:pt x="1629340" y="3116972"/>
                  </a:lnTo>
                  <a:lnTo>
                    <a:pt x="1627439" y="3116972"/>
                  </a:lnTo>
                  <a:lnTo>
                    <a:pt x="1625537" y="3116972"/>
                  </a:lnTo>
                  <a:lnTo>
                    <a:pt x="1623636" y="3116972"/>
                  </a:lnTo>
                  <a:lnTo>
                    <a:pt x="1621735" y="3116972"/>
                  </a:lnTo>
                  <a:lnTo>
                    <a:pt x="1619834" y="3116972"/>
                  </a:lnTo>
                  <a:lnTo>
                    <a:pt x="1617932" y="3116972"/>
                  </a:lnTo>
                  <a:lnTo>
                    <a:pt x="1616031" y="3116972"/>
                  </a:lnTo>
                  <a:lnTo>
                    <a:pt x="1614130" y="3116972"/>
                  </a:lnTo>
                  <a:lnTo>
                    <a:pt x="1612229" y="3116972"/>
                  </a:lnTo>
                  <a:lnTo>
                    <a:pt x="1610328" y="3116972"/>
                  </a:lnTo>
                  <a:lnTo>
                    <a:pt x="1608426" y="3116972"/>
                  </a:lnTo>
                  <a:lnTo>
                    <a:pt x="1606525" y="3116972"/>
                  </a:lnTo>
                  <a:lnTo>
                    <a:pt x="1604624" y="3116972"/>
                  </a:lnTo>
                  <a:lnTo>
                    <a:pt x="1602723" y="3116972"/>
                  </a:lnTo>
                  <a:lnTo>
                    <a:pt x="1600822" y="3116972"/>
                  </a:lnTo>
                  <a:lnTo>
                    <a:pt x="1598920" y="3116972"/>
                  </a:lnTo>
                  <a:lnTo>
                    <a:pt x="1597019" y="3116972"/>
                  </a:lnTo>
                  <a:lnTo>
                    <a:pt x="1595118" y="3116972"/>
                  </a:lnTo>
                  <a:lnTo>
                    <a:pt x="1593217" y="3116972"/>
                  </a:lnTo>
                  <a:lnTo>
                    <a:pt x="1591315" y="3116972"/>
                  </a:lnTo>
                  <a:lnTo>
                    <a:pt x="1589414" y="3116972"/>
                  </a:lnTo>
                  <a:lnTo>
                    <a:pt x="1587513" y="3116972"/>
                  </a:lnTo>
                  <a:lnTo>
                    <a:pt x="1585612" y="3116972"/>
                  </a:lnTo>
                  <a:lnTo>
                    <a:pt x="1583711" y="3116972"/>
                  </a:lnTo>
                  <a:lnTo>
                    <a:pt x="1581809" y="3116972"/>
                  </a:lnTo>
                  <a:lnTo>
                    <a:pt x="1579908" y="3116972"/>
                  </a:lnTo>
                  <a:lnTo>
                    <a:pt x="1578007" y="3116972"/>
                  </a:lnTo>
                  <a:lnTo>
                    <a:pt x="1576106" y="3116972"/>
                  </a:lnTo>
                  <a:lnTo>
                    <a:pt x="1574205" y="3116972"/>
                  </a:lnTo>
                  <a:lnTo>
                    <a:pt x="1572303" y="3116972"/>
                  </a:lnTo>
                  <a:lnTo>
                    <a:pt x="1570402" y="3116972"/>
                  </a:lnTo>
                  <a:lnTo>
                    <a:pt x="1568501" y="3116972"/>
                  </a:lnTo>
                  <a:lnTo>
                    <a:pt x="1566600" y="3116972"/>
                  </a:lnTo>
                  <a:lnTo>
                    <a:pt x="1564698" y="3116972"/>
                  </a:lnTo>
                  <a:lnTo>
                    <a:pt x="1562797" y="3116972"/>
                  </a:lnTo>
                  <a:lnTo>
                    <a:pt x="1560896" y="3116972"/>
                  </a:lnTo>
                  <a:lnTo>
                    <a:pt x="1558995" y="3116972"/>
                  </a:lnTo>
                  <a:lnTo>
                    <a:pt x="1557094" y="3116972"/>
                  </a:lnTo>
                  <a:lnTo>
                    <a:pt x="1555192" y="3116972"/>
                  </a:lnTo>
                  <a:lnTo>
                    <a:pt x="1553291" y="3116972"/>
                  </a:lnTo>
                  <a:lnTo>
                    <a:pt x="1551390" y="3116972"/>
                  </a:lnTo>
                  <a:lnTo>
                    <a:pt x="1549489" y="3116972"/>
                  </a:lnTo>
                  <a:lnTo>
                    <a:pt x="1547588" y="3116972"/>
                  </a:lnTo>
                  <a:lnTo>
                    <a:pt x="1545686" y="3116972"/>
                  </a:lnTo>
                  <a:lnTo>
                    <a:pt x="1543785" y="3116972"/>
                  </a:lnTo>
                  <a:lnTo>
                    <a:pt x="1541884" y="3116972"/>
                  </a:lnTo>
                  <a:lnTo>
                    <a:pt x="1539983" y="3116972"/>
                  </a:lnTo>
                  <a:lnTo>
                    <a:pt x="1538081" y="3116972"/>
                  </a:lnTo>
                  <a:lnTo>
                    <a:pt x="1536180" y="3116972"/>
                  </a:lnTo>
                  <a:lnTo>
                    <a:pt x="1534279" y="3116972"/>
                  </a:lnTo>
                  <a:lnTo>
                    <a:pt x="1532378" y="3116972"/>
                  </a:lnTo>
                  <a:lnTo>
                    <a:pt x="1530477" y="3116972"/>
                  </a:lnTo>
                  <a:lnTo>
                    <a:pt x="1528575" y="3116972"/>
                  </a:lnTo>
                  <a:lnTo>
                    <a:pt x="1526674" y="3116972"/>
                  </a:lnTo>
                  <a:lnTo>
                    <a:pt x="1524773" y="3116972"/>
                  </a:lnTo>
                  <a:lnTo>
                    <a:pt x="1522872" y="3116972"/>
                  </a:lnTo>
                  <a:lnTo>
                    <a:pt x="1520971" y="3116972"/>
                  </a:lnTo>
                  <a:lnTo>
                    <a:pt x="1519069" y="3116972"/>
                  </a:lnTo>
                  <a:lnTo>
                    <a:pt x="1517168" y="3116972"/>
                  </a:lnTo>
                  <a:lnTo>
                    <a:pt x="1515267" y="3116972"/>
                  </a:lnTo>
                  <a:lnTo>
                    <a:pt x="1513366" y="3116972"/>
                  </a:lnTo>
                  <a:lnTo>
                    <a:pt x="1511464" y="3116972"/>
                  </a:lnTo>
                  <a:lnTo>
                    <a:pt x="1509563" y="3116972"/>
                  </a:lnTo>
                  <a:lnTo>
                    <a:pt x="1507662" y="3116972"/>
                  </a:lnTo>
                  <a:lnTo>
                    <a:pt x="1505761" y="3116972"/>
                  </a:lnTo>
                  <a:lnTo>
                    <a:pt x="1503860" y="3116972"/>
                  </a:lnTo>
                  <a:lnTo>
                    <a:pt x="1501958" y="3116972"/>
                  </a:lnTo>
                  <a:lnTo>
                    <a:pt x="1500057" y="3116972"/>
                  </a:lnTo>
                  <a:lnTo>
                    <a:pt x="1498156" y="3116972"/>
                  </a:lnTo>
                  <a:lnTo>
                    <a:pt x="1496255" y="3116972"/>
                  </a:lnTo>
                  <a:lnTo>
                    <a:pt x="1494354" y="3116972"/>
                  </a:lnTo>
                  <a:lnTo>
                    <a:pt x="1492452" y="3116972"/>
                  </a:lnTo>
                  <a:lnTo>
                    <a:pt x="1490551" y="3116972"/>
                  </a:lnTo>
                  <a:lnTo>
                    <a:pt x="1488650" y="3116972"/>
                  </a:lnTo>
                  <a:lnTo>
                    <a:pt x="1486749" y="3116972"/>
                  </a:lnTo>
                  <a:lnTo>
                    <a:pt x="1484847" y="3116972"/>
                  </a:lnTo>
                  <a:lnTo>
                    <a:pt x="1482946" y="3116972"/>
                  </a:lnTo>
                  <a:lnTo>
                    <a:pt x="1481045" y="3116972"/>
                  </a:lnTo>
                  <a:lnTo>
                    <a:pt x="1479144" y="3116972"/>
                  </a:lnTo>
                  <a:lnTo>
                    <a:pt x="1477243" y="3116972"/>
                  </a:lnTo>
                  <a:lnTo>
                    <a:pt x="1475341" y="3116972"/>
                  </a:lnTo>
                  <a:lnTo>
                    <a:pt x="1473440" y="3116972"/>
                  </a:lnTo>
                  <a:lnTo>
                    <a:pt x="1471539" y="3116972"/>
                  </a:lnTo>
                  <a:lnTo>
                    <a:pt x="1469638" y="3116972"/>
                  </a:lnTo>
                  <a:lnTo>
                    <a:pt x="1467737" y="3116972"/>
                  </a:lnTo>
                  <a:lnTo>
                    <a:pt x="1465835" y="3116972"/>
                  </a:lnTo>
                  <a:lnTo>
                    <a:pt x="1463934" y="3116972"/>
                  </a:lnTo>
                  <a:lnTo>
                    <a:pt x="1462033" y="3116972"/>
                  </a:lnTo>
                  <a:lnTo>
                    <a:pt x="1460132" y="3116972"/>
                  </a:lnTo>
                  <a:lnTo>
                    <a:pt x="1458230" y="3116972"/>
                  </a:lnTo>
                  <a:lnTo>
                    <a:pt x="1456329" y="3116972"/>
                  </a:lnTo>
                  <a:lnTo>
                    <a:pt x="1454428" y="3116972"/>
                  </a:lnTo>
                  <a:lnTo>
                    <a:pt x="1452527" y="3116972"/>
                  </a:lnTo>
                  <a:lnTo>
                    <a:pt x="1450626" y="3116972"/>
                  </a:lnTo>
                  <a:lnTo>
                    <a:pt x="1448724" y="3116972"/>
                  </a:lnTo>
                  <a:lnTo>
                    <a:pt x="1446823" y="3116972"/>
                  </a:lnTo>
                  <a:lnTo>
                    <a:pt x="1444922" y="3116972"/>
                  </a:lnTo>
                  <a:lnTo>
                    <a:pt x="1443021" y="3116972"/>
                  </a:lnTo>
                  <a:lnTo>
                    <a:pt x="1441120" y="3116972"/>
                  </a:lnTo>
                  <a:lnTo>
                    <a:pt x="1439218" y="3116972"/>
                  </a:lnTo>
                  <a:lnTo>
                    <a:pt x="1437317" y="3116972"/>
                  </a:lnTo>
                  <a:lnTo>
                    <a:pt x="1435416" y="3116972"/>
                  </a:lnTo>
                  <a:lnTo>
                    <a:pt x="1433515" y="3116972"/>
                  </a:lnTo>
                  <a:lnTo>
                    <a:pt x="1431614" y="3116972"/>
                  </a:lnTo>
                  <a:lnTo>
                    <a:pt x="1429712" y="3116972"/>
                  </a:lnTo>
                  <a:lnTo>
                    <a:pt x="1427811" y="3116972"/>
                  </a:lnTo>
                  <a:lnTo>
                    <a:pt x="1425910" y="3116972"/>
                  </a:lnTo>
                  <a:lnTo>
                    <a:pt x="1424009" y="3116972"/>
                  </a:lnTo>
                  <a:lnTo>
                    <a:pt x="1422107" y="3116972"/>
                  </a:lnTo>
                  <a:lnTo>
                    <a:pt x="1420206" y="3116972"/>
                  </a:lnTo>
                  <a:lnTo>
                    <a:pt x="1418305" y="3116972"/>
                  </a:lnTo>
                  <a:lnTo>
                    <a:pt x="1416404" y="3116972"/>
                  </a:lnTo>
                  <a:lnTo>
                    <a:pt x="1414503" y="3116972"/>
                  </a:lnTo>
                  <a:lnTo>
                    <a:pt x="1412601" y="3116972"/>
                  </a:lnTo>
                  <a:lnTo>
                    <a:pt x="1410700" y="3116972"/>
                  </a:lnTo>
                  <a:lnTo>
                    <a:pt x="1408799" y="3116972"/>
                  </a:lnTo>
                  <a:lnTo>
                    <a:pt x="1406898" y="3116972"/>
                  </a:lnTo>
                  <a:lnTo>
                    <a:pt x="1404997" y="3116972"/>
                  </a:lnTo>
                  <a:lnTo>
                    <a:pt x="1403095" y="3116972"/>
                  </a:lnTo>
                  <a:lnTo>
                    <a:pt x="1401194" y="3116972"/>
                  </a:lnTo>
                  <a:lnTo>
                    <a:pt x="1399293" y="3116972"/>
                  </a:lnTo>
                  <a:lnTo>
                    <a:pt x="1397392" y="3116972"/>
                  </a:lnTo>
                  <a:lnTo>
                    <a:pt x="1395490" y="3116972"/>
                  </a:lnTo>
                  <a:lnTo>
                    <a:pt x="1393589" y="3116972"/>
                  </a:lnTo>
                  <a:lnTo>
                    <a:pt x="1391688" y="3116972"/>
                  </a:lnTo>
                  <a:lnTo>
                    <a:pt x="1389787" y="3116972"/>
                  </a:lnTo>
                  <a:lnTo>
                    <a:pt x="1387886" y="3116972"/>
                  </a:lnTo>
                  <a:lnTo>
                    <a:pt x="1385984" y="3116972"/>
                  </a:lnTo>
                  <a:lnTo>
                    <a:pt x="1384083" y="3116972"/>
                  </a:lnTo>
                  <a:lnTo>
                    <a:pt x="1382182" y="3116972"/>
                  </a:lnTo>
                  <a:lnTo>
                    <a:pt x="1380281" y="3116972"/>
                  </a:lnTo>
                  <a:lnTo>
                    <a:pt x="1378380" y="3116972"/>
                  </a:lnTo>
                  <a:lnTo>
                    <a:pt x="1376478" y="3116972"/>
                  </a:lnTo>
                  <a:lnTo>
                    <a:pt x="1374577" y="3116972"/>
                  </a:lnTo>
                  <a:lnTo>
                    <a:pt x="1372676" y="3116972"/>
                  </a:lnTo>
                  <a:lnTo>
                    <a:pt x="1370775" y="3116972"/>
                  </a:lnTo>
                  <a:lnTo>
                    <a:pt x="1368873" y="3116972"/>
                  </a:lnTo>
                  <a:lnTo>
                    <a:pt x="1366972" y="3116972"/>
                  </a:lnTo>
                  <a:lnTo>
                    <a:pt x="1365071" y="3116972"/>
                  </a:lnTo>
                  <a:lnTo>
                    <a:pt x="1363170" y="3116972"/>
                  </a:lnTo>
                  <a:lnTo>
                    <a:pt x="1361269" y="3116972"/>
                  </a:lnTo>
                  <a:lnTo>
                    <a:pt x="1359367" y="3116972"/>
                  </a:lnTo>
                  <a:lnTo>
                    <a:pt x="1357466" y="3116972"/>
                  </a:lnTo>
                  <a:lnTo>
                    <a:pt x="1355565" y="3116972"/>
                  </a:lnTo>
                  <a:lnTo>
                    <a:pt x="1353664" y="3116972"/>
                  </a:lnTo>
                  <a:lnTo>
                    <a:pt x="1351763" y="3116972"/>
                  </a:lnTo>
                  <a:lnTo>
                    <a:pt x="1349861" y="3116972"/>
                  </a:lnTo>
                  <a:lnTo>
                    <a:pt x="1347960" y="3116972"/>
                  </a:lnTo>
                  <a:lnTo>
                    <a:pt x="1346059" y="3116972"/>
                  </a:lnTo>
                  <a:lnTo>
                    <a:pt x="1344158" y="3116972"/>
                  </a:lnTo>
                  <a:lnTo>
                    <a:pt x="1342256" y="3116972"/>
                  </a:lnTo>
                  <a:lnTo>
                    <a:pt x="1340355" y="3116972"/>
                  </a:lnTo>
                  <a:lnTo>
                    <a:pt x="1338454" y="3116972"/>
                  </a:lnTo>
                  <a:lnTo>
                    <a:pt x="1336553" y="3116972"/>
                  </a:lnTo>
                  <a:lnTo>
                    <a:pt x="1334652" y="3116972"/>
                  </a:lnTo>
                  <a:lnTo>
                    <a:pt x="1332750" y="3116972"/>
                  </a:lnTo>
                  <a:lnTo>
                    <a:pt x="1330849" y="3116972"/>
                  </a:lnTo>
                  <a:lnTo>
                    <a:pt x="1328948" y="3116972"/>
                  </a:lnTo>
                  <a:lnTo>
                    <a:pt x="1327047" y="3116972"/>
                  </a:lnTo>
                  <a:lnTo>
                    <a:pt x="1325146" y="3116972"/>
                  </a:lnTo>
                  <a:lnTo>
                    <a:pt x="1323244" y="3116972"/>
                  </a:lnTo>
                  <a:lnTo>
                    <a:pt x="1321343" y="3116972"/>
                  </a:lnTo>
                  <a:lnTo>
                    <a:pt x="1319442" y="3116972"/>
                  </a:lnTo>
                  <a:lnTo>
                    <a:pt x="1317541" y="3116972"/>
                  </a:lnTo>
                  <a:lnTo>
                    <a:pt x="1315639" y="3116972"/>
                  </a:lnTo>
                  <a:lnTo>
                    <a:pt x="1313738" y="3116972"/>
                  </a:lnTo>
                  <a:lnTo>
                    <a:pt x="1311837" y="3116972"/>
                  </a:lnTo>
                  <a:lnTo>
                    <a:pt x="1309936" y="3116972"/>
                  </a:lnTo>
                  <a:lnTo>
                    <a:pt x="1308035" y="3116972"/>
                  </a:lnTo>
                  <a:lnTo>
                    <a:pt x="1306133" y="3116972"/>
                  </a:lnTo>
                  <a:lnTo>
                    <a:pt x="1304232" y="3116972"/>
                  </a:lnTo>
                  <a:lnTo>
                    <a:pt x="1302331" y="3116972"/>
                  </a:lnTo>
                  <a:lnTo>
                    <a:pt x="1300430" y="3116972"/>
                  </a:lnTo>
                  <a:lnTo>
                    <a:pt x="1298529" y="3116972"/>
                  </a:lnTo>
                  <a:lnTo>
                    <a:pt x="1296627" y="3116972"/>
                  </a:lnTo>
                  <a:lnTo>
                    <a:pt x="1294726" y="3116972"/>
                  </a:lnTo>
                  <a:lnTo>
                    <a:pt x="1292825" y="3116972"/>
                  </a:lnTo>
                  <a:lnTo>
                    <a:pt x="1290924" y="3116972"/>
                  </a:lnTo>
                  <a:lnTo>
                    <a:pt x="1289022" y="3116972"/>
                  </a:lnTo>
                  <a:lnTo>
                    <a:pt x="1287121" y="3116972"/>
                  </a:lnTo>
                  <a:lnTo>
                    <a:pt x="1285220" y="3116972"/>
                  </a:lnTo>
                  <a:lnTo>
                    <a:pt x="1283319" y="3116972"/>
                  </a:lnTo>
                  <a:lnTo>
                    <a:pt x="1281418" y="3116972"/>
                  </a:lnTo>
                  <a:lnTo>
                    <a:pt x="1279516" y="3116972"/>
                  </a:lnTo>
                  <a:lnTo>
                    <a:pt x="1277615" y="3116972"/>
                  </a:lnTo>
                  <a:lnTo>
                    <a:pt x="1275714" y="3116972"/>
                  </a:lnTo>
                  <a:lnTo>
                    <a:pt x="1273813" y="3116972"/>
                  </a:lnTo>
                  <a:lnTo>
                    <a:pt x="1271912" y="3116972"/>
                  </a:lnTo>
                  <a:lnTo>
                    <a:pt x="1270010" y="3116972"/>
                  </a:lnTo>
                  <a:lnTo>
                    <a:pt x="1268109" y="3116972"/>
                  </a:lnTo>
                  <a:lnTo>
                    <a:pt x="1266208" y="3116972"/>
                  </a:lnTo>
                  <a:lnTo>
                    <a:pt x="1264307" y="3116972"/>
                  </a:lnTo>
                  <a:lnTo>
                    <a:pt x="1262405" y="3116972"/>
                  </a:lnTo>
                  <a:lnTo>
                    <a:pt x="1260504" y="3116972"/>
                  </a:lnTo>
                  <a:lnTo>
                    <a:pt x="1258603" y="3116972"/>
                  </a:lnTo>
                  <a:lnTo>
                    <a:pt x="1256702" y="3116972"/>
                  </a:lnTo>
                  <a:lnTo>
                    <a:pt x="1254801" y="3116972"/>
                  </a:lnTo>
                  <a:lnTo>
                    <a:pt x="1252899" y="3116972"/>
                  </a:lnTo>
                  <a:lnTo>
                    <a:pt x="1250998" y="3116972"/>
                  </a:lnTo>
                  <a:lnTo>
                    <a:pt x="1249097" y="3116972"/>
                  </a:lnTo>
                  <a:lnTo>
                    <a:pt x="1247196" y="3116972"/>
                  </a:lnTo>
                  <a:lnTo>
                    <a:pt x="1245295" y="3116972"/>
                  </a:lnTo>
                  <a:lnTo>
                    <a:pt x="1243393" y="3116972"/>
                  </a:lnTo>
                  <a:lnTo>
                    <a:pt x="1241492" y="3116972"/>
                  </a:lnTo>
                  <a:lnTo>
                    <a:pt x="1239591" y="3116972"/>
                  </a:lnTo>
                  <a:lnTo>
                    <a:pt x="1237690" y="3116972"/>
                  </a:lnTo>
                  <a:lnTo>
                    <a:pt x="1235788" y="3116972"/>
                  </a:lnTo>
                  <a:lnTo>
                    <a:pt x="1233887" y="3116972"/>
                  </a:lnTo>
                  <a:lnTo>
                    <a:pt x="1231986" y="3116972"/>
                  </a:lnTo>
                  <a:lnTo>
                    <a:pt x="1230085" y="3116972"/>
                  </a:lnTo>
                  <a:lnTo>
                    <a:pt x="1228184" y="3116972"/>
                  </a:lnTo>
                  <a:lnTo>
                    <a:pt x="1226282" y="3116972"/>
                  </a:lnTo>
                  <a:lnTo>
                    <a:pt x="1224381" y="3116972"/>
                  </a:lnTo>
                  <a:lnTo>
                    <a:pt x="1222480" y="3116972"/>
                  </a:lnTo>
                  <a:lnTo>
                    <a:pt x="1220579" y="3116972"/>
                  </a:lnTo>
                  <a:lnTo>
                    <a:pt x="1218678" y="3116972"/>
                  </a:lnTo>
                  <a:lnTo>
                    <a:pt x="1216776" y="3116972"/>
                  </a:lnTo>
                  <a:lnTo>
                    <a:pt x="1214875" y="3116972"/>
                  </a:lnTo>
                  <a:lnTo>
                    <a:pt x="1212974" y="3116972"/>
                  </a:lnTo>
                  <a:lnTo>
                    <a:pt x="1211073" y="3116972"/>
                  </a:lnTo>
                  <a:lnTo>
                    <a:pt x="1209171" y="3116972"/>
                  </a:lnTo>
                  <a:lnTo>
                    <a:pt x="1207270" y="3116972"/>
                  </a:lnTo>
                  <a:lnTo>
                    <a:pt x="1205369" y="3116972"/>
                  </a:lnTo>
                  <a:lnTo>
                    <a:pt x="1203468" y="3116972"/>
                  </a:lnTo>
                  <a:lnTo>
                    <a:pt x="1201567" y="3116972"/>
                  </a:lnTo>
                  <a:lnTo>
                    <a:pt x="1199665" y="3116972"/>
                  </a:lnTo>
                  <a:lnTo>
                    <a:pt x="1197764" y="3116972"/>
                  </a:lnTo>
                  <a:lnTo>
                    <a:pt x="1195863" y="3116972"/>
                  </a:lnTo>
                  <a:lnTo>
                    <a:pt x="1193962" y="3116972"/>
                  </a:lnTo>
                  <a:lnTo>
                    <a:pt x="1192061" y="3116972"/>
                  </a:lnTo>
                  <a:lnTo>
                    <a:pt x="1190159" y="3116972"/>
                  </a:lnTo>
                  <a:lnTo>
                    <a:pt x="1188258" y="3116972"/>
                  </a:lnTo>
                  <a:lnTo>
                    <a:pt x="1186357" y="3116972"/>
                  </a:lnTo>
                  <a:lnTo>
                    <a:pt x="1184456" y="3116972"/>
                  </a:lnTo>
                  <a:lnTo>
                    <a:pt x="1182554" y="3116972"/>
                  </a:lnTo>
                  <a:lnTo>
                    <a:pt x="1180653" y="3116972"/>
                  </a:lnTo>
                  <a:lnTo>
                    <a:pt x="1178752" y="3116972"/>
                  </a:lnTo>
                  <a:lnTo>
                    <a:pt x="1176851" y="3116972"/>
                  </a:lnTo>
                  <a:lnTo>
                    <a:pt x="1174950" y="3116972"/>
                  </a:lnTo>
                  <a:lnTo>
                    <a:pt x="1173048" y="3116972"/>
                  </a:lnTo>
                  <a:lnTo>
                    <a:pt x="1171147" y="3116972"/>
                  </a:lnTo>
                  <a:lnTo>
                    <a:pt x="1169246" y="3116972"/>
                  </a:lnTo>
                  <a:lnTo>
                    <a:pt x="1167345" y="3116972"/>
                  </a:lnTo>
                  <a:lnTo>
                    <a:pt x="1165444" y="3116972"/>
                  </a:lnTo>
                  <a:lnTo>
                    <a:pt x="1163542" y="3116972"/>
                  </a:lnTo>
                  <a:lnTo>
                    <a:pt x="1161641" y="3116972"/>
                  </a:lnTo>
                  <a:lnTo>
                    <a:pt x="1159740" y="3116972"/>
                  </a:lnTo>
                  <a:lnTo>
                    <a:pt x="1157839" y="3116972"/>
                  </a:lnTo>
                  <a:lnTo>
                    <a:pt x="1155938" y="3116972"/>
                  </a:lnTo>
                  <a:lnTo>
                    <a:pt x="1154036" y="3116972"/>
                  </a:lnTo>
                  <a:lnTo>
                    <a:pt x="1152135" y="3116972"/>
                  </a:lnTo>
                  <a:lnTo>
                    <a:pt x="1150234" y="3116972"/>
                  </a:lnTo>
                  <a:lnTo>
                    <a:pt x="1148333" y="3116972"/>
                  </a:lnTo>
                  <a:lnTo>
                    <a:pt x="1146431" y="3116972"/>
                  </a:lnTo>
                  <a:lnTo>
                    <a:pt x="1144530" y="3116972"/>
                  </a:lnTo>
                  <a:lnTo>
                    <a:pt x="1142629" y="3116972"/>
                  </a:lnTo>
                  <a:lnTo>
                    <a:pt x="1140728" y="3116972"/>
                  </a:lnTo>
                  <a:lnTo>
                    <a:pt x="1138827" y="3116972"/>
                  </a:lnTo>
                  <a:lnTo>
                    <a:pt x="1136925" y="3116972"/>
                  </a:lnTo>
                  <a:lnTo>
                    <a:pt x="1135024" y="3116972"/>
                  </a:lnTo>
                  <a:lnTo>
                    <a:pt x="1133123" y="3116972"/>
                  </a:lnTo>
                  <a:lnTo>
                    <a:pt x="1131222" y="3116972"/>
                  </a:lnTo>
                  <a:lnTo>
                    <a:pt x="1129321" y="3116972"/>
                  </a:lnTo>
                  <a:lnTo>
                    <a:pt x="1127419" y="3116972"/>
                  </a:lnTo>
                  <a:lnTo>
                    <a:pt x="1125518" y="3116972"/>
                  </a:lnTo>
                  <a:lnTo>
                    <a:pt x="1123617" y="3116972"/>
                  </a:lnTo>
                  <a:lnTo>
                    <a:pt x="1121716" y="3116972"/>
                  </a:lnTo>
                  <a:lnTo>
                    <a:pt x="1119814" y="3116972"/>
                  </a:lnTo>
                  <a:lnTo>
                    <a:pt x="1117913" y="3116972"/>
                  </a:lnTo>
                  <a:lnTo>
                    <a:pt x="1116012" y="3116972"/>
                  </a:lnTo>
                  <a:lnTo>
                    <a:pt x="1114111" y="3116972"/>
                  </a:lnTo>
                  <a:lnTo>
                    <a:pt x="1112210" y="3116972"/>
                  </a:lnTo>
                  <a:lnTo>
                    <a:pt x="1110308" y="3116972"/>
                  </a:lnTo>
                  <a:lnTo>
                    <a:pt x="1108407" y="3116972"/>
                  </a:lnTo>
                  <a:lnTo>
                    <a:pt x="1106506" y="3116972"/>
                  </a:lnTo>
                  <a:lnTo>
                    <a:pt x="1104605" y="3116972"/>
                  </a:lnTo>
                  <a:lnTo>
                    <a:pt x="1102704" y="3116972"/>
                  </a:lnTo>
                  <a:lnTo>
                    <a:pt x="1100802" y="3116972"/>
                  </a:lnTo>
                  <a:lnTo>
                    <a:pt x="1098901" y="3116972"/>
                  </a:lnTo>
                  <a:lnTo>
                    <a:pt x="1097000" y="3116972"/>
                  </a:lnTo>
                  <a:lnTo>
                    <a:pt x="1095099" y="3116972"/>
                  </a:lnTo>
                  <a:lnTo>
                    <a:pt x="1093197" y="3116972"/>
                  </a:lnTo>
                  <a:lnTo>
                    <a:pt x="1091296" y="3116972"/>
                  </a:lnTo>
                  <a:lnTo>
                    <a:pt x="1089395" y="3116972"/>
                  </a:lnTo>
                  <a:lnTo>
                    <a:pt x="1087494" y="3116972"/>
                  </a:lnTo>
                  <a:lnTo>
                    <a:pt x="1085593" y="3116972"/>
                  </a:lnTo>
                  <a:lnTo>
                    <a:pt x="1083691" y="3116972"/>
                  </a:lnTo>
                  <a:lnTo>
                    <a:pt x="1081790" y="3116972"/>
                  </a:lnTo>
                  <a:lnTo>
                    <a:pt x="1079889" y="3116972"/>
                  </a:lnTo>
                  <a:lnTo>
                    <a:pt x="1077988" y="3116972"/>
                  </a:lnTo>
                  <a:lnTo>
                    <a:pt x="1076087" y="3116972"/>
                  </a:lnTo>
                  <a:lnTo>
                    <a:pt x="1074185" y="3116972"/>
                  </a:lnTo>
                  <a:lnTo>
                    <a:pt x="1072284" y="3116972"/>
                  </a:lnTo>
                  <a:lnTo>
                    <a:pt x="1070383" y="3116972"/>
                  </a:lnTo>
                  <a:lnTo>
                    <a:pt x="1068482" y="3116972"/>
                  </a:lnTo>
                  <a:lnTo>
                    <a:pt x="1066580" y="3116972"/>
                  </a:lnTo>
                  <a:lnTo>
                    <a:pt x="1064679" y="3116972"/>
                  </a:lnTo>
                  <a:lnTo>
                    <a:pt x="1062778" y="3116972"/>
                  </a:lnTo>
                  <a:lnTo>
                    <a:pt x="1060877" y="3116972"/>
                  </a:lnTo>
                  <a:lnTo>
                    <a:pt x="1058976" y="3116972"/>
                  </a:lnTo>
                  <a:lnTo>
                    <a:pt x="1057074" y="3116972"/>
                  </a:lnTo>
                  <a:lnTo>
                    <a:pt x="1055173" y="3116972"/>
                  </a:lnTo>
                  <a:lnTo>
                    <a:pt x="1053272" y="3116972"/>
                  </a:lnTo>
                  <a:lnTo>
                    <a:pt x="1051371" y="3116972"/>
                  </a:lnTo>
                  <a:lnTo>
                    <a:pt x="1049470" y="3116972"/>
                  </a:lnTo>
                  <a:lnTo>
                    <a:pt x="1047568" y="3116972"/>
                  </a:lnTo>
                  <a:lnTo>
                    <a:pt x="1045667" y="3116972"/>
                  </a:lnTo>
                  <a:lnTo>
                    <a:pt x="1043766" y="3116972"/>
                  </a:lnTo>
                  <a:lnTo>
                    <a:pt x="1041865" y="3116972"/>
                  </a:lnTo>
                  <a:lnTo>
                    <a:pt x="1039963" y="3116972"/>
                  </a:lnTo>
                  <a:lnTo>
                    <a:pt x="1038062" y="3116972"/>
                  </a:lnTo>
                  <a:lnTo>
                    <a:pt x="1036161" y="3116972"/>
                  </a:lnTo>
                  <a:lnTo>
                    <a:pt x="1034260" y="3116972"/>
                  </a:lnTo>
                  <a:lnTo>
                    <a:pt x="1032359" y="3116972"/>
                  </a:lnTo>
                  <a:lnTo>
                    <a:pt x="1030457" y="3116972"/>
                  </a:lnTo>
                  <a:lnTo>
                    <a:pt x="1028556" y="3116972"/>
                  </a:lnTo>
                  <a:lnTo>
                    <a:pt x="1026655" y="3116972"/>
                  </a:lnTo>
                  <a:lnTo>
                    <a:pt x="1024754" y="3116972"/>
                  </a:lnTo>
                  <a:lnTo>
                    <a:pt x="1022853" y="3116972"/>
                  </a:lnTo>
                  <a:lnTo>
                    <a:pt x="1020951" y="3116972"/>
                  </a:lnTo>
                  <a:lnTo>
                    <a:pt x="1019050" y="3116972"/>
                  </a:lnTo>
                  <a:lnTo>
                    <a:pt x="1017149" y="3116972"/>
                  </a:lnTo>
                  <a:lnTo>
                    <a:pt x="1015248" y="3116972"/>
                  </a:lnTo>
                  <a:lnTo>
                    <a:pt x="1013346" y="3116972"/>
                  </a:lnTo>
                  <a:lnTo>
                    <a:pt x="1011445" y="3116972"/>
                  </a:lnTo>
                  <a:lnTo>
                    <a:pt x="1009544" y="3116972"/>
                  </a:lnTo>
                  <a:lnTo>
                    <a:pt x="1007643" y="3116972"/>
                  </a:lnTo>
                  <a:lnTo>
                    <a:pt x="1005742" y="3116972"/>
                  </a:lnTo>
                  <a:lnTo>
                    <a:pt x="1003840" y="3116972"/>
                  </a:lnTo>
                  <a:lnTo>
                    <a:pt x="1001939" y="3116972"/>
                  </a:lnTo>
                  <a:lnTo>
                    <a:pt x="1000038" y="3116972"/>
                  </a:lnTo>
                  <a:lnTo>
                    <a:pt x="998137" y="3116972"/>
                  </a:lnTo>
                  <a:lnTo>
                    <a:pt x="996236" y="3116972"/>
                  </a:lnTo>
                  <a:lnTo>
                    <a:pt x="994334" y="3116972"/>
                  </a:lnTo>
                  <a:lnTo>
                    <a:pt x="992433" y="3116972"/>
                  </a:lnTo>
                  <a:lnTo>
                    <a:pt x="990532" y="3116972"/>
                  </a:lnTo>
                  <a:lnTo>
                    <a:pt x="988631" y="3116972"/>
                  </a:lnTo>
                  <a:lnTo>
                    <a:pt x="986729" y="3116972"/>
                  </a:lnTo>
                  <a:lnTo>
                    <a:pt x="984828" y="3116972"/>
                  </a:lnTo>
                  <a:lnTo>
                    <a:pt x="982927" y="3116972"/>
                  </a:lnTo>
                  <a:lnTo>
                    <a:pt x="981026" y="3116972"/>
                  </a:lnTo>
                  <a:lnTo>
                    <a:pt x="979125" y="3116972"/>
                  </a:lnTo>
                  <a:lnTo>
                    <a:pt x="977223" y="3116972"/>
                  </a:lnTo>
                  <a:lnTo>
                    <a:pt x="975322" y="3116972"/>
                  </a:lnTo>
                  <a:lnTo>
                    <a:pt x="973421" y="3116972"/>
                  </a:lnTo>
                  <a:lnTo>
                    <a:pt x="971520" y="3116972"/>
                  </a:lnTo>
                  <a:lnTo>
                    <a:pt x="969619" y="3116972"/>
                  </a:lnTo>
                  <a:lnTo>
                    <a:pt x="967717" y="3116972"/>
                  </a:lnTo>
                  <a:lnTo>
                    <a:pt x="965816" y="3116972"/>
                  </a:lnTo>
                  <a:lnTo>
                    <a:pt x="963915" y="3116972"/>
                  </a:lnTo>
                  <a:lnTo>
                    <a:pt x="962014" y="3116972"/>
                  </a:lnTo>
                  <a:lnTo>
                    <a:pt x="960112" y="3116972"/>
                  </a:lnTo>
                  <a:lnTo>
                    <a:pt x="958211" y="3116972"/>
                  </a:lnTo>
                  <a:lnTo>
                    <a:pt x="956310" y="3116972"/>
                  </a:lnTo>
                  <a:lnTo>
                    <a:pt x="954409" y="3116972"/>
                  </a:lnTo>
                  <a:lnTo>
                    <a:pt x="952508" y="3116972"/>
                  </a:lnTo>
                  <a:lnTo>
                    <a:pt x="950606" y="3116972"/>
                  </a:lnTo>
                  <a:lnTo>
                    <a:pt x="948705" y="3116972"/>
                  </a:lnTo>
                  <a:lnTo>
                    <a:pt x="946804" y="3116972"/>
                  </a:lnTo>
                  <a:lnTo>
                    <a:pt x="944903" y="3116972"/>
                  </a:lnTo>
                  <a:lnTo>
                    <a:pt x="943002" y="3116972"/>
                  </a:lnTo>
                  <a:lnTo>
                    <a:pt x="941100" y="3116972"/>
                  </a:lnTo>
                  <a:lnTo>
                    <a:pt x="939199" y="3116972"/>
                  </a:lnTo>
                  <a:lnTo>
                    <a:pt x="937298" y="3116972"/>
                  </a:lnTo>
                  <a:lnTo>
                    <a:pt x="935397" y="3116972"/>
                  </a:lnTo>
                  <a:lnTo>
                    <a:pt x="933495" y="3116972"/>
                  </a:lnTo>
                  <a:lnTo>
                    <a:pt x="931594" y="3116972"/>
                  </a:lnTo>
                  <a:lnTo>
                    <a:pt x="929693" y="3116972"/>
                  </a:lnTo>
                  <a:lnTo>
                    <a:pt x="927792" y="3116972"/>
                  </a:lnTo>
                  <a:lnTo>
                    <a:pt x="925891" y="3116972"/>
                  </a:lnTo>
                  <a:lnTo>
                    <a:pt x="923989" y="3116972"/>
                  </a:lnTo>
                  <a:lnTo>
                    <a:pt x="922088" y="3116972"/>
                  </a:lnTo>
                  <a:lnTo>
                    <a:pt x="920187" y="3116972"/>
                  </a:lnTo>
                  <a:lnTo>
                    <a:pt x="918286" y="3116972"/>
                  </a:lnTo>
                  <a:lnTo>
                    <a:pt x="916385" y="3116972"/>
                  </a:lnTo>
                  <a:lnTo>
                    <a:pt x="914483" y="3116972"/>
                  </a:lnTo>
                  <a:lnTo>
                    <a:pt x="912582" y="3116972"/>
                  </a:lnTo>
                  <a:lnTo>
                    <a:pt x="910681" y="3116972"/>
                  </a:lnTo>
                  <a:lnTo>
                    <a:pt x="908780" y="3116972"/>
                  </a:lnTo>
                  <a:lnTo>
                    <a:pt x="906878" y="3116972"/>
                  </a:lnTo>
                  <a:lnTo>
                    <a:pt x="904977" y="3116972"/>
                  </a:lnTo>
                  <a:lnTo>
                    <a:pt x="903076" y="3116972"/>
                  </a:lnTo>
                  <a:lnTo>
                    <a:pt x="901175" y="3116972"/>
                  </a:lnTo>
                  <a:lnTo>
                    <a:pt x="899274" y="3116972"/>
                  </a:lnTo>
                  <a:lnTo>
                    <a:pt x="897372" y="3116972"/>
                  </a:lnTo>
                  <a:lnTo>
                    <a:pt x="895471" y="3116972"/>
                  </a:lnTo>
                  <a:lnTo>
                    <a:pt x="893570" y="3116972"/>
                  </a:lnTo>
                  <a:lnTo>
                    <a:pt x="891669" y="3116972"/>
                  </a:lnTo>
                  <a:lnTo>
                    <a:pt x="889768" y="3116972"/>
                  </a:lnTo>
                  <a:lnTo>
                    <a:pt x="887866" y="3116972"/>
                  </a:lnTo>
                  <a:lnTo>
                    <a:pt x="885965" y="3116972"/>
                  </a:lnTo>
                  <a:lnTo>
                    <a:pt x="884064" y="3116972"/>
                  </a:lnTo>
                  <a:lnTo>
                    <a:pt x="882163" y="3116972"/>
                  </a:lnTo>
                  <a:lnTo>
                    <a:pt x="880261" y="3116972"/>
                  </a:lnTo>
                  <a:lnTo>
                    <a:pt x="878360" y="3116972"/>
                  </a:lnTo>
                  <a:lnTo>
                    <a:pt x="876459" y="3116972"/>
                  </a:lnTo>
                  <a:lnTo>
                    <a:pt x="874558" y="3116972"/>
                  </a:lnTo>
                  <a:lnTo>
                    <a:pt x="872657" y="3116972"/>
                  </a:lnTo>
                  <a:lnTo>
                    <a:pt x="870755" y="3116972"/>
                  </a:lnTo>
                  <a:lnTo>
                    <a:pt x="868854" y="3116972"/>
                  </a:lnTo>
                  <a:lnTo>
                    <a:pt x="866953" y="3116972"/>
                  </a:lnTo>
                  <a:lnTo>
                    <a:pt x="865052" y="3116972"/>
                  </a:lnTo>
                  <a:lnTo>
                    <a:pt x="863151" y="3116972"/>
                  </a:lnTo>
                  <a:lnTo>
                    <a:pt x="861249" y="3116972"/>
                  </a:lnTo>
                  <a:lnTo>
                    <a:pt x="859348" y="3116972"/>
                  </a:lnTo>
                  <a:lnTo>
                    <a:pt x="857447" y="3116972"/>
                  </a:lnTo>
                  <a:lnTo>
                    <a:pt x="855546" y="3116972"/>
                  </a:lnTo>
                  <a:lnTo>
                    <a:pt x="853645" y="3116972"/>
                  </a:lnTo>
                  <a:lnTo>
                    <a:pt x="851743" y="3116972"/>
                  </a:lnTo>
                  <a:lnTo>
                    <a:pt x="849842" y="3116972"/>
                  </a:lnTo>
                  <a:lnTo>
                    <a:pt x="847941" y="3116972"/>
                  </a:lnTo>
                  <a:lnTo>
                    <a:pt x="846040" y="3116972"/>
                  </a:lnTo>
                  <a:lnTo>
                    <a:pt x="844138" y="3116972"/>
                  </a:lnTo>
                  <a:lnTo>
                    <a:pt x="842237" y="3116972"/>
                  </a:lnTo>
                  <a:lnTo>
                    <a:pt x="840336" y="3116972"/>
                  </a:lnTo>
                  <a:lnTo>
                    <a:pt x="838435" y="3116972"/>
                  </a:lnTo>
                  <a:lnTo>
                    <a:pt x="836534" y="3116972"/>
                  </a:lnTo>
                  <a:lnTo>
                    <a:pt x="834632" y="3116972"/>
                  </a:lnTo>
                  <a:lnTo>
                    <a:pt x="832731" y="3116972"/>
                  </a:lnTo>
                  <a:lnTo>
                    <a:pt x="830830" y="3116972"/>
                  </a:lnTo>
                  <a:lnTo>
                    <a:pt x="828929" y="3116972"/>
                  </a:lnTo>
                  <a:lnTo>
                    <a:pt x="827028" y="3116972"/>
                  </a:lnTo>
                  <a:lnTo>
                    <a:pt x="825126" y="3116972"/>
                  </a:lnTo>
                  <a:lnTo>
                    <a:pt x="823225" y="3116972"/>
                  </a:lnTo>
                  <a:lnTo>
                    <a:pt x="821324" y="3116972"/>
                  </a:lnTo>
                  <a:lnTo>
                    <a:pt x="819423" y="3116972"/>
                  </a:lnTo>
                  <a:lnTo>
                    <a:pt x="817521" y="3116972"/>
                  </a:lnTo>
                  <a:lnTo>
                    <a:pt x="815620" y="3116972"/>
                  </a:lnTo>
                  <a:lnTo>
                    <a:pt x="813719" y="3116972"/>
                  </a:lnTo>
                  <a:lnTo>
                    <a:pt x="811818" y="3116972"/>
                  </a:lnTo>
                  <a:lnTo>
                    <a:pt x="809917" y="3116972"/>
                  </a:lnTo>
                  <a:lnTo>
                    <a:pt x="808015" y="3116972"/>
                  </a:lnTo>
                  <a:lnTo>
                    <a:pt x="806114" y="3116972"/>
                  </a:lnTo>
                  <a:lnTo>
                    <a:pt x="804213" y="3116972"/>
                  </a:lnTo>
                  <a:lnTo>
                    <a:pt x="802312" y="3116972"/>
                  </a:lnTo>
                  <a:lnTo>
                    <a:pt x="800411" y="3116972"/>
                  </a:lnTo>
                  <a:lnTo>
                    <a:pt x="798509" y="3116972"/>
                  </a:lnTo>
                  <a:lnTo>
                    <a:pt x="796608" y="3116972"/>
                  </a:lnTo>
                  <a:lnTo>
                    <a:pt x="794707" y="3116972"/>
                  </a:lnTo>
                  <a:lnTo>
                    <a:pt x="792806" y="3116972"/>
                  </a:lnTo>
                  <a:lnTo>
                    <a:pt x="790904" y="3116972"/>
                  </a:lnTo>
                  <a:lnTo>
                    <a:pt x="789003" y="3116972"/>
                  </a:lnTo>
                  <a:lnTo>
                    <a:pt x="787102" y="3116972"/>
                  </a:lnTo>
                  <a:lnTo>
                    <a:pt x="785201" y="3116972"/>
                  </a:lnTo>
                  <a:lnTo>
                    <a:pt x="783300" y="3116972"/>
                  </a:lnTo>
                  <a:lnTo>
                    <a:pt x="781398" y="3116972"/>
                  </a:lnTo>
                  <a:lnTo>
                    <a:pt x="779497" y="3116972"/>
                  </a:lnTo>
                  <a:lnTo>
                    <a:pt x="777596" y="3116972"/>
                  </a:lnTo>
                  <a:lnTo>
                    <a:pt x="775695" y="3116972"/>
                  </a:lnTo>
                  <a:lnTo>
                    <a:pt x="773794" y="3116972"/>
                  </a:lnTo>
                  <a:lnTo>
                    <a:pt x="771892" y="3116972"/>
                  </a:lnTo>
                  <a:lnTo>
                    <a:pt x="769991" y="3116972"/>
                  </a:lnTo>
                  <a:lnTo>
                    <a:pt x="768090" y="3116972"/>
                  </a:lnTo>
                  <a:lnTo>
                    <a:pt x="766189" y="3116972"/>
                  </a:lnTo>
                  <a:lnTo>
                    <a:pt x="764287" y="3116972"/>
                  </a:lnTo>
                  <a:lnTo>
                    <a:pt x="762386" y="3116972"/>
                  </a:lnTo>
                  <a:lnTo>
                    <a:pt x="760485" y="3116972"/>
                  </a:lnTo>
                  <a:lnTo>
                    <a:pt x="758584" y="3116972"/>
                  </a:lnTo>
                  <a:lnTo>
                    <a:pt x="756683" y="3116972"/>
                  </a:lnTo>
                  <a:lnTo>
                    <a:pt x="754781" y="3116972"/>
                  </a:lnTo>
                  <a:lnTo>
                    <a:pt x="752880" y="3116972"/>
                  </a:lnTo>
                  <a:lnTo>
                    <a:pt x="750979" y="3116972"/>
                  </a:lnTo>
                  <a:lnTo>
                    <a:pt x="749078" y="3116972"/>
                  </a:lnTo>
                  <a:lnTo>
                    <a:pt x="747177" y="3116972"/>
                  </a:lnTo>
                  <a:lnTo>
                    <a:pt x="745275" y="3116972"/>
                  </a:lnTo>
                  <a:lnTo>
                    <a:pt x="743374" y="3116972"/>
                  </a:lnTo>
                  <a:lnTo>
                    <a:pt x="741473" y="3116972"/>
                  </a:lnTo>
                  <a:lnTo>
                    <a:pt x="739572" y="3116972"/>
                  </a:lnTo>
                  <a:lnTo>
                    <a:pt x="737670" y="3116972"/>
                  </a:lnTo>
                  <a:lnTo>
                    <a:pt x="735769" y="3116972"/>
                  </a:lnTo>
                  <a:lnTo>
                    <a:pt x="733868" y="3116972"/>
                  </a:lnTo>
                  <a:lnTo>
                    <a:pt x="731967" y="3116972"/>
                  </a:lnTo>
                  <a:lnTo>
                    <a:pt x="730066" y="3116972"/>
                  </a:lnTo>
                  <a:lnTo>
                    <a:pt x="728164" y="3116972"/>
                  </a:lnTo>
                  <a:lnTo>
                    <a:pt x="726263" y="3116972"/>
                  </a:lnTo>
                  <a:lnTo>
                    <a:pt x="724362" y="3116972"/>
                  </a:lnTo>
                  <a:lnTo>
                    <a:pt x="722461" y="3116972"/>
                  </a:lnTo>
                  <a:lnTo>
                    <a:pt x="720560" y="3116972"/>
                  </a:lnTo>
                  <a:lnTo>
                    <a:pt x="718658" y="3116972"/>
                  </a:lnTo>
                  <a:lnTo>
                    <a:pt x="716757" y="3116972"/>
                  </a:lnTo>
                  <a:lnTo>
                    <a:pt x="714856" y="3116972"/>
                  </a:lnTo>
                  <a:lnTo>
                    <a:pt x="712955" y="3116972"/>
                  </a:lnTo>
                  <a:lnTo>
                    <a:pt x="711053" y="3116972"/>
                  </a:lnTo>
                  <a:lnTo>
                    <a:pt x="709152" y="3116972"/>
                  </a:lnTo>
                  <a:lnTo>
                    <a:pt x="707251" y="3116972"/>
                  </a:lnTo>
                  <a:lnTo>
                    <a:pt x="705350" y="3116972"/>
                  </a:lnTo>
                  <a:lnTo>
                    <a:pt x="703449" y="3116972"/>
                  </a:lnTo>
                  <a:lnTo>
                    <a:pt x="701547" y="3116972"/>
                  </a:lnTo>
                  <a:lnTo>
                    <a:pt x="699646" y="3116972"/>
                  </a:lnTo>
                  <a:lnTo>
                    <a:pt x="697745" y="3116972"/>
                  </a:lnTo>
                  <a:lnTo>
                    <a:pt x="695844" y="3116972"/>
                  </a:lnTo>
                  <a:lnTo>
                    <a:pt x="693943" y="3116972"/>
                  </a:lnTo>
                  <a:lnTo>
                    <a:pt x="692041" y="3116972"/>
                  </a:lnTo>
                  <a:lnTo>
                    <a:pt x="690140" y="3116972"/>
                  </a:lnTo>
                  <a:lnTo>
                    <a:pt x="688239" y="3116972"/>
                  </a:lnTo>
                  <a:lnTo>
                    <a:pt x="686338" y="3116972"/>
                  </a:lnTo>
                  <a:lnTo>
                    <a:pt x="684436" y="3116972"/>
                  </a:lnTo>
                  <a:lnTo>
                    <a:pt x="682535" y="3116972"/>
                  </a:lnTo>
                  <a:lnTo>
                    <a:pt x="680634" y="3116972"/>
                  </a:lnTo>
                  <a:lnTo>
                    <a:pt x="678733" y="3116972"/>
                  </a:lnTo>
                  <a:lnTo>
                    <a:pt x="676832" y="3116972"/>
                  </a:lnTo>
                  <a:lnTo>
                    <a:pt x="674930" y="3116972"/>
                  </a:lnTo>
                  <a:lnTo>
                    <a:pt x="673029" y="3116972"/>
                  </a:lnTo>
                  <a:lnTo>
                    <a:pt x="671128" y="3116972"/>
                  </a:lnTo>
                  <a:lnTo>
                    <a:pt x="669227" y="3116972"/>
                  </a:lnTo>
                  <a:lnTo>
                    <a:pt x="667326" y="3116972"/>
                  </a:lnTo>
                  <a:lnTo>
                    <a:pt x="665424" y="3116972"/>
                  </a:lnTo>
                  <a:lnTo>
                    <a:pt x="663523" y="3116972"/>
                  </a:lnTo>
                  <a:lnTo>
                    <a:pt x="661622" y="3116972"/>
                  </a:lnTo>
                  <a:lnTo>
                    <a:pt x="659721" y="3116972"/>
                  </a:lnTo>
                  <a:lnTo>
                    <a:pt x="657819" y="3116972"/>
                  </a:lnTo>
                  <a:lnTo>
                    <a:pt x="655918" y="3116972"/>
                  </a:lnTo>
                  <a:lnTo>
                    <a:pt x="654017" y="3116972"/>
                  </a:lnTo>
                  <a:lnTo>
                    <a:pt x="652116" y="3116972"/>
                  </a:lnTo>
                  <a:lnTo>
                    <a:pt x="650215" y="3116972"/>
                  </a:lnTo>
                  <a:lnTo>
                    <a:pt x="648313" y="3116972"/>
                  </a:lnTo>
                  <a:lnTo>
                    <a:pt x="646412" y="3116972"/>
                  </a:lnTo>
                  <a:lnTo>
                    <a:pt x="644511" y="3116972"/>
                  </a:lnTo>
                  <a:lnTo>
                    <a:pt x="642610" y="3116972"/>
                  </a:lnTo>
                  <a:lnTo>
                    <a:pt x="640709" y="3116972"/>
                  </a:lnTo>
                  <a:lnTo>
                    <a:pt x="638807" y="3116972"/>
                  </a:lnTo>
                  <a:lnTo>
                    <a:pt x="636906" y="3116972"/>
                  </a:lnTo>
                  <a:lnTo>
                    <a:pt x="635005" y="3116972"/>
                  </a:lnTo>
                  <a:lnTo>
                    <a:pt x="633104" y="3116972"/>
                  </a:lnTo>
                  <a:lnTo>
                    <a:pt x="631202" y="3116972"/>
                  </a:lnTo>
                  <a:lnTo>
                    <a:pt x="629301" y="3116972"/>
                  </a:lnTo>
                  <a:lnTo>
                    <a:pt x="627400" y="3116972"/>
                  </a:lnTo>
                  <a:lnTo>
                    <a:pt x="625499" y="3116972"/>
                  </a:lnTo>
                  <a:lnTo>
                    <a:pt x="623598" y="3116972"/>
                  </a:lnTo>
                  <a:lnTo>
                    <a:pt x="621696" y="3116972"/>
                  </a:lnTo>
                  <a:lnTo>
                    <a:pt x="619795" y="3116972"/>
                  </a:lnTo>
                  <a:lnTo>
                    <a:pt x="617894" y="3116972"/>
                  </a:lnTo>
                  <a:lnTo>
                    <a:pt x="615993" y="3116972"/>
                  </a:lnTo>
                  <a:lnTo>
                    <a:pt x="614092" y="3116972"/>
                  </a:lnTo>
                  <a:lnTo>
                    <a:pt x="612190" y="3116972"/>
                  </a:lnTo>
                  <a:lnTo>
                    <a:pt x="610289" y="3116972"/>
                  </a:lnTo>
                  <a:lnTo>
                    <a:pt x="608388" y="3116972"/>
                  </a:lnTo>
                  <a:lnTo>
                    <a:pt x="606487" y="3116972"/>
                  </a:lnTo>
                  <a:lnTo>
                    <a:pt x="604585" y="3116972"/>
                  </a:lnTo>
                  <a:lnTo>
                    <a:pt x="602684" y="3116972"/>
                  </a:lnTo>
                  <a:lnTo>
                    <a:pt x="600783" y="3116972"/>
                  </a:lnTo>
                  <a:lnTo>
                    <a:pt x="598882" y="3116972"/>
                  </a:lnTo>
                  <a:lnTo>
                    <a:pt x="596981" y="3116972"/>
                  </a:lnTo>
                  <a:lnTo>
                    <a:pt x="595079" y="3116972"/>
                  </a:lnTo>
                  <a:lnTo>
                    <a:pt x="593178" y="3116972"/>
                  </a:lnTo>
                  <a:lnTo>
                    <a:pt x="591277" y="3116972"/>
                  </a:lnTo>
                  <a:lnTo>
                    <a:pt x="589376" y="3116972"/>
                  </a:lnTo>
                  <a:lnTo>
                    <a:pt x="587475" y="3116972"/>
                  </a:lnTo>
                  <a:lnTo>
                    <a:pt x="585573" y="3116972"/>
                  </a:lnTo>
                  <a:lnTo>
                    <a:pt x="583672" y="3116972"/>
                  </a:lnTo>
                  <a:lnTo>
                    <a:pt x="581771" y="3116972"/>
                  </a:lnTo>
                  <a:lnTo>
                    <a:pt x="579870" y="3116972"/>
                  </a:lnTo>
                  <a:lnTo>
                    <a:pt x="577969" y="3116972"/>
                  </a:lnTo>
                  <a:lnTo>
                    <a:pt x="576067" y="3116972"/>
                  </a:lnTo>
                  <a:lnTo>
                    <a:pt x="574166" y="3116972"/>
                  </a:lnTo>
                  <a:lnTo>
                    <a:pt x="572265" y="3116972"/>
                  </a:lnTo>
                  <a:lnTo>
                    <a:pt x="570364" y="3116972"/>
                  </a:lnTo>
                  <a:lnTo>
                    <a:pt x="568462" y="3116972"/>
                  </a:lnTo>
                  <a:lnTo>
                    <a:pt x="566561" y="3116972"/>
                  </a:lnTo>
                  <a:lnTo>
                    <a:pt x="564660" y="3116972"/>
                  </a:lnTo>
                  <a:lnTo>
                    <a:pt x="562759" y="3116972"/>
                  </a:lnTo>
                  <a:lnTo>
                    <a:pt x="560858" y="3116972"/>
                  </a:lnTo>
                  <a:lnTo>
                    <a:pt x="558956" y="3116972"/>
                  </a:lnTo>
                  <a:lnTo>
                    <a:pt x="557055" y="3116972"/>
                  </a:lnTo>
                  <a:lnTo>
                    <a:pt x="555154" y="3116972"/>
                  </a:lnTo>
                  <a:lnTo>
                    <a:pt x="553253" y="3116972"/>
                  </a:lnTo>
                  <a:lnTo>
                    <a:pt x="551352" y="3116972"/>
                  </a:lnTo>
                  <a:lnTo>
                    <a:pt x="549450" y="3116972"/>
                  </a:lnTo>
                  <a:lnTo>
                    <a:pt x="547549" y="3116972"/>
                  </a:lnTo>
                  <a:lnTo>
                    <a:pt x="545648" y="3116972"/>
                  </a:lnTo>
                  <a:lnTo>
                    <a:pt x="543747" y="3116972"/>
                  </a:lnTo>
                  <a:lnTo>
                    <a:pt x="541845" y="3116972"/>
                  </a:lnTo>
                  <a:lnTo>
                    <a:pt x="539944" y="3116972"/>
                  </a:lnTo>
                  <a:lnTo>
                    <a:pt x="538043" y="3116972"/>
                  </a:lnTo>
                  <a:lnTo>
                    <a:pt x="536142" y="3116972"/>
                  </a:lnTo>
                  <a:lnTo>
                    <a:pt x="534241" y="3116972"/>
                  </a:lnTo>
                  <a:lnTo>
                    <a:pt x="532339" y="3116972"/>
                  </a:lnTo>
                  <a:lnTo>
                    <a:pt x="530438" y="3116972"/>
                  </a:lnTo>
                  <a:lnTo>
                    <a:pt x="528537" y="3116972"/>
                  </a:lnTo>
                  <a:lnTo>
                    <a:pt x="526636" y="3116972"/>
                  </a:lnTo>
                  <a:lnTo>
                    <a:pt x="524735" y="3116972"/>
                  </a:lnTo>
                  <a:lnTo>
                    <a:pt x="522833" y="3116972"/>
                  </a:lnTo>
                  <a:lnTo>
                    <a:pt x="520932" y="3116972"/>
                  </a:lnTo>
                  <a:lnTo>
                    <a:pt x="519031" y="3116972"/>
                  </a:lnTo>
                  <a:lnTo>
                    <a:pt x="517130" y="3116972"/>
                  </a:lnTo>
                  <a:lnTo>
                    <a:pt x="515228" y="3116972"/>
                  </a:lnTo>
                  <a:lnTo>
                    <a:pt x="513327" y="3116972"/>
                  </a:lnTo>
                  <a:lnTo>
                    <a:pt x="511426" y="3116972"/>
                  </a:lnTo>
                  <a:lnTo>
                    <a:pt x="509525" y="3116972"/>
                  </a:lnTo>
                  <a:lnTo>
                    <a:pt x="507624" y="3116972"/>
                  </a:lnTo>
                  <a:lnTo>
                    <a:pt x="505722" y="3116972"/>
                  </a:lnTo>
                  <a:lnTo>
                    <a:pt x="503821" y="3116972"/>
                  </a:lnTo>
                  <a:lnTo>
                    <a:pt x="501920" y="3116972"/>
                  </a:lnTo>
                  <a:lnTo>
                    <a:pt x="500019" y="3116972"/>
                  </a:lnTo>
                  <a:lnTo>
                    <a:pt x="498118" y="3116972"/>
                  </a:lnTo>
                  <a:lnTo>
                    <a:pt x="496216" y="3116972"/>
                  </a:lnTo>
                  <a:lnTo>
                    <a:pt x="494315" y="3116972"/>
                  </a:lnTo>
                  <a:lnTo>
                    <a:pt x="492414" y="3116972"/>
                  </a:lnTo>
                  <a:lnTo>
                    <a:pt x="490513" y="3116972"/>
                  </a:lnTo>
                  <a:lnTo>
                    <a:pt x="488611" y="3116972"/>
                  </a:lnTo>
                  <a:lnTo>
                    <a:pt x="486710" y="3116972"/>
                  </a:lnTo>
                  <a:lnTo>
                    <a:pt x="484809" y="3116972"/>
                  </a:lnTo>
                  <a:lnTo>
                    <a:pt x="482908" y="3116972"/>
                  </a:lnTo>
                  <a:lnTo>
                    <a:pt x="481007" y="3116972"/>
                  </a:lnTo>
                  <a:lnTo>
                    <a:pt x="479105" y="3116972"/>
                  </a:lnTo>
                  <a:lnTo>
                    <a:pt x="477204" y="3116972"/>
                  </a:lnTo>
                  <a:lnTo>
                    <a:pt x="475303" y="3116972"/>
                  </a:lnTo>
                  <a:lnTo>
                    <a:pt x="473402" y="3116972"/>
                  </a:lnTo>
                  <a:lnTo>
                    <a:pt x="471501" y="3116972"/>
                  </a:lnTo>
                  <a:lnTo>
                    <a:pt x="469599" y="3116972"/>
                  </a:lnTo>
                  <a:lnTo>
                    <a:pt x="467698" y="3116972"/>
                  </a:lnTo>
                  <a:lnTo>
                    <a:pt x="465797" y="3116972"/>
                  </a:lnTo>
                  <a:lnTo>
                    <a:pt x="463896" y="3116972"/>
                  </a:lnTo>
                  <a:lnTo>
                    <a:pt x="461994" y="3116972"/>
                  </a:lnTo>
                  <a:lnTo>
                    <a:pt x="460093" y="3116972"/>
                  </a:lnTo>
                  <a:lnTo>
                    <a:pt x="458192" y="3116972"/>
                  </a:lnTo>
                  <a:lnTo>
                    <a:pt x="456291" y="3116972"/>
                  </a:lnTo>
                  <a:lnTo>
                    <a:pt x="454390" y="3116972"/>
                  </a:lnTo>
                  <a:lnTo>
                    <a:pt x="452488" y="3116972"/>
                  </a:lnTo>
                  <a:lnTo>
                    <a:pt x="450587" y="3116972"/>
                  </a:lnTo>
                  <a:lnTo>
                    <a:pt x="448686" y="3116972"/>
                  </a:lnTo>
                  <a:lnTo>
                    <a:pt x="446785" y="3116972"/>
                  </a:lnTo>
                  <a:lnTo>
                    <a:pt x="444884" y="3116972"/>
                  </a:lnTo>
                  <a:lnTo>
                    <a:pt x="442982" y="3116972"/>
                  </a:lnTo>
                  <a:lnTo>
                    <a:pt x="441081" y="3116972"/>
                  </a:lnTo>
                  <a:lnTo>
                    <a:pt x="439180" y="3116972"/>
                  </a:lnTo>
                  <a:lnTo>
                    <a:pt x="437279" y="3116972"/>
                  </a:lnTo>
                  <a:lnTo>
                    <a:pt x="435377" y="3116972"/>
                  </a:lnTo>
                  <a:lnTo>
                    <a:pt x="433476" y="3116972"/>
                  </a:lnTo>
                  <a:lnTo>
                    <a:pt x="431575" y="3116972"/>
                  </a:lnTo>
                  <a:lnTo>
                    <a:pt x="429674" y="3116972"/>
                  </a:lnTo>
                  <a:lnTo>
                    <a:pt x="427773" y="3116972"/>
                  </a:lnTo>
                  <a:lnTo>
                    <a:pt x="425871" y="3116972"/>
                  </a:lnTo>
                  <a:lnTo>
                    <a:pt x="423970" y="3116972"/>
                  </a:lnTo>
                  <a:lnTo>
                    <a:pt x="422069" y="3116972"/>
                  </a:lnTo>
                  <a:lnTo>
                    <a:pt x="420168" y="3116972"/>
                  </a:lnTo>
                  <a:lnTo>
                    <a:pt x="418267" y="3116972"/>
                  </a:lnTo>
                  <a:lnTo>
                    <a:pt x="416365" y="3116972"/>
                  </a:lnTo>
                  <a:lnTo>
                    <a:pt x="414464" y="3116972"/>
                  </a:lnTo>
                  <a:lnTo>
                    <a:pt x="412563" y="3116972"/>
                  </a:lnTo>
                  <a:lnTo>
                    <a:pt x="410662" y="3116972"/>
                  </a:lnTo>
                  <a:lnTo>
                    <a:pt x="408760" y="3116972"/>
                  </a:lnTo>
                  <a:lnTo>
                    <a:pt x="406859" y="3116972"/>
                  </a:lnTo>
                  <a:lnTo>
                    <a:pt x="404958" y="3116972"/>
                  </a:lnTo>
                  <a:lnTo>
                    <a:pt x="403057" y="3116972"/>
                  </a:lnTo>
                  <a:lnTo>
                    <a:pt x="401156" y="3116972"/>
                  </a:lnTo>
                  <a:lnTo>
                    <a:pt x="399254" y="3116972"/>
                  </a:lnTo>
                  <a:lnTo>
                    <a:pt x="397353" y="3116972"/>
                  </a:lnTo>
                  <a:lnTo>
                    <a:pt x="395452" y="3116972"/>
                  </a:lnTo>
                  <a:lnTo>
                    <a:pt x="393551" y="3116972"/>
                  </a:lnTo>
                  <a:lnTo>
                    <a:pt x="391650" y="3116972"/>
                  </a:lnTo>
                  <a:lnTo>
                    <a:pt x="389748" y="3116972"/>
                  </a:lnTo>
                  <a:lnTo>
                    <a:pt x="387847" y="3116972"/>
                  </a:lnTo>
                  <a:lnTo>
                    <a:pt x="385946" y="3116972"/>
                  </a:lnTo>
                  <a:lnTo>
                    <a:pt x="384045" y="3116972"/>
                  </a:lnTo>
                  <a:lnTo>
                    <a:pt x="382143" y="3116972"/>
                  </a:lnTo>
                  <a:lnTo>
                    <a:pt x="380242" y="3116972"/>
                  </a:lnTo>
                  <a:lnTo>
                    <a:pt x="378341" y="3116972"/>
                  </a:lnTo>
                  <a:lnTo>
                    <a:pt x="376440" y="3116972"/>
                  </a:lnTo>
                  <a:lnTo>
                    <a:pt x="374539" y="3116972"/>
                  </a:lnTo>
                  <a:lnTo>
                    <a:pt x="372637" y="3116972"/>
                  </a:lnTo>
                  <a:lnTo>
                    <a:pt x="370736" y="3116972"/>
                  </a:lnTo>
                  <a:lnTo>
                    <a:pt x="368835" y="3116972"/>
                  </a:lnTo>
                  <a:lnTo>
                    <a:pt x="366934" y="3116972"/>
                  </a:lnTo>
                  <a:lnTo>
                    <a:pt x="365033" y="3116972"/>
                  </a:lnTo>
                  <a:lnTo>
                    <a:pt x="363131" y="3116972"/>
                  </a:lnTo>
                  <a:lnTo>
                    <a:pt x="361230" y="3116972"/>
                  </a:lnTo>
                  <a:lnTo>
                    <a:pt x="359329" y="3116972"/>
                  </a:lnTo>
                  <a:lnTo>
                    <a:pt x="357428" y="3116972"/>
                  </a:lnTo>
                  <a:lnTo>
                    <a:pt x="355526" y="3116972"/>
                  </a:lnTo>
                  <a:lnTo>
                    <a:pt x="353625" y="3116972"/>
                  </a:lnTo>
                  <a:lnTo>
                    <a:pt x="351724" y="3116972"/>
                  </a:lnTo>
                  <a:lnTo>
                    <a:pt x="349823" y="3116972"/>
                  </a:lnTo>
                  <a:lnTo>
                    <a:pt x="347922" y="3116972"/>
                  </a:lnTo>
                  <a:lnTo>
                    <a:pt x="346020" y="3116972"/>
                  </a:lnTo>
                  <a:lnTo>
                    <a:pt x="344119" y="3116972"/>
                  </a:lnTo>
                  <a:lnTo>
                    <a:pt x="342218" y="3116972"/>
                  </a:lnTo>
                  <a:lnTo>
                    <a:pt x="340317" y="3116972"/>
                  </a:lnTo>
                  <a:lnTo>
                    <a:pt x="338416" y="3116972"/>
                  </a:lnTo>
                  <a:lnTo>
                    <a:pt x="336514" y="3116972"/>
                  </a:lnTo>
                  <a:lnTo>
                    <a:pt x="334613" y="3116972"/>
                  </a:lnTo>
                  <a:lnTo>
                    <a:pt x="332712" y="3116972"/>
                  </a:lnTo>
                  <a:lnTo>
                    <a:pt x="330811" y="3116972"/>
                  </a:lnTo>
                  <a:lnTo>
                    <a:pt x="328909" y="3116972"/>
                  </a:lnTo>
                  <a:lnTo>
                    <a:pt x="327008" y="3116972"/>
                  </a:lnTo>
                  <a:lnTo>
                    <a:pt x="325107" y="3116972"/>
                  </a:lnTo>
                  <a:lnTo>
                    <a:pt x="323206" y="3116972"/>
                  </a:lnTo>
                  <a:lnTo>
                    <a:pt x="321305" y="3116972"/>
                  </a:lnTo>
                  <a:lnTo>
                    <a:pt x="319403" y="3116972"/>
                  </a:lnTo>
                  <a:lnTo>
                    <a:pt x="317502" y="3116972"/>
                  </a:lnTo>
                  <a:lnTo>
                    <a:pt x="315601" y="3116972"/>
                  </a:lnTo>
                  <a:lnTo>
                    <a:pt x="313700" y="3116972"/>
                  </a:lnTo>
                  <a:lnTo>
                    <a:pt x="311799" y="3116972"/>
                  </a:lnTo>
                  <a:lnTo>
                    <a:pt x="309897" y="3116972"/>
                  </a:lnTo>
                  <a:lnTo>
                    <a:pt x="307996" y="3116972"/>
                  </a:lnTo>
                  <a:lnTo>
                    <a:pt x="306095" y="3116972"/>
                  </a:lnTo>
                  <a:lnTo>
                    <a:pt x="304194" y="3116972"/>
                  </a:lnTo>
                  <a:lnTo>
                    <a:pt x="302292" y="3116972"/>
                  </a:lnTo>
                  <a:lnTo>
                    <a:pt x="300391" y="3116972"/>
                  </a:lnTo>
                  <a:lnTo>
                    <a:pt x="298490" y="3116972"/>
                  </a:lnTo>
                  <a:lnTo>
                    <a:pt x="296589" y="3116972"/>
                  </a:lnTo>
                  <a:lnTo>
                    <a:pt x="294688" y="3116972"/>
                  </a:lnTo>
                  <a:lnTo>
                    <a:pt x="292786" y="3116972"/>
                  </a:lnTo>
                  <a:lnTo>
                    <a:pt x="290885" y="3116972"/>
                  </a:lnTo>
                  <a:lnTo>
                    <a:pt x="288984" y="3116972"/>
                  </a:lnTo>
                  <a:lnTo>
                    <a:pt x="287083" y="3116972"/>
                  </a:lnTo>
                  <a:lnTo>
                    <a:pt x="285182" y="3116972"/>
                  </a:lnTo>
                  <a:lnTo>
                    <a:pt x="283280" y="3116972"/>
                  </a:lnTo>
                  <a:lnTo>
                    <a:pt x="281379" y="3116972"/>
                  </a:lnTo>
                  <a:lnTo>
                    <a:pt x="279478" y="3116972"/>
                  </a:lnTo>
                  <a:lnTo>
                    <a:pt x="277577" y="3116972"/>
                  </a:lnTo>
                  <a:lnTo>
                    <a:pt x="275676" y="3116972"/>
                  </a:lnTo>
                  <a:lnTo>
                    <a:pt x="273774" y="3116972"/>
                  </a:lnTo>
                  <a:lnTo>
                    <a:pt x="271873" y="3116972"/>
                  </a:lnTo>
                  <a:lnTo>
                    <a:pt x="269972" y="3116972"/>
                  </a:lnTo>
                  <a:lnTo>
                    <a:pt x="268071" y="3116972"/>
                  </a:lnTo>
                  <a:lnTo>
                    <a:pt x="266169" y="3116972"/>
                  </a:lnTo>
                  <a:lnTo>
                    <a:pt x="264268" y="3116972"/>
                  </a:lnTo>
                  <a:lnTo>
                    <a:pt x="262367" y="3116972"/>
                  </a:lnTo>
                  <a:lnTo>
                    <a:pt x="260466" y="3116972"/>
                  </a:lnTo>
                  <a:lnTo>
                    <a:pt x="258565" y="3116972"/>
                  </a:lnTo>
                  <a:lnTo>
                    <a:pt x="256663" y="3116972"/>
                  </a:lnTo>
                  <a:lnTo>
                    <a:pt x="254762" y="3116972"/>
                  </a:lnTo>
                  <a:lnTo>
                    <a:pt x="252861" y="3116972"/>
                  </a:lnTo>
                  <a:lnTo>
                    <a:pt x="250960" y="3116972"/>
                  </a:lnTo>
                  <a:lnTo>
                    <a:pt x="249059" y="3116972"/>
                  </a:lnTo>
                  <a:lnTo>
                    <a:pt x="247157" y="3116972"/>
                  </a:lnTo>
                  <a:lnTo>
                    <a:pt x="245256" y="3116972"/>
                  </a:lnTo>
                  <a:lnTo>
                    <a:pt x="243355" y="3116972"/>
                  </a:lnTo>
                  <a:lnTo>
                    <a:pt x="241454" y="3116972"/>
                  </a:lnTo>
                  <a:lnTo>
                    <a:pt x="239552" y="3116972"/>
                  </a:lnTo>
                  <a:lnTo>
                    <a:pt x="237651" y="3116972"/>
                  </a:lnTo>
                  <a:lnTo>
                    <a:pt x="235750" y="3116972"/>
                  </a:lnTo>
                  <a:lnTo>
                    <a:pt x="233849" y="3116972"/>
                  </a:lnTo>
                  <a:lnTo>
                    <a:pt x="231948" y="3116972"/>
                  </a:lnTo>
                  <a:lnTo>
                    <a:pt x="230046" y="3116972"/>
                  </a:lnTo>
                  <a:lnTo>
                    <a:pt x="228145" y="3116972"/>
                  </a:lnTo>
                  <a:lnTo>
                    <a:pt x="226244" y="3116972"/>
                  </a:lnTo>
                  <a:lnTo>
                    <a:pt x="224343" y="3116972"/>
                  </a:lnTo>
                  <a:lnTo>
                    <a:pt x="222442" y="3116972"/>
                  </a:lnTo>
                  <a:lnTo>
                    <a:pt x="220540" y="3116972"/>
                  </a:lnTo>
                  <a:lnTo>
                    <a:pt x="218639" y="3116972"/>
                  </a:lnTo>
                  <a:lnTo>
                    <a:pt x="216738" y="3116972"/>
                  </a:lnTo>
                  <a:lnTo>
                    <a:pt x="214837" y="3116972"/>
                  </a:lnTo>
                  <a:lnTo>
                    <a:pt x="212935" y="3116972"/>
                  </a:lnTo>
                  <a:lnTo>
                    <a:pt x="211034" y="3116972"/>
                  </a:lnTo>
                  <a:lnTo>
                    <a:pt x="209133" y="3116972"/>
                  </a:lnTo>
                  <a:lnTo>
                    <a:pt x="207232" y="3116972"/>
                  </a:lnTo>
                  <a:lnTo>
                    <a:pt x="205331" y="3116972"/>
                  </a:lnTo>
                  <a:lnTo>
                    <a:pt x="203429" y="3116972"/>
                  </a:lnTo>
                  <a:lnTo>
                    <a:pt x="201528" y="3116972"/>
                  </a:lnTo>
                  <a:lnTo>
                    <a:pt x="199627" y="3116972"/>
                  </a:lnTo>
                  <a:lnTo>
                    <a:pt x="197726" y="3116972"/>
                  </a:lnTo>
                  <a:lnTo>
                    <a:pt x="195825" y="3116972"/>
                  </a:lnTo>
                  <a:lnTo>
                    <a:pt x="193923" y="3116972"/>
                  </a:lnTo>
                  <a:lnTo>
                    <a:pt x="192022" y="3116972"/>
                  </a:lnTo>
                  <a:lnTo>
                    <a:pt x="190121" y="3116972"/>
                  </a:lnTo>
                  <a:lnTo>
                    <a:pt x="188220" y="3116972"/>
                  </a:lnTo>
                  <a:lnTo>
                    <a:pt x="186318" y="3116972"/>
                  </a:lnTo>
                  <a:lnTo>
                    <a:pt x="184417" y="3116972"/>
                  </a:lnTo>
                  <a:lnTo>
                    <a:pt x="182516" y="3116972"/>
                  </a:lnTo>
                  <a:lnTo>
                    <a:pt x="180615" y="3116972"/>
                  </a:lnTo>
                  <a:lnTo>
                    <a:pt x="178714" y="3116972"/>
                  </a:lnTo>
                  <a:lnTo>
                    <a:pt x="176812" y="3116972"/>
                  </a:lnTo>
                  <a:lnTo>
                    <a:pt x="174911" y="3116972"/>
                  </a:lnTo>
                  <a:lnTo>
                    <a:pt x="173010" y="3116972"/>
                  </a:lnTo>
                  <a:lnTo>
                    <a:pt x="171109" y="3116972"/>
                  </a:lnTo>
                  <a:lnTo>
                    <a:pt x="169208" y="3116972"/>
                  </a:lnTo>
                  <a:lnTo>
                    <a:pt x="167306" y="3116972"/>
                  </a:lnTo>
                  <a:lnTo>
                    <a:pt x="165405" y="3116972"/>
                  </a:lnTo>
                  <a:lnTo>
                    <a:pt x="163504" y="3116972"/>
                  </a:lnTo>
                  <a:lnTo>
                    <a:pt x="161603" y="3116972"/>
                  </a:lnTo>
                  <a:lnTo>
                    <a:pt x="159701" y="3116972"/>
                  </a:lnTo>
                  <a:lnTo>
                    <a:pt x="157800" y="3116972"/>
                  </a:lnTo>
                  <a:lnTo>
                    <a:pt x="155899" y="3116972"/>
                  </a:lnTo>
                  <a:lnTo>
                    <a:pt x="153998" y="3116972"/>
                  </a:lnTo>
                  <a:lnTo>
                    <a:pt x="152097" y="3116972"/>
                  </a:lnTo>
                  <a:lnTo>
                    <a:pt x="150195" y="3116972"/>
                  </a:lnTo>
                  <a:lnTo>
                    <a:pt x="148294" y="3116972"/>
                  </a:lnTo>
                  <a:lnTo>
                    <a:pt x="146393" y="3116972"/>
                  </a:lnTo>
                  <a:lnTo>
                    <a:pt x="144492" y="3116972"/>
                  </a:lnTo>
                  <a:lnTo>
                    <a:pt x="142591" y="3116972"/>
                  </a:lnTo>
                  <a:lnTo>
                    <a:pt x="140689" y="3116972"/>
                  </a:lnTo>
                  <a:lnTo>
                    <a:pt x="138788" y="3116972"/>
                  </a:lnTo>
                  <a:lnTo>
                    <a:pt x="136887" y="3116972"/>
                  </a:lnTo>
                  <a:lnTo>
                    <a:pt x="134986" y="3116972"/>
                  </a:lnTo>
                  <a:lnTo>
                    <a:pt x="133084" y="3116972"/>
                  </a:lnTo>
                  <a:lnTo>
                    <a:pt x="131183" y="3116972"/>
                  </a:lnTo>
                  <a:lnTo>
                    <a:pt x="129282" y="3116972"/>
                  </a:lnTo>
                  <a:lnTo>
                    <a:pt x="127381" y="3116972"/>
                  </a:lnTo>
                  <a:lnTo>
                    <a:pt x="125480" y="3116972"/>
                  </a:lnTo>
                  <a:lnTo>
                    <a:pt x="123578" y="3116972"/>
                  </a:lnTo>
                  <a:lnTo>
                    <a:pt x="121677" y="3116972"/>
                  </a:lnTo>
                  <a:lnTo>
                    <a:pt x="119776" y="3116972"/>
                  </a:lnTo>
                  <a:lnTo>
                    <a:pt x="117875" y="3116972"/>
                  </a:lnTo>
                  <a:lnTo>
                    <a:pt x="115974" y="3116972"/>
                  </a:lnTo>
                  <a:lnTo>
                    <a:pt x="114072" y="3116972"/>
                  </a:lnTo>
                  <a:lnTo>
                    <a:pt x="112171" y="3116972"/>
                  </a:lnTo>
                  <a:lnTo>
                    <a:pt x="110270" y="3116972"/>
                  </a:lnTo>
                  <a:lnTo>
                    <a:pt x="108369" y="3116972"/>
                  </a:lnTo>
                  <a:lnTo>
                    <a:pt x="106467" y="3116972"/>
                  </a:lnTo>
                  <a:lnTo>
                    <a:pt x="104566" y="3116972"/>
                  </a:lnTo>
                  <a:lnTo>
                    <a:pt x="102665" y="3116972"/>
                  </a:lnTo>
                  <a:lnTo>
                    <a:pt x="100764" y="3116972"/>
                  </a:lnTo>
                  <a:lnTo>
                    <a:pt x="98863" y="3116972"/>
                  </a:lnTo>
                  <a:lnTo>
                    <a:pt x="96961" y="3116972"/>
                  </a:lnTo>
                  <a:lnTo>
                    <a:pt x="95060" y="3116972"/>
                  </a:lnTo>
                  <a:lnTo>
                    <a:pt x="93159" y="3116972"/>
                  </a:lnTo>
                  <a:lnTo>
                    <a:pt x="91258" y="3116972"/>
                  </a:lnTo>
                  <a:lnTo>
                    <a:pt x="89357" y="3116972"/>
                  </a:lnTo>
                  <a:lnTo>
                    <a:pt x="87455" y="3116972"/>
                  </a:lnTo>
                  <a:lnTo>
                    <a:pt x="85554" y="3116972"/>
                  </a:lnTo>
                  <a:lnTo>
                    <a:pt x="83653" y="3116972"/>
                  </a:lnTo>
                  <a:lnTo>
                    <a:pt x="81752" y="3116972"/>
                  </a:lnTo>
                  <a:lnTo>
                    <a:pt x="79850" y="3116972"/>
                  </a:lnTo>
                  <a:lnTo>
                    <a:pt x="77949" y="3116972"/>
                  </a:lnTo>
                  <a:lnTo>
                    <a:pt x="76048" y="3116972"/>
                  </a:lnTo>
                  <a:lnTo>
                    <a:pt x="74147" y="3116972"/>
                  </a:lnTo>
                  <a:lnTo>
                    <a:pt x="72246" y="3116972"/>
                  </a:lnTo>
                  <a:lnTo>
                    <a:pt x="70344" y="3116972"/>
                  </a:lnTo>
                  <a:lnTo>
                    <a:pt x="68443" y="3116972"/>
                  </a:lnTo>
                  <a:lnTo>
                    <a:pt x="66542" y="3116972"/>
                  </a:lnTo>
                  <a:lnTo>
                    <a:pt x="64641" y="3116972"/>
                  </a:lnTo>
                  <a:lnTo>
                    <a:pt x="62740" y="3116972"/>
                  </a:lnTo>
                  <a:lnTo>
                    <a:pt x="60838" y="3116972"/>
                  </a:lnTo>
                  <a:lnTo>
                    <a:pt x="58937" y="3116972"/>
                  </a:lnTo>
                  <a:lnTo>
                    <a:pt x="57036" y="3116972"/>
                  </a:lnTo>
                  <a:lnTo>
                    <a:pt x="55135" y="3116972"/>
                  </a:lnTo>
                  <a:lnTo>
                    <a:pt x="53233" y="3116972"/>
                  </a:lnTo>
                  <a:lnTo>
                    <a:pt x="51332" y="3116972"/>
                  </a:lnTo>
                  <a:lnTo>
                    <a:pt x="49431" y="3116972"/>
                  </a:lnTo>
                  <a:lnTo>
                    <a:pt x="47530" y="3116972"/>
                  </a:lnTo>
                  <a:lnTo>
                    <a:pt x="45629" y="3116972"/>
                  </a:lnTo>
                  <a:lnTo>
                    <a:pt x="43727" y="3116972"/>
                  </a:lnTo>
                  <a:lnTo>
                    <a:pt x="41826" y="3116972"/>
                  </a:lnTo>
                  <a:lnTo>
                    <a:pt x="39925" y="3116972"/>
                  </a:lnTo>
                  <a:lnTo>
                    <a:pt x="38024" y="3116972"/>
                  </a:lnTo>
                  <a:lnTo>
                    <a:pt x="36123" y="3116972"/>
                  </a:lnTo>
                  <a:lnTo>
                    <a:pt x="34221" y="3116972"/>
                  </a:lnTo>
                  <a:lnTo>
                    <a:pt x="32320" y="3116972"/>
                  </a:lnTo>
                  <a:lnTo>
                    <a:pt x="30419" y="3116972"/>
                  </a:lnTo>
                  <a:lnTo>
                    <a:pt x="28518" y="3116972"/>
                  </a:lnTo>
                  <a:lnTo>
                    <a:pt x="26616" y="3116972"/>
                  </a:lnTo>
                  <a:lnTo>
                    <a:pt x="24715" y="3116972"/>
                  </a:lnTo>
                  <a:lnTo>
                    <a:pt x="22814" y="3116972"/>
                  </a:lnTo>
                  <a:lnTo>
                    <a:pt x="20913" y="3116972"/>
                  </a:lnTo>
                  <a:lnTo>
                    <a:pt x="19012" y="3116972"/>
                  </a:lnTo>
                  <a:lnTo>
                    <a:pt x="17110" y="3116972"/>
                  </a:lnTo>
                  <a:lnTo>
                    <a:pt x="15209" y="3116972"/>
                  </a:lnTo>
                  <a:lnTo>
                    <a:pt x="13308" y="3116972"/>
                  </a:lnTo>
                  <a:lnTo>
                    <a:pt x="11407" y="3116972"/>
                  </a:lnTo>
                  <a:lnTo>
                    <a:pt x="9506" y="3116972"/>
                  </a:lnTo>
                  <a:lnTo>
                    <a:pt x="7604" y="3116972"/>
                  </a:lnTo>
                  <a:lnTo>
                    <a:pt x="5703" y="3116972"/>
                  </a:lnTo>
                  <a:lnTo>
                    <a:pt x="3802" y="3116972"/>
                  </a:lnTo>
                  <a:lnTo>
                    <a:pt x="1901" y="3116972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444934" y="145504"/>
              <a:ext cx="8553560" cy="3116972"/>
            </a:xfrm>
            <a:custGeom>
              <a:avLst/>
              <a:pathLst>
                <a:path w="8553560" h="3116972">
                  <a:moveTo>
                    <a:pt x="0" y="3116972"/>
                  </a:moveTo>
                  <a:lnTo>
                    <a:pt x="1901" y="3116972"/>
                  </a:lnTo>
                  <a:lnTo>
                    <a:pt x="3802" y="3116972"/>
                  </a:lnTo>
                  <a:lnTo>
                    <a:pt x="5703" y="3116972"/>
                  </a:lnTo>
                  <a:lnTo>
                    <a:pt x="7604" y="3116972"/>
                  </a:lnTo>
                  <a:lnTo>
                    <a:pt x="9506" y="3029112"/>
                  </a:lnTo>
                  <a:lnTo>
                    <a:pt x="11407" y="3018331"/>
                  </a:lnTo>
                  <a:lnTo>
                    <a:pt x="13308" y="3078008"/>
                  </a:lnTo>
                  <a:lnTo>
                    <a:pt x="15209" y="3079549"/>
                  </a:lnTo>
                  <a:lnTo>
                    <a:pt x="17110" y="2998734"/>
                  </a:lnTo>
                  <a:lnTo>
                    <a:pt x="19012" y="2916207"/>
                  </a:lnTo>
                  <a:lnTo>
                    <a:pt x="20913" y="2976859"/>
                  </a:lnTo>
                  <a:lnTo>
                    <a:pt x="22814" y="2982039"/>
                  </a:lnTo>
                  <a:lnTo>
                    <a:pt x="24715" y="2944502"/>
                  </a:lnTo>
                  <a:lnTo>
                    <a:pt x="26616" y="2941995"/>
                  </a:lnTo>
                  <a:lnTo>
                    <a:pt x="28518" y="3063516"/>
                  </a:lnTo>
                  <a:lnTo>
                    <a:pt x="30419" y="3116972"/>
                  </a:lnTo>
                  <a:lnTo>
                    <a:pt x="30419" y="3116972"/>
                  </a:lnTo>
                  <a:lnTo>
                    <a:pt x="32320" y="3116972"/>
                  </a:lnTo>
                  <a:lnTo>
                    <a:pt x="34221" y="3116972"/>
                  </a:lnTo>
                  <a:lnTo>
                    <a:pt x="36123" y="3116972"/>
                  </a:lnTo>
                  <a:lnTo>
                    <a:pt x="38024" y="3116972"/>
                  </a:lnTo>
                  <a:lnTo>
                    <a:pt x="39925" y="3116972"/>
                  </a:lnTo>
                  <a:lnTo>
                    <a:pt x="41826" y="3116972"/>
                  </a:lnTo>
                  <a:lnTo>
                    <a:pt x="43727" y="3056315"/>
                  </a:lnTo>
                  <a:lnTo>
                    <a:pt x="45629" y="3002197"/>
                  </a:lnTo>
                  <a:lnTo>
                    <a:pt x="47530" y="2965291"/>
                  </a:lnTo>
                  <a:lnTo>
                    <a:pt x="49431" y="2971143"/>
                  </a:lnTo>
                  <a:lnTo>
                    <a:pt x="51332" y="2998645"/>
                  </a:lnTo>
                  <a:lnTo>
                    <a:pt x="53233" y="3012321"/>
                  </a:lnTo>
                  <a:lnTo>
                    <a:pt x="55135" y="3016157"/>
                  </a:lnTo>
                  <a:lnTo>
                    <a:pt x="57036" y="3015082"/>
                  </a:lnTo>
                  <a:lnTo>
                    <a:pt x="58937" y="3022691"/>
                  </a:lnTo>
                  <a:lnTo>
                    <a:pt x="60838" y="2949134"/>
                  </a:lnTo>
                  <a:lnTo>
                    <a:pt x="62740" y="2923766"/>
                  </a:lnTo>
                  <a:lnTo>
                    <a:pt x="64641" y="2908566"/>
                  </a:lnTo>
                  <a:lnTo>
                    <a:pt x="66542" y="2915644"/>
                  </a:lnTo>
                  <a:lnTo>
                    <a:pt x="68443" y="2946162"/>
                  </a:lnTo>
                  <a:lnTo>
                    <a:pt x="70344" y="2956231"/>
                  </a:lnTo>
                  <a:lnTo>
                    <a:pt x="72246" y="2983813"/>
                  </a:lnTo>
                  <a:lnTo>
                    <a:pt x="74147" y="3004640"/>
                  </a:lnTo>
                  <a:lnTo>
                    <a:pt x="76048" y="3001300"/>
                  </a:lnTo>
                  <a:lnTo>
                    <a:pt x="77949" y="2979931"/>
                  </a:lnTo>
                  <a:lnTo>
                    <a:pt x="79850" y="2954094"/>
                  </a:lnTo>
                  <a:lnTo>
                    <a:pt x="81752" y="2907950"/>
                  </a:lnTo>
                  <a:lnTo>
                    <a:pt x="83653" y="2920079"/>
                  </a:lnTo>
                  <a:lnTo>
                    <a:pt x="85554" y="2944703"/>
                  </a:lnTo>
                  <a:lnTo>
                    <a:pt x="87455" y="3026111"/>
                  </a:lnTo>
                  <a:lnTo>
                    <a:pt x="89357" y="3090949"/>
                  </a:lnTo>
                  <a:lnTo>
                    <a:pt x="91258" y="3116972"/>
                  </a:lnTo>
                  <a:lnTo>
                    <a:pt x="91258" y="3116972"/>
                  </a:lnTo>
                  <a:lnTo>
                    <a:pt x="93159" y="3116972"/>
                  </a:lnTo>
                  <a:lnTo>
                    <a:pt x="95060" y="3116972"/>
                  </a:lnTo>
                  <a:lnTo>
                    <a:pt x="96961" y="3116972"/>
                  </a:lnTo>
                  <a:lnTo>
                    <a:pt x="98863" y="3111694"/>
                  </a:lnTo>
                  <a:lnTo>
                    <a:pt x="100764" y="3098868"/>
                  </a:lnTo>
                  <a:lnTo>
                    <a:pt x="102665" y="3077866"/>
                  </a:lnTo>
                  <a:lnTo>
                    <a:pt x="104566" y="3033802"/>
                  </a:lnTo>
                  <a:lnTo>
                    <a:pt x="106467" y="2979806"/>
                  </a:lnTo>
                  <a:lnTo>
                    <a:pt x="108369" y="2960509"/>
                  </a:lnTo>
                  <a:lnTo>
                    <a:pt x="110270" y="2986053"/>
                  </a:lnTo>
                  <a:lnTo>
                    <a:pt x="112171" y="2998724"/>
                  </a:lnTo>
                  <a:lnTo>
                    <a:pt x="114072" y="3000495"/>
                  </a:lnTo>
                  <a:lnTo>
                    <a:pt x="115974" y="3037010"/>
                  </a:lnTo>
                  <a:lnTo>
                    <a:pt x="117875" y="3095369"/>
                  </a:lnTo>
                  <a:lnTo>
                    <a:pt x="119776" y="3116972"/>
                  </a:lnTo>
                  <a:lnTo>
                    <a:pt x="119776" y="3116972"/>
                  </a:lnTo>
                  <a:lnTo>
                    <a:pt x="121677" y="3100521"/>
                  </a:lnTo>
                  <a:lnTo>
                    <a:pt x="123578" y="3023849"/>
                  </a:lnTo>
                  <a:lnTo>
                    <a:pt x="125480" y="3020093"/>
                  </a:lnTo>
                  <a:lnTo>
                    <a:pt x="127381" y="3020094"/>
                  </a:lnTo>
                  <a:lnTo>
                    <a:pt x="129282" y="2993014"/>
                  </a:lnTo>
                  <a:lnTo>
                    <a:pt x="131183" y="2934915"/>
                  </a:lnTo>
                  <a:lnTo>
                    <a:pt x="133084" y="2944700"/>
                  </a:lnTo>
                  <a:lnTo>
                    <a:pt x="134986" y="2990021"/>
                  </a:lnTo>
                  <a:lnTo>
                    <a:pt x="136887" y="2999521"/>
                  </a:lnTo>
                  <a:lnTo>
                    <a:pt x="138788" y="2981457"/>
                  </a:lnTo>
                  <a:lnTo>
                    <a:pt x="140689" y="2958435"/>
                  </a:lnTo>
                  <a:lnTo>
                    <a:pt x="142591" y="2989593"/>
                  </a:lnTo>
                  <a:lnTo>
                    <a:pt x="144492" y="3035669"/>
                  </a:lnTo>
                  <a:lnTo>
                    <a:pt x="146393" y="3054345"/>
                  </a:lnTo>
                  <a:lnTo>
                    <a:pt x="148294" y="3048603"/>
                  </a:lnTo>
                  <a:lnTo>
                    <a:pt x="150195" y="3066669"/>
                  </a:lnTo>
                  <a:lnTo>
                    <a:pt x="152097" y="3112409"/>
                  </a:lnTo>
                  <a:lnTo>
                    <a:pt x="153998" y="3098228"/>
                  </a:lnTo>
                  <a:lnTo>
                    <a:pt x="155899" y="3116972"/>
                  </a:lnTo>
                  <a:lnTo>
                    <a:pt x="155899" y="3116972"/>
                  </a:lnTo>
                  <a:lnTo>
                    <a:pt x="157800" y="3116972"/>
                  </a:lnTo>
                  <a:lnTo>
                    <a:pt x="159701" y="3116972"/>
                  </a:lnTo>
                  <a:lnTo>
                    <a:pt x="161603" y="3116972"/>
                  </a:lnTo>
                  <a:lnTo>
                    <a:pt x="163504" y="3116972"/>
                  </a:lnTo>
                  <a:lnTo>
                    <a:pt x="165405" y="3116972"/>
                  </a:lnTo>
                  <a:lnTo>
                    <a:pt x="167306" y="3116972"/>
                  </a:lnTo>
                  <a:lnTo>
                    <a:pt x="169208" y="3116972"/>
                  </a:lnTo>
                  <a:lnTo>
                    <a:pt x="171109" y="3116972"/>
                  </a:lnTo>
                  <a:lnTo>
                    <a:pt x="173010" y="3116972"/>
                  </a:lnTo>
                  <a:lnTo>
                    <a:pt x="174911" y="3116972"/>
                  </a:lnTo>
                  <a:lnTo>
                    <a:pt x="176812" y="3116972"/>
                  </a:lnTo>
                  <a:lnTo>
                    <a:pt x="178714" y="3116972"/>
                  </a:lnTo>
                  <a:lnTo>
                    <a:pt x="180615" y="3116972"/>
                  </a:lnTo>
                  <a:lnTo>
                    <a:pt x="182516" y="3098290"/>
                  </a:lnTo>
                  <a:lnTo>
                    <a:pt x="184417" y="3065436"/>
                  </a:lnTo>
                  <a:lnTo>
                    <a:pt x="186318" y="3032288"/>
                  </a:lnTo>
                  <a:lnTo>
                    <a:pt x="188220" y="2990209"/>
                  </a:lnTo>
                  <a:lnTo>
                    <a:pt x="190121" y="2975491"/>
                  </a:lnTo>
                  <a:lnTo>
                    <a:pt x="192022" y="2970864"/>
                  </a:lnTo>
                  <a:lnTo>
                    <a:pt x="193923" y="3077796"/>
                  </a:lnTo>
                  <a:lnTo>
                    <a:pt x="195825" y="3116972"/>
                  </a:lnTo>
                  <a:lnTo>
                    <a:pt x="195825" y="3116972"/>
                  </a:lnTo>
                  <a:lnTo>
                    <a:pt x="197726" y="3116972"/>
                  </a:lnTo>
                  <a:lnTo>
                    <a:pt x="199627" y="3116972"/>
                  </a:lnTo>
                  <a:lnTo>
                    <a:pt x="201528" y="3116972"/>
                  </a:lnTo>
                  <a:lnTo>
                    <a:pt x="203429" y="3116972"/>
                  </a:lnTo>
                  <a:lnTo>
                    <a:pt x="205331" y="3056730"/>
                  </a:lnTo>
                  <a:lnTo>
                    <a:pt x="207232" y="2986253"/>
                  </a:lnTo>
                  <a:lnTo>
                    <a:pt x="209133" y="3007871"/>
                  </a:lnTo>
                  <a:lnTo>
                    <a:pt x="211034" y="3082573"/>
                  </a:lnTo>
                  <a:lnTo>
                    <a:pt x="212935" y="3116972"/>
                  </a:lnTo>
                  <a:lnTo>
                    <a:pt x="212935" y="3116972"/>
                  </a:lnTo>
                  <a:lnTo>
                    <a:pt x="214837" y="3116972"/>
                  </a:lnTo>
                  <a:lnTo>
                    <a:pt x="216738" y="3116972"/>
                  </a:lnTo>
                  <a:lnTo>
                    <a:pt x="218639" y="3116972"/>
                  </a:lnTo>
                  <a:lnTo>
                    <a:pt x="220540" y="3116972"/>
                  </a:lnTo>
                  <a:lnTo>
                    <a:pt x="222442" y="3058388"/>
                  </a:lnTo>
                  <a:lnTo>
                    <a:pt x="224343" y="2916273"/>
                  </a:lnTo>
                  <a:lnTo>
                    <a:pt x="226244" y="2823609"/>
                  </a:lnTo>
                  <a:lnTo>
                    <a:pt x="228145" y="2813376"/>
                  </a:lnTo>
                  <a:lnTo>
                    <a:pt x="230046" y="2852365"/>
                  </a:lnTo>
                  <a:lnTo>
                    <a:pt x="231948" y="2883997"/>
                  </a:lnTo>
                  <a:lnTo>
                    <a:pt x="233849" y="2930533"/>
                  </a:lnTo>
                  <a:lnTo>
                    <a:pt x="235750" y="3034574"/>
                  </a:lnTo>
                  <a:lnTo>
                    <a:pt x="237651" y="3083810"/>
                  </a:lnTo>
                  <a:lnTo>
                    <a:pt x="239552" y="3031721"/>
                  </a:lnTo>
                  <a:lnTo>
                    <a:pt x="241454" y="3003340"/>
                  </a:lnTo>
                  <a:lnTo>
                    <a:pt x="243355" y="2994033"/>
                  </a:lnTo>
                  <a:lnTo>
                    <a:pt x="245256" y="2995519"/>
                  </a:lnTo>
                  <a:lnTo>
                    <a:pt x="247157" y="3047999"/>
                  </a:lnTo>
                  <a:lnTo>
                    <a:pt x="249059" y="3116972"/>
                  </a:lnTo>
                  <a:lnTo>
                    <a:pt x="249059" y="3116972"/>
                  </a:lnTo>
                  <a:lnTo>
                    <a:pt x="250960" y="3116972"/>
                  </a:lnTo>
                  <a:lnTo>
                    <a:pt x="252861" y="3116972"/>
                  </a:lnTo>
                  <a:lnTo>
                    <a:pt x="254762" y="3116972"/>
                  </a:lnTo>
                  <a:lnTo>
                    <a:pt x="256663" y="3116972"/>
                  </a:lnTo>
                  <a:lnTo>
                    <a:pt x="258565" y="3116972"/>
                  </a:lnTo>
                  <a:lnTo>
                    <a:pt x="260466" y="3116972"/>
                  </a:lnTo>
                  <a:lnTo>
                    <a:pt x="262367" y="3116972"/>
                  </a:lnTo>
                  <a:lnTo>
                    <a:pt x="264268" y="3116972"/>
                  </a:lnTo>
                  <a:lnTo>
                    <a:pt x="266169" y="3116972"/>
                  </a:lnTo>
                  <a:lnTo>
                    <a:pt x="268071" y="3116972"/>
                  </a:lnTo>
                  <a:lnTo>
                    <a:pt x="269972" y="3080743"/>
                  </a:lnTo>
                  <a:lnTo>
                    <a:pt x="271873" y="3030976"/>
                  </a:lnTo>
                  <a:lnTo>
                    <a:pt x="273774" y="3001663"/>
                  </a:lnTo>
                  <a:lnTo>
                    <a:pt x="275676" y="3026364"/>
                  </a:lnTo>
                  <a:lnTo>
                    <a:pt x="277577" y="3003416"/>
                  </a:lnTo>
                  <a:lnTo>
                    <a:pt x="279478" y="2961830"/>
                  </a:lnTo>
                  <a:lnTo>
                    <a:pt x="281379" y="3016354"/>
                  </a:lnTo>
                  <a:lnTo>
                    <a:pt x="283280" y="3056845"/>
                  </a:lnTo>
                  <a:lnTo>
                    <a:pt x="285182" y="3079422"/>
                  </a:lnTo>
                  <a:lnTo>
                    <a:pt x="287083" y="3054724"/>
                  </a:lnTo>
                  <a:lnTo>
                    <a:pt x="288984" y="3077673"/>
                  </a:lnTo>
                  <a:lnTo>
                    <a:pt x="290885" y="3116972"/>
                  </a:lnTo>
                  <a:lnTo>
                    <a:pt x="290885" y="3116972"/>
                  </a:lnTo>
                  <a:lnTo>
                    <a:pt x="292786" y="3110855"/>
                  </a:lnTo>
                  <a:lnTo>
                    <a:pt x="294688" y="3089577"/>
                  </a:lnTo>
                  <a:lnTo>
                    <a:pt x="296589" y="3087503"/>
                  </a:lnTo>
                  <a:lnTo>
                    <a:pt x="298490" y="3087504"/>
                  </a:lnTo>
                  <a:lnTo>
                    <a:pt x="300391" y="3094079"/>
                  </a:lnTo>
                  <a:lnTo>
                    <a:pt x="302292" y="3116972"/>
                  </a:lnTo>
                  <a:lnTo>
                    <a:pt x="302292" y="3116972"/>
                  </a:lnTo>
                  <a:lnTo>
                    <a:pt x="304194" y="3116972"/>
                  </a:lnTo>
                  <a:lnTo>
                    <a:pt x="306095" y="3116972"/>
                  </a:lnTo>
                  <a:lnTo>
                    <a:pt x="307996" y="3116972"/>
                  </a:lnTo>
                  <a:lnTo>
                    <a:pt x="309897" y="3116972"/>
                  </a:lnTo>
                  <a:lnTo>
                    <a:pt x="311799" y="3101352"/>
                  </a:lnTo>
                  <a:lnTo>
                    <a:pt x="313700" y="3037158"/>
                  </a:lnTo>
                  <a:lnTo>
                    <a:pt x="315601" y="2968505"/>
                  </a:lnTo>
                  <a:lnTo>
                    <a:pt x="317502" y="2963261"/>
                  </a:lnTo>
                  <a:lnTo>
                    <a:pt x="319403" y="2978590"/>
                  </a:lnTo>
                  <a:lnTo>
                    <a:pt x="321305" y="2983535"/>
                  </a:lnTo>
                  <a:lnTo>
                    <a:pt x="323206" y="3027133"/>
                  </a:lnTo>
                  <a:lnTo>
                    <a:pt x="325107" y="3071951"/>
                  </a:lnTo>
                  <a:lnTo>
                    <a:pt x="327008" y="3116972"/>
                  </a:lnTo>
                  <a:lnTo>
                    <a:pt x="327008" y="3116972"/>
                  </a:lnTo>
                  <a:lnTo>
                    <a:pt x="328909" y="3116972"/>
                  </a:lnTo>
                  <a:lnTo>
                    <a:pt x="330811" y="3116972"/>
                  </a:lnTo>
                  <a:lnTo>
                    <a:pt x="332712" y="3116972"/>
                  </a:lnTo>
                  <a:lnTo>
                    <a:pt x="334613" y="3116972"/>
                  </a:lnTo>
                  <a:lnTo>
                    <a:pt x="336514" y="3109760"/>
                  </a:lnTo>
                  <a:lnTo>
                    <a:pt x="338416" y="3045278"/>
                  </a:lnTo>
                  <a:lnTo>
                    <a:pt x="340317" y="3013346"/>
                  </a:lnTo>
                  <a:lnTo>
                    <a:pt x="342218" y="2956627"/>
                  </a:lnTo>
                  <a:lnTo>
                    <a:pt x="344119" y="2935239"/>
                  </a:lnTo>
                  <a:lnTo>
                    <a:pt x="346020" y="2887926"/>
                  </a:lnTo>
                  <a:lnTo>
                    <a:pt x="347922" y="2893444"/>
                  </a:lnTo>
                  <a:lnTo>
                    <a:pt x="349823" y="2914592"/>
                  </a:lnTo>
                  <a:lnTo>
                    <a:pt x="351724" y="2896078"/>
                  </a:lnTo>
                  <a:lnTo>
                    <a:pt x="353625" y="2902342"/>
                  </a:lnTo>
                  <a:lnTo>
                    <a:pt x="355526" y="2865362"/>
                  </a:lnTo>
                  <a:lnTo>
                    <a:pt x="357428" y="2873564"/>
                  </a:lnTo>
                  <a:lnTo>
                    <a:pt x="359329" y="2891023"/>
                  </a:lnTo>
                  <a:lnTo>
                    <a:pt x="361230" y="2908667"/>
                  </a:lnTo>
                  <a:lnTo>
                    <a:pt x="363131" y="2959116"/>
                  </a:lnTo>
                  <a:lnTo>
                    <a:pt x="365033" y="2986172"/>
                  </a:lnTo>
                  <a:lnTo>
                    <a:pt x="366934" y="3021142"/>
                  </a:lnTo>
                  <a:lnTo>
                    <a:pt x="368835" y="3066358"/>
                  </a:lnTo>
                  <a:lnTo>
                    <a:pt x="370736" y="3072086"/>
                  </a:lnTo>
                  <a:lnTo>
                    <a:pt x="372637" y="3072086"/>
                  </a:lnTo>
                  <a:lnTo>
                    <a:pt x="374539" y="3052223"/>
                  </a:lnTo>
                  <a:lnTo>
                    <a:pt x="376440" y="3054457"/>
                  </a:lnTo>
                  <a:lnTo>
                    <a:pt x="378341" y="3091531"/>
                  </a:lnTo>
                  <a:lnTo>
                    <a:pt x="380242" y="3074140"/>
                  </a:lnTo>
                  <a:lnTo>
                    <a:pt x="382143" y="3061251"/>
                  </a:lnTo>
                  <a:lnTo>
                    <a:pt x="384045" y="3061252"/>
                  </a:lnTo>
                  <a:lnTo>
                    <a:pt x="385946" y="3081114"/>
                  </a:lnTo>
                  <a:lnTo>
                    <a:pt x="387847" y="3078881"/>
                  </a:lnTo>
                  <a:lnTo>
                    <a:pt x="389748" y="3041806"/>
                  </a:lnTo>
                  <a:lnTo>
                    <a:pt x="391650" y="3059197"/>
                  </a:lnTo>
                  <a:lnTo>
                    <a:pt x="393551" y="3083778"/>
                  </a:lnTo>
                  <a:lnTo>
                    <a:pt x="395452" y="3111210"/>
                  </a:lnTo>
                  <a:lnTo>
                    <a:pt x="397353" y="3116972"/>
                  </a:lnTo>
                  <a:lnTo>
                    <a:pt x="397353" y="3116972"/>
                  </a:lnTo>
                  <a:lnTo>
                    <a:pt x="399254" y="3116972"/>
                  </a:lnTo>
                  <a:lnTo>
                    <a:pt x="401156" y="3100706"/>
                  </a:lnTo>
                  <a:lnTo>
                    <a:pt x="403057" y="3078410"/>
                  </a:lnTo>
                  <a:lnTo>
                    <a:pt x="404958" y="3081743"/>
                  </a:lnTo>
                  <a:lnTo>
                    <a:pt x="406859" y="3095431"/>
                  </a:lnTo>
                  <a:lnTo>
                    <a:pt x="408760" y="3116972"/>
                  </a:lnTo>
                  <a:lnTo>
                    <a:pt x="408760" y="3116972"/>
                  </a:lnTo>
                  <a:lnTo>
                    <a:pt x="410662" y="3116972"/>
                  </a:lnTo>
                  <a:lnTo>
                    <a:pt x="412563" y="3116972"/>
                  </a:lnTo>
                  <a:lnTo>
                    <a:pt x="414464" y="3116972"/>
                  </a:lnTo>
                  <a:lnTo>
                    <a:pt x="416365" y="3116972"/>
                  </a:lnTo>
                  <a:lnTo>
                    <a:pt x="418267" y="3116972"/>
                  </a:lnTo>
                  <a:lnTo>
                    <a:pt x="420168" y="3116972"/>
                  </a:lnTo>
                  <a:lnTo>
                    <a:pt x="422069" y="3116777"/>
                  </a:lnTo>
                  <a:lnTo>
                    <a:pt x="423970" y="3116777"/>
                  </a:lnTo>
                  <a:lnTo>
                    <a:pt x="425871" y="3101217"/>
                  </a:lnTo>
                  <a:lnTo>
                    <a:pt x="427773" y="3074235"/>
                  </a:lnTo>
                  <a:lnTo>
                    <a:pt x="429674" y="3072086"/>
                  </a:lnTo>
                  <a:lnTo>
                    <a:pt x="431575" y="3072086"/>
                  </a:lnTo>
                  <a:lnTo>
                    <a:pt x="433476" y="3072086"/>
                  </a:lnTo>
                  <a:lnTo>
                    <a:pt x="435377" y="3072086"/>
                  </a:lnTo>
                  <a:lnTo>
                    <a:pt x="437279" y="3087646"/>
                  </a:lnTo>
                  <a:lnTo>
                    <a:pt x="439180" y="3114627"/>
                  </a:lnTo>
                  <a:lnTo>
                    <a:pt x="441081" y="3116919"/>
                  </a:lnTo>
                  <a:lnTo>
                    <a:pt x="442982" y="3116972"/>
                  </a:lnTo>
                  <a:lnTo>
                    <a:pt x="442982" y="3116972"/>
                  </a:lnTo>
                  <a:lnTo>
                    <a:pt x="444884" y="3116972"/>
                  </a:lnTo>
                  <a:lnTo>
                    <a:pt x="446785" y="3116972"/>
                  </a:lnTo>
                  <a:lnTo>
                    <a:pt x="448686" y="3045738"/>
                  </a:lnTo>
                  <a:lnTo>
                    <a:pt x="450587" y="2990347"/>
                  </a:lnTo>
                  <a:lnTo>
                    <a:pt x="452488" y="2988055"/>
                  </a:lnTo>
                  <a:lnTo>
                    <a:pt x="454390" y="2987370"/>
                  </a:lnTo>
                  <a:lnTo>
                    <a:pt x="456291" y="2968013"/>
                  </a:lnTo>
                  <a:lnTo>
                    <a:pt x="458192" y="2981582"/>
                  </a:lnTo>
                  <a:lnTo>
                    <a:pt x="460093" y="3050412"/>
                  </a:lnTo>
                  <a:lnTo>
                    <a:pt x="461994" y="3116972"/>
                  </a:lnTo>
                  <a:lnTo>
                    <a:pt x="461994" y="3116972"/>
                  </a:lnTo>
                  <a:lnTo>
                    <a:pt x="463896" y="3116972"/>
                  </a:lnTo>
                  <a:lnTo>
                    <a:pt x="465797" y="3116972"/>
                  </a:lnTo>
                  <a:lnTo>
                    <a:pt x="467698" y="3116972"/>
                  </a:lnTo>
                  <a:lnTo>
                    <a:pt x="469599" y="3116972"/>
                  </a:lnTo>
                  <a:lnTo>
                    <a:pt x="471501" y="3116972"/>
                  </a:lnTo>
                  <a:lnTo>
                    <a:pt x="473402" y="3116972"/>
                  </a:lnTo>
                  <a:lnTo>
                    <a:pt x="475303" y="3102503"/>
                  </a:lnTo>
                  <a:lnTo>
                    <a:pt x="477204" y="3046607"/>
                  </a:lnTo>
                  <a:lnTo>
                    <a:pt x="479105" y="3046607"/>
                  </a:lnTo>
                  <a:lnTo>
                    <a:pt x="481007" y="3058925"/>
                  </a:lnTo>
                  <a:lnTo>
                    <a:pt x="482908" y="3112315"/>
                  </a:lnTo>
                  <a:lnTo>
                    <a:pt x="484809" y="3116972"/>
                  </a:lnTo>
                  <a:lnTo>
                    <a:pt x="484809" y="3116972"/>
                  </a:lnTo>
                  <a:lnTo>
                    <a:pt x="486710" y="3116972"/>
                  </a:lnTo>
                  <a:lnTo>
                    <a:pt x="488611" y="3116972"/>
                  </a:lnTo>
                  <a:lnTo>
                    <a:pt x="490513" y="3116972"/>
                  </a:lnTo>
                  <a:lnTo>
                    <a:pt x="492414" y="3116972"/>
                  </a:lnTo>
                  <a:lnTo>
                    <a:pt x="494315" y="3111580"/>
                  </a:lnTo>
                  <a:lnTo>
                    <a:pt x="496216" y="3084147"/>
                  </a:lnTo>
                  <a:lnTo>
                    <a:pt x="498118" y="3076367"/>
                  </a:lnTo>
                  <a:lnTo>
                    <a:pt x="500019" y="3103799"/>
                  </a:lnTo>
                  <a:lnTo>
                    <a:pt x="501920" y="3116972"/>
                  </a:lnTo>
                  <a:lnTo>
                    <a:pt x="501920" y="3116972"/>
                  </a:lnTo>
                  <a:lnTo>
                    <a:pt x="503821" y="3116972"/>
                  </a:lnTo>
                  <a:lnTo>
                    <a:pt x="505722" y="3116972"/>
                  </a:lnTo>
                  <a:lnTo>
                    <a:pt x="507624" y="3116972"/>
                  </a:lnTo>
                  <a:lnTo>
                    <a:pt x="509525" y="3116972"/>
                  </a:lnTo>
                  <a:lnTo>
                    <a:pt x="511426" y="3094373"/>
                  </a:lnTo>
                  <a:lnTo>
                    <a:pt x="513327" y="3085779"/>
                  </a:lnTo>
                  <a:lnTo>
                    <a:pt x="515228" y="3113211"/>
                  </a:lnTo>
                  <a:lnTo>
                    <a:pt x="517130" y="3104244"/>
                  </a:lnTo>
                  <a:lnTo>
                    <a:pt x="519031" y="3052444"/>
                  </a:lnTo>
                  <a:lnTo>
                    <a:pt x="520932" y="3046825"/>
                  </a:lnTo>
                  <a:lnTo>
                    <a:pt x="522833" y="3042229"/>
                  </a:lnTo>
                  <a:lnTo>
                    <a:pt x="524735" y="3003456"/>
                  </a:lnTo>
                  <a:lnTo>
                    <a:pt x="526636" y="2944530"/>
                  </a:lnTo>
                  <a:lnTo>
                    <a:pt x="528537" y="2951116"/>
                  </a:lnTo>
                  <a:lnTo>
                    <a:pt x="530438" y="2996649"/>
                  </a:lnTo>
                  <a:lnTo>
                    <a:pt x="532339" y="3000281"/>
                  </a:lnTo>
                  <a:lnTo>
                    <a:pt x="534241" y="3004880"/>
                  </a:lnTo>
                  <a:lnTo>
                    <a:pt x="536142" y="3039065"/>
                  </a:lnTo>
                  <a:lnTo>
                    <a:pt x="538043" y="3070557"/>
                  </a:lnTo>
                  <a:lnTo>
                    <a:pt x="539944" y="3072086"/>
                  </a:lnTo>
                  <a:lnTo>
                    <a:pt x="541845" y="3072086"/>
                  </a:lnTo>
                  <a:lnTo>
                    <a:pt x="543747" y="3072086"/>
                  </a:lnTo>
                  <a:lnTo>
                    <a:pt x="545648" y="3072086"/>
                  </a:lnTo>
                  <a:lnTo>
                    <a:pt x="547549" y="3072086"/>
                  </a:lnTo>
                  <a:lnTo>
                    <a:pt x="549450" y="3072086"/>
                  </a:lnTo>
                  <a:lnTo>
                    <a:pt x="551352" y="3072086"/>
                  </a:lnTo>
                  <a:lnTo>
                    <a:pt x="553253" y="3072086"/>
                  </a:lnTo>
                  <a:lnTo>
                    <a:pt x="555154" y="3072086"/>
                  </a:lnTo>
                  <a:lnTo>
                    <a:pt x="557055" y="3072086"/>
                  </a:lnTo>
                  <a:lnTo>
                    <a:pt x="558956" y="3072086"/>
                  </a:lnTo>
                  <a:lnTo>
                    <a:pt x="560858" y="3072086"/>
                  </a:lnTo>
                  <a:lnTo>
                    <a:pt x="562759" y="3072086"/>
                  </a:lnTo>
                  <a:lnTo>
                    <a:pt x="564660" y="3072086"/>
                  </a:lnTo>
                  <a:lnTo>
                    <a:pt x="566561" y="3072086"/>
                  </a:lnTo>
                  <a:lnTo>
                    <a:pt x="568462" y="3072086"/>
                  </a:lnTo>
                  <a:lnTo>
                    <a:pt x="570364" y="3072086"/>
                  </a:lnTo>
                  <a:lnTo>
                    <a:pt x="572265" y="3072086"/>
                  </a:lnTo>
                  <a:lnTo>
                    <a:pt x="574166" y="3072086"/>
                  </a:lnTo>
                  <a:lnTo>
                    <a:pt x="576067" y="3072086"/>
                  </a:lnTo>
                  <a:lnTo>
                    <a:pt x="577969" y="3072086"/>
                  </a:lnTo>
                  <a:lnTo>
                    <a:pt x="579870" y="3072086"/>
                  </a:lnTo>
                  <a:lnTo>
                    <a:pt x="581771" y="3072086"/>
                  </a:lnTo>
                  <a:lnTo>
                    <a:pt x="583672" y="3072086"/>
                  </a:lnTo>
                  <a:lnTo>
                    <a:pt x="585573" y="3072086"/>
                  </a:lnTo>
                  <a:lnTo>
                    <a:pt x="587475" y="3039227"/>
                  </a:lnTo>
                  <a:lnTo>
                    <a:pt x="589376" y="2963784"/>
                  </a:lnTo>
                  <a:lnTo>
                    <a:pt x="591277" y="2941920"/>
                  </a:lnTo>
                  <a:lnTo>
                    <a:pt x="593178" y="2941921"/>
                  </a:lnTo>
                  <a:lnTo>
                    <a:pt x="595079" y="2941921"/>
                  </a:lnTo>
                  <a:lnTo>
                    <a:pt x="596981" y="2965481"/>
                  </a:lnTo>
                  <a:lnTo>
                    <a:pt x="598882" y="3033284"/>
                  </a:lnTo>
                  <a:lnTo>
                    <a:pt x="600783" y="3093778"/>
                  </a:lnTo>
                  <a:lnTo>
                    <a:pt x="602684" y="3089933"/>
                  </a:lnTo>
                  <a:lnTo>
                    <a:pt x="604585" y="3089934"/>
                  </a:lnTo>
                  <a:lnTo>
                    <a:pt x="606487" y="3089935"/>
                  </a:lnTo>
                  <a:lnTo>
                    <a:pt x="608388" y="3066377"/>
                  </a:lnTo>
                  <a:lnTo>
                    <a:pt x="610289" y="3031431"/>
                  </a:lnTo>
                  <a:lnTo>
                    <a:pt x="612190" y="3046378"/>
                  </a:lnTo>
                  <a:lnTo>
                    <a:pt x="614092" y="3072086"/>
                  </a:lnTo>
                  <a:lnTo>
                    <a:pt x="615993" y="3072086"/>
                  </a:lnTo>
                  <a:lnTo>
                    <a:pt x="617894" y="3072086"/>
                  </a:lnTo>
                  <a:lnTo>
                    <a:pt x="619795" y="3072086"/>
                  </a:lnTo>
                  <a:lnTo>
                    <a:pt x="621696" y="3052007"/>
                  </a:lnTo>
                  <a:lnTo>
                    <a:pt x="623598" y="3041047"/>
                  </a:lnTo>
                  <a:lnTo>
                    <a:pt x="625499" y="3092544"/>
                  </a:lnTo>
                  <a:lnTo>
                    <a:pt x="627400" y="3098379"/>
                  </a:lnTo>
                  <a:lnTo>
                    <a:pt x="629301" y="3089073"/>
                  </a:lnTo>
                  <a:lnTo>
                    <a:pt x="631202" y="3048382"/>
                  </a:lnTo>
                  <a:lnTo>
                    <a:pt x="633104" y="3008582"/>
                  </a:lnTo>
                  <a:lnTo>
                    <a:pt x="635005" y="2984473"/>
                  </a:lnTo>
                  <a:lnTo>
                    <a:pt x="636906" y="2932976"/>
                  </a:lnTo>
                  <a:lnTo>
                    <a:pt x="638807" y="2902645"/>
                  </a:lnTo>
                  <a:lnTo>
                    <a:pt x="640709" y="2824723"/>
                  </a:lnTo>
                  <a:lnTo>
                    <a:pt x="642610" y="2736315"/>
                  </a:lnTo>
                  <a:lnTo>
                    <a:pt x="644511" y="2758391"/>
                  </a:lnTo>
                  <a:lnTo>
                    <a:pt x="646412" y="2793778"/>
                  </a:lnTo>
                  <a:lnTo>
                    <a:pt x="648313" y="2800091"/>
                  </a:lnTo>
                  <a:lnTo>
                    <a:pt x="650215" y="2824586"/>
                  </a:lnTo>
                  <a:lnTo>
                    <a:pt x="652116" y="2911817"/>
                  </a:lnTo>
                  <a:lnTo>
                    <a:pt x="654017" y="3031194"/>
                  </a:lnTo>
                  <a:lnTo>
                    <a:pt x="655918" y="3022848"/>
                  </a:lnTo>
                  <a:lnTo>
                    <a:pt x="657819" y="3034795"/>
                  </a:lnTo>
                  <a:lnTo>
                    <a:pt x="659721" y="3049136"/>
                  </a:lnTo>
                  <a:lnTo>
                    <a:pt x="661622" y="3042539"/>
                  </a:lnTo>
                  <a:lnTo>
                    <a:pt x="663523" y="3009245"/>
                  </a:lnTo>
                  <a:lnTo>
                    <a:pt x="665424" y="2996506"/>
                  </a:lnTo>
                  <a:lnTo>
                    <a:pt x="667326" y="3080382"/>
                  </a:lnTo>
                  <a:lnTo>
                    <a:pt x="669227" y="3097951"/>
                  </a:lnTo>
                  <a:lnTo>
                    <a:pt x="671128" y="3110565"/>
                  </a:lnTo>
                  <a:lnTo>
                    <a:pt x="673029" y="3116972"/>
                  </a:lnTo>
                  <a:lnTo>
                    <a:pt x="673029" y="3116972"/>
                  </a:lnTo>
                  <a:lnTo>
                    <a:pt x="674930" y="3116972"/>
                  </a:lnTo>
                  <a:lnTo>
                    <a:pt x="676832" y="3116972"/>
                  </a:lnTo>
                  <a:lnTo>
                    <a:pt x="678733" y="3116972"/>
                  </a:lnTo>
                  <a:lnTo>
                    <a:pt x="680634" y="3055963"/>
                  </a:lnTo>
                  <a:lnTo>
                    <a:pt x="682535" y="3024114"/>
                  </a:lnTo>
                  <a:lnTo>
                    <a:pt x="684436" y="3067725"/>
                  </a:lnTo>
                  <a:lnTo>
                    <a:pt x="686338" y="3103646"/>
                  </a:lnTo>
                  <a:lnTo>
                    <a:pt x="688239" y="3116972"/>
                  </a:lnTo>
                  <a:lnTo>
                    <a:pt x="688239" y="3116972"/>
                  </a:lnTo>
                  <a:lnTo>
                    <a:pt x="690140" y="3116972"/>
                  </a:lnTo>
                  <a:lnTo>
                    <a:pt x="692041" y="3116972"/>
                  </a:lnTo>
                  <a:lnTo>
                    <a:pt x="693943" y="3116972"/>
                  </a:lnTo>
                  <a:lnTo>
                    <a:pt x="695844" y="3116972"/>
                  </a:lnTo>
                  <a:lnTo>
                    <a:pt x="697745" y="3116972"/>
                  </a:lnTo>
                  <a:lnTo>
                    <a:pt x="699646" y="3116972"/>
                  </a:lnTo>
                  <a:lnTo>
                    <a:pt x="701547" y="3116972"/>
                  </a:lnTo>
                  <a:lnTo>
                    <a:pt x="703449" y="3065340"/>
                  </a:lnTo>
                  <a:lnTo>
                    <a:pt x="705350" y="3019157"/>
                  </a:lnTo>
                  <a:lnTo>
                    <a:pt x="707251" y="2991725"/>
                  </a:lnTo>
                  <a:lnTo>
                    <a:pt x="709152" y="2995671"/>
                  </a:lnTo>
                  <a:lnTo>
                    <a:pt x="711053" y="2955809"/>
                  </a:lnTo>
                  <a:lnTo>
                    <a:pt x="712955" y="2884815"/>
                  </a:lnTo>
                  <a:lnTo>
                    <a:pt x="714856" y="2943279"/>
                  </a:lnTo>
                  <a:lnTo>
                    <a:pt x="716757" y="3003549"/>
                  </a:lnTo>
                  <a:lnTo>
                    <a:pt x="718658" y="3003548"/>
                  </a:lnTo>
                  <a:lnTo>
                    <a:pt x="720560" y="3019251"/>
                  </a:lnTo>
                  <a:lnTo>
                    <a:pt x="722461" y="3079669"/>
                  </a:lnTo>
                  <a:lnTo>
                    <a:pt x="724362" y="3116972"/>
                  </a:lnTo>
                  <a:lnTo>
                    <a:pt x="724362" y="3116972"/>
                  </a:lnTo>
                  <a:lnTo>
                    <a:pt x="726263" y="3116972"/>
                  </a:lnTo>
                  <a:lnTo>
                    <a:pt x="728164" y="3116972"/>
                  </a:lnTo>
                  <a:lnTo>
                    <a:pt x="730066" y="3116972"/>
                  </a:lnTo>
                  <a:lnTo>
                    <a:pt x="731967" y="3092377"/>
                  </a:lnTo>
                  <a:lnTo>
                    <a:pt x="733868" y="3072086"/>
                  </a:lnTo>
                  <a:lnTo>
                    <a:pt x="735769" y="3072086"/>
                  </a:lnTo>
                  <a:lnTo>
                    <a:pt x="737670" y="3072086"/>
                  </a:lnTo>
                  <a:lnTo>
                    <a:pt x="739572" y="3072086"/>
                  </a:lnTo>
                  <a:lnTo>
                    <a:pt x="741473" y="3072086"/>
                  </a:lnTo>
                  <a:lnTo>
                    <a:pt x="743374" y="3066854"/>
                  </a:lnTo>
                  <a:lnTo>
                    <a:pt x="745275" y="3032202"/>
                  </a:lnTo>
                  <a:lnTo>
                    <a:pt x="747177" y="3037509"/>
                  </a:lnTo>
                  <a:lnTo>
                    <a:pt x="749078" y="3047059"/>
                  </a:lnTo>
                  <a:lnTo>
                    <a:pt x="750979" y="3047060"/>
                  </a:lnTo>
                  <a:lnTo>
                    <a:pt x="752880" y="3059121"/>
                  </a:lnTo>
                  <a:lnTo>
                    <a:pt x="754781" y="3097348"/>
                  </a:lnTo>
                  <a:lnTo>
                    <a:pt x="756683" y="3116972"/>
                  </a:lnTo>
                  <a:lnTo>
                    <a:pt x="756683" y="3116972"/>
                  </a:lnTo>
                  <a:lnTo>
                    <a:pt x="758584" y="3116972"/>
                  </a:lnTo>
                  <a:lnTo>
                    <a:pt x="760485" y="3116972"/>
                  </a:lnTo>
                  <a:lnTo>
                    <a:pt x="762386" y="3116972"/>
                  </a:lnTo>
                  <a:lnTo>
                    <a:pt x="764287" y="3116972"/>
                  </a:lnTo>
                  <a:lnTo>
                    <a:pt x="766189" y="3116972"/>
                  </a:lnTo>
                  <a:lnTo>
                    <a:pt x="768090" y="3116972"/>
                  </a:lnTo>
                  <a:lnTo>
                    <a:pt x="769991" y="3116972"/>
                  </a:lnTo>
                  <a:lnTo>
                    <a:pt x="771892" y="3109689"/>
                  </a:lnTo>
                  <a:lnTo>
                    <a:pt x="773794" y="3046540"/>
                  </a:lnTo>
                  <a:lnTo>
                    <a:pt x="775695" y="2998663"/>
                  </a:lnTo>
                  <a:lnTo>
                    <a:pt x="777596" y="2942279"/>
                  </a:lnTo>
                  <a:lnTo>
                    <a:pt x="779497" y="2945525"/>
                  </a:lnTo>
                  <a:lnTo>
                    <a:pt x="781398" y="2959048"/>
                  </a:lnTo>
                  <a:lnTo>
                    <a:pt x="783300" y="2913644"/>
                  </a:lnTo>
                  <a:lnTo>
                    <a:pt x="785201" y="2863469"/>
                  </a:lnTo>
                  <a:lnTo>
                    <a:pt x="787102" y="2883197"/>
                  </a:lnTo>
                  <a:lnTo>
                    <a:pt x="789003" y="2961594"/>
                  </a:lnTo>
                  <a:lnTo>
                    <a:pt x="790904" y="2966118"/>
                  </a:lnTo>
                  <a:lnTo>
                    <a:pt x="792806" y="2950688"/>
                  </a:lnTo>
                  <a:lnTo>
                    <a:pt x="794707" y="2963711"/>
                  </a:lnTo>
                  <a:lnTo>
                    <a:pt x="796608" y="2937637"/>
                  </a:lnTo>
                  <a:lnTo>
                    <a:pt x="798509" y="2807919"/>
                  </a:lnTo>
                  <a:lnTo>
                    <a:pt x="800411" y="2648401"/>
                  </a:lnTo>
                  <a:lnTo>
                    <a:pt x="802312" y="2570582"/>
                  </a:lnTo>
                  <a:lnTo>
                    <a:pt x="804213" y="2533276"/>
                  </a:lnTo>
                  <a:lnTo>
                    <a:pt x="806114" y="2552577"/>
                  </a:lnTo>
                  <a:lnTo>
                    <a:pt x="808015" y="2655959"/>
                  </a:lnTo>
                  <a:lnTo>
                    <a:pt x="809917" y="2793605"/>
                  </a:lnTo>
                  <a:lnTo>
                    <a:pt x="811818" y="2873427"/>
                  </a:lnTo>
                  <a:lnTo>
                    <a:pt x="813719" y="2941896"/>
                  </a:lnTo>
                  <a:lnTo>
                    <a:pt x="815620" y="2993833"/>
                  </a:lnTo>
                  <a:lnTo>
                    <a:pt x="817521" y="2922023"/>
                  </a:lnTo>
                  <a:lnTo>
                    <a:pt x="819423" y="2817261"/>
                  </a:lnTo>
                  <a:lnTo>
                    <a:pt x="821324" y="2812510"/>
                  </a:lnTo>
                  <a:lnTo>
                    <a:pt x="823225" y="2884686"/>
                  </a:lnTo>
                  <a:lnTo>
                    <a:pt x="825126" y="2925854"/>
                  </a:lnTo>
                  <a:lnTo>
                    <a:pt x="827028" y="2949578"/>
                  </a:lnTo>
                  <a:lnTo>
                    <a:pt x="828929" y="3005254"/>
                  </a:lnTo>
                  <a:lnTo>
                    <a:pt x="830830" y="3030692"/>
                  </a:lnTo>
                  <a:lnTo>
                    <a:pt x="832731" y="2913143"/>
                  </a:lnTo>
                  <a:lnTo>
                    <a:pt x="834632" y="2763136"/>
                  </a:lnTo>
                  <a:lnTo>
                    <a:pt x="836534" y="2674300"/>
                  </a:lnTo>
                  <a:lnTo>
                    <a:pt x="838435" y="2629918"/>
                  </a:lnTo>
                  <a:lnTo>
                    <a:pt x="840336" y="2644009"/>
                  </a:lnTo>
                  <a:lnTo>
                    <a:pt x="842237" y="2629828"/>
                  </a:lnTo>
                  <a:lnTo>
                    <a:pt x="844138" y="2641768"/>
                  </a:lnTo>
                  <a:lnTo>
                    <a:pt x="846040" y="2698573"/>
                  </a:lnTo>
                  <a:lnTo>
                    <a:pt x="847941" y="2741672"/>
                  </a:lnTo>
                  <a:lnTo>
                    <a:pt x="849842" y="2725644"/>
                  </a:lnTo>
                  <a:lnTo>
                    <a:pt x="851743" y="2719261"/>
                  </a:lnTo>
                  <a:lnTo>
                    <a:pt x="853645" y="2802203"/>
                  </a:lnTo>
                  <a:lnTo>
                    <a:pt x="855546" y="2877859"/>
                  </a:lnTo>
                  <a:lnTo>
                    <a:pt x="857447" y="2804473"/>
                  </a:lnTo>
                  <a:lnTo>
                    <a:pt x="859348" y="2634445"/>
                  </a:lnTo>
                  <a:lnTo>
                    <a:pt x="861249" y="2505629"/>
                  </a:lnTo>
                  <a:lnTo>
                    <a:pt x="863151" y="2457870"/>
                  </a:lnTo>
                  <a:lnTo>
                    <a:pt x="865052" y="2350727"/>
                  </a:lnTo>
                  <a:lnTo>
                    <a:pt x="866953" y="2282385"/>
                  </a:lnTo>
                  <a:lnTo>
                    <a:pt x="868854" y="2344999"/>
                  </a:lnTo>
                  <a:lnTo>
                    <a:pt x="870755" y="2481790"/>
                  </a:lnTo>
                  <a:lnTo>
                    <a:pt x="872657" y="2604651"/>
                  </a:lnTo>
                  <a:lnTo>
                    <a:pt x="874558" y="2646481"/>
                  </a:lnTo>
                  <a:lnTo>
                    <a:pt x="876459" y="2681181"/>
                  </a:lnTo>
                  <a:lnTo>
                    <a:pt x="878360" y="2671939"/>
                  </a:lnTo>
                  <a:lnTo>
                    <a:pt x="880261" y="2697619"/>
                  </a:lnTo>
                  <a:lnTo>
                    <a:pt x="882163" y="2677276"/>
                  </a:lnTo>
                  <a:lnTo>
                    <a:pt x="884064" y="2663143"/>
                  </a:lnTo>
                  <a:lnTo>
                    <a:pt x="885965" y="2664933"/>
                  </a:lnTo>
                  <a:lnTo>
                    <a:pt x="887866" y="2642715"/>
                  </a:lnTo>
                  <a:lnTo>
                    <a:pt x="889768" y="2611277"/>
                  </a:lnTo>
                  <a:lnTo>
                    <a:pt x="891669" y="2618516"/>
                  </a:lnTo>
                  <a:lnTo>
                    <a:pt x="893570" y="2701045"/>
                  </a:lnTo>
                  <a:lnTo>
                    <a:pt x="895471" y="2717938"/>
                  </a:lnTo>
                  <a:lnTo>
                    <a:pt x="897372" y="2594263"/>
                  </a:lnTo>
                  <a:lnTo>
                    <a:pt x="899274" y="2571847"/>
                  </a:lnTo>
                  <a:lnTo>
                    <a:pt x="901175" y="2599158"/>
                  </a:lnTo>
                  <a:lnTo>
                    <a:pt x="903076" y="2486721"/>
                  </a:lnTo>
                  <a:lnTo>
                    <a:pt x="904977" y="2404433"/>
                  </a:lnTo>
                  <a:lnTo>
                    <a:pt x="906878" y="2442517"/>
                  </a:lnTo>
                  <a:lnTo>
                    <a:pt x="908780" y="2567652"/>
                  </a:lnTo>
                  <a:lnTo>
                    <a:pt x="910681" y="2622096"/>
                  </a:lnTo>
                  <a:lnTo>
                    <a:pt x="912582" y="2655256"/>
                  </a:lnTo>
                  <a:lnTo>
                    <a:pt x="914483" y="2744690"/>
                  </a:lnTo>
                  <a:lnTo>
                    <a:pt x="916385" y="2726972"/>
                  </a:lnTo>
                  <a:lnTo>
                    <a:pt x="918286" y="2562320"/>
                  </a:lnTo>
                  <a:lnTo>
                    <a:pt x="920187" y="2404187"/>
                  </a:lnTo>
                  <a:lnTo>
                    <a:pt x="922088" y="2336539"/>
                  </a:lnTo>
                  <a:lnTo>
                    <a:pt x="923989" y="2357654"/>
                  </a:lnTo>
                  <a:lnTo>
                    <a:pt x="925891" y="2348398"/>
                  </a:lnTo>
                  <a:lnTo>
                    <a:pt x="927792" y="2388570"/>
                  </a:lnTo>
                  <a:lnTo>
                    <a:pt x="929693" y="2582333"/>
                  </a:lnTo>
                  <a:lnTo>
                    <a:pt x="931594" y="2781263"/>
                  </a:lnTo>
                  <a:lnTo>
                    <a:pt x="933495" y="2911246"/>
                  </a:lnTo>
                  <a:lnTo>
                    <a:pt x="935397" y="2957003"/>
                  </a:lnTo>
                  <a:lnTo>
                    <a:pt x="937298" y="3019605"/>
                  </a:lnTo>
                  <a:lnTo>
                    <a:pt x="939199" y="2968111"/>
                  </a:lnTo>
                  <a:lnTo>
                    <a:pt x="941100" y="2788892"/>
                  </a:lnTo>
                  <a:lnTo>
                    <a:pt x="943002" y="2671033"/>
                  </a:lnTo>
                  <a:lnTo>
                    <a:pt x="944903" y="2552044"/>
                  </a:lnTo>
                  <a:lnTo>
                    <a:pt x="946804" y="2418102"/>
                  </a:lnTo>
                  <a:lnTo>
                    <a:pt x="948705" y="2255411"/>
                  </a:lnTo>
                  <a:lnTo>
                    <a:pt x="950606" y="2316064"/>
                  </a:lnTo>
                  <a:lnTo>
                    <a:pt x="952508" y="2489985"/>
                  </a:lnTo>
                  <a:lnTo>
                    <a:pt x="954409" y="2616813"/>
                  </a:lnTo>
                  <a:lnTo>
                    <a:pt x="956310" y="2709493"/>
                  </a:lnTo>
                  <a:lnTo>
                    <a:pt x="958211" y="2780378"/>
                  </a:lnTo>
                  <a:lnTo>
                    <a:pt x="960112" y="2892508"/>
                  </a:lnTo>
                  <a:lnTo>
                    <a:pt x="962014" y="2897801"/>
                  </a:lnTo>
                  <a:lnTo>
                    <a:pt x="963915" y="2816009"/>
                  </a:lnTo>
                  <a:lnTo>
                    <a:pt x="965816" y="2683054"/>
                  </a:lnTo>
                  <a:lnTo>
                    <a:pt x="967717" y="2640883"/>
                  </a:lnTo>
                  <a:lnTo>
                    <a:pt x="969619" y="2706588"/>
                  </a:lnTo>
                  <a:lnTo>
                    <a:pt x="971520" y="2762543"/>
                  </a:lnTo>
                  <a:lnTo>
                    <a:pt x="973421" y="2773427"/>
                  </a:lnTo>
                  <a:lnTo>
                    <a:pt x="975322" y="2770013"/>
                  </a:lnTo>
                  <a:lnTo>
                    <a:pt x="977223" y="2859141"/>
                  </a:lnTo>
                  <a:lnTo>
                    <a:pt x="979125" y="2931793"/>
                  </a:lnTo>
                  <a:lnTo>
                    <a:pt x="981026" y="2902532"/>
                  </a:lnTo>
                  <a:lnTo>
                    <a:pt x="982927" y="2830793"/>
                  </a:lnTo>
                  <a:lnTo>
                    <a:pt x="984828" y="2787320"/>
                  </a:lnTo>
                  <a:lnTo>
                    <a:pt x="986729" y="2799150"/>
                  </a:lnTo>
                  <a:lnTo>
                    <a:pt x="988631" y="2772438"/>
                  </a:lnTo>
                  <a:lnTo>
                    <a:pt x="990532" y="2775383"/>
                  </a:lnTo>
                  <a:lnTo>
                    <a:pt x="992433" y="2771711"/>
                  </a:lnTo>
                  <a:lnTo>
                    <a:pt x="994334" y="2819910"/>
                  </a:lnTo>
                  <a:lnTo>
                    <a:pt x="996236" y="2887275"/>
                  </a:lnTo>
                  <a:lnTo>
                    <a:pt x="998137" y="2876894"/>
                  </a:lnTo>
                  <a:lnTo>
                    <a:pt x="1000038" y="2851322"/>
                  </a:lnTo>
                  <a:lnTo>
                    <a:pt x="1001939" y="2821068"/>
                  </a:lnTo>
                  <a:lnTo>
                    <a:pt x="1003840" y="2809379"/>
                  </a:lnTo>
                  <a:lnTo>
                    <a:pt x="1005742" y="2738059"/>
                  </a:lnTo>
                  <a:lnTo>
                    <a:pt x="1007643" y="2711214"/>
                  </a:lnTo>
                  <a:lnTo>
                    <a:pt x="1009544" y="2766846"/>
                  </a:lnTo>
                  <a:lnTo>
                    <a:pt x="1011445" y="2773945"/>
                  </a:lnTo>
                  <a:lnTo>
                    <a:pt x="1013346" y="2729063"/>
                  </a:lnTo>
                  <a:lnTo>
                    <a:pt x="1015248" y="2756252"/>
                  </a:lnTo>
                  <a:lnTo>
                    <a:pt x="1017149" y="2844854"/>
                  </a:lnTo>
                  <a:lnTo>
                    <a:pt x="1019050" y="2795348"/>
                  </a:lnTo>
                  <a:lnTo>
                    <a:pt x="1020951" y="2665990"/>
                  </a:lnTo>
                  <a:lnTo>
                    <a:pt x="1022853" y="2671858"/>
                  </a:lnTo>
                  <a:lnTo>
                    <a:pt x="1024754" y="2659992"/>
                  </a:lnTo>
                  <a:lnTo>
                    <a:pt x="1026655" y="2580146"/>
                  </a:lnTo>
                  <a:lnTo>
                    <a:pt x="1028556" y="2541052"/>
                  </a:lnTo>
                  <a:lnTo>
                    <a:pt x="1030457" y="2623721"/>
                  </a:lnTo>
                  <a:lnTo>
                    <a:pt x="1032359" y="2700623"/>
                  </a:lnTo>
                  <a:lnTo>
                    <a:pt x="1034260" y="2678227"/>
                  </a:lnTo>
                  <a:lnTo>
                    <a:pt x="1036161" y="2655402"/>
                  </a:lnTo>
                  <a:lnTo>
                    <a:pt x="1038062" y="2741271"/>
                  </a:lnTo>
                  <a:lnTo>
                    <a:pt x="1039963" y="2814056"/>
                  </a:lnTo>
                  <a:lnTo>
                    <a:pt x="1041865" y="2825811"/>
                  </a:lnTo>
                  <a:lnTo>
                    <a:pt x="1043766" y="2891175"/>
                  </a:lnTo>
                  <a:lnTo>
                    <a:pt x="1045667" y="2931752"/>
                  </a:lnTo>
                  <a:lnTo>
                    <a:pt x="1047568" y="2957177"/>
                  </a:lnTo>
                  <a:lnTo>
                    <a:pt x="1049470" y="2899348"/>
                  </a:lnTo>
                  <a:lnTo>
                    <a:pt x="1051371" y="2811458"/>
                  </a:lnTo>
                  <a:lnTo>
                    <a:pt x="1053272" y="2761739"/>
                  </a:lnTo>
                  <a:lnTo>
                    <a:pt x="1055173" y="2721759"/>
                  </a:lnTo>
                  <a:lnTo>
                    <a:pt x="1057074" y="2729801"/>
                  </a:lnTo>
                  <a:lnTo>
                    <a:pt x="1058976" y="2791722"/>
                  </a:lnTo>
                  <a:lnTo>
                    <a:pt x="1060877" y="2860385"/>
                  </a:lnTo>
                  <a:lnTo>
                    <a:pt x="1062778" y="2965292"/>
                  </a:lnTo>
                  <a:lnTo>
                    <a:pt x="1064679" y="3035924"/>
                  </a:lnTo>
                  <a:lnTo>
                    <a:pt x="1066580" y="3083676"/>
                  </a:lnTo>
                  <a:lnTo>
                    <a:pt x="1068482" y="3116972"/>
                  </a:lnTo>
                  <a:lnTo>
                    <a:pt x="1068482" y="3116972"/>
                  </a:lnTo>
                  <a:lnTo>
                    <a:pt x="1070383" y="3116972"/>
                  </a:lnTo>
                  <a:lnTo>
                    <a:pt x="1072284" y="3116972"/>
                  </a:lnTo>
                  <a:lnTo>
                    <a:pt x="1074185" y="3116972"/>
                  </a:lnTo>
                  <a:lnTo>
                    <a:pt x="1076087" y="3116972"/>
                  </a:lnTo>
                  <a:lnTo>
                    <a:pt x="1077988" y="3116972"/>
                  </a:lnTo>
                  <a:lnTo>
                    <a:pt x="1079889" y="3116972"/>
                  </a:lnTo>
                  <a:lnTo>
                    <a:pt x="1081790" y="3092676"/>
                  </a:lnTo>
                  <a:lnTo>
                    <a:pt x="1083691" y="3050834"/>
                  </a:lnTo>
                  <a:lnTo>
                    <a:pt x="1085593" y="3021026"/>
                  </a:lnTo>
                  <a:lnTo>
                    <a:pt x="1087494" y="3021302"/>
                  </a:lnTo>
                  <a:lnTo>
                    <a:pt x="1089395" y="2996293"/>
                  </a:lnTo>
                  <a:lnTo>
                    <a:pt x="1091296" y="2902871"/>
                  </a:lnTo>
                  <a:lnTo>
                    <a:pt x="1093197" y="2877346"/>
                  </a:lnTo>
                  <a:lnTo>
                    <a:pt x="1095099" y="2832808"/>
                  </a:lnTo>
                  <a:lnTo>
                    <a:pt x="1097000" y="2815790"/>
                  </a:lnTo>
                  <a:lnTo>
                    <a:pt x="1098901" y="2709553"/>
                  </a:lnTo>
                  <a:lnTo>
                    <a:pt x="1100802" y="2569483"/>
                  </a:lnTo>
                  <a:lnTo>
                    <a:pt x="1102704" y="2578984"/>
                  </a:lnTo>
                  <a:lnTo>
                    <a:pt x="1104605" y="2638767"/>
                  </a:lnTo>
                  <a:lnTo>
                    <a:pt x="1106506" y="2681193"/>
                  </a:lnTo>
                  <a:lnTo>
                    <a:pt x="1108407" y="2666093"/>
                  </a:lnTo>
                  <a:lnTo>
                    <a:pt x="1110308" y="2695743"/>
                  </a:lnTo>
                  <a:lnTo>
                    <a:pt x="1112210" y="2739472"/>
                  </a:lnTo>
                  <a:lnTo>
                    <a:pt x="1114111" y="2824807"/>
                  </a:lnTo>
                  <a:lnTo>
                    <a:pt x="1116012" y="2866980"/>
                  </a:lnTo>
                  <a:lnTo>
                    <a:pt x="1117913" y="2878480"/>
                  </a:lnTo>
                  <a:lnTo>
                    <a:pt x="1119814" y="2910293"/>
                  </a:lnTo>
                  <a:lnTo>
                    <a:pt x="1121716" y="2982971"/>
                  </a:lnTo>
                  <a:lnTo>
                    <a:pt x="1123617" y="3088905"/>
                  </a:lnTo>
                  <a:lnTo>
                    <a:pt x="1125518" y="3050842"/>
                  </a:lnTo>
                  <a:lnTo>
                    <a:pt x="1127419" y="2951435"/>
                  </a:lnTo>
                  <a:lnTo>
                    <a:pt x="1129321" y="2946269"/>
                  </a:lnTo>
                  <a:lnTo>
                    <a:pt x="1131222" y="3023826"/>
                  </a:lnTo>
                  <a:lnTo>
                    <a:pt x="1133123" y="3073275"/>
                  </a:lnTo>
                  <a:lnTo>
                    <a:pt x="1135024" y="3081892"/>
                  </a:lnTo>
                  <a:lnTo>
                    <a:pt x="1136925" y="3087840"/>
                  </a:lnTo>
                  <a:lnTo>
                    <a:pt x="1138827" y="3095964"/>
                  </a:lnTo>
                  <a:lnTo>
                    <a:pt x="1140728" y="3059960"/>
                  </a:lnTo>
                  <a:lnTo>
                    <a:pt x="1142629" y="3005947"/>
                  </a:lnTo>
                  <a:lnTo>
                    <a:pt x="1144530" y="2950273"/>
                  </a:lnTo>
                  <a:lnTo>
                    <a:pt x="1146431" y="2895511"/>
                  </a:lnTo>
                  <a:lnTo>
                    <a:pt x="1148333" y="2871190"/>
                  </a:lnTo>
                  <a:lnTo>
                    <a:pt x="1150234" y="2844050"/>
                  </a:lnTo>
                  <a:lnTo>
                    <a:pt x="1152135" y="2845758"/>
                  </a:lnTo>
                  <a:lnTo>
                    <a:pt x="1154036" y="2841636"/>
                  </a:lnTo>
                  <a:lnTo>
                    <a:pt x="1155938" y="2851494"/>
                  </a:lnTo>
                  <a:lnTo>
                    <a:pt x="1157839" y="2888937"/>
                  </a:lnTo>
                  <a:lnTo>
                    <a:pt x="1159740" y="2898489"/>
                  </a:lnTo>
                  <a:lnTo>
                    <a:pt x="1161641" y="2895784"/>
                  </a:lnTo>
                  <a:lnTo>
                    <a:pt x="1163542" y="2876928"/>
                  </a:lnTo>
                  <a:lnTo>
                    <a:pt x="1165444" y="2883199"/>
                  </a:lnTo>
                  <a:lnTo>
                    <a:pt x="1167345" y="2921921"/>
                  </a:lnTo>
                  <a:lnTo>
                    <a:pt x="1169246" y="2956950"/>
                  </a:lnTo>
                  <a:lnTo>
                    <a:pt x="1171147" y="2960794"/>
                  </a:lnTo>
                  <a:lnTo>
                    <a:pt x="1173048" y="2974760"/>
                  </a:lnTo>
                  <a:lnTo>
                    <a:pt x="1174950" y="2962693"/>
                  </a:lnTo>
                  <a:lnTo>
                    <a:pt x="1176851" y="2921456"/>
                  </a:lnTo>
                  <a:lnTo>
                    <a:pt x="1178752" y="2849743"/>
                  </a:lnTo>
                  <a:lnTo>
                    <a:pt x="1180653" y="2770030"/>
                  </a:lnTo>
                  <a:lnTo>
                    <a:pt x="1182554" y="2740156"/>
                  </a:lnTo>
                  <a:lnTo>
                    <a:pt x="1184456" y="2749127"/>
                  </a:lnTo>
                  <a:lnTo>
                    <a:pt x="1186357" y="2753324"/>
                  </a:lnTo>
                  <a:lnTo>
                    <a:pt x="1188258" y="2774750"/>
                  </a:lnTo>
                  <a:lnTo>
                    <a:pt x="1190159" y="2770479"/>
                  </a:lnTo>
                  <a:lnTo>
                    <a:pt x="1192061" y="2791460"/>
                  </a:lnTo>
                  <a:lnTo>
                    <a:pt x="1193962" y="2818933"/>
                  </a:lnTo>
                  <a:lnTo>
                    <a:pt x="1195863" y="2858258"/>
                  </a:lnTo>
                  <a:lnTo>
                    <a:pt x="1197764" y="2886738"/>
                  </a:lnTo>
                  <a:lnTo>
                    <a:pt x="1199665" y="2844687"/>
                  </a:lnTo>
                  <a:lnTo>
                    <a:pt x="1201567" y="2871861"/>
                  </a:lnTo>
                  <a:lnTo>
                    <a:pt x="1203468" y="2914162"/>
                  </a:lnTo>
                  <a:lnTo>
                    <a:pt x="1205369" y="2904412"/>
                  </a:lnTo>
                  <a:lnTo>
                    <a:pt x="1207270" y="2879135"/>
                  </a:lnTo>
                  <a:lnTo>
                    <a:pt x="1209171" y="2908413"/>
                  </a:lnTo>
                  <a:lnTo>
                    <a:pt x="1211073" y="2968128"/>
                  </a:lnTo>
                  <a:lnTo>
                    <a:pt x="1212974" y="2983989"/>
                  </a:lnTo>
                  <a:lnTo>
                    <a:pt x="1214875" y="2955776"/>
                  </a:lnTo>
                  <a:lnTo>
                    <a:pt x="1216776" y="2963144"/>
                  </a:lnTo>
                  <a:lnTo>
                    <a:pt x="1218678" y="2941482"/>
                  </a:lnTo>
                  <a:lnTo>
                    <a:pt x="1220579" y="2885489"/>
                  </a:lnTo>
                  <a:lnTo>
                    <a:pt x="1222480" y="2864214"/>
                  </a:lnTo>
                  <a:lnTo>
                    <a:pt x="1224381" y="2888793"/>
                  </a:lnTo>
                  <a:lnTo>
                    <a:pt x="1226282" y="2912458"/>
                  </a:lnTo>
                  <a:lnTo>
                    <a:pt x="1228184" y="2894876"/>
                  </a:lnTo>
                  <a:lnTo>
                    <a:pt x="1230085" y="2931600"/>
                  </a:lnTo>
                  <a:lnTo>
                    <a:pt x="1231986" y="2997796"/>
                  </a:lnTo>
                  <a:lnTo>
                    <a:pt x="1233887" y="2922010"/>
                  </a:lnTo>
                  <a:lnTo>
                    <a:pt x="1235788" y="2772383"/>
                  </a:lnTo>
                  <a:lnTo>
                    <a:pt x="1237690" y="2744404"/>
                  </a:lnTo>
                  <a:lnTo>
                    <a:pt x="1239591" y="2740680"/>
                  </a:lnTo>
                  <a:lnTo>
                    <a:pt x="1241492" y="2729810"/>
                  </a:lnTo>
                  <a:lnTo>
                    <a:pt x="1243393" y="2712760"/>
                  </a:lnTo>
                  <a:lnTo>
                    <a:pt x="1245295" y="2684565"/>
                  </a:lnTo>
                  <a:lnTo>
                    <a:pt x="1247196" y="2689872"/>
                  </a:lnTo>
                  <a:lnTo>
                    <a:pt x="1249097" y="2598132"/>
                  </a:lnTo>
                  <a:lnTo>
                    <a:pt x="1250998" y="2534789"/>
                  </a:lnTo>
                  <a:lnTo>
                    <a:pt x="1252899" y="2449377"/>
                  </a:lnTo>
                  <a:lnTo>
                    <a:pt x="1254801" y="2414612"/>
                  </a:lnTo>
                  <a:lnTo>
                    <a:pt x="1256702" y="2464197"/>
                  </a:lnTo>
                  <a:lnTo>
                    <a:pt x="1258603" y="2513279"/>
                  </a:lnTo>
                  <a:lnTo>
                    <a:pt x="1260504" y="2516419"/>
                  </a:lnTo>
                  <a:lnTo>
                    <a:pt x="1262405" y="2525843"/>
                  </a:lnTo>
                  <a:lnTo>
                    <a:pt x="1264307" y="2583076"/>
                  </a:lnTo>
                  <a:lnTo>
                    <a:pt x="1266208" y="2618171"/>
                  </a:lnTo>
                  <a:lnTo>
                    <a:pt x="1268109" y="2665050"/>
                  </a:lnTo>
                  <a:lnTo>
                    <a:pt x="1270010" y="2657304"/>
                  </a:lnTo>
                  <a:lnTo>
                    <a:pt x="1271912" y="2734078"/>
                  </a:lnTo>
                  <a:lnTo>
                    <a:pt x="1273813" y="2846303"/>
                  </a:lnTo>
                  <a:lnTo>
                    <a:pt x="1275714" y="2915794"/>
                  </a:lnTo>
                  <a:lnTo>
                    <a:pt x="1277615" y="2936204"/>
                  </a:lnTo>
                  <a:lnTo>
                    <a:pt x="1279516" y="2964997"/>
                  </a:lnTo>
                  <a:lnTo>
                    <a:pt x="1281418" y="3037626"/>
                  </a:lnTo>
                  <a:lnTo>
                    <a:pt x="1283319" y="3096095"/>
                  </a:lnTo>
                  <a:lnTo>
                    <a:pt x="1285220" y="3015233"/>
                  </a:lnTo>
                  <a:lnTo>
                    <a:pt x="1287121" y="2886199"/>
                  </a:lnTo>
                  <a:lnTo>
                    <a:pt x="1289022" y="2874227"/>
                  </a:lnTo>
                  <a:lnTo>
                    <a:pt x="1290924" y="2880596"/>
                  </a:lnTo>
                  <a:lnTo>
                    <a:pt x="1292825" y="2864024"/>
                  </a:lnTo>
                  <a:lnTo>
                    <a:pt x="1294726" y="2816714"/>
                  </a:lnTo>
                  <a:lnTo>
                    <a:pt x="1296627" y="2882896"/>
                  </a:lnTo>
                  <a:lnTo>
                    <a:pt x="1298529" y="2965784"/>
                  </a:lnTo>
                  <a:lnTo>
                    <a:pt x="1300430" y="2960902"/>
                  </a:lnTo>
                  <a:lnTo>
                    <a:pt x="1302331" y="2941883"/>
                  </a:lnTo>
                  <a:lnTo>
                    <a:pt x="1304232" y="2943883"/>
                  </a:lnTo>
                  <a:lnTo>
                    <a:pt x="1306133" y="2881642"/>
                  </a:lnTo>
                  <a:lnTo>
                    <a:pt x="1308035" y="2821662"/>
                  </a:lnTo>
                  <a:lnTo>
                    <a:pt x="1309936" y="2845552"/>
                  </a:lnTo>
                  <a:lnTo>
                    <a:pt x="1311837" y="2854717"/>
                  </a:lnTo>
                  <a:lnTo>
                    <a:pt x="1313738" y="2806841"/>
                  </a:lnTo>
                  <a:lnTo>
                    <a:pt x="1315639" y="2761825"/>
                  </a:lnTo>
                  <a:lnTo>
                    <a:pt x="1317541" y="2781822"/>
                  </a:lnTo>
                  <a:lnTo>
                    <a:pt x="1319442" y="2815892"/>
                  </a:lnTo>
                  <a:lnTo>
                    <a:pt x="1321343" y="2808831"/>
                  </a:lnTo>
                  <a:lnTo>
                    <a:pt x="1323244" y="2787016"/>
                  </a:lnTo>
                  <a:lnTo>
                    <a:pt x="1325146" y="2768583"/>
                  </a:lnTo>
                  <a:lnTo>
                    <a:pt x="1327047" y="2693438"/>
                  </a:lnTo>
                  <a:lnTo>
                    <a:pt x="1328948" y="2535999"/>
                  </a:lnTo>
                  <a:lnTo>
                    <a:pt x="1330849" y="2351918"/>
                  </a:lnTo>
                  <a:lnTo>
                    <a:pt x="1332750" y="2254941"/>
                  </a:lnTo>
                  <a:lnTo>
                    <a:pt x="1334652" y="2169919"/>
                  </a:lnTo>
                  <a:lnTo>
                    <a:pt x="1336553" y="2090675"/>
                  </a:lnTo>
                  <a:lnTo>
                    <a:pt x="1338454" y="2070812"/>
                  </a:lnTo>
                  <a:lnTo>
                    <a:pt x="1340355" y="2090700"/>
                  </a:lnTo>
                  <a:lnTo>
                    <a:pt x="1342256" y="2134139"/>
                  </a:lnTo>
                  <a:lnTo>
                    <a:pt x="1344158" y="2220200"/>
                  </a:lnTo>
                  <a:lnTo>
                    <a:pt x="1346059" y="2291127"/>
                  </a:lnTo>
                  <a:lnTo>
                    <a:pt x="1347960" y="2304842"/>
                  </a:lnTo>
                  <a:lnTo>
                    <a:pt x="1349861" y="2304866"/>
                  </a:lnTo>
                  <a:lnTo>
                    <a:pt x="1351763" y="2403080"/>
                  </a:lnTo>
                  <a:lnTo>
                    <a:pt x="1353664" y="2429859"/>
                  </a:lnTo>
                  <a:lnTo>
                    <a:pt x="1355565" y="2290194"/>
                  </a:lnTo>
                  <a:lnTo>
                    <a:pt x="1357466" y="2159889"/>
                  </a:lnTo>
                  <a:lnTo>
                    <a:pt x="1359367" y="2219158"/>
                  </a:lnTo>
                  <a:lnTo>
                    <a:pt x="1361269" y="2314511"/>
                  </a:lnTo>
                  <a:lnTo>
                    <a:pt x="1363170" y="2316781"/>
                  </a:lnTo>
                  <a:lnTo>
                    <a:pt x="1365071" y="2426679"/>
                  </a:lnTo>
                  <a:lnTo>
                    <a:pt x="1366972" y="2517650"/>
                  </a:lnTo>
                  <a:lnTo>
                    <a:pt x="1368873" y="2539512"/>
                  </a:lnTo>
                  <a:lnTo>
                    <a:pt x="1370775" y="2473892"/>
                  </a:lnTo>
                  <a:lnTo>
                    <a:pt x="1372676" y="2429880"/>
                  </a:lnTo>
                  <a:lnTo>
                    <a:pt x="1374577" y="2382352"/>
                  </a:lnTo>
                  <a:lnTo>
                    <a:pt x="1376478" y="2231375"/>
                  </a:lnTo>
                  <a:lnTo>
                    <a:pt x="1378380" y="2090376"/>
                  </a:lnTo>
                  <a:lnTo>
                    <a:pt x="1380281" y="2072780"/>
                  </a:lnTo>
                  <a:lnTo>
                    <a:pt x="1382182" y="2069457"/>
                  </a:lnTo>
                  <a:lnTo>
                    <a:pt x="1384083" y="2129390"/>
                  </a:lnTo>
                  <a:lnTo>
                    <a:pt x="1385984" y="2236029"/>
                  </a:lnTo>
                  <a:lnTo>
                    <a:pt x="1387886" y="2329930"/>
                  </a:lnTo>
                  <a:lnTo>
                    <a:pt x="1389787" y="2370862"/>
                  </a:lnTo>
                  <a:lnTo>
                    <a:pt x="1391688" y="2337507"/>
                  </a:lnTo>
                  <a:lnTo>
                    <a:pt x="1393589" y="2317645"/>
                  </a:lnTo>
                  <a:lnTo>
                    <a:pt x="1395490" y="2166179"/>
                  </a:lnTo>
                  <a:lnTo>
                    <a:pt x="1397392" y="2048185"/>
                  </a:lnTo>
                  <a:lnTo>
                    <a:pt x="1399293" y="2044976"/>
                  </a:lnTo>
                  <a:lnTo>
                    <a:pt x="1401194" y="2093635"/>
                  </a:lnTo>
                  <a:lnTo>
                    <a:pt x="1403095" y="2151050"/>
                  </a:lnTo>
                  <a:lnTo>
                    <a:pt x="1404997" y="2210641"/>
                  </a:lnTo>
                  <a:lnTo>
                    <a:pt x="1406898" y="2233803"/>
                  </a:lnTo>
                  <a:lnTo>
                    <a:pt x="1408799" y="2235629"/>
                  </a:lnTo>
                  <a:lnTo>
                    <a:pt x="1410700" y="2184583"/>
                  </a:lnTo>
                  <a:lnTo>
                    <a:pt x="1412601" y="2095209"/>
                  </a:lnTo>
                  <a:lnTo>
                    <a:pt x="1414503" y="1960282"/>
                  </a:lnTo>
                  <a:lnTo>
                    <a:pt x="1416404" y="1784082"/>
                  </a:lnTo>
                  <a:lnTo>
                    <a:pt x="1418305" y="1661825"/>
                  </a:lnTo>
                  <a:lnTo>
                    <a:pt x="1420206" y="1517904"/>
                  </a:lnTo>
                  <a:lnTo>
                    <a:pt x="1422107" y="1444249"/>
                  </a:lnTo>
                  <a:lnTo>
                    <a:pt x="1424009" y="1378978"/>
                  </a:lnTo>
                  <a:lnTo>
                    <a:pt x="1425910" y="1299534"/>
                  </a:lnTo>
                  <a:lnTo>
                    <a:pt x="1427811" y="1276339"/>
                  </a:lnTo>
                  <a:lnTo>
                    <a:pt x="1429712" y="1241922"/>
                  </a:lnTo>
                  <a:lnTo>
                    <a:pt x="1431614" y="1199398"/>
                  </a:lnTo>
                  <a:lnTo>
                    <a:pt x="1433515" y="1141305"/>
                  </a:lnTo>
                  <a:lnTo>
                    <a:pt x="1435416" y="1125403"/>
                  </a:lnTo>
                  <a:lnTo>
                    <a:pt x="1437317" y="1220694"/>
                  </a:lnTo>
                  <a:lnTo>
                    <a:pt x="1439218" y="1311803"/>
                  </a:lnTo>
                  <a:lnTo>
                    <a:pt x="1441120" y="1469754"/>
                  </a:lnTo>
                  <a:lnTo>
                    <a:pt x="1443021" y="1668720"/>
                  </a:lnTo>
                  <a:lnTo>
                    <a:pt x="1444922" y="1795066"/>
                  </a:lnTo>
                  <a:lnTo>
                    <a:pt x="1446823" y="1912534"/>
                  </a:lnTo>
                  <a:lnTo>
                    <a:pt x="1448724" y="1995816"/>
                  </a:lnTo>
                  <a:lnTo>
                    <a:pt x="1450626" y="2038085"/>
                  </a:lnTo>
                  <a:lnTo>
                    <a:pt x="1452527" y="1959077"/>
                  </a:lnTo>
                  <a:lnTo>
                    <a:pt x="1454428" y="1822276"/>
                  </a:lnTo>
                  <a:lnTo>
                    <a:pt x="1456329" y="1779285"/>
                  </a:lnTo>
                  <a:lnTo>
                    <a:pt x="1458230" y="1710297"/>
                  </a:lnTo>
                  <a:lnTo>
                    <a:pt x="1460132" y="1521463"/>
                  </a:lnTo>
                  <a:lnTo>
                    <a:pt x="1462033" y="1319000"/>
                  </a:lnTo>
                  <a:lnTo>
                    <a:pt x="1463934" y="1174724"/>
                  </a:lnTo>
                  <a:lnTo>
                    <a:pt x="1465835" y="1062088"/>
                  </a:lnTo>
                  <a:lnTo>
                    <a:pt x="1467737" y="865138"/>
                  </a:lnTo>
                  <a:lnTo>
                    <a:pt x="1469638" y="728033"/>
                  </a:lnTo>
                  <a:lnTo>
                    <a:pt x="1471539" y="707251"/>
                  </a:lnTo>
                  <a:lnTo>
                    <a:pt x="1473440" y="709090"/>
                  </a:lnTo>
                  <a:lnTo>
                    <a:pt x="1475341" y="731061"/>
                  </a:lnTo>
                  <a:lnTo>
                    <a:pt x="1477243" y="743783"/>
                  </a:lnTo>
                  <a:lnTo>
                    <a:pt x="1479144" y="752798"/>
                  </a:lnTo>
                  <a:lnTo>
                    <a:pt x="1481045" y="741508"/>
                  </a:lnTo>
                  <a:lnTo>
                    <a:pt x="1482946" y="768926"/>
                  </a:lnTo>
                  <a:lnTo>
                    <a:pt x="1484847" y="855778"/>
                  </a:lnTo>
                  <a:lnTo>
                    <a:pt x="1486749" y="997841"/>
                  </a:lnTo>
                  <a:lnTo>
                    <a:pt x="1488650" y="1167313"/>
                  </a:lnTo>
                  <a:lnTo>
                    <a:pt x="1490551" y="1310081"/>
                  </a:lnTo>
                  <a:lnTo>
                    <a:pt x="1492452" y="1421968"/>
                  </a:lnTo>
                  <a:lnTo>
                    <a:pt x="1494354" y="1542716"/>
                  </a:lnTo>
                  <a:lnTo>
                    <a:pt x="1496255" y="1579581"/>
                  </a:lnTo>
                  <a:lnTo>
                    <a:pt x="1498156" y="1548204"/>
                  </a:lnTo>
                  <a:lnTo>
                    <a:pt x="1500057" y="1509741"/>
                  </a:lnTo>
                  <a:lnTo>
                    <a:pt x="1501958" y="1511574"/>
                  </a:lnTo>
                  <a:lnTo>
                    <a:pt x="1503860" y="1574423"/>
                  </a:lnTo>
                  <a:lnTo>
                    <a:pt x="1505761" y="1538983"/>
                  </a:lnTo>
                  <a:lnTo>
                    <a:pt x="1507662" y="1513647"/>
                  </a:lnTo>
                  <a:lnTo>
                    <a:pt x="1509563" y="1511309"/>
                  </a:lnTo>
                  <a:lnTo>
                    <a:pt x="1511464" y="1543025"/>
                  </a:lnTo>
                  <a:lnTo>
                    <a:pt x="1513366" y="1567241"/>
                  </a:lnTo>
                  <a:lnTo>
                    <a:pt x="1515267" y="1579540"/>
                  </a:lnTo>
                  <a:lnTo>
                    <a:pt x="1517168" y="1687533"/>
                  </a:lnTo>
                  <a:lnTo>
                    <a:pt x="1519069" y="1806427"/>
                  </a:lnTo>
                  <a:lnTo>
                    <a:pt x="1520971" y="1877994"/>
                  </a:lnTo>
                  <a:lnTo>
                    <a:pt x="1522872" y="1986541"/>
                  </a:lnTo>
                  <a:lnTo>
                    <a:pt x="1524773" y="2115896"/>
                  </a:lnTo>
                  <a:lnTo>
                    <a:pt x="1526674" y="2190501"/>
                  </a:lnTo>
                  <a:lnTo>
                    <a:pt x="1528575" y="2288396"/>
                  </a:lnTo>
                  <a:lnTo>
                    <a:pt x="1530477" y="2317601"/>
                  </a:lnTo>
                  <a:lnTo>
                    <a:pt x="1532378" y="2370252"/>
                  </a:lnTo>
                  <a:lnTo>
                    <a:pt x="1534279" y="2354681"/>
                  </a:lnTo>
                  <a:lnTo>
                    <a:pt x="1536180" y="2258683"/>
                  </a:lnTo>
                  <a:lnTo>
                    <a:pt x="1538081" y="2236935"/>
                  </a:lnTo>
                  <a:lnTo>
                    <a:pt x="1539983" y="2151809"/>
                  </a:lnTo>
                  <a:lnTo>
                    <a:pt x="1541884" y="2181696"/>
                  </a:lnTo>
                  <a:lnTo>
                    <a:pt x="1543785" y="2190022"/>
                  </a:lnTo>
                  <a:lnTo>
                    <a:pt x="1545686" y="2170037"/>
                  </a:lnTo>
                  <a:lnTo>
                    <a:pt x="1547588" y="2279939"/>
                  </a:lnTo>
                  <a:lnTo>
                    <a:pt x="1549489" y="2368899"/>
                  </a:lnTo>
                  <a:lnTo>
                    <a:pt x="1551390" y="2365231"/>
                  </a:lnTo>
                  <a:lnTo>
                    <a:pt x="1553291" y="2302328"/>
                  </a:lnTo>
                  <a:lnTo>
                    <a:pt x="1555192" y="2238432"/>
                  </a:lnTo>
                  <a:lnTo>
                    <a:pt x="1557094" y="2229106"/>
                  </a:lnTo>
                  <a:lnTo>
                    <a:pt x="1558995" y="2145616"/>
                  </a:lnTo>
                  <a:lnTo>
                    <a:pt x="1560896" y="2084328"/>
                  </a:lnTo>
                  <a:lnTo>
                    <a:pt x="1562797" y="2143529"/>
                  </a:lnTo>
                  <a:lnTo>
                    <a:pt x="1564698" y="2249222"/>
                  </a:lnTo>
                  <a:lnTo>
                    <a:pt x="1566600" y="2389053"/>
                  </a:lnTo>
                  <a:lnTo>
                    <a:pt x="1568501" y="2442898"/>
                  </a:lnTo>
                  <a:lnTo>
                    <a:pt x="1570402" y="2469825"/>
                  </a:lnTo>
                  <a:lnTo>
                    <a:pt x="1572303" y="2468879"/>
                  </a:lnTo>
                  <a:lnTo>
                    <a:pt x="1574205" y="2496797"/>
                  </a:lnTo>
                  <a:lnTo>
                    <a:pt x="1576106" y="2445666"/>
                  </a:lnTo>
                  <a:lnTo>
                    <a:pt x="1578007" y="2384367"/>
                  </a:lnTo>
                  <a:lnTo>
                    <a:pt x="1579908" y="2397978"/>
                  </a:lnTo>
                  <a:lnTo>
                    <a:pt x="1581809" y="2404527"/>
                  </a:lnTo>
                  <a:lnTo>
                    <a:pt x="1583711" y="2372163"/>
                  </a:lnTo>
                  <a:lnTo>
                    <a:pt x="1585612" y="2291023"/>
                  </a:lnTo>
                  <a:lnTo>
                    <a:pt x="1587513" y="2282211"/>
                  </a:lnTo>
                  <a:lnTo>
                    <a:pt x="1589414" y="2298681"/>
                  </a:lnTo>
                  <a:lnTo>
                    <a:pt x="1591315" y="2315023"/>
                  </a:lnTo>
                  <a:lnTo>
                    <a:pt x="1593217" y="2283091"/>
                  </a:lnTo>
                  <a:lnTo>
                    <a:pt x="1595118" y="2287330"/>
                  </a:lnTo>
                  <a:lnTo>
                    <a:pt x="1597019" y="2411336"/>
                  </a:lnTo>
                  <a:lnTo>
                    <a:pt x="1598920" y="2441578"/>
                  </a:lnTo>
                  <a:lnTo>
                    <a:pt x="1600822" y="2445140"/>
                  </a:lnTo>
                  <a:lnTo>
                    <a:pt x="1602723" y="2457068"/>
                  </a:lnTo>
                  <a:lnTo>
                    <a:pt x="1604624" y="2538075"/>
                  </a:lnTo>
                  <a:lnTo>
                    <a:pt x="1606525" y="2576367"/>
                  </a:lnTo>
                  <a:lnTo>
                    <a:pt x="1608426" y="2441137"/>
                  </a:lnTo>
                  <a:lnTo>
                    <a:pt x="1610328" y="2398413"/>
                  </a:lnTo>
                  <a:lnTo>
                    <a:pt x="1612229" y="2326428"/>
                  </a:lnTo>
                  <a:lnTo>
                    <a:pt x="1614130" y="2257364"/>
                  </a:lnTo>
                  <a:lnTo>
                    <a:pt x="1616031" y="2263653"/>
                  </a:lnTo>
                  <a:lnTo>
                    <a:pt x="1617932" y="2330865"/>
                  </a:lnTo>
                  <a:lnTo>
                    <a:pt x="1619834" y="2406486"/>
                  </a:lnTo>
                  <a:lnTo>
                    <a:pt x="1621735" y="2452109"/>
                  </a:lnTo>
                  <a:lnTo>
                    <a:pt x="1623636" y="2546249"/>
                  </a:lnTo>
                  <a:lnTo>
                    <a:pt x="1625537" y="2596986"/>
                  </a:lnTo>
                  <a:lnTo>
                    <a:pt x="1627439" y="2624779"/>
                  </a:lnTo>
                  <a:lnTo>
                    <a:pt x="1629340" y="2643137"/>
                  </a:lnTo>
                  <a:lnTo>
                    <a:pt x="1631241" y="2690770"/>
                  </a:lnTo>
                  <a:lnTo>
                    <a:pt x="1633142" y="2745748"/>
                  </a:lnTo>
                  <a:lnTo>
                    <a:pt x="1635043" y="2808433"/>
                  </a:lnTo>
                  <a:lnTo>
                    <a:pt x="1636945" y="2882283"/>
                  </a:lnTo>
                  <a:lnTo>
                    <a:pt x="1638846" y="2895754"/>
                  </a:lnTo>
                  <a:lnTo>
                    <a:pt x="1640747" y="2936116"/>
                  </a:lnTo>
                  <a:lnTo>
                    <a:pt x="1642648" y="2994027"/>
                  </a:lnTo>
                  <a:lnTo>
                    <a:pt x="1644549" y="3028060"/>
                  </a:lnTo>
                  <a:lnTo>
                    <a:pt x="1646451" y="3026446"/>
                  </a:lnTo>
                  <a:lnTo>
                    <a:pt x="1648352" y="2974480"/>
                  </a:lnTo>
                  <a:lnTo>
                    <a:pt x="1650253" y="2912900"/>
                  </a:lnTo>
                  <a:lnTo>
                    <a:pt x="1652154" y="2849929"/>
                  </a:lnTo>
                  <a:lnTo>
                    <a:pt x="1654056" y="2802345"/>
                  </a:lnTo>
                  <a:lnTo>
                    <a:pt x="1655957" y="2751628"/>
                  </a:lnTo>
                  <a:lnTo>
                    <a:pt x="1657858" y="2722002"/>
                  </a:lnTo>
                  <a:lnTo>
                    <a:pt x="1659759" y="2691486"/>
                  </a:lnTo>
                  <a:lnTo>
                    <a:pt x="1661660" y="2684288"/>
                  </a:lnTo>
                  <a:lnTo>
                    <a:pt x="1663562" y="2731243"/>
                  </a:lnTo>
                  <a:lnTo>
                    <a:pt x="1665463" y="2714489"/>
                  </a:lnTo>
                  <a:lnTo>
                    <a:pt x="1667364" y="2715571"/>
                  </a:lnTo>
                  <a:lnTo>
                    <a:pt x="1669265" y="2780936"/>
                  </a:lnTo>
                  <a:lnTo>
                    <a:pt x="1671166" y="2821665"/>
                  </a:lnTo>
                  <a:lnTo>
                    <a:pt x="1673068" y="2811465"/>
                  </a:lnTo>
                  <a:lnTo>
                    <a:pt x="1674969" y="2792477"/>
                  </a:lnTo>
                  <a:lnTo>
                    <a:pt x="1676870" y="2782354"/>
                  </a:lnTo>
                  <a:lnTo>
                    <a:pt x="1678771" y="2762395"/>
                  </a:lnTo>
                  <a:lnTo>
                    <a:pt x="1680673" y="2625802"/>
                  </a:lnTo>
                  <a:lnTo>
                    <a:pt x="1682574" y="2527193"/>
                  </a:lnTo>
                  <a:lnTo>
                    <a:pt x="1684475" y="2528850"/>
                  </a:lnTo>
                  <a:lnTo>
                    <a:pt x="1686376" y="2515776"/>
                  </a:lnTo>
                  <a:lnTo>
                    <a:pt x="1688277" y="2569160"/>
                  </a:lnTo>
                  <a:lnTo>
                    <a:pt x="1690179" y="2651733"/>
                  </a:lnTo>
                  <a:lnTo>
                    <a:pt x="1692080" y="2789614"/>
                  </a:lnTo>
                  <a:lnTo>
                    <a:pt x="1693981" y="2884175"/>
                  </a:lnTo>
                  <a:lnTo>
                    <a:pt x="1695882" y="2904637"/>
                  </a:lnTo>
                  <a:lnTo>
                    <a:pt x="1697783" y="2879880"/>
                  </a:lnTo>
                  <a:lnTo>
                    <a:pt x="1699685" y="2834347"/>
                  </a:lnTo>
                  <a:lnTo>
                    <a:pt x="1701586" y="2715892"/>
                  </a:lnTo>
                  <a:lnTo>
                    <a:pt x="1703487" y="2653080"/>
                  </a:lnTo>
                  <a:lnTo>
                    <a:pt x="1705388" y="2653815"/>
                  </a:lnTo>
                  <a:lnTo>
                    <a:pt x="1707290" y="2711371"/>
                  </a:lnTo>
                  <a:lnTo>
                    <a:pt x="1709191" y="2815394"/>
                  </a:lnTo>
                  <a:lnTo>
                    <a:pt x="1711092" y="2909681"/>
                  </a:lnTo>
                  <a:lnTo>
                    <a:pt x="1712993" y="3005833"/>
                  </a:lnTo>
                  <a:lnTo>
                    <a:pt x="1714894" y="2935915"/>
                  </a:lnTo>
                  <a:lnTo>
                    <a:pt x="1716796" y="2826394"/>
                  </a:lnTo>
                  <a:lnTo>
                    <a:pt x="1718697" y="2736312"/>
                  </a:lnTo>
                  <a:lnTo>
                    <a:pt x="1720598" y="2542712"/>
                  </a:lnTo>
                  <a:lnTo>
                    <a:pt x="1722499" y="2367504"/>
                  </a:lnTo>
                  <a:lnTo>
                    <a:pt x="1724400" y="2252933"/>
                  </a:lnTo>
                  <a:lnTo>
                    <a:pt x="1726302" y="2295564"/>
                  </a:lnTo>
                  <a:lnTo>
                    <a:pt x="1728203" y="2358663"/>
                  </a:lnTo>
                  <a:lnTo>
                    <a:pt x="1730104" y="2360777"/>
                  </a:lnTo>
                  <a:lnTo>
                    <a:pt x="1732005" y="2475645"/>
                  </a:lnTo>
                  <a:lnTo>
                    <a:pt x="1733907" y="2600181"/>
                  </a:lnTo>
                  <a:lnTo>
                    <a:pt x="1735808" y="2699814"/>
                  </a:lnTo>
                  <a:lnTo>
                    <a:pt x="1737709" y="2714952"/>
                  </a:lnTo>
                  <a:lnTo>
                    <a:pt x="1739610" y="2776123"/>
                  </a:lnTo>
                  <a:lnTo>
                    <a:pt x="1741511" y="2866141"/>
                  </a:lnTo>
                  <a:lnTo>
                    <a:pt x="1743413" y="2816908"/>
                  </a:lnTo>
                  <a:lnTo>
                    <a:pt x="1745314" y="2730766"/>
                  </a:lnTo>
                  <a:lnTo>
                    <a:pt x="1747215" y="2633239"/>
                  </a:lnTo>
                  <a:lnTo>
                    <a:pt x="1749116" y="2526019"/>
                  </a:lnTo>
                  <a:lnTo>
                    <a:pt x="1751017" y="2478178"/>
                  </a:lnTo>
                  <a:lnTo>
                    <a:pt x="1752919" y="2489870"/>
                  </a:lnTo>
                  <a:lnTo>
                    <a:pt x="1754820" y="2551750"/>
                  </a:lnTo>
                  <a:lnTo>
                    <a:pt x="1756721" y="2607928"/>
                  </a:lnTo>
                  <a:lnTo>
                    <a:pt x="1758622" y="2635388"/>
                  </a:lnTo>
                  <a:lnTo>
                    <a:pt x="1760523" y="2669951"/>
                  </a:lnTo>
                  <a:lnTo>
                    <a:pt x="1762425" y="2652446"/>
                  </a:lnTo>
                  <a:lnTo>
                    <a:pt x="1764326" y="2573293"/>
                  </a:lnTo>
                  <a:lnTo>
                    <a:pt x="1766227" y="2545461"/>
                  </a:lnTo>
                  <a:lnTo>
                    <a:pt x="1768128" y="2456717"/>
                  </a:lnTo>
                  <a:lnTo>
                    <a:pt x="1770030" y="2429192"/>
                  </a:lnTo>
                  <a:lnTo>
                    <a:pt x="1771931" y="2425888"/>
                  </a:lnTo>
                  <a:lnTo>
                    <a:pt x="1773832" y="2379303"/>
                  </a:lnTo>
                  <a:lnTo>
                    <a:pt x="1775733" y="2330569"/>
                  </a:lnTo>
                  <a:lnTo>
                    <a:pt x="1777634" y="2214357"/>
                  </a:lnTo>
                  <a:lnTo>
                    <a:pt x="1779536" y="2099871"/>
                  </a:lnTo>
                  <a:lnTo>
                    <a:pt x="1781437" y="2006100"/>
                  </a:lnTo>
                  <a:lnTo>
                    <a:pt x="1783338" y="2016566"/>
                  </a:lnTo>
                  <a:lnTo>
                    <a:pt x="1785239" y="2064873"/>
                  </a:lnTo>
                  <a:lnTo>
                    <a:pt x="1787140" y="2098157"/>
                  </a:lnTo>
                  <a:lnTo>
                    <a:pt x="1789042" y="2150123"/>
                  </a:lnTo>
                  <a:lnTo>
                    <a:pt x="1790943" y="2208599"/>
                  </a:lnTo>
                  <a:lnTo>
                    <a:pt x="1792844" y="2216639"/>
                  </a:lnTo>
                  <a:lnTo>
                    <a:pt x="1794745" y="2161845"/>
                  </a:lnTo>
                  <a:lnTo>
                    <a:pt x="1796647" y="2109709"/>
                  </a:lnTo>
                  <a:lnTo>
                    <a:pt x="1798548" y="2071175"/>
                  </a:lnTo>
                  <a:lnTo>
                    <a:pt x="1800449" y="1992358"/>
                  </a:lnTo>
                  <a:lnTo>
                    <a:pt x="1802350" y="1969669"/>
                  </a:lnTo>
                  <a:lnTo>
                    <a:pt x="1804251" y="1974120"/>
                  </a:lnTo>
                  <a:lnTo>
                    <a:pt x="1806153" y="1975820"/>
                  </a:lnTo>
                  <a:lnTo>
                    <a:pt x="1808054" y="1975530"/>
                  </a:lnTo>
                  <a:lnTo>
                    <a:pt x="1809955" y="1959368"/>
                  </a:lnTo>
                  <a:lnTo>
                    <a:pt x="1811856" y="2024914"/>
                  </a:lnTo>
                  <a:lnTo>
                    <a:pt x="1813757" y="2118321"/>
                  </a:lnTo>
                  <a:lnTo>
                    <a:pt x="1815659" y="2232755"/>
                  </a:lnTo>
                  <a:lnTo>
                    <a:pt x="1817560" y="2233492"/>
                  </a:lnTo>
                  <a:lnTo>
                    <a:pt x="1819461" y="2179619"/>
                  </a:lnTo>
                  <a:lnTo>
                    <a:pt x="1821362" y="2118485"/>
                  </a:lnTo>
                  <a:lnTo>
                    <a:pt x="1823264" y="2017979"/>
                  </a:lnTo>
                  <a:lnTo>
                    <a:pt x="1825165" y="1871825"/>
                  </a:lnTo>
                  <a:lnTo>
                    <a:pt x="1827066" y="1736695"/>
                  </a:lnTo>
                  <a:lnTo>
                    <a:pt x="1828967" y="1666011"/>
                  </a:lnTo>
                  <a:lnTo>
                    <a:pt x="1830868" y="1659290"/>
                  </a:lnTo>
                  <a:lnTo>
                    <a:pt x="1832770" y="1682390"/>
                  </a:lnTo>
                  <a:lnTo>
                    <a:pt x="1834671" y="1687323"/>
                  </a:lnTo>
                  <a:lnTo>
                    <a:pt x="1836572" y="1711155"/>
                  </a:lnTo>
                  <a:lnTo>
                    <a:pt x="1838473" y="1777960"/>
                  </a:lnTo>
                  <a:lnTo>
                    <a:pt x="1840374" y="1837173"/>
                  </a:lnTo>
                  <a:lnTo>
                    <a:pt x="1842276" y="1867794"/>
                  </a:lnTo>
                  <a:lnTo>
                    <a:pt x="1844177" y="1908146"/>
                  </a:lnTo>
                  <a:lnTo>
                    <a:pt x="1846078" y="1958637"/>
                  </a:lnTo>
                  <a:lnTo>
                    <a:pt x="1847979" y="1932408"/>
                  </a:lnTo>
                  <a:lnTo>
                    <a:pt x="1849881" y="1821195"/>
                  </a:lnTo>
                  <a:lnTo>
                    <a:pt x="1851782" y="1745274"/>
                  </a:lnTo>
                  <a:lnTo>
                    <a:pt x="1853683" y="1753619"/>
                  </a:lnTo>
                  <a:lnTo>
                    <a:pt x="1855584" y="1769358"/>
                  </a:lnTo>
                  <a:lnTo>
                    <a:pt x="1857485" y="1786039"/>
                  </a:lnTo>
                  <a:lnTo>
                    <a:pt x="1859387" y="1873787"/>
                  </a:lnTo>
                  <a:lnTo>
                    <a:pt x="1861288" y="1977347"/>
                  </a:lnTo>
                  <a:lnTo>
                    <a:pt x="1863189" y="2015762"/>
                  </a:lnTo>
                  <a:lnTo>
                    <a:pt x="1865090" y="1979805"/>
                  </a:lnTo>
                  <a:lnTo>
                    <a:pt x="1866991" y="1906754"/>
                  </a:lnTo>
                  <a:lnTo>
                    <a:pt x="1868893" y="1875600"/>
                  </a:lnTo>
                  <a:lnTo>
                    <a:pt x="1870794" y="1833043"/>
                  </a:lnTo>
                  <a:lnTo>
                    <a:pt x="1872695" y="1765996"/>
                  </a:lnTo>
                  <a:lnTo>
                    <a:pt x="1874596" y="1809691"/>
                  </a:lnTo>
                  <a:lnTo>
                    <a:pt x="1876498" y="1907758"/>
                  </a:lnTo>
                  <a:lnTo>
                    <a:pt x="1878399" y="1991080"/>
                  </a:lnTo>
                  <a:lnTo>
                    <a:pt x="1880300" y="2010881"/>
                  </a:lnTo>
                  <a:lnTo>
                    <a:pt x="1882201" y="2047407"/>
                  </a:lnTo>
                  <a:lnTo>
                    <a:pt x="1884102" y="2063898"/>
                  </a:lnTo>
                  <a:lnTo>
                    <a:pt x="1886004" y="1990906"/>
                  </a:lnTo>
                  <a:lnTo>
                    <a:pt x="1887905" y="1799555"/>
                  </a:lnTo>
                  <a:lnTo>
                    <a:pt x="1889806" y="1700332"/>
                  </a:lnTo>
                  <a:lnTo>
                    <a:pt x="1891707" y="1668118"/>
                  </a:lnTo>
                  <a:lnTo>
                    <a:pt x="1893608" y="1655242"/>
                  </a:lnTo>
                  <a:lnTo>
                    <a:pt x="1895510" y="1688545"/>
                  </a:lnTo>
                  <a:lnTo>
                    <a:pt x="1897411" y="1807026"/>
                  </a:lnTo>
                  <a:lnTo>
                    <a:pt x="1899312" y="1892264"/>
                  </a:lnTo>
                  <a:lnTo>
                    <a:pt x="1901213" y="1848574"/>
                  </a:lnTo>
                  <a:lnTo>
                    <a:pt x="1903115" y="1814984"/>
                  </a:lnTo>
                  <a:lnTo>
                    <a:pt x="1905016" y="1721280"/>
                  </a:lnTo>
                  <a:lnTo>
                    <a:pt x="1906917" y="1562297"/>
                  </a:lnTo>
                  <a:lnTo>
                    <a:pt x="1908818" y="1357361"/>
                  </a:lnTo>
                  <a:lnTo>
                    <a:pt x="1910719" y="1290754"/>
                  </a:lnTo>
                  <a:lnTo>
                    <a:pt x="1912621" y="1240653"/>
                  </a:lnTo>
                  <a:lnTo>
                    <a:pt x="1914522" y="1243010"/>
                  </a:lnTo>
                  <a:lnTo>
                    <a:pt x="1916423" y="1302823"/>
                  </a:lnTo>
                  <a:lnTo>
                    <a:pt x="1918324" y="1313867"/>
                  </a:lnTo>
                  <a:lnTo>
                    <a:pt x="1920225" y="1307301"/>
                  </a:lnTo>
                  <a:lnTo>
                    <a:pt x="1922127" y="1262246"/>
                  </a:lnTo>
                  <a:lnTo>
                    <a:pt x="1924028" y="1244553"/>
                  </a:lnTo>
                  <a:lnTo>
                    <a:pt x="1925929" y="1088843"/>
                  </a:lnTo>
                  <a:lnTo>
                    <a:pt x="1927830" y="990407"/>
                  </a:lnTo>
                  <a:lnTo>
                    <a:pt x="1929732" y="1020190"/>
                  </a:lnTo>
                  <a:lnTo>
                    <a:pt x="1931633" y="970776"/>
                  </a:lnTo>
                  <a:lnTo>
                    <a:pt x="1933534" y="877535"/>
                  </a:lnTo>
                  <a:lnTo>
                    <a:pt x="1935435" y="777740"/>
                  </a:lnTo>
                  <a:lnTo>
                    <a:pt x="1937336" y="724066"/>
                  </a:lnTo>
                  <a:lnTo>
                    <a:pt x="1939238" y="641161"/>
                  </a:lnTo>
                  <a:lnTo>
                    <a:pt x="1941139" y="507861"/>
                  </a:lnTo>
                  <a:lnTo>
                    <a:pt x="1943040" y="465686"/>
                  </a:lnTo>
                  <a:lnTo>
                    <a:pt x="1944941" y="472524"/>
                  </a:lnTo>
                  <a:lnTo>
                    <a:pt x="1946842" y="488176"/>
                  </a:lnTo>
                  <a:lnTo>
                    <a:pt x="1948744" y="520401"/>
                  </a:lnTo>
                  <a:lnTo>
                    <a:pt x="1950645" y="575871"/>
                  </a:lnTo>
                  <a:lnTo>
                    <a:pt x="1952546" y="736183"/>
                  </a:lnTo>
                  <a:lnTo>
                    <a:pt x="1954447" y="904183"/>
                  </a:lnTo>
                  <a:lnTo>
                    <a:pt x="1956349" y="1055963"/>
                  </a:lnTo>
                  <a:lnTo>
                    <a:pt x="1958250" y="1232723"/>
                  </a:lnTo>
                  <a:lnTo>
                    <a:pt x="1960151" y="1349511"/>
                  </a:lnTo>
                  <a:lnTo>
                    <a:pt x="1962052" y="1269691"/>
                  </a:lnTo>
                  <a:lnTo>
                    <a:pt x="1963953" y="1064019"/>
                  </a:lnTo>
                  <a:lnTo>
                    <a:pt x="1965855" y="931888"/>
                  </a:lnTo>
                  <a:lnTo>
                    <a:pt x="1967756" y="825314"/>
                  </a:lnTo>
                  <a:lnTo>
                    <a:pt x="1969657" y="675013"/>
                  </a:lnTo>
                  <a:lnTo>
                    <a:pt x="1971558" y="591956"/>
                  </a:lnTo>
                  <a:lnTo>
                    <a:pt x="1973459" y="626838"/>
                  </a:lnTo>
                  <a:lnTo>
                    <a:pt x="1975361" y="720894"/>
                  </a:lnTo>
                  <a:lnTo>
                    <a:pt x="1977262" y="749569"/>
                  </a:lnTo>
                  <a:lnTo>
                    <a:pt x="1979163" y="797178"/>
                  </a:lnTo>
                  <a:lnTo>
                    <a:pt x="1981064" y="828853"/>
                  </a:lnTo>
                  <a:lnTo>
                    <a:pt x="1982966" y="776841"/>
                  </a:lnTo>
                  <a:lnTo>
                    <a:pt x="1984867" y="743342"/>
                  </a:lnTo>
                  <a:lnTo>
                    <a:pt x="1986768" y="746894"/>
                  </a:lnTo>
                  <a:lnTo>
                    <a:pt x="1988669" y="719108"/>
                  </a:lnTo>
                  <a:lnTo>
                    <a:pt x="1990570" y="638244"/>
                  </a:lnTo>
                  <a:lnTo>
                    <a:pt x="1992472" y="635348"/>
                  </a:lnTo>
                  <a:lnTo>
                    <a:pt x="1994373" y="727297"/>
                  </a:lnTo>
                  <a:lnTo>
                    <a:pt x="1996274" y="759500"/>
                  </a:lnTo>
                  <a:lnTo>
                    <a:pt x="1998175" y="697277"/>
                  </a:lnTo>
                  <a:lnTo>
                    <a:pt x="2000076" y="672603"/>
                  </a:lnTo>
                  <a:lnTo>
                    <a:pt x="2001978" y="716087"/>
                  </a:lnTo>
                  <a:lnTo>
                    <a:pt x="2003879" y="703715"/>
                  </a:lnTo>
                  <a:lnTo>
                    <a:pt x="2005780" y="697820"/>
                  </a:lnTo>
                  <a:lnTo>
                    <a:pt x="2007681" y="799276"/>
                  </a:lnTo>
                  <a:lnTo>
                    <a:pt x="2009583" y="955203"/>
                  </a:lnTo>
                  <a:lnTo>
                    <a:pt x="2011484" y="1056461"/>
                  </a:lnTo>
                  <a:lnTo>
                    <a:pt x="2013385" y="1120139"/>
                  </a:lnTo>
                  <a:lnTo>
                    <a:pt x="2015286" y="1289281"/>
                  </a:lnTo>
                  <a:lnTo>
                    <a:pt x="2017187" y="1419681"/>
                  </a:lnTo>
                  <a:lnTo>
                    <a:pt x="2019089" y="1490205"/>
                  </a:lnTo>
                  <a:lnTo>
                    <a:pt x="2020990" y="1541501"/>
                  </a:lnTo>
                  <a:lnTo>
                    <a:pt x="2022891" y="1628592"/>
                  </a:lnTo>
                  <a:lnTo>
                    <a:pt x="2024792" y="1703789"/>
                  </a:lnTo>
                  <a:lnTo>
                    <a:pt x="2026693" y="1586823"/>
                  </a:lnTo>
                  <a:lnTo>
                    <a:pt x="2028595" y="1471018"/>
                  </a:lnTo>
                  <a:lnTo>
                    <a:pt x="2030496" y="1325621"/>
                  </a:lnTo>
                  <a:lnTo>
                    <a:pt x="2032397" y="1198452"/>
                  </a:lnTo>
                  <a:lnTo>
                    <a:pt x="2034298" y="1057039"/>
                  </a:lnTo>
                  <a:lnTo>
                    <a:pt x="2036199" y="889210"/>
                  </a:lnTo>
                  <a:lnTo>
                    <a:pt x="2038101" y="838446"/>
                  </a:lnTo>
                  <a:lnTo>
                    <a:pt x="2040002" y="813361"/>
                  </a:lnTo>
                  <a:lnTo>
                    <a:pt x="2041903" y="836907"/>
                  </a:lnTo>
                  <a:lnTo>
                    <a:pt x="2043804" y="848773"/>
                  </a:lnTo>
                  <a:lnTo>
                    <a:pt x="2045706" y="880437"/>
                  </a:lnTo>
                  <a:lnTo>
                    <a:pt x="2047607" y="953733"/>
                  </a:lnTo>
                  <a:lnTo>
                    <a:pt x="2049508" y="1062303"/>
                  </a:lnTo>
                  <a:lnTo>
                    <a:pt x="2051409" y="1187782"/>
                  </a:lnTo>
                  <a:lnTo>
                    <a:pt x="2053310" y="1321833"/>
                  </a:lnTo>
                  <a:lnTo>
                    <a:pt x="2055212" y="1518658"/>
                  </a:lnTo>
                  <a:lnTo>
                    <a:pt x="2057113" y="1751220"/>
                  </a:lnTo>
                  <a:lnTo>
                    <a:pt x="2059014" y="1786464"/>
                  </a:lnTo>
                  <a:lnTo>
                    <a:pt x="2060915" y="1775755"/>
                  </a:lnTo>
                  <a:lnTo>
                    <a:pt x="2062816" y="1778359"/>
                  </a:lnTo>
                  <a:lnTo>
                    <a:pt x="2064718" y="1700663"/>
                  </a:lnTo>
                  <a:lnTo>
                    <a:pt x="2066619" y="1549184"/>
                  </a:lnTo>
                  <a:lnTo>
                    <a:pt x="2068520" y="1330557"/>
                  </a:lnTo>
                  <a:lnTo>
                    <a:pt x="2070421" y="1310376"/>
                  </a:lnTo>
                  <a:lnTo>
                    <a:pt x="2072323" y="1335724"/>
                  </a:lnTo>
                  <a:lnTo>
                    <a:pt x="2074224" y="1332037"/>
                  </a:lnTo>
                  <a:lnTo>
                    <a:pt x="2076125" y="1374929"/>
                  </a:lnTo>
                  <a:lnTo>
                    <a:pt x="2078026" y="1350045"/>
                  </a:lnTo>
                  <a:lnTo>
                    <a:pt x="2079927" y="1326082"/>
                  </a:lnTo>
                  <a:lnTo>
                    <a:pt x="2081829" y="1251632"/>
                  </a:lnTo>
                  <a:lnTo>
                    <a:pt x="2083730" y="1177789"/>
                  </a:lnTo>
                  <a:lnTo>
                    <a:pt x="2085631" y="1176649"/>
                  </a:lnTo>
                  <a:lnTo>
                    <a:pt x="2087532" y="1206517"/>
                  </a:lnTo>
                  <a:lnTo>
                    <a:pt x="2089433" y="1342833"/>
                  </a:lnTo>
                  <a:lnTo>
                    <a:pt x="2091335" y="1518688"/>
                  </a:lnTo>
                  <a:lnTo>
                    <a:pt x="2093236" y="1663098"/>
                  </a:lnTo>
                  <a:lnTo>
                    <a:pt x="2095137" y="1687798"/>
                  </a:lnTo>
                  <a:lnTo>
                    <a:pt x="2097038" y="1608304"/>
                  </a:lnTo>
                  <a:lnTo>
                    <a:pt x="2098940" y="1622263"/>
                  </a:lnTo>
                  <a:lnTo>
                    <a:pt x="2100841" y="1634931"/>
                  </a:lnTo>
                  <a:lnTo>
                    <a:pt x="2102742" y="1574666"/>
                  </a:lnTo>
                  <a:lnTo>
                    <a:pt x="2104643" y="1479345"/>
                  </a:lnTo>
                  <a:lnTo>
                    <a:pt x="2106544" y="1414944"/>
                  </a:lnTo>
                  <a:lnTo>
                    <a:pt x="2108446" y="1435282"/>
                  </a:lnTo>
                  <a:lnTo>
                    <a:pt x="2110347" y="1333159"/>
                  </a:lnTo>
                  <a:lnTo>
                    <a:pt x="2112248" y="1206535"/>
                  </a:lnTo>
                  <a:lnTo>
                    <a:pt x="2114149" y="1169234"/>
                  </a:lnTo>
                  <a:lnTo>
                    <a:pt x="2116050" y="1260761"/>
                  </a:lnTo>
                  <a:lnTo>
                    <a:pt x="2117952" y="1422337"/>
                  </a:lnTo>
                  <a:lnTo>
                    <a:pt x="2119853" y="1409614"/>
                  </a:lnTo>
                  <a:lnTo>
                    <a:pt x="2121754" y="1364937"/>
                  </a:lnTo>
                  <a:lnTo>
                    <a:pt x="2123655" y="1313798"/>
                  </a:lnTo>
                  <a:lnTo>
                    <a:pt x="2125557" y="1279183"/>
                  </a:lnTo>
                  <a:lnTo>
                    <a:pt x="2127458" y="1215693"/>
                  </a:lnTo>
                  <a:lnTo>
                    <a:pt x="2129359" y="1074917"/>
                  </a:lnTo>
                  <a:lnTo>
                    <a:pt x="2131260" y="993206"/>
                  </a:lnTo>
                  <a:lnTo>
                    <a:pt x="2133161" y="1027127"/>
                  </a:lnTo>
                  <a:lnTo>
                    <a:pt x="2135063" y="1209618"/>
                  </a:lnTo>
                  <a:lnTo>
                    <a:pt x="2136964" y="1356249"/>
                  </a:lnTo>
                  <a:lnTo>
                    <a:pt x="2138865" y="1435345"/>
                  </a:lnTo>
                  <a:lnTo>
                    <a:pt x="2140766" y="1632257"/>
                  </a:lnTo>
                  <a:lnTo>
                    <a:pt x="2142667" y="1807103"/>
                  </a:lnTo>
                  <a:lnTo>
                    <a:pt x="2144569" y="1873856"/>
                  </a:lnTo>
                  <a:lnTo>
                    <a:pt x="2146470" y="1784283"/>
                  </a:lnTo>
                  <a:lnTo>
                    <a:pt x="2148371" y="1684734"/>
                  </a:lnTo>
                  <a:lnTo>
                    <a:pt x="2150272" y="1627271"/>
                  </a:lnTo>
                  <a:lnTo>
                    <a:pt x="2152174" y="1504142"/>
                  </a:lnTo>
                  <a:lnTo>
                    <a:pt x="2154075" y="1493429"/>
                  </a:lnTo>
                  <a:lnTo>
                    <a:pt x="2155976" y="1503344"/>
                  </a:lnTo>
                  <a:lnTo>
                    <a:pt x="2157877" y="1533503"/>
                  </a:lnTo>
                  <a:lnTo>
                    <a:pt x="2159778" y="1637375"/>
                  </a:lnTo>
                  <a:lnTo>
                    <a:pt x="2161680" y="1795838"/>
                  </a:lnTo>
                  <a:lnTo>
                    <a:pt x="2163581" y="1999435"/>
                  </a:lnTo>
                  <a:lnTo>
                    <a:pt x="2165482" y="2065356"/>
                  </a:lnTo>
                  <a:lnTo>
                    <a:pt x="2167383" y="2052426"/>
                  </a:lnTo>
                  <a:lnTo>
                    <a:pt x="2169284" y="2011313"/>
                  </a:lnTo>
                  <a:lnTo>
                    <a:pt x="2171186" y="1937732"/>
                  </a:lnTo>
                  <a:lnTo>
                    <a:pt x="2173087" y="1881989"/>
                  </a:lnTo>
                  <a:lnTo>
                    <a:pt x="2174988" y="1845380"/>
                  </a:lnTo>
                  <a:lnTo>
                    <a:pt x="2176889" y="1777131"/>
                  </a:lnTo>
                  <a:lnTo>
                    <a:pt x="2178791" y="1757474"/>
                  </a:lnTo>
                  <a:lnTo>
                    <a:pt x="2180692" y="1774742"/>
                  </a:lnTo>
                  <a:lnTo>
                    <a:pt x="2182593" y="1731827"/>
                  </a:lnTo>
                  <a:lnTo>
                    <a:pt x="2184494" y="1626580"/>
                  </a:lnTo>
                  <a:lnTo>
                    <a:pt x="2186395" y="1511141"/>
                  </a:lnTo>
                  <a:lnTo>
                    <a:pt x="2188297" y="1595429"/>
                  </a:lnTo>
                  <a:lnTo>
                    <a:pt x="2190198" y="1655377"/>
                  </a:lnTo>
                  <a:lnTo>
                    <a:pt x="2192099" y="1646719"/>
                  </a:lnTo>
                  <a:lnTo>
                    <a:pt x="2194000" y="1714633"/>
                  </a:lnTo>
                  <a:lnTo>
                    <a:pt x="2195901" y="1876946"/>
                  </a:lnTo>
                  <a:lnTo>
                    <a:pt x="2197803" y="1997916"/>
                  </a:lnTo>
                  <a:lnTo>
                    <a:pt x="2199704" y="1919550"/>
                  </a:lnTo>
                  <a:lnTo>
                    <a:pt x="2201605" y="1867079"/>
                  </a:lnTo>
                  <a:lnTo>
                    <a:pt x="2203506" y="1940659"/>
                  </a:lnTo>
                  <a:lnTo>
                    <a:pt x="2205408" y="1959795"/>
                  </a:lnTo>
                  <a:lnTo>
                    <a:pt x="2207309" y="1926697"/>
                  </a:lnTo>
                  <a:lnTo>
                    <a:pt x="2209210" y="1953501"/>
                  </a:lnTo>
                  <a:lnTo>
                    <a:pt x="2211111" y="2204664"/>
                  </a:lnTo>
                  <a:lnTo>
                    <a:pt x="2213012" y="2360729"/>
                  </a:lnTo>
                  <a:lnTo>
                    <a:pt x="2214914" y="2444014"/>
                  </a:lnTo>
                  <a:lnTo>
                    <a:pt x="2216815" y="2509948"/>
                  </a:lnTo>
                  <a:lnTo>
                    <a:pt x="2218716" y="2518901"/>
                  </a:lnTo>
                  <a:lnTo>
                    <a:pt x="2220617" y="2482124"/>
                  </a:lnTo>
                  <a:lnTo>
                    <a:pt x="2222518" y="2297544"/>
                  </a:lnTo>
                  <a:lnTo>
                    <a:pt x="2224420" y="2232245"/>
                  </a:lnTo>
                  <a:lnTo>
                    <a:pt x="2226321" y="2195836"/>
                  </a:lnTo>
                  <a:lnTo>
                    <a:pt x="2228222" y="2204127"/>
                  </a:lnTo>
                  <a:lnTo>
                    <a:pt x="2230123" y="2281142"/>
                  </a:lnTo>
                  <a:lnTo>
                    <a:pt x="2232025" y="2398522"/>
                  </a:lnTo>
                  <a:lnTo>
                    <a:pt x="2233926" y="2507910"/>
                  </a:lnTo>
                  <a:lnTo>
                    <a:pt x="2235827" y="2585270"/>
                  </a:lnTo>
                  <a:lnTo>
                    <a:pt x="2237728" y="2608034"/>
                  </a:lnTo>
                  <a:lnTo>
                    <a:pt x="2239629" y="2591209"/>
                  </a:lnTo>
                  <a:lnTo>
                    <a:pt x="2241531" y="2525956"/>
                  </a:lnTo>
                  <a:lnTo>
                    <a:pt x="2243432" y="2456567"/>
                  </a:lnTo>
                  <a:lnTo>
                    <a:pt x="2245333" y="2430850"/>
                  </a:lnTo>
                  <a:lnTo>
                    <a:pt x="2247234" y="2416848"/>
                  </a:lnTo>
                  <a:lnTo>
                    <a:pt x="2249135" y="2476417"/>
                  </a:lnTo>
                  <a:lnTo>
                    <a:pt x="2251037" y="2551795"/>
                  </a:lnTo>
                  <a:lnTo>
                    <a:pt x="2252938" y="2665051"/>
                  </a:lnTo>
                  <a:lnTo>
                    <a:pt x="2254839" y="2740897"/>
                  </a:lnTo>
                  <a:lnTo>
                    <a:pt x="2256740" y="2753033"/>
                  </a:lnTo>
                  <a:lnTo>
                    <a:pt x="2258642" y="2768169"/>
                  </a:lnTo>
                  <a:lnTo>
                    <a:pt x="2260543" y="2756235"/>
                  </a:lnTo>
                  <a:lnTo>
                    <a:pt x="2262444" y="2656920"/>
                  </a:lnTo>
                  <a:lnTo>
                    <a:pt x="2264345" y="2488912"/>
                  </a:lnTo>
                  <a:lnTo>
                    <a:pt x="2266246" y="2259772"/>
                  </a:lnTo>
                  <a:lnTo>
                    <a:pt x="2268148" y="2118430"/>
                  </a:lnTo>
                  <a:lnTo>
                    <a:pt x="2270049" y="2045954"/>
                  </a:lnTo>
                  <a:lnTo>
                    <a:pt x="2271950" y="1970611"/>
                  </a:lnTo>
                  <a:lnTo>
                    <a:pt x="2273851" y="1976806"/>
                  </a:lnTo>
                  <a:lnTo>
                    <a:pt x="2275752" y="1976728"/>
                  </a:lnTo>
                  <a:lnTo>
                    <a:pt x="2277654" y="2038297"/>
                  </a:lnTo>
                  <a:lnTo>
                    <a:pt x="2279555" y="2078406"/>
                  </a:lnTo>
                  <a:lnTo>
                    <a:pt x="2281456" y="2118143"/>
                  </a:lnTo>
                  <a:lnTo>
                    <a:pt x="2283357" y="2223941"/>
                  </a:lnTo>
                  <a:lnTo>
                    <a:pt x="2285259" y="2258768"/>
                  </a:lnTo>
                  <a:lnTo>
                    <a:pt x="2287160" y="2283801"/>
                  </a:lnTo>
                  <a:lnTo>
                    <a:pt x="2289061" y="2343365"/>
                  </a:lnTo>
                  <a:lnTo>
                    <a:pt x="2290962" y="2386930"/>
                  </a:lnTo>
                  <a:lnTo>
                    <a:pt x="2292863" y="2390898"/>
                  </a:lnTo>
                  <a:lnTo>
                    <a:pt x="2294765" y="2392583"/>
                  </a:lnTo>
                  <a:lnTo>
                    <a:pt x="2296666" y="2455938"/>
                  </a:lnTo>
                  <a:lnTo>
                    <a:pt x="2298567" y="2496864"/>
                  </a:lnTo>
                  <a:lnTo>
                    <a:pt x="2300468" y="2460908"/>
                  </a:lnTo>
                  <a:lnTo>
                    <a:pt x="2302369" y="2424301"/>
                  </a:lnTo>
                  <a:lnTo>
                    <a:pt x="2304271" y="2386307"/>
                  </a:lnTo>
                  <a:lnTo>
                    <a:pt x="2306172" y="2334626"/>
                  </a:lnTo>
                  <a:lnTo>
                    <a:pt x="2308073" y="2341384"/>
                  </a:lnTo>
                  <a:lnTo>
                    <a:pt x="2309974" y="2351743"/>
                  </a:lnTo>
                  <a:lnTo>
                    <a:pt x="2311876" y="2294934"/>
                  </a:lnTo>
                  <a:lnTo>
                    <a:pt x="2313777" y="2323221"/>
                  </a:lnTo>
                  <a:lnTo>
                    <a:pt x="2315678" y="2428295"/>
                  </a:lnTo>
                  <a:lnTo>
                    <a:pt x="2317579" y="2445467"/>
                  </a:lnTo>
                  <a:lnTo>
                    <a:pt x="2319480" y="2328016"/>
                  </a:lnTo>
                  <a:lnTo>
                    <a:pt x="2321382" y="2259312"/>
                  </a:lnTo>
                  <a:lnTo>
                    <a:pt x="2323283" y="2263271"/>
                  </a:lnTo>
                  <a:lnTo>
                    <a:pt x="2325184" y="2296827"/>
                  </a:lnTo>
                  <a:lnTo>
                    <a:pt x="2327085" y="2208614"/>
                  </a:lnTo>
                  <a:lnTo>
                    <a:pt x="2328986" y="2126025"/>
                  </a:lnTo>
                  <a:lnTo>
                    <a:pt x="2330888" y="2149605"/>
                  </a:lnTo>
                  <a:lnTo>
                    <a:pt x="2332789" y="2225751"/>
                  </a:lnTo>
                  <a:lnTo>
                    <a:pt x="2334690" y="2292678"/>
                  </a:lnTo>
                  <a:lnTo>
                    <a:pt x="2336591" y="2225588"/>
                  </a:lnTo>
                  <a:lnTo>
                    <a:pt x="2338492" y="2130291"/>
                  </a:lnTo>
                  <a:lnTo>
                    <a:pt x="2340394" y="2061007"/>
                  </a:lnTo>
                  <a:lnTo>
                    <a:pt x="2342295" y="1992259"/>
                  </a:lnTo>
                  <a:lnTo>
                    <a:pt x="2344196" y="1867119"/>
                  </a:lnTo>
                  <a:lnTo>
                    <a:pt x="2346097" y="1824761"/>
                  </a:lnTo>
                  <a:lnTo>
                    <a:pt x="2347999" y="1839017"/>
                  </a:lnTo>
                  <a:lnTo>
                    <a:pt x="2349900" y="1995402"/>
                  </a:lnTo>
                  <a:lnTo>
                    <a:pt x="2351801" y="2156753"/>
                  </a:lnTo>
                  <a:lnTo>
                    <a:pt x="2353702" y="2175693"/>
                  </a:lnTo>
                  <a:lnTo>
                    <a:pt x="2355603" y="2216268"/>
                  </a:lnTo>
                  <a:lnTo>
                    <a:pt x="2357505" y="2183721"/>
                  </a:lnTo>
                  <a:lnTo>
                    <a:pt x="2359406" y="2146326"/>
                  </a:lnTo>
                  <a:lnTo>
                    <a:pt x="2361307" y="2154755"/>
                  </a:lnTo>
                  <a:lnTo>
                    <a:pt x="2363208" y="2159039"/>
                  </a:lnTo>
                  <a:lnTo>
                    <a:pt x="2365109" y="2151872"/>
                  </a:lnTo>
                  <a:lnTo>
                    <a:pt x="2367011" y="2047454"/>
                  </a:lnTo>
                  <a:lnTo>
                    <a:pt x="2368912" y="1996411"/>
                  </a:lnTo>
                  <a:lnTo>
                    <a:pt x="2370813" y="2076163"/>
                  </a:lnTo>
                  <a:lnTo>
                    <a:pt x="2372714" y="2155837"/>
                  </a:lnTo>
                  <a:lnTo>
                    <a:pt x="2374616" y="2123814"/>
                  </a:lnTo>
                  <a:lnTo>
                    <a:pt x="2376517" y="2154568"/>
                  </a:lnTo>
                  <a:lnTo>
                    <a:pt x="2378418" y="2256162"/>
                  </a:lnTo>
                  <a:lnTo>
                    <a:pt x="2380319" y="2322041"/>
                  </a:lnTo>
                  <a:lnTo>
                    <a:pt x="2382220" y="2267132"/>
                  </a:lnTo>
                  <a:lnTo>
                    <a:pt x="2384122" y="2201617"/>
                  </a:lnTo>
                  <a:lnTo>
                    <a:pt x="2386023" y="2258331"/>
                  </a:lnTo>
                  <a:lnTo>
                    <a:pt x="2387924" y="2307035"/>
                  </a:lnTo>
                  <a:lnTo>
                    <a:pt x="2389825" y="2356545"/>
                  </a:lnTo>
                  <a:lnTo>
                    <a:pt x="2391726" y="2436235"/>
                  </a:lnTo>
                  <a:lnTo>
                    <a:pt x="2393628" y="2494419"/>
                  </a:lnTo>
                  <a:lnTo>
                    <a:pt x="2395529" y="2442650"/>
                  </a:lnTo>
                  <a:lnTo>
                    <a:pt x="2397430" y="2428159"/>
                  </a:lnTo>
                  <a:lnTo>
                    <a:pt x="2399331" y="2540390"/>
                  </a:lnTo>
                  <a:lnTo>
                    <a:pt x="2401233" y="2613669"/>
                  </a:lnTo>
                  <a:lnTo>
                    <a:pt x="2403134" y="2587579"/>
                  </a:lnTo>
                  <a:lnTo>
                    <a:pt x="2405035" y="2527683"/>
                  </a:lnTo>
                  <a:lnTo>
                    <a:pt x="2406936" y="2502540"/>
                  </a:lnTo>
                  <a:lnTo>
                    <a:pt x="2408837" y="2454232"/>
                  </a:lnTo>
                  <a:lnTo>
                    <a:pt x="2410739" y="2446452"/>
                  </a:lnTo>
                  <a:lnTo>
                    <a:pt x="2412640" y="2509499"/>
                  </a:lnTo>
                  <a:lnTo>
                    <a:pt x="2414541" y="2602010"/>
                  </a:lnTo>
                  <a:lnTo>
                    <a:pt x="2416442" y="2672436"/>
                  </a:lnTo>
                  <a:lnTo>
                    <a:pt x="2418343" y="2676533"/>
                  </a:lnTo>
                  <a:lnTo>
                    <a:pt x="2420245" y="2623338"/>
                  </a:lnTo>
                  <a:lnTo>
                    <a:pt x="2422146" y="2508676"/>
                  </a:lnTo>
                  <a:lnTo>
                    <a:pt x="2424047" y="2401478"/>
                  </a:lnTo>
                  <a:lnTo>
                    <a:pt x="2425948" y="2275839"/>
                  </a:lnTo>
                  <a:lnTo>
                    <a:pt x="2427850" y="2225915"/>
                  </a:lnTo>
                  <a:lnTo>
                    <a:pt x="2429751" y="2298968"/>
                  </a:lnTo>
                  <a:lnTo>
                    <a:pt x="2431652" y="2368975"/>
                  </a:lnTo>
                  <a:lnTo>
                    <a:pt x="2433553" y="2312378"/>
                  </a:lnTo>
                  <a:lnTo>
                    <a:pt x="2435454" y="2259454"/>
                  </a:lnTo>
                  <a:lnTo>
                    <a:pt x="2437356" y="2238531"/>
                  </a:lnTo>
                  <a:lnTo>
                    <a:pt x="2439257" y="2209777"/>
                  </a:lnTo>
                  <a:lnTo>
                    <a:pt x="2441158" y="2086616"/>
                  </a:lnTo>
                  <a:lnTo>
                    <a:pt x="2443059" y="1957788"/>
                  </a:lnTo>
                  <a:lnTo>
                    <a:pt x="2444960" y="1924376"/>
                  </a:lnTo>
                  <a:lnTo>
                    <a:pt x="2446862" y="1888760"/>
                  </a:lnTo>
                  <a:lnTo>
                    <a:pt x="2448763" y="1905045"/>
                  </a:lnTo>
                  <a:lnTo>
                    <a:pt x="2450664" y="1937543"/>
                  </a:lnTo>
                  <a:lnTo>
                    <a:pt x="2452565" y="1945013"/>
                  </a:lnTo>
                  <a:lnTo>
                    <a:pt x="2454467" y="2052329"/>
                  </a:lnTo>
                  <a:lnTo>
                    <a:pt x="2456368" y="2168070"/>
                  </a:lnTo>
                  <a:lnTo>
                    <a:pt x="2458269" y="2303053"/>
                  </a:lnTo>
                  <a:lnTo>
                    <a:pt x="2460170" y="2319838"/>
                  </a:lnTo>
                  <a:lnTo>
                    <a:pt x="2462071" y="2284221"/>
                  </a:lnTo>
                  <a:lnTo>
                    <a:pt x="2463973" y="2306300"/>
                  </a:lnTo>
                  <a:lnTo>
                    <a:pt x="2465874" y="2305904"/>
                  </a:lnTo>
                  <a:lnTo>
                    <a:pt x="2467775" y="2384941"/>
                  </a:lnTo>
                  <a:lnTo>
                    <a:pt x="2469676" y="2386853"/>
                  </a:lnTo>
                  <a:lnTo>
                    <a:pt x="2471577" y="2394754"/>
                  </a:lnTo>
                  <a:lnTo>
                    <a:pt x="2473479" y="2424976"/>
                  </a:lnTo>
                  <a:lnTo>
                    <a:pt x="2475380" y="2474006"/>
                  </a:lnTo>
                  <a:lnTo>
                    <a:pt x="2477281" y="2548649"/>
                  </a:lnTo>
                  <a:lnTo>
                    <a:pt x="2479182" y="2548824"/>
                  </a:lnTo>
                  <a:lnTo>
                    <a:pt x="2481084" y="2553146"/>
                  </a:lnTo>
                  <a:lnTo>
                    <a:pt x="2482985" y="2624202"/>
                  </a:lnTo>
                  <a:lnTo>
                    <a:pt x="2484886" y="2710620"/>
                  </a:lnTo>
                  <a:lnTo>
                    <a:pt x="2486787" y="2744251"/>
                  </a:lnTo>
                  <a:lnTo>
                    <a:pt x="2488688" y="2753595"/>
                  </a:lnTo>
                  <a:lnTo>
                    <a:pt x="2490590" y="2683729"/>
                  </a:lnTo>
                  <a:lnTo>
                    <a:pt x="2492491" y="2680755"/>
                  </a:lnTo>
                  <a:lnTo>
                    <a:pt x="2494392" y="2758108"/>
                  </a:lnTo>
                  <a:lnTo>
                    <a:pt x="2496293" y="2797735"/>
                  </a:lnTo>
                  <a:lnTo>
                    <a:pt x="2498194" y="2794437"/>
                  </a:lnTo>
                  <a:lnTo>
                    <a:pt x="2500096" y="2737205"/>
                  </a:lnTo>
                  <a:lnTo>
                    <a:pt x="2501997" y="2779118"/>
                  </a:lnTo>
                  <a:lnTo>
                    <a:pt x="2503898" y="2775923"/>
                  </a:lnTo>
                  <a:lnTo>
                    <a:pt x="2505799" y="2660396"/>
                  </a:lnTo>
                  <a:lnTo>
                    <a:pt x="2507701" y="2526761"/>
                  </a:lnTo>
                  <a:lnTo>
                    <a:pt x="2509602" y="2518174"/>
                  </a:lnTo>
                  <a:lnTo>
                    <a:pt x="2511503" y="2517116"/>
                  </a:lnTo>
                  <a:lnTo>
                    <a:pt x="2513404" y="2424263"/>
                  </a:lnTo>
                  <a:lnTo>
                    <a:pt x="2515305" y="2314641"/>
                  </a:lnTo>
                  <a:lnTo>
                    <a:pt x="2517207" y="2313655"/>
                  </a:lnTo>
                  <a:lnTo>
                    <a:pt x="2519108" y="2365195"/>
                  </a:lnTo>
                  <a:lnTo>
                    <a:pt x="2521009" y="2365758"/>
                  </a:lnTo>
                  <a:lnTo>
                    <a:pt x="2522910" y="2359999"/>
                  </a:lnTo>
                  <a:lnTo>
                    <a:pt x="2524811" y="2386164"/>
                  </a:lnTo>
                  <a:lnTo>
                    <a:pt x="2526713" y="2411173"/>
                  </a:lnTo>
                  <a:lnTo>
                    <a:pt x="2528614" y="2376300"/>
                  </a:lnTo>
                  <a:lnTo>
                    <a:pt x="2530515" y="2411132"/>
                  </a:lnTo>
                  <a:lnTo>
                    <a:pt x="2532416" y="2407973"/>
                  </a:lnTo>
                  <a:lnTo>
                    <a:pt x="2534318" y="2357516"/>
                  </a:lnTo>
                  <a:lnTo>
                    <a:pt x="2536219" y="2317197"/>
                  </a:lnTo>
                  <a:lnTo>
                    <a:pt x="2538120" y="2362819"/>
                  </a:lnTo>
                  <a:lnTo>
                    <a:pt x="2540021" y="2421238"/>
                  </a:lnTo>
                  <a:lnTo>
                    <a:pt x="2541922" y="2312738"/>
                  </a:lnTo>
                  <a:lnTo>
                    <a:pt x="2543824" y="2215010"/>
                  </a:lnTo>
                  <a:lnTo>
                    <a:pt x="2545725" y="2158228"/>
                  </a:lnTo>
                  <a:lnTo>
                    <a:pt x="2547626" y="2131706"/>
                  </a:lnTo>
                  <a:lnTo>
                    <a:pt x="2549527" y="2065290"/>
                  </a:lnTo>
                  <a:lnTo>
                    <a:pt x="2551428" y="2015149"/>
                  </a:lnTo>
                  <a:lnTo>
                    <a:pt x="2553330" y="2051133"/>
                  </a:lnTo>
                  <a:lnTo>
                    <a:pt x="2555231" y="2103393"/>
                  </a:lnTo>
                  <a:lnTo>
                    <a:pt x="2557132" y="2184308"/>
                  </a:lnTo>
                  <a:lnTo>
                    <a:pt x="2559033" y="2223190"/>
                  </a:lnTo>
                  <a:lnTo>
                    <a:pt x="2560935" y="2224253"/>
                  </a:lnTo>
                  <a:lnTo>
                    <a:pt x="2562836" y="2201190"/>
                  </a:lnTo>
                  <a:lnTo>
                    <a:pt x="2564737" y="2199835"/>
                  </a:lnTo>
                  <a:lnTo>
                    <a:pt x="2566638" y="2203902"/>
                  </a:lnTo>
                  <a:lnTo>
                    <a:pt x="2568539" y="2208647"/>
                  </a:lnTo>
                  <a:lnTo>
                    <a:pt x="2570441" y="2170496"/>
                  </a:lnTo>
                  <a:lnTo>
                    <a:pt x="2572342" y="2136671"/>
                  </a:lnTo>
                  <a:lnTo>
                    <a:pt x="2574243" y="2173464"/>
                  </a:lnTo>
                  <a:lnTo>
                    <a:pt x="2576144" y="2231123"/>
                  </a:lnTo>
                  <a:lnTo>
                    <a:pt x="2578045" y="2271455"/>
                  </a:lnTo>
                  <a:lnTo>
                    <a:pt x="2579947" y="2342522"/>
                  </a:lnTo>
                  <a:lnTo>
                    <a:pt x="2581848" y="2518653"/>
                  </a:lnTo>
                  <a:lnTo>
                    <a:pt x="2583749" y="2670461"/>
                  </a:lnTo>
                  <a:lnTo>
                    <a:pt x="2585650" y="2690797"/>
                  </a:lnTo>
                  <a:lnTo>
                    <a:pt x="2587552" y="2663302"/>
                  </a:lnTo>
                  <a:lnTo>
                    <a:pt x="2589453" y="2607931"/>
                  </a:lnTo>
                  <a:lnTo>
                    <a:pt x="2591354" y="2513795"/>
                  </a:lnTo>
                  <a:lnTo>
                    <a:pt x="2593255" y="2400539"/>
                  </a:lnTo>
                  <a:lnTo>
                    <a:pt x="2595156" y="2323846"/>
                  </a:lnTo>
                  <a:lnTo>
                    <a:pt x="2597058" y="2317723"/>
                  </a:lnTo>
                  <a:lnTo>
                    <a:pt x="2598959" y="2293185"/>
                  </a:lnTo>
                  <a:lnTo>
                    <a:pt x="2600860" y="2350736"/>
                  </a:lnTo>
                  <a:lnTo>
                    <a:pt x="2602761" y="2459826"/>
                  </a:lnTo>
                  <a:lnTo>
                    <a:pt x="2604662" y="2526369"/>
                  </a:lnTo>
                  <a:lnTo>
                    <a:pt x="2606564" y="2544124"/>
                  </a:lnTo>
                  <a:lnTo>
                    <a:pt x="2608465" y="2501079"/>
                  </a:lnTo>
                  <a:lnTo>
                    <a:pt x="2610366" y="2530542"/>
                  </a:lnTo>
                  <a:lnTo>
                    <a:pt x="2612267" y="2511159"/>
                  </a:lnTo>
                  <a:lnTo>
                    <a:pt x="2614169" y="2433942"/>
                  </a:lnTo>
                  <a:lnTo>
                    <a:pt x="2616070" y="2329836"/>
                  </a:lnTo>
                  <a:lnTo>
                    <a:pt x="2617971" y="2306212"/>
                  </a:lnTo>
                  <a:lnTo>
                    <a:pt x="2619872" y="2403222"/>
                  </a:lnTo>
                  <a:lnTo>
                    <a:pt x="2621773" y="2398048"/>
                  </a:lnTo>
                  <a:lnTo>
                    <a:pt x="2623675" y="2335751"/>
                  </a:lnTo>
                  <a:lnTo>
                    <a:pt x="2625576" y="2319777"/>
                  </a:lnTo>
                  <a:lnTo>
                    <a:pt x="2627477" y="2425491"/>
                  </a:lnTo>
                  <a:lnTo>
                    <a:pt x="2629378" y="2484808"/>
                  </a:lnTo>
                  <a:lnTo>
                    <a:pt x="2631279" y="2419313"/>
                  </a:lnTo>
                  <a:lnTo>
                    <a:pt x="2633181" y="2401861"/>
                  </a:lnTo>
                  <a:lnTo>
                    <a:pt x="2635082" y="2375007"/>
                  </a:lnTo>
                  <a:lnTo>
                    <a:pt x="2636983" y="2238486"/>
                  </a:lnTo>
                  <a:lnTo>
                    <a:pt x="2638884" y="2076118"/>
                  </a:lnTo>
                  <a:lnTo>
                    <a:pt x="2640785" y="1982228"/>
                  </a:lnTo>
                  <a:lnTo>
                    <a:pt x="2642687" y="2004058"/>
                  </a:lnTo>
                  <a:lnTo>
                    <a:pt x="2644588" y="2047499"/>
                  </a:lnTo>
                  <a:lnTo>
                    <a:pt x="2646489" y="2106951"/>
                  </a:lnTo>
                  <a:lnTo>
                    <a:pt x="2648390" y="2242532"/>
                  </a:lnTo>
                  <a:lnTo>
                    <a:pt x="2650292" y="2392916"/>
                  </a:lnTo>
                  <a:lnTo>
                    <a:pt x="2652193" y="2463883"/>
                  </a:lnTo>
                  <a:lnTo>
                    <a:pt x="2654094" y="2390673"/>
                  </a:lnTo>
                  <a:lnTo>
                    <a:pt x="2655995" y="2311319"/>
                  </a:lnTo>
                  <a:lnTo>
                    <a:pt x="2657896" y="2326399"/>
                  </a:lnTo>
                  <a:lnTo>
                    <a:pt x="2659798" y="2378760"/>
                  </a:lnTo>
                  <a:lnTo>
                    <a:pt x="2661699" y="2406607"/>
                  </a:lnTo>
                  <a:lnTo>
                    <a:pt x="2663600" y="2491881"/>
                  </a:lnTo>
                  <a:lnTo>
                    <a:pt x="2665501" y="2613004"/>
                  </a:lnTo>
                  <a:lnTo>
                    <a:pt x="2667402" y="2724576"/>
                  </a:lnTo>
                  <a:lnTo>
                    <a:pt x="2669304" y="2786171"/>
                  </a:lnTo>
                  <a:lnTo>
                    <a:pt x="2671205" y="2839162"/>
                  </a:lnTo>
                  <a:lnTo>
                    <a:pt x="2673106" y="2825567"/>
                  </a:lnTo>
                  <a:lnTo>
                    <a:pt x="2675007" y="2702947"/>
                  </a:lnTo>
                  <a:lnTo>
                    <a:pt x="2676909" y="2700597"/>
                  </a:lnTo>
                  <a:lnTo>
                    <a:pt x="2678810" y="2787079"/>
                  </a:lnTo>
                  <a:lnTo>
                    <a:pt x="2680711" y="2851725"/>
                  </a:lnTo>
                  <a:lnTo>
                    <a:pt x="2682612" y="2828500"/>
                  </a:lnTo>
                  <a:lnTo>
                    <a:pt x="2684513" y="2847748"/>
                  </a:lnTo>
                  <a:lnTo>
                    <a:pt x="2686415" y="2976669"/>
                  </a:lnTo>
                  <a:lnTo>
                    <a:pt x="2688316" y="2980220"/>
                  </a:lnTo>
                  <a:lnTo>
                    <a:pt x="2690217" y="2866605"/>
                  </a:lnTo>
                  <a:lnTo>
                    <a:pt x="2692118" y="2808786"/>
                  </a:lnTo>
                  <a:lnTo>
                    <a:pt x="2694019" y="2779475"/>
                  </a:lnTo>
                  <a:lnTo>
                    <a:pt x="2695921" y="2708053"/>
                  </a:lnTo>
                  <a:lnTo>
                    <a:pt x="2697822" y="2589078"/>
                  </a:lnTo>
                  <a:lnTo>
                    <a:pt x="2699723" y="2504976"/>
                  </a:lnTo>
                  <a:lnTo>
                    <a:pt x="2701624" y="2476479"/>
                  </a:lnTo>
                  <a:lnTo>
                    <a:pt x="2703526" y="2418476"/>
                  </a:lnTo>
                  <a:lnTo>
                    <a:pt x="2705427" y="2359473"/>
                  </a:lnTo>
                  <a:lnTo>
                    <a:pt x="2707328" y="2347606"/>
                  </a:lnTo>
                  <a:lnTo>
                    <a:pt x="2709229" y="2410610"/>
                  </a:lnTo>
                  <a:lnTo>
                    <a:pt x="2711130" y="2483309"/>
                  </a:lnTo>
                  <a:lnTo>
                    <a:pt x="2713032" y="2589172"/>
                  </a:lnTo>
                  <a:lnTo>
                    <a:pt x="2714933" y="2701847"/>
                  </a:lnTo>
                  <a:lnTo>
                    <a:pt x="2716834" y="2755901"/>
                  </a:lnTo>
                  <a:lnTo>
                    <a:pt x="2718735" y="2756206"/>
                  </a:lnTo>
                  <a:lnTo>
                    <a:pt x="2720636" y="2766712"/>
                  </a:lnTo>
                  <a:lnTo>
                    <a:pt x="2722538" y="2828105"/>
                  </a:lnTo>
                  <a:lnTo>
                    <a:pt x="2724439" y="2835741"/>
                  </a:lnTo>
                  <a:lnTo>
                    <a:pt x="2726340" y="2833760"/>
                  </a:lnTo>
                  <a:lnTo>
                    <a:pt x="2728241" y="2884681"/>
                  </a:lnTo>
                  <a:lnTo>
                    <a:pt x="2730143" y="2959006"/>
                  </a:lnTo>
                  <a:lnTo>
                    <a:pt x="2732044" y="2975875"/>
                  </a:lnTo>
                  <a:lnTo>
                    <a:pt x="2733945" y="2929461"/>
                  </a:lnTo>
                  <a:lnTo>
                    <a:pt x="2735846" y="2916777"/>
                  </a:lnTo>
                  <a:lnTo>
                    <a:pt x="2737747" y="2916778"/>
                  </a:lnTo>
                  <a:lnTo>
                    <a:pt x="2739649" y="2895511"/>
                  </a:lnTo>
                  <a:lnTo>
                    <a:pt x="2741550" y="2889129"/>
                  </a:lnTo>
                  <a:lnTo>
                    <a:pt x="2743451" y="2894578"/>
                  </a:lnTo>
                  <a:lnTo>
                    <a:pt x="2745352" y="2892568"/>
                  </a:lnTo>
                  <a:lnTo>
                    <a:pt x="2747253" y="2829074"/>
                  </a:lnTo>
                  <a:lnTo>
                    <a:pt x="2749155" y="2766556"/>
                  </a:lnTo>
                  <a:lnTo>
                    <a:pt x="2751056" y="2764959"/>
                  </a:lnTo>
                  <a:lnTo>
                    <a:pt x="2752957" y="2743690"/>
                  </a:lnTo>
                  <a:lnTo>
                    <a:pt x="2754858" y="2633556"/>
                  </a:lnTo>
                  <a:lnTo>
                    <a:pt x="2756760" y="2555888"/>
                  </a:lnTo>
                  <a:lnTo>
                    <a:pt x="2758661" y="2571374"/>
                  </a:lnTo>
                  <a:lnTo>
                    <a:pt x="2760562" y="2564924"/>
                  </a:lnTo>
                  <a:lnTo>
                    <a:pt x="2762463" y="2486163"/>
                  </a:lnTo>
                  <a:lnTo>
                    <a:pt x="2764364" y="2442980"/>
                  </a:lnTo>
                  <a:lnTo>
                    <a:pt x="2766266" y="2538603"/>
                  </a:lnTo>
                  <a:lnTo>
                    <a:pt x="2768167" y="2665620"/>
                  </a:lnTo>
                  <a:lnTo>
                    <a:pt x="2770068" y="2740530"/>
                  </a:lnTo>
                  <a:lnTo>
                    <a:pt x="2771969" y="2836931"/>
                  </a:lnTo>
                  <a:lnTo>
                    <a:pt x="2773870" y="2891564"/>
                  </a:lnTo>
                  <a:lnTo>
                    <a:pt x="2775772" y="2823186"/>
                  </a:lnTo>
                  <a:lnTo>
                    <a:pt x="2777673" y="2720545"/>
                  </a:lnTo>
                  <a:lnTo>
                    <a:pt x="2779574" y="2624424"/>
                  </a:lnTo>
                  <a:lnTo>
                    <a:pt x="2781475" y="2485576"/>
                  </a:lnTo>
                  <a:lnTo>
                    <a:pt x="2783377" y="2293477"/>
                  </a:lnTo>
                  <a:lnTo>
                    <a:pt x="2785278" y="2223221"/>
                  </a:lnTo>
                  <a:lnTo>
                    <a:pt x="2787179" y="2317430"/>
                  </a:lnTo>
                  <a:lnTo>
                    <a:pt x="2789080" y="2368861"/>
                  </a:lnTo>
                  <a:lnTo>
                    <a:pt x="2790981" y="2410605"/>
                  </a:lnTo>
                  <a:lnTo>
                    <a:pt x="2792883" y="2500666"/>
                  </a:lnTo>
                  <a:lnTo>
                    <a:pt x="2794784" y="2625284"/>
                  </a:lnTo>
                  <a:lnTo>
                    <a:pt x="2796685" y="2695462"/>
                  </a:lnTo>
                  <a:lnTo>
                    <a:pt x="2798586" y="2716190"/>
                  </a:lnTo>
                  <a:lnTo>
                    <a:pt x="2800487" y="2750951"/>
                  </a:lnTo>
                  <a:lnTo>
                    <a:pt x="2802389" y="2763731"/>
                  </a:lnTo>
                  <a:lnTo>
                    <a:pt x="2804290" y="2706490"/>
                  </a:lnTo>
                  <a:lnTo>
                    <a:pt x="2806191" y="2618207"/>
                  </a:lnTo>
                  <a:lnTo>
                    <a:pt x="2808092" y="2540703"/>
                  </a:lnTo>
                  <a:lnTo>
                    <a:pt x="2809994" y="2529898"/>
                  </a:lnTo>
                  <a:lnTo>
                    <a:pt x="2811895" y="2545122"/>
                  </a:lnTo>
                  <a:lnTo>
                    <a:pt x="2813796" y="2483035"/>
                  </a:lnTo>
                  <a:lnTo>
                    <a:pt x="2815697" y="2437519"/>
                  </a:lnTo>
                  <a:lnTo>
                    <a:pt x="2817598" y="2505235"/>
                  </a:lnTo>
                  <a:lnTo>
                    <a:pt x="2819500" y="2564729"/>
                  </a:lnTo>
                  <a:lnTo>
                    <a:pt x="2821401" y="2454974"/>
                  </a:lnTo>
                  <a:lnTo>
                    <a:pt x="2823302" y="2284735"/>
                  </a:lnTo>
                  <a:lnTo>
                    <a:pt x="2825203" y="2213927"/>
                  </a:lnTo>
                  <a:lnTo>
                    <a:pt x="2827104" y="2198932"/>
                  </a:lnTo>
                  <a:lnTo>
                    <a:pt x="2829006" y="2073644"/>
                  </a:lnTo>
                  <a:lnTo>
                    <a:pt x="2830907" y="2023048"/>
                  </a:lnTo>
                  <a:lnTo>
                    <a:pt x="2832808" y="2071529"/>
                  </a:lnTo>
                  <a:lnTo>
                    <a:pt x="2834709" y="2166842"/>
                  </a:lnTo>
                  <a:lnTo>
                    <a:pt x="2836611" y="2294008"/>
                  </a:lnTo>
                  <a:lnTo>
                    <a:pt x="2838512" y="2373907"/>
                  </a:lnTo>
                  <a:lnTo>
                    <a:pt x="2840413" y="2446251"/>
                  </a:lnTo>
                  <a:lnTo>
                    <a:pt x="2842314" y="2415353"/>
                  </a:lnTo>
                  <a:lnTo>
                    <a:pt x="2844215" y="2358591"/>
                  </a:lnTo>
                  <a:lnTo>
                    <a:pt x="2846117" y="2320502"/>
                  </a:lnTo>
                  <a:lnTo>
                    <a:pt x="2848018" y="2257528"/>
                  </a:lnTo>
                  <a:lnTo>
                    <a:pt x="2849919" y="2247817"/>
                  </a:lnTo>
                  <a:lnTo>
                    <a:pt x="2851820" y="2346952"/>
                  </a:lnTo>
                  <a:lnTo>
                    <a:pt x="2853721" y="2475373"/>
                  </a:lnTo>
                  <a:lnTo>
                    <a:pt x="2855623" y="2506150"/>
                  </a:lnTo>
                  <a:lnTo>
                    <a:pt x="2857524" y="2475105"/>
                  </a:lnTo>
                  <a:lnTo>
                    <a:pt x="2859425" y="2420357"/>
                  </a:lnTo>
                  <a:lnTo>
                    <a:pt x="2861326" y="2328047"/>
                  </a:lnTo>
                  <a:lnTo>
                    <a:pt x="2863228" y="2207482"/>
                  </a:lnTo>
                  <a:lnTo>
                    <a:pt x="2865129" y="2234027"/>
                  </a:lnTo>
                  <a:lnTo>
                    <a:pt x="2867030" y="2321709"/>
                  </a:lnTo>
                  <a:lnTo>
                    <a:pt x="2868931" y="2402964"/>
                  </a:lnTo>
                  <a:lnTo>
                    <a:pt x="2870832" y="2388674"/>
                  </a:lnTo>
                  <a:lnTo>
                    <a:pt x="2872734" y="2394932"/>
                  </a:lnTo>
                  <a:lnTo>
                    <a:pt x="2874635" y="2426811"/>
                  </a:lnTo>
                  <a:lnTo>
                    <a:pt x="2876536" y="2319868"/>
                  </a:lnTo>
                  <a:lnTo>
                    <a:pt x="2878437" y="2238460"/>
                  </a:lnTo>
                  <a:lnTo>
                    <a:pt x="2880338" y="2155144"/>
                  </a:lnTo>
                  <a:lnTo>
                    <a:pt x="2882240" y="2208299"/>
                  </a:lnTo>
                  <a:lnTo>
                    <a:pt x="2884141" y="2346229"/>
                  </a:lnTo>
                  <a:lnTo>
                    <a:pt x="2886042" y="2392829"/>
                  </a:lnTo>
                  <a:lnTo>
                    <a:pt x="2887943" y="2433798"/>
                  </a:lnTo>
                  <a:lnTo>
                    <a:pt x="2889845" y="2532153"/>
                  </a:lnTo>
                  <a:lnTo>
                    <a:pt x="2891746" y="2665783"/>
                  </a:lnTo>
                  <a:lnTo>
                    <a:pt x="2893647" y="2799369"/>
                  </a:lnTo>
                  <a:lnTo>
                    <a:pt x="2895548" y="2854000"/>
                  </a:lnTo>
                  <a:lnTo>
                    <a:pt x="2897449" y="2888468"/>
                  </a:lnTo>
                  <a:lnTo>
                    <a:pt x="2899351" y="2937360"/>
                  </a:lnTo>
                  <a:lnTo>
                    <a:pt x="2901252" y="2957052"/>
                  </a:lnTo>
                  <a:lnTo>
                    <a:pt x="2903153" y="2948062"/>
                  </a:lnTo>
                  <a:lnTo>
                    <a:pt x="2905054" y="2816937"/>
                  </a:lnTo>
                  <a:lnTo>
                    <a:pt x="2906955" y="2655709"/>
                  </a:lnTo>
                  <a:lnTo>
                    <a:pt x="2908857" y="2634912"/>
                  </a:lnTo>
                  <a:lnTo>
                    <a:pt x="2910758" y="2644599"/>
                  </a:lnTo>
                  <a:lnTo>
                    <a:pt x="2912659" y="2549368"/>
                  </a:lnTo>
                  <a:lnTo>
                    <a:pt x="2914560" y="2508183"/>
                  </a:lnTo>
                  <a:lnTo>
                    <a:pt x="2916461" y="2617972"/>
                  </a:lnTo>
                  <a:lnTo>
                    <a:pt x="2918363" y="2731866"/>
                  </a:lnTo>
                  <a:lnTo>
                    <a:pt x="2920264" y="2735803"/>
                  </a:lnTo>
                  <a:lnTo>
                    <a:pt x="2922165" y="2725710"/>
                  </a:lnTo>
                  <a:lnTo>
                    <a:pt x="2924066" y="2809388"/>
                  </a:lnTo>
                  <a:lnTo>
                    <a:pt x="2925968" y="2893998"/>
                  </a:lnTo>
                  <a:lnTo>
                    <a:pt x="2927869" y="2910024"/>
                  </a:lnTo>
                  <a:lnTo>
                    <a:pt x="2929770" y="2832192"/>
                  </a:lnTo>
                  <a:lnTo>
                    <a:pt x="2931671" y="2730235"/>
                  </a:lnTo>
                  <a:lnTo>
                    <a:pt x="2933572" y="2624006"/>
                  </a:lnTo>
                  <a:lnTo>
                    <a:pt x="2935474" y="2545310"/>
                  </a:lnTo>
                  <a:lnTo>
                    <a:pt x="2937375" y="2528307"/>
                  </a:lnTo>
                  <a:lnTo>
                    <a:pt x="2939276" y="2487741"/>
                  </a:lnTo>
                  <a:lnTo>
                    <a:pt x="2941177" y="2552709"/>
                  </a:lnTo>
                  <a:lnTo>
                    <a:pt x="2943078" y="2646643"/>
                  </a:lnTo>
                  <a:lnTo>
                    <a:pt x="2944980" y="2766778"/>
                  </a:lnTo>
                  <a:lnTo>
                    <a:pt x="2946881" y="2881126"/>
                  </a:lnTo>
                  <a:lnTo>
                    <a:pt x="2948782" y="2836220"/>
                  </a:lnTo>
                  <a:lnTo>
                    <a:pt x="2950683" y="2807222"/>
                  </a:lnTo>
                  <a:lnTo>
                    <a:pt x="2952585" y="2793155"/>
                  </a:lnTo>
                  <a:lnTo>
                    <a:pt x="2954486" y="2761184"/>
                  </a:lnTo>
                  <a:lnTo>
                    <a:pt x="2956387" y="2697133"/>
                  </a:lnTo>
                  <a:lnTo>
                    <a:pt x="2958288" y="2657145"/>
                  </a:lnTo>
                  <a:lnTo>
                    <a:pt x="2960189" y="2732006"/>
                  </a:lnTo>
                  <a:lnTo>
                    <a:pt x="2962091" y="2827566"/>
                  </a:lnTo>
                  <a:lnTo>
                    <a:pt x="2963992" y="2878858"/>
                  </a:lnTo>
                  <a:lnTo>
                    <a:pt x="2965893" y="2901440"/>
                  </a:lnTo>
                  <a:lnTo>
                    <a:pt x="2967794" y="2843331"/>
                  </a:lnTo>
                  <a:lnTo>
                    <a:pt x="2969695" y="2755150"/>
                  </a:lnTo>
                  <a:lnTo>
                    <a:pt x="2971597" y="2656584"/>
                  </a:lnTo>
                  <a:lnTo>
                    <a:pt x="2973498" y="2584393"/>
                  </a:lnTo>
                  <a:lnTo>
                    <a:pt x="2975399" y="2542966"/>
                  </a:lnTo>
                  <a:lnTo>
                    <a:pt x="2977300" y="2466397"/>
                  </a:lnTo>
                  <a:lnTo>
                    <a:pt x="2979202" y="2462372"/>
                  </a:lnTo>
                  <a:lnTo>
                    <a:pt x="2981103" y="2486750"/>
                  </a:lnTo>
                  <a:lnTo>
                    <a:pt x="2983004" y="2485545"/>
                  </a:lnTo>
                  <a:lnTo>
                    <a:pt x="2984905" y="2413521"/>
                  </a:lnTo>
                  <a:lnTo>
                    <a:pt x="2986806" y="2308254"/>
                  </a:lnTo>
                  <a:lnTo>
                    <a:pt x="2988708" y="2231088"/>
                  </a:lnTo>
                  <a:lnTo>
                    <a:pt x="2990609" y="2189229"/>
                  </a:lnTo>
                  <a:lnTo>
                    <a:pt x="2992510" y="2140089"/>
                  </a:lnTo>
                  <a:lnTo>
                    <a:pt x="2994411" y="2119449"/>
                  </a:lnTo>
                  <a:lnTo>
                    <a:pt x="2996312" y="2097641"/>
                  </a:lnTo>
                  <a:lnTo>
                    <a:pt x="2998214" y="2012064"/>
                  </a:lnTo>
                  <a:lnTo>
                    <a:pt x="3000115" y="2027166"/>
                  </a:lnTo>
                  <a:lnTo>
                    <a:pt x="3002016" y="2061172"/>
                  </a:lnTo>
                  <a:lnTo>
                    <a:pt x="3003917" y="2068826"/>
                  </a:lnTo>
                  <a:lnTo>
                    <a:pt x="3005819" y="2101031"/>
                  </a:lnTo>
                  <a:lnTo>
                    <a:pt x="3007720" y="2223720"/>
                  </a:lnTo>
                  <a:lnTo>
                    <a:pt x="3009621" y="2389725"/>
                  </a:lnTo>
                  <a:lnTo>
                    <a:pt x="3011522" y="2474531"/>
                  </a:lnTo>
                  <a:lnTo>
                    <a:pt x="3013423" y="2440766"/>
                  </a:lnTo>
                  <a:lnTo>
                    <a:pt x="3015325" y="2434848"/>
                  </a:lnTo>
                  <a:lnTo>
                    <a:pt x="3017226" y="2390331"/>
                  </a:lnTo>
                  <a:lnTo>
                    <a:pt x="3019127" y="2281201"/>
                  </a:lnTo>
                  <a:lnTo>
                    <a:pt x="3021028" y="2224484"/>
                  </a:lnTo>
                  <a:lnTo>
                    <a:pt x="3022929" y="2310140"/>
                  </a:lnTo>
                  <a:lnTo>
                    <a:pt x="3024831" y="2457059"/>
                  </a:lnTo>
                  <a:lnTo>
                    <a:pt x="3026732" y="2518455"/>
                  </a:lnTo>
                  <a:lnTo>
                    <a:pt x="3028633" y="2570928"/>
                  </a:lnTo>
                  <a:lnTo>
                    <a:pt x="3030534" y="2635747"/>
                  </a:lnTo>
                  <a:lnTo>
                    <a:pt x="3032436" y="2686753"/>
                  </a:lnTo>
                  <a:lnTo>
                    <a:pt x="3034337" y="2666085"/>
                  </a:lnTo>
                  <a:lnTo>
                    <a:pt x="3036238" y="2652511"/>
                  </a:lnTo>
                  <a:lnTo>
                    <a:pt x="3038139" y="2673210"/>
                  </a:lnTo>
                  <a:lnTo>
                    <a:pt x="3040040" y="2657197"/>
                  </a:lnTo>
                  <a:lnTo>
                    <a:pt x="3041942" y="2611609"/>
                  </a:lnTo>
                  <a:lnTo>
                    <a:pt x="3043843" y="2613446"/>
                  </a:lnTo>
                  <a:lnTo>
                    <a:pt x="3045744" y="2570065"/>
                  </a:lnTo>
                  <a:lnTo>
                    <a:pt x="3047645" y="2470077"/>
                  </a:lnTo>
                  <a:lnTo>
                    <a:pt x="3049546" y="2316987"/>
                  </a:lnTo>
                  <a:lnTo>
                    <a:pt x="3051448" y="2234913"/>
                  </a:lnTo>
                  <a:lnTo>
                    <a:pt x="3053349" y="2172259"/>
                  </a:lnTo>
                  <a:lnTo>
                    <a:pt x="3055250" y="2036875"/>
                  </a:lnTo>
                  <a:lnTo>
                    <a:pt x="3057151" y="1941976"/>
                  </a:lnTo>
                  <a:lnTo>
                    <a:pt x="3059053" y="1882207"/>
                  </a:lnTo>
                  <a:lnTo>
                    <a:pt x="3060954" y="1957201"/>
                  </a:lnTo>
                  <a:lnTo>
                    <a:pt x="3062855" y="2033383"/>
                  </a:lnTo>
                  <a:lnTo>
                    <a:pt x="3064756" y="2144022"/>
                  </a:lnTo>
                  <a:lnTo>
                    <a:pt x="3066657" y="2226077"/>
                  </a:lnTo>
                  <a:lnTo>
                    <a:pt x="3068559" y="2301482"/>
                  </a:lnTo>
                  <a:lnTo>
                    <a:pt x="3070460" y="2393816"/>
                  </a:lnTo>
                  <a:lnTo>
                    <a:pt x="3072361" y="2443699"/>
                  </a:lnTo>
                  <a:lnTo>
                    <a:pt x="3074262" y="2446301"/>
                  </a:lnTo>
                  <a:lnTo>
                    <a:pt x="3076163" y="2412094"/>
                  </a:lnTo>
                  <a:lnTo>
                    <a:pt x="3078065" y="2457134"/>
                  </a:lnTo>
                  <a:lnTo>
                    <a:pt x="3079966" y="2479663"/>
                  </a:lnTo>
                  <a:lnTo>
                    <a:pt x="3081867" y="2571046"/>
                  </a:lnTo>
                  <a:lnTo>
                    <a:pt x="3083768" y="2641719"/>
                  </a:lnTo>
                  <a:lnTo>
                    <a:pt x="3085670" y="2682577"/>
                  </a:lnTo>
                  <a:lnTo>
                    <a:pt x="3087571" y="2714549"/>
                  </a:lnTo>
                  <a:lnTo>
                    <a:pt x="3089472" y="2755704"/>
                  </a:lnTo>
                  <a:lnTo>
                    <a:pt x="3091373" y="2796493"/>
                  </a:lnTo>
                  <a:lnTo>
                    <a:pt x="3093274" y="2723580"/>
                  </a:lnTo>
                  <a:lnTo>
                    <a:pt x="3095176" y="2698494"/>
                  </a:lnTo>
                  <a:lnTo>
                    <a:pt x="3097077" y="2720499"/>
                  </a:lnTo>
                  <a:lnTo>
                    <a:pt x="3098978" y="2740650"/>
                  </a:lnTo>
                  <a:lnTo>
                    <a:pt x="3100879" y="2722262"/>
                  </a:lnTo>
                  <a:lnTo>
                    <a:pt x="3102780" y="2739632"/>
                  </a:lnTo>
                  <a:lnTo>
                    <a:pt x="3104682" y="2769993"/>
                  </a:lnTo>
                  <a:lnTo>
                    <a:pt x="3106583" y="2727632"/>
                  </a:lnTo>
                  <a:lnTo>
                    <a:pt x="3108484" y="2727100"/>
                  </a:lnTo>
                  <a:lnTo>
                    <a:pt x="3110385" y="2772196"/>
                  </a:lnTo>
                  <a:lnTo>
                    <a:pt x="3112287" y="2816792"/>
                  </a:lnTo>
                  <a:lnTo>
                    <a:pt x="3114188" y="2732087"/>
                  </a:lnTo>
                  <a:lnTo>
                    <a:pt x="3116089" y="2727663"/>
                  </a:lnTo>
                  <a:lnTo>
                    <a:pt x="3117990" y="2827557"/>
                  </a:lnTo>
                  <a:lnTo>
                    <a:pt x="3119891" y="2855033"/>
                  </a:lnTo>
                  <a:lnTo>
                    <a:pt x="3121793" y="2808887"/>
                  </a:lnTo>
                  <a:lnTo>
                    <a:pt x="3123694" y="2754837"/>
                  </a:lnTo>
                  <a:lnTo>
                    <a:pt x="3125595" y="2770808"/>
                  </a:lnTo>
                  <a:lnTo>
                    <a:pt x="3127496" y="2792172"/>
                  </a:lnTo>
                  <a:lnTo>
                    <a:pt x="3129397" y="2777945"/>
                  </a:lnTo>
                  <a:lnTo>
                    <a:pt x="3131299" y="2756498"/>
                  </a:lnTo>
                  <a:lnTo>
                    <a:pt x="3133200" y="2695058"/>
                  </a:lnTo>
                  <a:lnTo>
                    <a:pt x="3135101" y="2646180"/>
                  </a:lnTo>
                  <a:lnTo>
                    <a:pt x="3137002" y="2659978"/>
                  </a:lnTo>
                  <a:lnTo>
                    <a:pt x="3138904" y="2575243"/>
                  </a:lnTo>
                  <a:lnTo>
                    <a:pt x="3140805" y="2426042"/>
                  </a:lnTo>
                  <a:lnTo>
                    <a:pt x="3142706" y="2353500"/>
                  </a:lnTo>
                  <a:lnTo>
                    <a:pt x="3144607" y="2342142"/>
                  </a:lnTo>
                  <a:lnTo>
                    <a:pt x="3146508" y="2352824"/>
                  </a:lnTo>
                  <a:lnTo>
                    <a:pt x="3148410" y="2430136"/>
                  </a:lnTo>
                  <a:lnTo>
                    <a:pt x="3150311" y="2564755"/>
                  </a:lnTo>
                  <a:lnTo>
                    <a:pt x="3152212" y="2631959"/>
                  </a:lnTo>
                  <a:lnTo>
                    <a:pt x="3154113" y="2575771"/>
                  </a:lnTo>
                  <a:lnTo>
                    <a:pt x="3156014" y="2565612"/>
                  </a:lnTo>
                  <a:lnTo>
                    <a:pt x="3157916" y="2635256"/>
                  </a:lnTo>
                  <a:lnTo>
                    <a:pt x="3159817" y="2620859"/>
                  </a:lnTo>
                  <a:lnTo>
                    <a:pt x="3161718" y="2554694"/>
                  </a:lnTo>
                  <a:lnTo>
                    <a:pt x="3163619" y="2573435"/>
                  </a:lnTo>
                  <a:lnTo>
                    <a:pt x="3165521" y="2648214"/>
                  </a:lnTo>
                  <a:lnTo>
                    <a:pt x="3167422" y="2751199"/>
                  </a:lnTo>
                  <a:lnTo>
                    <a:pt x="3169323" y="2762625"/>
                  </a:lnTo>
                  <a:lnTo>
                    <a:pt x="3171224" y="2677810"/>
                  </a:lnTo>
                  <a:lnTo>
                    <a:pt x="3173125" y="2644236"/>
                  </a:lnTo>
                  <a:lnTo>
                    <a:pt x="3175027" y="2613918"/>
                  </a:lnTo>
                  <a:lnTo>
                    <a:pt x="3176928" y="2631824"/>
                  </a:lnTo>
                  <a:lnTo>
                    <a:pt x="3178829" y="2623277"/>
                  </a:lnTo>
                  <a:lnTo>
                    <a:pt x="3180730" y="2545154"/>
                  </a:lnTo>
                  <a:lnTo>
                    <a:pt x="3182631" y="2520011"/>
                  </a:lnTo>
                  <a:lnTo>
                    <a:pt x="3184533" y="2537090"/>
                  </a:lnTo>
                  <a:lnTo>
                    <a:pt x="3186434" y="2605567"/>
                  </a:lnTo>
                  <a:lnTo>
                    <a:pt x="3188335" y="2634082"/>
                  </a:lnTo>
                  <a:lnTo>
                    <a:pt x="3190236" y="2601503"/>
                  </a:lnTo>
                  <a:lnTo>
                    <a:pt x="3192138" y="2696397"/>
                  </a:lnTo>
                  <a:lnTo>
                    <a:pt x="3194039" y="2822227"/>
                  </a:lnTo>
                  <a:lnTo>
                    <a:pt x="3195940" y="2860473"/>
                  </a:lnTo>
                  <a:lnTo>
                    <a:pt x="3197841" y="2821446"/>
                  </a:lnTo>
                  <a:lnTo>
                    <a:pt x="3199742" y="2719361"/>
                  </a:lnTo>
                  <a:lnTo>
                    <a:pt x="3201644" y="2602548"/>
                  </a:lnTo>
                  <a:lnTo>
                    <a:pt x="3203545" y="2507070"/>
                  </a:lnTo>
                  <a:lnTo>
                    <a:pt x="3205446" y="2430825"/>
                  </a:lnTo>
                  <a:lnTo>
                    <a:pt x="3207347" y="2364681"/>
                  </a:lnTo>
                  <a:lnTo>
                    <a:pt x="3209248" y="2368570"/>
                  </a:lnTo>
                  <a:lnTo>
                    <a:pt x="3211150" y="2444046"/>
                  </a:lnTo>
                  <a:lnTo>
                    <a:pt x="3213051" y="2570607"/>
                  </a:lnTo>
                  <a:lnTo>
                    <a:pt x="3214952" y="2649765"/>
                  </a:lnTo>
                  <a:lnTo>
                    <a:pt x="3216853" y="2651914"/>
                  </a:lnTo>
                  <a:lnTo>
                    <a:pt x="3218754" y="2613782"/>
                  </a:lnTo>
                  <a:lnTo>
                    <a:pt x="3220656" y="2538492"/>
                  </a:lnTo>
                  <a:lnTo>
                    <a:pt x="3222557" y="2545503"/>
                  </a:lnTo>
                  <a:lnTo>
                    <a:pt x="3224458" y="2546333"/>
                  </a:lnTo>
                  <a:lnTo>
                    <a:pt x="3226359" y="2477700"/>
                  </a:lnTo>
                  <a:lnTo>
                    <a:pt x="3228261" y="2457580"/>
                  </a:lnTo>
                  <a:lnTo>
                    <a:pt x="3230162" y="2541581"/>
                  </a:lnTo>
                  <a:lnTo>
                    <a:pt x="3232063" y="2597365"/>
                  </a:lnTo>
                  <a:lnTo>
                    <a:pt x="3233964" y="2527182"/>
                  </a:lnTo>
                  <a:lnTo>
                    <a:pt x="3235865" y="2464657"/>
                  </a:lnTo>
                  <a:lnTo>
                    <a:pt x="3237767" y="2470006"/>
                  </a:lnTo>
                  <a:lnTo>
                    <a:pt x="3239668" y="2407634"/>
                  </a:lnTo>
                  <a:lnTo>
                    <a:pt x="3241569" y="2357853"/>
                  </a:lnTo>
                  <a:lnTo>
                    <a:pt x="3243470" y="2411106"/>
                  </a:lnTo>
                  <a:lnTo>
                    <a:pt x="3245371" y="2450740"/>
                  </a:lnTo>
                  <a:lnTo>
                    <a:pt x="3247273" y="2480796"/>
                  </a:lnTo>
                  <a:lnTo>
                    <a:pt x="3249174" y="2506215"/>
                  </a:lnTo>
                  <a:lnTo>
                    <a:pt x="3251075" y="2611411"/>
                  </a:lnTo>
                  <a:lnTo>
                    <a:pt x="3252976" y="2692933"/>
                  </a:lnTo>
                  <a:lnTo>
                    <a:pt x="3254878" y="2702812"/>
                  </a:lnTo>
                  <a:lnTo>
                    <a:pt x="3256779" y="2765879"/>
                  </a:lnTo>
                  <a:lnTo>
                    <a:pt x="3258680" y="2839265"/>
                  </a:lnTo>
                  <a:lnTo>
                    <a:pt x="3260581" y="2872190"/>
                  </a:lnTo>
                  <a:lnTo>
                    <a:pt x="3262482" y="2829733"/>
                  </a:lnTo>
                  <a:lnTo>
                    <a:pt x="3264384" y="2776998"/>
                  </a:lnTo>
                  <a:lnTo>
                    <a:pt x="3266285" y="2797607"/>
                  </a:lnTo>
                  <a:lnTo>
                    <a:pt x="3268186" y="2767312"/>
                  </a:lnTo>
                  <a:lnTo>
                    <a:pt x="3270087" y="2693913"/>
                  </a:lnTo>
                  <a:lnTo>
                    <a:pt x="3271988" y="2646346"/>
                  </a:lnTo>
                  <a:lnTo>
                    <a:pt x="3273890" y="2667695"/>
                  </a:lnTo>
                  <a:lnTo>
                    <a:pt x="3275791" y="2642255"/>
                  </a:lnTo>
                  <a:lnTo>
                    <a:pt x="3277692" y="2482714"/>
                  </a:lnTo>
                  <a:lnTo>
                    <a:pt x="3279593" y="2430559"/>
                  </a:lnTo>
                  <a:lnTo>
                    <a:pt x="3281495" y="2449810"/>
                  </a:lnTo>
                  <a:lnTo>
                    <a:pt x="3283396" y="2501734"/>
                  </a:lnTo>
                  <a:lnTo>
                    <a:pt x="3285297" y="2558926"/>
                  </a:lnTo>
                  <a:lnTo>
                    <a:pt x="3287198" y="2682837"/>
                  </a:lnTo>
                  <a:lnTo>
                    <a:pt x="3289099" y="2822526"/>
                  </a:lnTo>
                  <a:lnTo>
                    <a:pt x="3291001" y="2794786"/>
                  </a:lnTo>
                  <a:lnTo>
                    <a:pt x="3292902" y="2630438"/>
                  </a:lnTo>
                  <a:lnTo>
                    <a:pt x="3294803" y="2464900"/>
                  </a:lnTo>
                  <a:lnTo>
                    <a:pt x="3296704" y="2390111"/>
                  </a:lnTo>
                  <a:lnTo>
                    <a:pt x="3298605" y="2311014"/>
                  </a:lnTo>
                  <a:lnTo>
                    <a:pt x="3300507" y="2209664"/>
                  </a:lnTo>
                  <a:lnTo>
                    <a:pt x="3302408" y="2172631"/>
                  </a:lnTo>
                  <a:lnTo>
                    <a:pt x="3304309" y="2238571"/>
                  </a:lnTo>
                  <a:lnTo>
                    <a:pt x="3306210" y="2338986"/>
                  </a:lnTo>
                  <a:lnTo>
                    <a:pt x="3308112" y="2350271"/>
                  </a:lnTo>
                  <a:lnTo>
                    <a:pt x="3310013" y="2292773"/>
                  </a:lnTo>
                  <a:lnTo>
                    <a:pt x="3311914" y="2347001"/>
                  </a:lnTo>
                  <a:lnTo>
                    <a:pt x="3313815" y="2499235"/>
                  </a:lnTo>
                  <a:lnTo>
                    <a:pt x="3315716" y="2667533"/>
                  </a:lnTo>
                  <a:lnTo>
                    <a:pt x="3317618" y="2755032"/>
                  </a:lnTo>
                  <a:lnTo>
                    <a:pt x="3319519" y="2822276"/>
                  </a:lnTo>
                  <a:lnTo>
                    <a:pt x="3321420" y="2869338"/>
                  </a:lnTo>
                  <a:lnTo>
                    <a:pt x="3323321" y="2856288"/>
                  </a:lnTo>
                  <a:lnTo>
                    <a:pt x="3325222" y="2759637"/>
                  </a:lnTo>
                  <a:lnTo>
                    <a:pt x="3327124" y="2648496"/>
                  </a:lnTo>
                  <a:lnTo>
                    <a:pt x="3329025" y="2583209"/>
                  </a:lnTo>
                  <a:lnTo>
                    <a:pt x="3330926" y="2520388"/>
                  </a:lnTo>
                  <a:lnTo>
                    <a:pt x="3332827" y="2555612"/>
                  </a:lnTo>
                  <a:lnTo>
                    <a:pt x="3334729" y="2652188"/>
                  </a:lnTo>
                  <a:lnTo>
                    <a:pt x="3336630" y="2754876"/>
                  </a:lnTo>
                  <a:lnTo>
                    <a:pt x="3338531" y="2846144"/>
                  </a:lnTo>
                  <a:lnTo>
                    <a:pt x="3340432" y="2886705"/>
                  </a:lnTo>
                  <a:lnTo>
                    <a:pt x="3342333" y="2951674"/>
                  </a:lnTo>
                  <a:lnTo>
                    <a:pt x="3344235" y="2925609"/>
                  </a:lnTo>
                  <a:lnTo>
                    <a:pt x="3346136" y="2810122"/>
                  </a:lnTo>
                  <a:lnTo>
                    <a:pt x="3348037" y="2776295"/>
                  </a:lnTo>
                  <a:lnTo>
                    <a:pt x="3349938" y="2756496"/>
                  </a:lnTo>
                  <a:lnTo>
                    <a:pt x="3351839" y="2745790"/>
                  </a:lnTo>
                  <a:lnTo>
                    <a:pt x="3353741" y="2654293"/>
                  </a:lnTo>
                  <a:lnTo>
                    <a:pt x="3355642" y="2554173"/>
                  </a:lnTo>
                  <a:lnTo>
                    <a:pt x="3357543" y="2483688"/>
                  </a:lnTo>
                  <a:lnTo>
                    <a:pt x="3359444" y="2350917"/>
                  </a:lnTo>
                  <a:lnTo>
                    <a:pt x="3361346" y="2152015"/>
                  </a:lnTo>
                  <a:lnTo>
                    <a:pt x="3363247" y="1961478"/>
                  </a:lnTo>
                  <a:lnTo>
                    <a:pt x="3365148" y="1853882"/>
                  </a:lnTo>
                  <a:lnTo>
                    <a:pt x="3367049" y="1888939"/>
                  </a:lnTo>
                  <a:lnTo>
                    <a:pt x="3368950" y="1935400"/>
                  </a:lnTo>
                  <a:lnTo>
                    <a:pt x="3370852" y="1921476"/>
                  </a:lnTo>
                  <a:lnTo>
                    <a:pt x="3372753" y="1945159"/>
                  </a:lnTo>
                  <a:lnTo>
                    <a:pt x="3374654" y="2037227"/>
                  </a:lnTo>
                  <a:lnTo>
                    <a:pt x="3376555" y="2210303"/>
                  </a:lnTo>
                  <a:lnTo>
                    <a:pt x="3378456" y="2360241"/>
                  </a:lnTo>
                  <a:lnTo>
                    <a:pt x="3380358" y="2461988"/>
                  </a:lnTo>
                  <a:lnTo>
                    <a:pt x="3382259" y="2589243"/>
                  </a:lnTo>
                  <a:lnTo>
                    <a:pt x="3384160" y="2750176"/>
                  </a:lnTo>
                  <a:lnTo>
                    <a:pt x="3386061" y="2849956"/>
                  </a:lnTo>
                  <a:lnTo>
                    <a:pt x="3387963" y="2775202"/>
                  </a:lnTo>
                  <a:lnTo>
                    <a:pt x="3389864" y="2638863"/>
                  </a:lnTo>
                  <a:lnTo>
                    <a:pt x="3391765" y="2621620"/>
                  </a:lnTo>
                  <a:lnTo>
                    <a:pt x="3393666" y="2698614"/>
                  </a:lnTo>
                  <a:lnTo>
                    <a:pt x="3395567" y="2728879"/>
                  </a:lnTo>
                  <a:lnTo>
                    <a:pt x="3397469" y="2628275"/>
                  </a:lnTo>
                  <a:lnTo>
                    <a:pt x="3399370" y="2526775"/>
                  </a:lnTo>
                  <a:lnTo>
                    <a:pt x="3401271" y="2434342"/>
                  </a:lnTo>
                  <a:lnTo>
                    <a:pt x="3403172" y="2260689"/>
                  </a:lnTo>
                  <a:lnTo>
                    <a:pt x="3405073" y="2079178"/>
                  </a:lnTo>
                  <a:lnTo>
                    <a:pt x="3406975" y="2020249"/>
                  </a:lnTo>
                  <a:lnTo>
                    <a:pt x="3408876" y="2058518"/>
                  </a:lnTo>
                  <a:lnTo>
                    <a:pt x="3410777" y="2132768"/>
                  </a:lnTo>
                  <a:lnTo>
                    <a:pt x="3412678" y="2193070"/>
                  </a:lnTo>
                  <a:lnTo>
                    <a:pt x="3414580" y="2278847"/>
                  </a:lnTo>
                  <a:lnTo>
                    <a:pt x="3416481" y="2347071"/>
                  </a:lnTo>
                  <a:lnTo>
                    <a:pt x="3418382" y="2372246"/>
                  </a:lnTo>
                  <a:lnTo>
                    <a:pt x="3420283" y="2367954"/>
                  </a:lnTo>
                  <a:lnTo>
                    <a:pt x="3422184" y="2364853"/>
                  </a:lnTo>
                  <a:lnTo>
                    <a:pt x="3424086" y="2442209"/>
                  </a:lnTo>
                  <a:lnTo>
                    <a:pt x="3425987" y="2506339"/>
                  </a:lnTo>
                  <a:lnTo>
                    <a:pt x="3427888" y="2514033"/>
                  </a:lnTo>
                  <a:lnTo>
                    <a:pt x="3429789" y="2412153"/>
                  </a:lnTo>
                  <a:lnTo>
                    <a:pt x="3431690" y="2403900"/>
                  </a:lnTo>
                  <a:lnTo>
                    <a:pt x="3433592" y="2448313"/>
                  </a:lnTo>
                  <a:lnTo>
                    <a:pt x="3435493" y="2400396"/>
                  </a:lnTo>
                  <a:lnTo>
                    <a:pt x="3437394" y="2413460"/>
                  </a:lnTo>
                  <a:lnTo>
                    <a:pt x="3439295" y="2432445"/>
                  </a:lnTo>
                  <a:lnTo>
                    <a:pt x="3441197" y="2421875"/>
                  </a:lnTo>
                  <a:lnTo>
                    <a:pt x="3443098" y="2360986"/>
                  </a:lnTo>
                  <a:lnTo>
                    <a:pt x="3444999" y="2328962"/>
                  </a:lnTo>
                  <a:lnTo>
                    <a:pt x="3446900" y="2280969"/>
                  </a:lnTo>
                  <a:lnTo>
                    <a:pt x="3448801" y="2152556"/>
                  </a:lnTo>
                  <a:lnTo>
                    <a:pt x="3450703" y="2068266"/>
                  </a:lnTo>
                  <a:lnTo>
                    <a:pt x="3452604" y="2071031"/>
                  </a:lnTo>
                  <a:lnTo>
                    <a:pt x="3454505" y="1971427"/>
                  </a:lnTo>
                  <a:lnTo>
                    <a:pt x="3456406" y="1783032"/>
                  </a:lnTo>
                  <a:lnTo>
                    <a:pt x="3458307" y="1612059"/>
                  </a:lnTo>
                  <a:lnTo>
                    <a:pt x="3460209" y="1431579"/>
                  </a:lnTo>
                  <a:lnTo>
                    <a:pt x="3462110" y="1248813"/>
                  </a:lnTo>
                  <a:lnTo>
                    <a:pt x="3464011" y="1153652"/>
                  </a:lnTo>
                  <a:lnTo>
                    <a:pt x="3465912" y="1188888"/>
                  </a:lnTo>
                  <a:lnTo>
                    <a:pt x="3467814" y="1309539"/>
                  </a:lnTo>
                  <a:lnTo>
                    <a:pt x="3469715" y="1472810"/>
                  </a:lnTo>
                  <a:lnTo>
                    <a:pt x="3471616" y="1573942"/>
                  </a:lnTo>
                  <a:lnTo>
                    <a:pt x="3473517" y="1656343"/>
                  </a:lnTo>
                  <a:lnTo>
                    <a:pt x="3475418" y="1677599"/>
                  </a:lnTo>
                  <a:lnTo>
                    <a:pt x="3477320" y="1560375"/>
                  </a:lnTo>
                  <a:lnTo>
                    <a:pt x="3479221" y="1369161"/>
                  </a:lnTo>
                  <a:lnTo>
                    <a:pt x="3481122" y="1267268"/>
                  </a:lnTo>
                  <a:lnTo>
                    <a:pt x="3483023" y="1335449"/>
                  </a:lnTo>
                  <a:lnTo>
                    <a:pt x="3484924" y="1335692"/>
                  </a:lnTo>
                  <a:lnTo>
                    <a:pt x="3486826" y="1265202"/>
                  </a:lnTo>
                  <a:lnTo>
                    <a:pt x="3488727" y="1336522"/>
                  </a:lnTo>
                  <a:lnTo>
                    <a:pt x="3490628" y="1479941"/>
                  </a:lnTo>
                  <a:lnTo>
                    <a:pt x="3492529" y="1450315"/>
                  </a:lnTo>
                  <a:lnTo>
                    <a:pt x="3494430" y="1246231"/>
                  </a:lnTo>
                  <a:lnTo>
                    <a:pt x="3496332" y="1121788"/>
                  </a:lnTo>
                  <a:lnTo>
                    <a:pt x="3498233" y="1084097"/>
                  </a:lnTo>
                  <a:lnTo>
                    <a:pt x="3500134" y="1046334"/>
                  </a:lnTo>
                  <a:lnTo>
                    <a:pt x="3502035" y="908059"/>
                  </a:lnTo>
                  <a:lnTo>
                    <a:pt x="3503937" y="835773"/>
                  </a:lnTo>
                  <a:lnTo>
                    <a:pt x="3505838" y="840785"/>
                  </a:lnTo>
                  <a:lnTo>
                    <a:pt x="3507739" y="851445"/>
                  </a:lnTo>
                  <a:lnTo>
                    <a:pt x="3509640" y="797592"/>
                  </a:lnTo>
                  <a:lnTo>
                    <a:pt x="3511541" y="707554"/>
                  </a:lnTo>
                  <a:lnTo>
                    <a:pt x="3513443" y="690089"/>
                  </a:lnTo>
                  <a:lnTo>
                    <a:pt x="3515344" y="629666"/>
                  </a:lnTo>
                  <a:lnTo>
                    <a:pt x="3517245" y="588916"/>
                  </a:lnTo>
                  <a:lnTo>
                    <a:pt x="3519146" y="576724"/>
                  </a:lnTo>
                  <a:lnTo>
                    <a:pt x="3521047" y="630287"/>
                  </a:lnTo>
                  <a:lnTo>
                    <a:pt x="3522949" y="740134"/>
                  </a:lnTo>
                  <a:lnTo>
                    <a:pt x="3524850" y="863647"/>
                  </a:lnTo>
                  <a:lnTo>
                    <a:pt x="3526751" y="945910"/>
                  </a:lnTo>
                  <a:lnTo>
                    <a:pt x="3528652" y="974058"/>
                  </a:lnTo>
                  <a:lnTo>
                    <a:pt x="3530554" y="1002722"/>
                  </a:lnTo>
                  <a:lnTo>
                    <a:pt x="3532455" y="1008585"/>
                  </a:lnTo>
                  <a:lnTo>
                    <a:pt x="3534356" y="934745"/>
                  </a:lnTo>
                  <a:lnTo>
                    <a:pt x="3536257" y="824569"/>
                  </a:lnTo>
                  <a:lnTo>
                    <a:pt x="3538158" y="820557"/>
                  </a:lnTo>
                  <a:lnTo>
                    <a:pt x="3540060" y="912657"/>
                  </a:lnTo>
                  <a:lnTo>
                    <a:pt x="3541961" y="1012377"/>
                  </a:lnTo>
                  <a:lnTo>
                    <a:pt x="3543862" y="1078985"/>
                  </a:lnTo>
                  <a:lnTo>
                    <a:pt x="3545763" y="1083158"/>
                  </a:lnTo>
                  <a:lnTo>
                    <a:pt x="3547664" y="1062748"/>
                  </a:lnTo>
                  <a:lnTo>
                    <a:pt x="3549566" y="1034825"/>
                  </a:lnTo>
                  <a:lnTo>
                    <a:pt x="3551467" y="965982"/>
                  </a:lnTo>
                  <a:lnTo>
                    <a:pt x="3553368" y="869325"/>
                  </a:lnTo>
                  <a:lnTo>
                    <a:pt x="3555269" y="775402"/>
                  </a:lnTo>
                  <a:lnTo>
                    <a:pt x="3557171" y="825294"/>
                  </a:lnTo>
                  <a:lnTo>
                    <a:pt x="3559072" y="985633"/>
                  </a:lnTo>
                  <a:lnTo>
                    <a:pt x="3560973" y="1036614"/>
                  </a:lnTo>
                  <a:lnTo>
                    <a:pt x="3562874" y="1043929"/>
                  </a:lnTo>
                  <a:lnTo>
                    <a:pt x="3564775" y="980980"/>
                  </a:lnTo>
                  <a:lnTo>
                    <a:pt x="3566677" y="897105"/>
                  </a:lnTo>
                  <a:lnTo>
                    <a:pt x="3568578" y="770328"/>
                  </a:lnTo>
                  <a:lnTo>
                    <a:pt x="3570479" y="609682"/>
                  </a:lnTo>
                  <a:lnTo>
                    <a:pt x="3572380" y="571191"/>
                  </a:lnTo>
                  <a:lnTo>
                    <a:pt x="3574281" y="570011"/>
                  </a:lnTo>
                  <a:lnTo>
                    <a:pt x="3576183" y="573825"/>
                  </a:lnTo>
                  <a:lnTo>
                    <a:pt x="3578084" y="570097"/>
                  </a:lnTo>
                  <a:lnTo>
                    <a:pt x="3579985" y="538471"/>
                  </a:lnTo>
                  <a:lnTo>
                    <a:pt x="3581886" y="500425"/>
                  </a:lnTo>
                  <a:lnTo>
                    <a:pt x="3583788" y="459995"/>
                  </a:lnTo>
                  <a:lnTo>
                    <a:pt x="3585689" y="489211"/>
                  </a:lnTo>
                  <a:lnTo>
                    <a:pt x="3587590" y="560884"/>
                  </a:lnTo>
                  <a:lnTo>
                    <a:pt x="3589491" y="640138"/>
                  </a:lnTo>
                  <a:lnTo>
                    <a:pt x="3591392" y="699153"/>
                  </a:lnTo>
                  <a:lnTo>
                    <a:pt x="3593294" y="728973"/>
                  </a:lnTo>
                  <a:lnTo>
                    <a:pt x="3595195" y="723021"/>
                  </a:lnTo>
                  <a:lnTo>
                    <a:pt x="3597096" y="659935"/>
                  </a:lnTo>
                  <a:lnTo>
                    <a:pt x="3598997" y="639116"/>
                  </a:lnTo>
                  <a:lnTo>
                    <a:pt x="3600898" y="645735"/>
                  </a:lnTo>
                  <a:lnTo>
                    <a:pt x="3602800" y="691665"/>
                  </a:lnTo>
                  <a:lnTo>
                    <a:pt x="3604701" y="754191"/>
                  </a:lnTo>
                  <a:lnTo>
                    <a:pt x="3606602" y="928173"/>
                  </a:lnTo>
                  <a:lnTo>
                    <a:pt x="3608503" y="1056334"/>
                  </a:lnTo>
                  <a:lnTo>
                    <a:pt x="3610405" y="1107809"/>
                  </a:lnTo>
                  <a:lnTo>
                    <a:pt x="3612306" y="1154559"/>
                  </a:lnTo>
                  <a:lnTo>
                    <a:pt x="3614207" y="1190439"/>
                  </a:lnTo>
                  <a:lnTo>
                    <a:pt x="3616108" y="1217673"/>
                  </a:lnTo>
                  <a:lnTo>
                    <a:pt x="3618009" y="1134815"/>
                  </a:lnTo>
                  <a:lnTo>
                    <a:pt x="3619911" y="1090348"/>
                  </a:lnTo>
                  <a:lnTo>
                    <a:pt x="3621812" y="1071217"/>
                  </a:lnTo>
                  <a:lnTo>
                    <a:pt x="3623713" y="996749"/>
                  </a:lnTo>
                  <a:lnTo>
                    <a:pt x="3625614" y="916929"/>
                  </a:lnTo>
                  <a:lnTo>
                    <a:pt x="3627515" y="771345"/>
                  </a:lnTo>
                  <a:lnTo>
                    <a:pt x="3629417" y="645246"/>
                  </a:lnTo>
                  <a:lnTo>
                    <a:pt x="3631318" y="511943"/>
                  </a:lnTo>
                  <a:lnTo>
                    <a:pt x="3633219" y="372724"/>
                  </a:lnTo>
                  <a:lnTo>
                    <a:pt x="3635120" y="281884"/>
                  </a:lnTo>
                  <a:lnTo>
                    <a:pt x="3637022" y="265781"/>
                  </a:lnTo>
                  <a:lnTo>
                    <a:pt x="3638923" y="319608"/>
                  </a:lnTo>
                  <a:lnTo>
                    <a:pt x="3640824" y="308036"/>
                  </a:lnTo>
                  <a:lnTo>
                    <a:pt x="3642725" y="315899"/>
                  </a:lnTo>
                  <a:lnTo>
                    <a:pt x="3644626" y="405442"/>
                  </a:lnTo>
                  <a:lnTo>
                    <a:pt x="3646528" y="471963"/>
                  </a:lnTo>
                  <a:lnTo>
                    <a:pt x="3648429" y="464751"/>
                  </a:lnTo>
                  <a:lnTo>
                    <a:pt x="3650330" y="502528"/>
                  </a:lnTo>
                  <a:lnTo>
                    <a:pt x="3652231" y="631549"/>
                  </a:lnTo>
                  <a:lnTo>
                    <a:pt x="3654132" y="760937"/>
                  </a:lnTo>
                  <a:lnTo>
                    <a:pt x="3656034" y="689258"/>
                  </a:lnTo>
                  <a:lnTo>
                    <a:pt x="3657935" y="595337"/>
                  </a:lnTo>
                  <a:lnTo>
                    <a:pt x="3659836" y="553771"/>
                  </a:lnTo>
                  <a:lnTo>
                    <a:pt x="3661737" y="489914"/>
                  </a:lnTo>
                  <a:lnTo>
                    <a:pt x="3663639" y="389783"/>
                  </a:lnTo>
                  <a:lnTo>
                    <a:pt x="3665540" y="330701"/>
                  </a:lnTo>
                  <a:lnTo>
                    <a:pt x="3667441" y="458206"/>
                  </a:lnTo>
                  <a:lnTo>
                    <a:pt x="3669342" y="626108"/>
                  </a:lnTo>
                  <a:lnTo>
                    <a:pt x="3671243" y="686756"/>
                  </a:lnTo>
                  <a:lnTo>
                    <a:pt x="3673145" y="752728"/>
                  </a:lnTo>
                  <a:lnTo>
                    <a:pt x="3675046" y="787006"/>
                  </a:lnTo>
                  <a:lnTo>
                    <a:pt x="3676947" y="754500"/>
                  </a:lnTo>
                  <a:lnTo>
                    <a:pt x="3678848" y="662659"/>
                  </a:lnTo>
                  <a:lnTo>
                    <a:pt x="3680749" y="560529"/>
                  </a:lnTo>
                  <a:lnTo>
                    <a:pt x="3682651" y="548782"/>
                  </a:lnTo>
                  <a:lnTo>
                    <a:pt x="3684552" y="528024"/>
                  </a:lnTo>
                  <a:lnTo>
                    <a:pt x="3686453" y="463948"/>
                  </a:lnTo>
                  <a:lnTo>
                    <a:pt x="3688354" y="340005"/>
                  </a:lnTo>
                  <a:lnTo>
                    <a:pt x="3690256" y="276168"/>
                  </a:lnTo>
                  <a:lnTo>
                    <a:pt x="3692157" y="320124"/>
                  </a:lnTo>
                  <a:lnTo>
                    <a:pt x="3694058" y="347670"/>
                  </a:lnTo>
                  <a:lnTo>
                    <a:pt x="3695959" y="328503"/>
                  </a:lnTo>
                  <a:lnTo>
                    <a:pt x="3697860" y="356812"/>
                  </a:lnTo>
                  <a:lnTo>
                    <a:pt x="3699762" y="419065"/>
                  </a:lnTo>
                  <a:lnTo>
                    <a:pt x="3701663" y="450969"/>
                  </a:lnTo>
                  <a:lnTo>
                    <a:pt x="3703564" y="389804"/>
                  </a:lnTo>
                  <a:lnTo>
                    <a:pt x="3705465" y="291830"/>
                  </a:lnTo>
                  <a:lnTo>
                    <a:pt x="3707366" y="255862"/>
                  </a:lnTo>
                  <a:lnTo>
                    <a:pt x="3709268" y="254511"/>
                  </a:lnTo>
                  <a:lnTo>
                    <a:pt x="3711169" y="323896"/>
                  </a:lnTo>
                  <a:lnTo>
                    <a:pt x="3713070" y="443956"/>
                  </a:lnTo>
                  <a:lnTo>
                    <a:pt x="3714971" y="609717"/>
                  </a:lnTo>
                  <a:lnTo>
                    <a:pt x="3716873" y="697292"/>
                  </a:lnTo>
                  <a:lnTo>
                    <a:pt x="3718774" y="662946"/>
                  </a:lnTo>
                  <a:lnTo>
                    <a:pt x="3720675" y="652576"/>
                  </a:lnTo>
                  <a:lnTo>
                    <a:pt x="3722576" y="584279"/>
                  </a:lnTo>
                  <a:lnTo>
                    <a:pt x="3724477" y="401058"/>
                  </a:lnTo>
                  <a:lnTo>
                    <a:pt x="3726379" y="196698"/>
                  </a:lnTo>
                  <a:lnTo>
                    <a:pt x="3728280" y="149011"/>
                  </a:lnTo>
                  <a:lnTo>
                    <a:pt x="3730181" y="139320"/>
                  </a:lnTo>
                  <a:lnTo>
                    <a:pt x="3732082" y="130672"/>
                  </a:lnTo>
                  <a:lnTo>
                    <a:pt x="3733983" y="166035"/>
                  </a:lnTo>
                  <a:lnTo>
                    <a:pt x="3735885" y="224220"/>
                  </a:lnTo>
                  <a:lnTo>
                    <a:pt x="3737786" y="351391"/>
                  </a:lnTo>
                  <a:lnTo>
                    <a:pt x="3739687" y="521770"/>
                  </a:lnTo>
                  <a:lnTo>
                    <a:pt x="3741588" y="663367"/>
                  </a:lnTo>
                  <a:lnTo>
                    <a:pt x="3743490" y="779353"/>
                  </a:lnTo>
                  <a:lnTo>
                    <a:pt x="3745391" y="846947"/>
                  </a:lnTo>
                  <a:lnTo>
                    <a:pt x="3747292" y="867974"/>
                  </a:lnTo>
                  <a:lnTo>
                    <a:pt x="3749193" y="846935"/>
                  </a:lnTo>
                  <a:lnTo>
                    <a:pt x="3751094" y="706240"/>
                  </a:lnTo>
                  <a:lnTo>
                    <a:pt x="3752996" y="618058"/>
                  </a:lnTo>
                  <a:lnTo>
                    <a:pt x="3754897" y="547995"/>
                  </a:lnTo>
                  <a:lnTo>
                    <a:pt x="3756798" y="521284"/>
                  </a:lnTo>
                  <a:lnTo>
                    <a:pt x="3758699" y="597095"/>
                  </a:lnTo>
                  <a:lnTo>
                    <a:pt x="3760600" y="624800"/>
                  </a:lnTo>
                  <a:lnTo>
                    <a:pt x="3762502" y="670183"/>
                  </a:lnTo>
                  <a:lnTo>
                    <a:pt x="3764403" y="775816"/>
                  </a:lnTo>
                  <a:lnTo>
                    <a:pt x="3766304" y="826316"/>
                  </a:lnTo>
                  <a:lnTo>
                    <a:pt x="3768205" y="861920"/>
                  </a:lnTo>
                  <a:lnTo>
                    <a:pt x="3770107" y="838905"/>
                  </a:lnTo>
                  <a:lnTo>
                    <a:pt x="3772008" y="819336"/>
                  </a:lnTo>
                  <a:lnTo>
                    <a:pt x="3773909" y="795402"/>
                  </a:lnTo>
                  <a:lnTo>
                    <a:pt x="3775810" y="713668"/>
                  </a:lnTo>
                  <a:lnTo>
                    <a:pt x="3777711" y="656207"/>
                  </a:lnTo>
                  <a:lnTo>
                    <a:pt x="3779613" y="587737"/>
                  </a:lnTo>
                  <a:lnTo>
                    <a:pt x="3781514" y="522047"/>
                  </a:lnTo>
                  <a:lnTo>
                    <a:pt x="3783415" y="468535"/>
                  </a:lnTo>
                  <a:lnTo>
                    <a:pt x="3785316" y="455170"/>
                  </a:lnTo>
                  <a:lnTo>
                    <a:pt x="3787217" y="466402"/>
                  </a:lnTo>
                  <a:lnTo>
                    <a:pt x="3789119" y="538705"/>
                  </a:lnTo>
                  <a:lnTo>
                    <a:pt x="3791020" y="615028"/>
                  </a:lnTo>
                  <a:lnTo>
                    <a:pt x="3792921" y="652069"/>
                  </a:lnTo>
                  <a:lnTo>
                    <a:pt x="3794822" y="609297"/>
                  </a:lnTo>
                  <a:lnTo>
                    <a:pt x="3796723" y="540420"/>
                  </a:lnTo>
                  <a:lnTo>
                    <a:pt x="3798625" y="468039"/>
                  </a:lnTo>
                  <a:lnTo>
                    <a:pt x="3800526" y="413630"/>
                  </a:lnTo>
                  <a:lnTo>
                    <a:pt x="3802427" y="290940"/>
                  </a:lnTo>
                  <a:lnTo>
                    <a:pt x="3804328" y="235424"/>
                  </a:lnTo>
                  <a:lnTo>
                    <a:pt x="3806230" y="248237"/>
                  </a:lnTo>
                  <a:lnTo>
                    <a:pt x="3808131" y="260318"/>
                  </a:lnTo>
                  <a:lnTo>
                    <a:pt x="3810032" y="300006"/>
                  </a:lnTo>
                  <a:lnTo>
                    <a:pt x="3811933" y="277462"/>
                  </a:lnTo>
                  <a:lnTo>
                    <a:pt x="3813834" y="335514"/>
                  </a:lnTo>
                  <a:lnTo>
                    <a:pt x="3815736" y="395488"/>
                  </a:lnTo>
                  <a:lnTo>
                    <a:pt x="3817637" y="495931"/>
                  </a:lnTo>
                  <a:lnTo>
                    <a:pt x="3819538" y="658290"/>
                  </a:lnTo>
                  <a:lnTo>
                    <a:pt x="3821439" y="766729"/>
                  </a:lnTo>
                  <a:lnTo>
                    <a:pt x="3823340" y="834127"/>
                  </a:lnTo>
                  <a:lnTo>
                    <a:pt x="3825242" y="836055"/>
                  </a:lnTo>
                  <a:lnTo>
                    <a:pt x="3827143" y="752999"/>
                  </a:lnTo>
                  <a:lnTo>
                    <a:pt x="3829044" y="707622"/>
                  </a:lnTo>
                  <a:lnTo>
                    <a:pt x="3830945" y="689794"/>
                  </a:lnTo>
                  <a:lnTo>
                    <a:pt x="3832847" y="736505"/>
                  </a:lnTo>
                  <a:lnTo>
                    <a:pt x="3834748" y="763102"/>
                  </a:lnTo>
                  <a:lnTo>
                    <a:pt x="3836649" y="758215"/>
                  </a:lnTo>
                  <a:lnTo>
                    <a:pt x="3838550" y="841942"/>
                  </a:lnTo>
                  <a:lnTo>
                    <a:pt x="3840451" y="835185"/>
                  </a:lnTo>
                  <a:lnTo>
                    <a:pt x="3842353" y="709357"/>
                  </a:lnTo>
                  <a:lnTo>
                    <a:pt x="3844254" y="570031"/>
                  </a:lnTo>
                  <a:lnTo>
                    <a:pt x="3846155" y="499261"/>
                  </a:lnTo>
                  <a:lnTo>
                    <a:pt x="3848056" y="561031"/>
                  </a:lnTo>
                  <a:lnTo>
                    <a:pt x="3849957" y="585691"/>
                  </a:lnTo>
                  <a:lnTo>
                    <a:pt x="3851859" y="632470"/>
                  </a:lnTo>
                  <a:lnTo>
                    <a:pt x="3853760" y="752301"/>
                  </a:lnTo>
                  <a:lnTo>
                    <a:pt x="3855661" y="789455"/>
                  </a:lnTo>
                  <a:lnTo>
                    <a:pt x="3857562" y="776013"/>
                  </a:lnTo>
                  <a:lnTo>
                    <a:pt x="3859464" y="741018"/>
                  </a:lnTo>
                  <a:lnTo>
                    <a:pt x="3861365" y="766521"/>
                  </a:lnTo>
                  <a:lnTo>
                    <a:pt x="3863266" y="788634"/>
                  </a:lnTo>
                  <a:lnTo>
                    <a:pt x="3865167" y="754854"/>
                  </a:lnTo>
                  <a:lnTo>
                    <a:pt x="3867068" y="736397"/>
                  </a:lnTo>
                  <a:lnTo>
                    <a:pt x="3868970" y="698191"/>
                  </a:lnTo>
                  <a:lnTo>
                    <a:pt x="3870871" y="604952"/>
                  </a:lnTo>
                  <a:lnTo>
                    <a:pt x="3872772" y="487371"/>
                  </a:lnTo>
                  <a:lnTo>
                    <a:pt x="3874673" y="396835"/>
                  </a:lnTo>
                  <a:lnTo>
                    <a:pt x="3876574" y="277725"/>
                  </a:lnTo>
                  <a:lnTo>
                    <a:pt x="3878476" y="182664"/>
                  </a:lnTo>
                  <a:lnTo>
                    <a:pt x="3880377" y="150760"/>
                  </a:lnTo>
                  <a:lnTo>
                    <a:pt x="3882278" y="185051"/>
                  </a:lnTo>
                  <a:lnTo>
                    <a:pt x="3884179" y="207972"/>
                  </a:lnTo>
                  <a:lnTo>
                    <a:pt x="3886081" y="214349"/>
                  </a:lnTo>
                  <a:lnTo>
                    <a:pt x="3887982" y="296586"/>
                  </a:lnTo>
                  <a:lnTo>
                    <a:pt x="3889883" y="362804"/>
                  </a:lnTo>
                  <a:lnTo>
                    <a:pt x="3891784" y="411052"/>
                  </a:lnTo>
                  <a:lnTo>
                    <a:pt x="3893685" y="429625"/>
                  </a:lnTo>
                  <a:lnTo>
                    <a:pt x="3895587" y="397764"/>
                  </a:lnTo>
                  <a:lnTo>
                    <a:pt x="3897488" y="364411"/>
                  </a:lnTo>
                  <a:lnTo>
                    <a:pt x="3899389" y="331321"/>
                  </a:lnTo>
                  <a:lnTo>
                    <a:pt x="3901290" y="319094"/>
                  </a:lnTo>
                  <a:lnTo>
                    <a:pt x="3903191" y="348923"/>
                  </a:lnTo>
                  <a:lnTo>
                    <a:pt x="3905093" y="363981"/>
                  </a:lnTo>
                  <a:lnTo>
                    <a:pt x="3906994" y="366092"/>
                  </a:lnTo>
                  <a:lnTo>
                    <a:pt x="3908895" y="342245"/>
                  </a:lnTo>
                  <a:lnTo>
                    <a:pt x="3910796" y="293761"/>
                  </a:lnTo>
                  <a:lnTo>
                    <a:pt x="3912698" y="279285"/>
                  </a:lnTo>
                  <a:lnTo>
                    <a:pt x="3914599" y="209679"/>
                  </a:lnTo>
                  <a:lnTo>
                    <a:pt x="3916500" y="111843"/>
                  </a:lnTo>
                  <a:lnTo>
                    <a:pt x="3918401" y="126382"/>
                  </a:lnTo>
                  <a:lnTo>
                    <a:pt x="3920302" y="198338"/>
                  </a:lnTo>
                  <a:lnTo>
                    <a:pt x="3922204" y="258340"/>
                  </a:lnTo>
                  <a:lnTo>
                    <a:pt x="3924105" y="253620"/>
                  </a:lnTo>
                  <a:lnTo>
                    <a:pt x="3926006" y="247077"/>
                  </a:lnTo>
                  <a:lnTo>
                    <a:pt x="3927907" y="364110"/>
                  </a:lnTo>
                  <a:lnTo>
                    <a:pt x="3929808" y="538268"/>
                  </a:lnTo>
                  <a:lnTo>
                    <a:pt x="3931710" y="673771"/>
                  </a:lnTo>
                  <a:lnTo>
                    <a:pt x="3933611" y="784128"/>
                  </a:lnTo>
                  <a:lnTo>
                    <a:pt x="3935512" y="955036"/>
                  </a:lnTo>
                  <a:lnTo>
                    <a:pt x="3937413" y="1069782"/>
                  </a:lnTo>
                  <a:lnTo>
                    <a:pt x="3939315" y="1070026"/>
                  </a:lnTo>
                  <a:lnTo>
                    <a:pt x="3941216" y="1048996"/>
                  </a:lnTo>
                  <a:lnTo>
                    <a:pt x="3943117" y="1043337"/>
                  </a:lnTo>
                  <a:lnTo>
                    <a:pt x="3945018" y="1086550"/>
                  </a:lnTo>
                  <a:lnTo>
                    <a:pt x="3946919" y="1100125"/>
                  </a:lnTo>
                  <a:lnTo>
                    <a:pt x="3948821" y="1083858"/>
                  </a:lnTo>
                  <a:lnTo>
                    <a:pt x="3950722" y="1100956"/>
                  </a:lnTo>
                  <a:lnTo>
                    <a:pt x="3952623" y="977094"/>
                  </a:lnTo>
                  <a:lnTo>
                    <a:pt x="3954524" y="822762"/>
                  </a:lnTo>
                  <a:lnTo>
                    <a:pt x="3956425" y="616608"/>
                  </a:lnTo>
                  <a:lnTo>
                    <a:pt x="3958327" y="383773"/>
                  </a:lnTo>
                  <a:lnTo>
                    <a:pt x="3960228" y="276860"/>
                  </a:lnTo>
                  <a:lnTo>
                    <a:pt x="3962129" y="204746"/>
                  </a:lnTo>
                  <a:lnTo>
                    <a:pt x="3964030" y="161565"/>
                  </a:lnTo>
                  <a:lnTo>
                    <a:pt x="3965932" y="125966"/>
                  </a:lnTo>
                  <a:lnTo>
                    <a:pt x="3967833" y="177979"/>
                  </a:lnTo>
                  <a:lnTo>
                    <a:pt x="3969734" y="362326"/>
                  </a:lnTo>
                  <a:lnTo>
                    <a:pt x="3971635" y="506896"/>
                  </a:lnTo>
                  <a:lnTo>
                    <a:pt x="3973536" y="695602"/>
                  </a:lnTo>
                  <a:lnTo>
                    <a:pt x="3975438" y="788605"/>
                  </a:lnTo>
                  <a:lnTo>
                    <a:pt x="3977339" y="847652"/>
                  </a:lnTo>
                  <a:lnTo>
                    <a:pt x="3979240" y="906447"/>
                  </a:lnTo>
                  <a:lnTo>
                    <a:pt x="3981141" y="791573"/>
                  </a:lnTo>
                  <a:lnTo>
                    <a:pt x="3983042" y="717333"/>
                  </a:lnTo>
                  <a:lnTo>
                    <a:pt x="3984944" y="606969"/>
                  </a:lnTo>
                  <a:lnTo>
                    <a:pt x="3986845" y="552818"/>
                  </a:lnTo>
                  <a:lnTo>
                    <a:pt x="3988746" y="577954"/>
                  </a:lnTo>
                  <a:lnTo>
                    <a:pt x="3990647" y="583416"/>
                  </a:lnTo>
                  <a:lnTo>
                    <a:pt x="3992549" y="550508"/>
                  </a:lnTo>
                  <a:lnTo>
                    <a:pt x="3994450" y="512866"/>
                  </a:lnTo>
                  <a:lnTo>
                    <a:pt x="3996351" y="423900"/>
                  </a:lnTo>
                  <a:lnTo>
                    <a:pt x="3998252" y="407953"/>
                  </a:lnTo>
                  <a:lnTo>
                    <a:pt x="4000153" y="409637"/>
                  </a:lnTo>
                  <a:lnTo>
                    <a:pt x="4002055" y="511445"/>
                  </a:lnTo>
                  <a:lnTo>
                    <a:pt x="4003956" y="631274"/>
                  </a:lnTo>
                  <a:lnTo>
                    <a:pt x="4005857" y="677732"/>
                  </a:lnTo>
                  <a:lnTo>
                    <a:pt x="4007758" y="725023"/>
                  </a:lnTo>
                  <a:lnTo>
                    <a:pt x="4009659" y="809284"/>
                  </a:lnTo>
                  <a:lnTo>
                    <a:pt x="4011561" y="816359"/>
                  </a:lnTo>
                  <a:lnTo>
                    <a:pt x="4013462" y="647030"/>
                  </a:lnTo>
                  <a:lnTo>
                    <a:pt x="4015363" y="586849"/>
                  </a:lnTo>
                  <a:lnTo>
                    <a:pt x="4017264" y="710799"/>
                  </a:lnTo>
                  <a:lnTo>
                    <a:pt x="4019166" y="799570"/>
                  </a:lnTo>
                  <a:lnTo>
                    <a:pt x="4021067" y="770679"/>
                  </a:lnTo>
                  <a:lnTo>
                    <a:pt x="4022968" y="741173"/>
                  </a:lnTo>
                  <a:lnTo>
                    <a:pt x="4024869" y="801063"/>
                  </a:lnTo>
                  <a:lnTo>
                    <a:pt x="4026770" y="865152"/>
                  </a:lnTo>
                  <a:lnTo>
                    <a:pt x="4028672" y="757416"/>
                  </a:lnTo>
                  <a:lnTo>
                    <a:pt x="4030573" y="651013"/>
                  </a:lnTo>
                  <a:lnTo>
                    <a:pt x="4032474" y="652065"/>
                  </a:lnTo>
                  <a:lnTo>
                    <a:pt x="4034375" y="695435"/>
                  </a:lnTo>
                  <a:lnTo>
                    <a:pt x="4036276" y="657626"/>
                  </a:lnTo>
                  <a:lnTo>
                    <a:pt x="4038178" y="568239"/>
                  </a:lnTo>
                  <a:lnTo>
                    <a:pt x="4040079" y="515892"/>
                  </a:lnTo>
                  <a:lnTo>
                    <a:pt x="4041980" y="604522"/>
                  </a:lnTo>
                  <a:lnTo>
                    <a:pt x="4043881" y="709042"/>
                  </a:lnTo>
                  <a:lnTo>
                    <a:pt x="4045783" y="743970"/>
                  </a:lnTo>
                  <a:lnTo>
                    <a:pt x="4047684" y="805880"/>
                  </a:lnTo>
                  <a:lnTo>
                    <a:pt x="4049585" y="917197"/>
                  </a:lnTo>
                  <a:lnTo>
                    <a:pt x="4051486" y="957279"/>
                  </a:lnTo>
                  <a:lnTo>
                    <a:pt x="4053387" y="877434"/>
                  </a:lnTo>
                  <a:lnTo>
                    <a:pt x="4055289" y="782471"/>
                  </a:lnTo>
                  <a:lnTo>
                    <a:pt x="4057190" y="730658"/>
                  </a:lnTo>
                  <a:lnTo>
                    <a:pt x="4059091" y="720171"/>
                  </a:lnTo>
                  <a:lnTo>
                    <a:pt x="4060992" y="781505"/>
                  </a:lnTo>
                  <a:lnTo>
                    <a:pt x="4062893" y="817780"/>
                  </a:lnTo>
                  <a:lnTo>
                    <a:pt x="4064795" y="755297"/>
                  </a:lnTo>
                  <a:lnTo>
                    <a:pt x="4066696" y="590866"/>
                  </a:lnTo>
                  <a:lnTo>
                    <a:pt x="4068597" y="477184"/>
                  </a:lnTo>
                  <a:lnTo>
                    <a:pt x="4070498" y="437421"/>
                  </a:lnTo>
                  <a:lnTo>
                    <a:pt x="4072399" y="327918"/>
                  </a:lnTo>
                  <a:lnTo>
                    <a:pt x="4074301" y="266647"/>
                  </a:lnTo>
                  <a:lnTo>
                    <a:pt x="4076202" y="292798"/>
                  </a:lnTo>
                  <a:lnTo>
                    <a:pt x="4078103" y="346100"/>
                  </a:lnTo>
                  <a:lnTo>
                    <a:pt x="4080004" y="381157"/>
                  </a:lnTo>
                  <a:lnTo>
                    <a:pt x="4081906" y="331267"/>
                  </a:lnTo>
                  <a:lnTo>
                    <a:pt x="4083807" y="247042"/>
                  </a:lnTo>
                  <a:lnTo>
                    <a:pt x="4085708" y="195198"/>
                  </a:lnTo>
                  <a:lnTo>
                    <a:pt x="4087609" y="162721"/>
                  </a:lnTo>
                  <a:lnTo>
                    <a:pt x="4089510" y="176641"/>
                  </a:lnTo>
                  <a:lnTo>
                    <a:pt x="4091412" y="208806"/>
                  </a:lnTo>
                  <a:lnTo>
                    <a:pt x="4093313" y="313296"/>
                  </a:lnTo>
                  <a:lnTo>
                    <a:pt x="4095214" y="392313"/>
                  </a:lnTo>
                  <a:lnTo>
                    <a:pt x="4097115" y="429490"/>
                  </a:lnTo>
                  <a:lnTo>
                    <a:pt x="4099016" y="520316"/>
                  </a:lnTo>
                  <a:lnTo>
                    <a:pt x="4100918" y="596353"/>
                  </a:lnTo>
                  <a:lnTo>
                    <a:pt x="4102819" y="544973"/>
                  </a:lnTo>
                  <a:lnTo>
                    <a:pt x="4104720" y="374952"/>
                  </a:lnTo>
                  <a:lnTo>
                    <a:pt x="4106621" y="245104"/>
                  </a:lnTo>
                  <a:lnTo>
                    <a:pt x="4108523" y="214709"/>
                  </a:lnTo>
                  <a:lnTo>
                    <a:pt x="4110424" y="121774"/>
                  </a:lnTo>
                  <a:lnTo>
                    <a:pt x="4112325" y="16875"/>
                  </a:lnTo>
                  <a:lnTo>
                    <a:pt x="4114226" y="0"/>
                  </a:lnTo>
                  <a:lnTo>
                    <a:pt x="4114226" y="0"/>
                  </a:lnTo>
                  <a:lnTo>
                    <a:pt x="4116127" y="35156"/>
                  </a:lnTo>
                  <a:lnTo>
                    <a:pt x="4118029" y="98086"/>
                  </a:lnTo>
                  <a:lnTo>
                    <a:pt x="4119930" y="141423"/>
                  </a:lnTo>
                  <a:lnTo>
                    <a:pt x="4121831" y="173017"/>
                  </a:lnTo>
                  <a:lnTo>
                    <a:pt x="4123732" y="201082"/>
                  </a:lnTo>
                  <a:lnTo>
                    <a:pt x="4125633" y="229897"/>
                  </a:lnTo>
                  <a:lnTo>
                    <a:pt x="4127535" y="288887"/>
                  </a:lnTo>
                  <a:lnTo>
                    <a:pt x="4129436" y="407870"/>
                  </a:lnTo>
                  <a:lnTo>
                    <a:pt x="4131337" y="528242"/>
                  </a:lnTo>
                  <a:lnTo>
                    <a:pt x="4133238" y="650496"/>
                  </a:lnTo>
                  <a:lnTo>
                    <a:pt x="4135140" y="785954"/>
                  </a:lnTo>
                  <a:lnTo>
                    <a:pt x="4137041" y="953216"/>
                  </a:lnTo>
                  <a:lnTo>
                    <a:pt x="4138942" y="1043610"/>
                  </a:lnTo>
                  <a:lnTo>
                    <a:pt x="4140843" y="1006786"/>
                  </a:lnTo>
                  <a:lnTo>
                    <a:pt x="4142744" y="998749"/>
                  </a:lnTo>
                  <a:lnTo>
                    <a:pt x="4144646" y="1034126"/>
                  </a:lnTo>
                  <a:lnTo>
                    <a:pt x="4146547" y="1043776"/>
                  </a:lnTo>
                  <a:lnTo>
                    <a:pt x="4148448" y="997405"/>
                  </a:lnTo>
                  <a:lnTo>
                    <a:pt x="4150349" y="933992"/>
                  </a:lnTo>
                  <a:lnTo>
                    <a:pt x="4152250" y="840144"/>
                  </a:lnTo>
                  <a:lnTo>
                    <a:pt x="4154152" y="681797"/>
                  </a:lnTo>
                  <a:lnTo>
                    <a:pt x="4156053" y="506036"/>
                  </a:lnTo>
                  <a:lnTo>
                    <a:pt x="4157954" y="374278"/>
                  </a:lnTo>
                  <a:lnTo>
                    <a:pt x="4159855" y="265547"/>
                  </a:lnTo>
                  <a:lnTo>
                    <a:pt x="4161757" y="272202"/>
                  </a:lnTo>
                  <a:lnTo>
                    <a:pt x="4163658" y="300310"/>
                  </a:lnTo>
                  <a:lnTo>
                    <a:pt x="4165559" y="322029"/>
                  </a:lnTo>
                  <a:lnTo>
                    <a:pt x="4167460" y="357482"/>
                  </a:lnTo>
                  <a:lnTo>
                    <a:pt x="4169361" y="332003"/>
                  </a:lnTo>
                  <a:lnTo>
                    <a:pt x="4171263" y="354443"/>
                  </a:lnTo>
                  <a:lnTo>
                    <a:pt x="4173164" y="293361"/>
                  </a:lnTo>
                  <a:lnTo>
                    <a:pt x="4175065" y="319417"/>
                  </a:lnTo>
                  <a:lnTo>
                    <a:pt x="4176966" y="395198"/>
                  </a:lnTo>
                  <a:lnTo>
                    <a:pt x="4178867" y="432552"/>
                  </a:lnTo>
                  <a:lnTo>
                    <a:pt x="4180769" y="527875"/>
                  </a:lnTo>
                  <a:lnTo>
                    <a:pt x="4182670" y="578965"/>
                  </a:lnTo>
                  <a:lnTo>
                    <a:pt x="4184571" y="600219"/>
                  </a:lnTo>
                  <a:lnTo>
                    <a:pt x="4186472" y="589255"/>
                  </a:lnTo>
                  <a:lnTo>
                    <a:pt x="4188374" y="634461"/>
                  </a:lnTo>
                  <a:lnTo>
                    <a:pt x="4190275" y="701141"/>
                  </a:lnTo>
                  <a:lnTo>
                    <a:pt x="4192176" y="737527"/>
                  </a:lnTo>
                  <a:lnTo>
                    <a:pt x="4194077" y="729389"/>
                  </a:lnTo>
                  <a:lnTo>
                    <a:pt x="4195978" y="671981"/>
                  </a:lnTo>
                  <a:lnTo>
                    <a:pt x="4197880" y="614901"/>
                  </a:lnTo>
                  <a:lnTo>
                    <a:pt x="4199781" y="533874"/>
                  </a:lnTo>
                  <a:lnTo>
                    <a:pt x="4201682" y="411721"/>
                  </a:lnTo>
                  <a:lnTo>
                    <a:pt x="4203583" y="330651"/>
                  </a:lnTo>
                  <a:lnTo>
                    <a:pt x="4205484" y="322342"/>
                  </a:lnTo>
                  <a:lnTo>
                    <a:pt x="4207386" y="340870"/>
                  </a:lnTo>
                  <a:lnTo>
                    <a:pt x="4209287" y="355168"/>
                  </a:lnTo>
                  <a:lnTo>
                    <a:pt x="4211188" y="353791"/>
                  </a:lnTo>
                  <a:lnTo>
                    <a:pt x="4213089" y="379077"/>
                  </a:lnTo>
                  <a:lnTo>
                    <a:pt x="4214991" y="448045"/>
                  </a:lnTo>
                  <a:lnTo>
                    <a:pt x="4216892" y="525276"/>
                  </a:lnTo>
                  <a:lnTo>
                    <a:pt x="4218793" y="604927"/>
                  </a:lnTo>
                  <a:lnTo>
                    <a:pt x="4220694" y="657513"/>
                  </a:lnTo>
                  <a:lnTo>
                    <a:pt x="4222595" y="624580"/>
                  </a:lnTo>
                  <a:lnTo>
                    <a:pt x="4224497" y="626476"/>
                  </a:lnTo>
                  <a:lnTo>
                    <a:pt x="4226398" y="538452"/>
                  </a:lnTo>
                  <a:lnTo>
                    <a:pt x="4228299" y="369266"/>
                  </a:lnTo>
                  <a:lnTo>
                    <a:pt x="4230200" y="254292"/>
                  </a:lnTo>
                  <a:lnTo>
                    <a:pt x="4232101" y="216928"/>
                  </a:lnTo>
                  <a:lnTo>
                    <a:pt x="4234003" y="234851"/>
                  </a:lnTo>
                  <a:lnTo>
                    <a:pt x="4235904" y="196161"/>
                  </a:lnTo>
                  <a:lnTo>
                    <a:pt x="4237805" y="173273"/>
                  </a:lnTo>
                  <a:lnTo>
                    <a:pt x="4239706" y="223976"/>
                  </a:lnTo>
                  <a:lnTo>
                    <a:pt x="4241608" y="343139"/>
                  </a:lnTo>
                  <a:lnTo>
                    <a:pt x="4243509" y="487687"/>
                  </a:lnTo>
                  <a:lnTo>
                    <a:pt x="4245410" y="595750"/>
                  </a:lnTo>
                  <a:lnTo>
                    <a:pt x="4247311" y="722853"/>
                  </a:lnTo>
                  <a:lnTo>
                    <a:pt x="4249212" y="871195"/>
                  </a:lnTo>
                  <a:lnTo>
                    <a:pt x="4251114" y="880139"/>
                  </a:lnTo>
                  <a:lnTo>
                    <a:pt x="4253015" y="823272"/>
                  </a:lnTo>
                  <a:lnTo>
                    <a:pt x="4254916" y="705214"/>
                  </a:lnTo>
                  <a:lnTo>
                    <a:pt x="4256817" y="573221"/>
                  </a:lnTo>
                  <a:lnTo>
                    <a:pt x="4258718" y="412588"/>
                  </a:lnTo>
                  <a:lnTo>
                    <a:pt x="4260620" y="254739"/>
                  </a:lnTo>
                  <a:lnTo>
                    <a:pt x="4262521" y="214110"/>
                  </a:lnTo>
                  <a:lnTo>
                    <a:pt x="4264422" y="150744"/>
                  </a:lnTo>
                  <a:lnTo>
                    <a:pt x="4266323" y="72624"/>
                  </a:lnTo>
                  <a:lnTo>
                    <a:pt x="4268225" y="64621"/>
                  </a:lnTo>
                  <a:lnTo>
                    <a:pt x="4270126" y="172966"/>
                  </a:lnTo>
                  <a:lnTo>
                    <a:pt x="4272027" y="357622"/>
                  </a:lnTo>
                  <a:lnTo>
                    <a:pt x="4273928" y="499492"/>
                  </a:lnTo>
                  <a:lnTo>
                    <a:pt x="4275829" y="652270"/>
                  </a:lnTo>
                  <a:lnTo>
                    <a:pt x="4277731" y="724359"/>
                  </a:lnTo>
                  <a:lnTo>
                    <a:pt x="4279632" y="704919"/>
                  </a:lnTo>
                  <a:lnTo>
                    <a:pt x="4281533" y="653110"/>
                  </a:lnTo>
                  <a:lnTo>
                    <a:pt x="4283434" y="501044"/>
                  </a:lnTo>
                  <a:lnTo>
                    <a:pt x="4285335" y="373684"/>
                  </a:lnTo>
                  <a:lnTo>
                    <a:pt x="4287237" y="271907"/>
                  </a:lnTo>
                  <a:lnTo>
                    <a:pt x="4289138" y="243724"/>
                  </a:lnTo>
                  <a:lnTo>
                    <a:pt x="4291039" y="311510"/>
                  </a:lnTo>
                  <a:lnTo>
                    <a:pt x="4292940" y="363139"/>
                  </a:lnTo>
                  <a:lnTo>
                    <a:pt x="4294842" y="387968"/>
                  </a:lnTo>
                  <a:lnTo>
                    <a:pt x="4296743" y="424811"/>
                  </a:lnTo>
                  <a:lnTo>
                    <a:pt x="4298644" y="508668"/>
                  </a:lnTo>
                  <a:lnTo>
                    <a:pt x="4300545" y="558983"/>
                  </a:lnTo>
                  <a:lnTo>
                    <a:pt x="4302446" y="706004"/>
                  </a:lnTo>
                  <a:lnTo>
                    <a:pt x="4304348" y="805264"/>
                  </a:lnTo>
                  <a:lnTo>
                    <a:pt x="4306249" y="884780"/>
                  </a:lnTo>
                  <a:lnTo>
                    <a:pt x="4308150" y="852567"/>
                  </a:lnTo>
                  <a:lnTo>
                    <a:pt x="4310051" y="746427"/>
                  </a:lnTo>
                  <a:lnTo>
                    <a:pt x="4311952" y="674039"/>
                  </a:lnTo>
                  <a:lnTo>
                    <a:pt x="4313854" y="471970"/>
                  </a:lnTo>
                  <a:lnTo>
                    <a:pt x="4315755" y="305710"/>
                  </a:lnTo>
                  <a:lnTo>
                    <a:pt x="4317656" y="238465"/>
                  </a:lnTo>
                  <a:lnTo>
                    <a:pt x="4319557" y="305892"/>
                  </a:lnTo>
                  <a:lnTo>
                    <a:pt x="4321459" y="433314"/>
                  </a:lnTo>
                  <a:lnTo>
                    <a:pt x="4323360" y="576039"/>
                  </a:lnTo>
                  <a:lnTo>
                    <a:pt x="4325261" y="691449"/>
                  </a:lnTo>
                  <a:lnTo>
                    <a:pt x="4327162" y="785415"/>
                  </a:lnTo>
                  <a:lnTo>
                    <a:pt x="4329063" y="782810"/>
                  </a:lnTo>
                  <a:lnTo>
                    <a:pt x="4330965" y="726068"/>
                  </a:lnTo>
                  <a:lnTo>
                    <a:pt x="4332866" y="604576"/>
                  </a:lnTo>
                  <a:lnTo>
                    <a:pt x="4334767" y="503047"/>
                  </a:lnTo>
                  <a:lnTo>
                    <a:pt x="4336668" y="493775"/>
                  </a:lnTo>
                  <a:lnTo>
                    <a:pt x="4338569" y="448997"/>
                  </a:lnTo>
                  <a:lnTo>
                    <a:pt x="4340471" y="458193"/>
                  </a:lnTo>
                  <a:lnTo>
                    <a:pt x="4342372" y="471174"/>
                  </a:lnTo>
                  <a:lnTo>
                    <a:pt x="4344273" y="552629"/>
                  </a:lnTo>
                  <a:lnTo>
                    <a:pt x="4346174" y="630654"/>
                  </a:lnTo>
                  <a:lnTo>
                    <a:pt x="4348076" y="646471"/>
                  </a:lnTo>
                  <a:lnTo>
                    <a:pt x="4349977" y="696944"/>
                  </a:lnTo>
                  <a:lnTo>
                    <a:pt x="4351878" y="755453"/>
                  </a:lnTo>
                  <a:lnTo>
                    <a:pt x="4353779" y="837660"/>
                  </a:lnTo>
                  <a:lnTo>
                    <a:pt x="4355680" y="900605"/>
                  </a:lnTo>
                  <a:lnTo>
                    <a:pt x="4357582" y="930962"/>
                  </a:lnTo>
                  <a:lnTo>
                    <a:pt x="4359483" y="917060"/>
                  </a:lnTo>
                  <a:lnTo>
                    <a:pt x="4361384" y="914450"/>
                  </a:lnTo>
                  <a:lnTo>
                    <a:pt x="4363285" y="938505"/>
                  </a:lnTo>
                  <a:lnTo>
                    <a:pt x="4365186" y="928235"/>
                  </a:lnTo>
                  <a:lnTo>
                    <a:pt x="4367088" y="913184"/>
                  </a:lnTo>
                  <a:lnTo>
                    <a:pt x="4368989" y="881895"/>
                  </a:lnTo>
                  <a:lnTo>
                    <a:pt x="4370890" y="879983"/>
                  </a:lnTo>
                  <a:lnTo>
                    <a:pt x="4372791" y="885408"/>
                  </a:lnTo>
                  <a:lnTo>
                    <a:pt x="4374692" y="795906"/>
                  </a:lnTo>
                  <a:lnTo>
                    <a:pt x="4376594" y="739804"/>
                  </a:lnTo>
                  <a:lnTo>
                    <a:pt x="4378495" y="673653"/>
                  </a:lnTo>
                  <a:lnTo>
                    <a:pt x="4380396" y="652723"/>
                  </a:lnTo>
                  <a:lnTo>
                    <a:pt x="4382297" y="607880"/>
                  </a:lnTo>
                  <a:lnTo>
                    <a:pt x="4384199" y="569344"/>
                  </a:lnTo>
                  <a:lnTo>
                    <a:pt x="4386100" y="574706"/>
                  </a:lnTo>
                  <a:lnTo>
                    <a:pt x="4388001" y="564270"/>
                  </a:lnTo>
                  <a:lnTo>
                    <a:pt x="4389902" y="534808"/>
                  </a:lnTo>
                  <a:lnTo>
                    <a:pt x="4391803" y="505231"/>
                  </a:lnTo>
                  <a:lnTo>
                    <a:pt x="4393705" y="512635"/>
                  </a:lnTo>
                  <a:lnTo>
                    <a:pt x="4395606" y="593413"/>
                  </a:lnTo>
                  <a:lnTo>
                    <a:pt x="4397507" y="738533"/>
                  </a:lnTo>
                  <a:lnTo>
                    <a:pt x="4399408" y="847918"/>
                  </a:lnTo>
                  <a:lnTo>
                    <a:pt x="4401309" y="884159"/>
                  </a:lnTo>
                  <a:lnTo>
                    <a:pt x="4403211" y="870066"/>
                  </a:lnTo>
                  <a:lnTo>
                    <a:pt x="4405112" y="843663"/>
                  </a:lnTo>
                  <a:lnTo>
                    <a:pt x="4407013" y="704913"/>
                  </a:lnTo>
                  <a:lnTo>
                    <a:pt x="4408914" y="568267"/>
                  </a:lnTo>
                  <a:lnTo>
                    <a:pt x="4410816" y="502307"/>
                  </a:lnTo>
                  <a:lnTo>
                    <a:pt x="4412717" y="556566"/>
                  </a:lnTo>
                  <a:lnTo>
                    <a:pt x="4414618" y="696543"/>
                  </a:lnTo>
                  <a:lnTo>
                    <a:pt x="4416519" y="730823"/>
                  </a:lnTo>
                  <a:lnTo>
                    <a:pt x="4418420" y="739516"/>
                  </a:lnTo>
                  <a:lnTo>
                    <a:pt x="4420322" y="754190"/>
                  </a:lnTo>
                  <a:lnTo>
                    <a:pt x="4422223" y="813973"/>
                  </a:lnTo>
                  <a:lnTo>
                    <a:pt x="4424124" y="881690"/>
                  </a:lnTo>
                  <a:lnTo>
                    <a:pt x="4426025" y="795716"/>
                  </a:lnTo>
                  <a:lnTo>
                    <a:pt x="4427926" y="822901"/>
                  </a:lnTo>
                  <a:lnTo>
                    <a:pt x="4429828" y="943840"/>
                  </a:lnTo>
                  <a:lnTo>
                    <a:pt x="4431729" y="986124"/>
                  </a:lnTo>
                  <a:lnTo>
                    <a:pt x="4433630" y="950140"/>
                  </a:lnTo>
                  <a:lnTo>
                    <a:pt x="4435531" y="830001"/>
                  </a:lnTo>
                  <a:lnTo>
                    <a:pt x="4437433" y="834125"/>
                  </a:lnTo>
                  <a:lnTo>
                    <a:pt x="4439334" y="777831"/>
                  </a:lnTo>
                  <a:lnTo>
                    <a:pt x="4441235" y="644695"/>
                  </a:lnTo>
                  <a:lnTo>
                    <a:pt x="4443136" y="564021"/>
                  </a:lnTo>
                  <a:lnTo>
                    <a:pt x="4445037" y="514908"/>
                  </a:lnTo>
                  <a:lnTo>
                    <a:pt x="4446939" y="498636"/>
                  </a:lnTo>
                  <a:lnTo>
                    <a:pt x="4448840" y="476260"/>
                  </a:lnTo>
                  <a:lnTo>
                    <a:pt x="4450741" y="527547"/>
                  </a:lnTo>
                  <a:lnTo>
                    <a:pt x="4452642" y="631874"/>
                  </a:lnTo>
                  <a:lnTo>
                    <a:pt x="4454543" y="708304"/>
                  </a:lnTo>
                  <a:lnTo>
                    <a:pt x="4456445" y="768374"/>
                  </a:lnTo>
                  <a:lnTo>
                    <a:pt x="4458346" y="766900"/>
                  </a:lnTo>
                  <a:lnTo>
                    <a:pt x="4460247" y="712501"/>
                  </a:lnTo>
                  <a:lnTo>
                    <a:pt x="4462148" y="689618"/>
                  </a:lnTo>
                  <a:lnTo>
                    <a:pt x="4464050" y="703754"/>
                  </a:lnTo>
                  <a:lnTo>
                    <a:pt x="4465951" y="664648"/>
                  </a:lnTo>
                  <a:lnTo>
                    <a:pt x="4467852" y="693820"/>
                  </a:lnTo>
                  <a:lnTo>
                    <a:pt x="4469753" y="808135"/>
                  </a:lnTo>
                  <a:lnTo>
                    <a:pt x="4471654" y="925452"/>
                  </a:lnTo>
                  <a:lnTo>
                    <a:pt x="4473556" y="1055110"/>
                  </a:lnTo>
                  <a:lnTo>
                    <a:pt x="4475457" y="1096856"/>
                  </a:lnTo>
                  <a:lnTo>
                    <a:pt x="4477358" y="1131148"/>
                  </a:lnTo>
                  <a:lnTo>
                    <a:pt x="4479259" y="1080328"/>
                  </a:lnTo>
                  <a:lnTo>
                    <a:pt x="4481160" y="919588"/>
                  </a:lnTo>
                  <a:lnTo>
                    <a:pt x="4483062" y="770560"/>
                  </a:lnTo>
                  <a:lnTo>
                    <a:pt x="4484963" y="566620"/>
                  </a:lnTo>
                  <a:lnTo>
                    <a:pt x="4486864" y="394402"/>
                  </a:lnTo>
                  <a:lnTo>
                    <a:pt x="4488765" y="323891"/>
                  </a:lnTo>
                  <a:lnTo>
                    <a:pt x="4490667" y="307704"/>
                  </a:lnTo>
                  <a:lnTo>
                    <a:pt x="4492568" y="384866"/>
                  </a:lnTo>
                  <a:lnTo>
                    <a:pt x="4494469" y="474359"/>
                  </a:lnTo>
                  <a:lnTo>
                    <a:pt x="4496370" y="624965"/>
                  </a:lnTo>
                  <a:lnTo>
                    <a:pt x="4498271" y="835769"/>
                  </a:lnTo>
                  <a:lnTo>
                    <a:pt x="4500173" y="943337"/>
                  </a:lnTo>
                  <a:lnTo>
                    <a:pt x="4502074" y="987750"/>
                  </a:lnTo>
                  <a:lnTo>
                    <a:pt x="4503975" y="1011823"/>
                  </a:lnTo>
                  <a:lnTo>
                    <a:pt x="4505876" y="1047287"/>
                  </a:lnTo>
                  <a:lnTo>
                    <a:pt x="4507777" y="973765"/>
                  </a:lnTo>
                  <a:lnTo>
                    <a:pt x="4509679" y="926434"/>
                  </a:lnTo>
                  <a:lnTo>
                    <a:pt x="4511580" y="921843"/>
                  </a:lnTo>
                  <a:lnTo>
                    <a:pt x="4513481" y="849420"/>
                  </a:lnTo>
                  <a:lnTo>
                    <a:pt x="4515382" y="798368"/>
                  </a:lnTo>
                  <a:lnTo>
                    <a:pt x="4517284" y="748567"/>
                  </a:lnTo>
                  <a:lnTo>
                    <a:pt x="4519185" y="706743"/>
                  </a:lnTo>
                  <a:lnTo>
                    <a:pt x="4521086" y="557169"/>
                  </a:lnTo>
                  <a:lnTo>
                    <a:pt x="4522987" y="395152"/>
                  </a:lnTo>
                  <a:lnTo>
                    <a:pt x="4524888" y="310715"/>
                  </a:lnTo>
                  <a:lnTo>
                    <a:pt x="4526790" y="202966"/>
                  </a:lnTo>
                  <a:lnTo>
                    <a:pt x="4528691" y="101945"/>
                  </a:lnTo>
                  <a:lnTo>
                    <a:pt x="4530592" y="79764"/>
                  </a:lnTo>
                  <a:lnTo>
                    <a:pt x="4532493" y="89796"/>
                  </a:lnTo>
                  <a:lnTo>
                    <a:pt x="4534394" y="136390"/>
                  </a:lnTo>
                  <a:lnTo>
                    <a:pt x="4536296" y="196632"/>
                  </a:lnTo>
                  <a:lnTo>
                    <a:pt x="4538197" y="349041"/>
                  </a:lnTo>
                  <a:lnTo>
                    <a:pt x="4540098" y="463293"/>
                  </a:lnTo>
                  <a:lnTo>
                    <a:pt x="4541999" y="466534"/>
                  </a:lnTo>
                  <a:lnTo>
                    <a:pt x="4543901" y="491381"/>
                  </a:lnTo>
                  <a:lnTo>
                    <a:pt x="4545802" y="510113"/>
                  </a:lnTo>
                  <a:lnTo>
                    <a:pt x="4547703" y="529228"/>
                  </a:lnTo>
                  <a:lnTo>
                    <a:pt x="4549604" y="434956"/>
                  </a:lnTo>
                  <a:lnTo>
                    <a:pt x="4551505" y="340963"/>
                  </a:lnTo>
                  <a:lnTo>
                    <a:pt x="4553407" y="323666"/>
                  </a:lnTo>
                  <a:lnTo>
                    <a:pt x="4555308" y="309400"/>
                  </a:lnTo>
                  <a:lnTo>
                    <a:pt x="4557209" y="351524"/>
                  </a:lnTo>
                  <a:lnTo>
                    <a:pt x="4559110" y="498710"/>
                  </a:lnTo>
                  <a:lnTo>
                    <a:pt x="4561011" y="707099"/>
                  </a:lnTo>
                  <a:lnTo>
                    <a:pt x="4562913" y="844410"/>
                  </a:lnTo>
                  <a:lnTo>
                    <a:pt x="4564814" y="958609"/>
                  </a:lnTo>
                  <a:lnTo>
                    <a:pt x="4566715" y="1086495"/>
                  </a:lnTo>
                  <a:lnTo>
                    <a:pt x="4568616" y="1204325"/>
                  </a:lnTo>
                  <a:lnTo>
                    <a:pt x="4570518" y="1122134"/>
                  </a:lnTo>
                  <a:lnTo>
                    <a:pt x="4572419" y="928369"/>
                  </a:lnTo>
                  <a:lnTo>
                    <a:pt x="4574320" y="813117"/>
                  </a:lnTo>
                  <a:lnTo>
                    <a:pt x="4576221" y="778042"/>
                  </a:lnTo>
                  <a:lnTo>
                    <a:pt x="4578122" y="740862"/>
                  </a:lnTo>
                  <a:lnTo>
                    <a:pt x="4580024" y="644265"/>
                  </a:lnTo>
                  <a:lnTo>
                    <a:pt x="4581925" y="625407"/>
                  </a:lnTo>
                  <a:lnTo>
                    <a:pt x="4583826" y="667541"/>
                  </a:lnTo>
                  <a:lnTo>
                    <a:pt x="4585727" y="719618"/>
                  </a:lnTo>
                  <a:lnTo>
                    <a:pt x="4587628" y="724177"/>
                  </a:lnTo>
                  <a:lnTo>
                    <a:pt x="4589530" y="765294"/>
                  </a:lnTo>
                  <a:lnTo>
                    <a:pt x="4591431" y="762631"/>
                  </a:lnTo>
                  <a:lnTo>
                    <a:pt x="4593332" y="755716"/>
                  </a:lnTo>
                  <a:lnTo>
                    <a:pt x="4595233" y="804145"/>
                  </a:lnTo>
                  <a:lnTo>
                    <a:pt x="4597135" y="842058"/>
                  </a:lnTo>
                  <a:lnTo>
                    <a:pt x="4599036" y="835183"/>
                  </a:lnTo>
                  <a:lnTo>
                    <a:pt x="4600937" y="754396"/>
                  </a:lnTo>
                  <a:lnTo>
                    <a:pt x="4602838" y="814819"/>
                  </a:lnTo>
                  <a:lnTo>
                    <a:pt x="4604739" y="965384"/>
                  </a:lnTo>
                  <a:lnTo>
                    <a:pt x="4606641" y="1144789"/>
                  </a:lnTo>
                  <a:lnTo>
                    <a:pt x="4608542" y="1261480"/>
                  </a:lnTo>
                  <a:lnTo>
                    <a:pt x="4610443" y="1305858"/>
                  </a:lnTo>
                  <a:lnTo>
                    <a:pt x="4612344" y="1306539"/>
                  </a:lnTo>
                  <a:lnTo>
                    <a:pt x="4614245" y="1208589"/>
                  </a:lnTo>
                  <a:lnTo>
                    <a:pt x="4616147" y="1071599"/>
                  </a:lnTo>
                  <a:lnTo>
                    <a:pt x="4618048" y="858581"/>
                  </a:lnTo>
                  <a:lnTo>
                    <a:pt x="4619949" y="713559"/>
                  </a:lnTo>
                  <a:lnTo>
                    <a:pt x="4621850" y="744401"/>
                  </a:lnTo>
                  <a:lnTo>
                    <a:pt x="4623752" y="844357"/>
                  </a:lnTo>
                  <a:lnTo>
                    <a:pt x="4625653" y="882713"/>
                  </a:lnTo>
                  <a:lnTo>
                    <a:pt x="4627554" y="878049"/>
                  </a:lnTo>
                  <a:lnTo>
                    <a:pt x="4629455" y="841695"/>
                  </a:lnTo>
                  <a:lnTo>
                    <a:pt x="4631356" y="768258"/>
                  </a:lnTo>
                  <a:lnTo>
                    <a:pt x="4633258" y="601134"/>
                  </a:lnTo>
                  <a:lnTo>
                    <a:pt x="4635159" y="461836"/>
                  </a:lnTo>
                  <a:lnTo>
                    <a:pt x="4637060" y="449818"/>
                  </a:lnTo>
                  <a:lnTo>
                    <a:pt x="4638961" y="491122"/>
                  </a:lnTo>
                  <a:lnTo>
                    <a:pt x="4640862" y="656093"/>
                  </a:lnTo>
                  <a:lnTo>
                    <a:pt x="4642764" y="906401"/>
                  </a:lnTo>
                  <a:lnTo>
                    <a:pt x="4644665" y="1215058"/>
                  </a:lnTo>
                  <a:lnTo>
                    <a:pt x="4646566" y="1446788"/>
                  </a:lnTo>
                  <a:lnTo>
                    <a:pt x="4648467" y="1518996"/>
                  </a:lnTo>
                  <a:lnTo>
                    <a:pt x="4650369" y="1466366"/>
                  </a:lnTo>
                  <a:lnTo>
                    <a:pt x="4652270" y="1359976"/>
                  </a:lnTo>
                  <a:lnTo>
                    <a:pt x="4654171" y="1366424"/>
                  </a:lnTo>
                  <a:lnTo>
                    <a:pt x="4656072" y="1258874"/>
                  </a:lnTo>
                  <a:lnTo>
                    <a:pt x="4657973" y="1060875"/>
                  </a:lnTo>
                  <a:lnTo>
                    <a:pt x="4659875" y="965023"/>
                  </a:lnTo>
                  <a:lnTo>
                    <a:pt x="4661776" y="919036"/>
                  </a:lnTo>
                  <a:lnTo>
                    <a:pt x="4663677" y="855270"/>
                  </a:lnTo>
                  <a:lnTo>
                    <a:pt x="4665578" y="671783"/>
                  </a:lnTo>
                  <a:lnTo>
                    <a:pt x="4667479" y="584905"/>
                  </a:lnTo>
                  <a:lnTo>
                    <a:pt x="4669381" y="624031"/>
                  </a:lnTo>
                  <a:lnTo>
                    <a:pt x="4671282" y="688946"/>
                  </a:lnTo>
                  <a:lnTo>
                    <a:pt x="4673183" y="820604"/>
                  </a:lnTo>
                  <a:lnTo>
                    <a:pt x="4675084" y="876634"/>
                  </a:lnTo>
                  <a:lnTo>
                    <a:pt x="4676985" y="831696"/>
                  </a:lnTo>
                  <a:lnTo>
                    <a:pt x="4678887" y="809344"/>
                  </a:lnTo>
                  <a:lnTo>
                    <a:pt x="4680788" y="786641"/>
                  </a:lnTo>
                  <a:lnTo>
                    <a:pt x="4682689" y="694794"/>
                  </a:lnTo>
                  <a:lnTo>
                    <a:pt x="4684590" y="582415"/>
                  </a:lnTo>
                  <a:lnTo>
                    <a:pt x="4686492" y="570084"/>
                  </a:lnTo>
                  <a:lnTo>
                    <a:pt x="4688393" y="624942"/>
                  </a:lnTo>
                  <a:lnTo>
                    <a:pt x="4690294" y="652473"/>
                  </a:lnTo>
                  <a:lnTo>
                    <a:pt x="4692195" y="756108"/>
                  </a:lnTo>
                  <a:lnTo>
                    <a:pt x="4694096" y="908519"/>
                  </a:lnTo>
                  <a:lnTo>
                    <a:pt x="4695998" y="957608"/>
                  </a:lnTo>
                  <a:lnTo>
                    <a:pt x="4697899" y="945571"/>
                  </a:lnTo>
                  <a:lnTo>
                    <a:pt x="4699800" y="941297"/>
                  </a:lnTo>
                  <a:lnTo>
                    <a:pt x="4701701" y="907073"/>
                  </a:lnTo>
                  <a:lnTo>
                    <a:pt x="4703602" y="824573"/>
                  </a:lnTo>
                  <a:lnTo>
                    <a:pt x="4705504" y="836441"/>
                  </a:lnTo>
                  <a:lnTo>
                    <a:pt x="4707405" y="911593"/>
                  </a:lnTo>
                  <a:lnTo>
                    <a:pt x="4709306" y="950513"/>
                  </a:lnTo>
                  <a:lnTo>
                    <a:pt x="4711207" y="984407"/>
                  </a:lnTo>
                  <a:lnTo>
                    <a:pt x="4713109" y="975741"/>
                  </a:lnTo>
                  <a:lnTo>
                    <a:pt x="4715010" y="926023"/>
                  </a:lnTo>
                  <a:lnTo>
                    <a:pt x="4716911" y="790606"/>
                  </a:lnTo>
                  <a:lnTo>
                    <a:pt x="4718812" y="721977"/>
                  </a:lnTo>
                  <a:lnTo>
                    <a:pt x="4720713" y="733192"/>
                  </a:lnTo>
                  <a:lnTo>
                    <a:pt x="4722615" y="756276"/>
                  </a:lnTo>
                  <a:lnTo>
                    <a:pt x="4724516" y="819270"/>
                  </a:lnTo>
                  <a:lnTo>
                    <a:pt x="4726417" y="870935"/>
                  </a:lnTo>
                  <a:lnTo>
                    <a:pt x="4728318" y="988092"/>
                  </a:lnTo>
                  <a:lnTo>
                    <a:pt x="4730219" y="978118"/>
                  </a:lnTo>
                  <a:lnTo>
                    <a:pt x="4732121" y="939565"/>
                  </a:lnTo>
                  <a:lnTo>
                    <a:pt x="4734022" y="890982"/>
                  </a:lnTo>
                  <a:lnTo>
                    <a:pt x="4735923" y="904104"/>
                  </a:lnTo>
                  <a:lnTo>
                    <a:pt x="4737824" y="903465"/>
                  </a:lnTo>
                  <a:lnTo>
                    <a:pt x="4739726" y="826483"/>
                  </a:lnTo>
                  <a:lnTo>
                    <a:pt x="4741627" y="924456"/>
                  </a:lnTo>
                  <a:lnTo>
                    <a:pt x="4743528" y="1026157"/>
                  </a:lnTo>
                  <a:lnTo>
                    <a:pt x="4745429" y="1087548"/>
                  </a:lnTo>
                  <a:lnTo>
                    <a:pt x="4747330" y="1095582"/>
                  </a:lnTo>
                  <a:lnTo>
                    <a:pt x="4749232" y="1129668"/>
                  </a:lnTo>
                  <a:lnTo>
                    <a:pt x="4751133" y="1153203"/>
                  </a:lnTo>
                  <a:lnTo>
                    <a:pt x="4753034" y="1115297"/>
                  </a:lnTo>
                  <a:lnTo>
                    <a:pt x="4754935" y="1119027"/>
                  </a:lnTo>
                  <a:lnTo>
                    <a:pt x="4756836" y="1090477"/>
                  </a:lnTo>
                  <a:lnTo>
                    <a:pt x="4758738" y="1098364"/>
                  </a:lnTo>
                  <a:lnTo>
                    <a:pt x="4760639" y="1076447"/>
                  </a:lnTo>
                  <a:lnTo>
                    <a:pt x="4762540" y="1063087"/>
                  </a:lnTo>
                  <a:lnTo>
                    <a:pt x="4764441" y="1026380"/>
                  </a:lnTo>
                  <a:lnTo>
                    <a:pt x="4766343" y="944514"/>
                  </a:lnTo>
                  <a:lnTo>
                    <a:pt x="4768244" y="1036014"/>
                  </a:lnTo>
                  <a:lnTo>
                    <a:pt x="4770145" y="1175101"/>
                  </a:lnTo>
                  <a:lnTo>
                    <a:pt x="4772046" y="1349536"/>
                  </a:lnTo>
                  <a:lnTo>
                    <a:pt x="4773947" y="1415873"/>
                  </a:lnTo>
                  <a:lnTo>
                    <a:pt x="4775849" y="1427208"/>
                  </a:lnTo>
                  <a:lnTo>
                    <a:pt x="4777750" y="1506428"/>
                  </a:lnTo>
                  <a:lnTo>
                    <a:pt x="4779651" y="1543548"/>
                  </a:lnTo>
                  <a:lnTo>
                    <a:pt x="4781552" y="1545416"/>
                  </a:lnTo>
                  <a:lnTo>
                    <a:pt x="4783453" y="1548259"/>
                  </a:lnTo>
                  <a:lnTo>
                    <a:pt x="4785355" y="1636742"/>
                  </a:lnTo>
                  <a:lnTo>
                    <a:pt x="4787256" y="1730112"/>
                  </a:lnTo>
                  <a:lnTo>
                    <a:pt x="4789157" y="1758827"/>
                  </a:lnTo>
                  <a:lnTo>
                    <a:pt x="4791058" y="1758372"/>
                  </a:lnTo>
                  <a:lnTo>
                    <a:pt x="4792960" y="1770133"/>
                  </a:lnTo>
                  <a:lnTo>
                    <a:pt x="4794861" y="1787651"/>
                  </a:lnTo>
                  <a:lnTo>
                    <a:pt x="4796762" y="1804018"/>
                  </a:lnTo>
                  <a:lnTo>
                    <a:pt x="4798663" y="1916488"/>
                  </a:lnTo>
                  <a:lnTo>
                    <a:pt x="4800564" y="2054374"/>
                  </a:lnTo>
                  <a:lnTo>
                    <a:pt x="4802466" y="2113691"/>
                  </a:lnTo>
                  <a:lnTo>
                    <a:pt x="4804367" y="2117500"/>
                  </a:lnTo>
                  <a:lnTo>
                    <a:pt x="4806268" y="2124577"/>
                  </a:lnTo>
                  <a:lnTo>
                    <a:pt x="4808169" y="2120131"/>
                  </a:lnTo>
                  <a:lnTo>
                    <a:pt x="4810070" y="2100582"/>
                  </a:lnTo>
                  <a:lnTo>
                    <a:pt x="4811972" y="2169082"/>
                  </a:lnTo>
                  <a:lnTo>
                    <a:pt x="4813873" y="2185682"/>
                  </a:lnTo>
                  <a:lnTo>
                    <a:pt x="4815774" y="2113424"/>
                  </a:lnTo>
                  <a:lnTo>
                    <a:pt x="4817675" y="2035056"/>
                  </a:lnTo>
                  <a:lnTo>
                    <a:pt x="4819577" y="2094480"/>
                  </a:lnTo>
                  <a:lnTo>
                    <a:pt x="4821478" y="2085363"/>
                  </a:lnTo>
                  <a:lnTo>
                    <a:pt x="4823379" y="1950760"/>
                  </a:lnTo>
                  <a:lnTo>
                    <a:pt x="4825280" y="1902632"/>
                  </a:lnTo>
                  <a:lnTo>
                    <a:pt x="4827181" y="1906667"/>
                  </a:lnTo>
                  <a:lnTo>
                    <a:pt x="4829083" y="1876654"/>
                  </a:lnTo>
                  <a:lnTo>
                    <a:pt x="4830984" y="1768662"/>
                  </a:lnTo>
                  <a:lnTo>
                    <a:pt x="4832885" y="1708557"/>
                  </a:lnTo>
                  <a:lnTo>
                    <a:pt x="4834786" y="1750850"/>
                  </a:lnTo>
                  <a:lnTo>
                    <a:pt x="4836687" y="1829146"/>
                  </a:lnTo>
                  <a:lnTo>
                    <a:pt x="4838589" y="1883044"/>
                  </a:lnTo>
                  <a:lnTo>
                    <a:pt x="4840490" y="1867546"/>
                  </a:lnTo>
                  <a:lnTo>
                    <a:pt x="4842391" y="1803360"/>
                  </a:lnTo>
                  <a:lnTo>
                    <a:pt x="4844292" y="1809200"/>
                  </a:lnTo>
                  <a:lnTo>
                    <a:pt x="4846194" y="1757095"/>
                  </a:lnTo>
                  <a:lnTo>
                    <a:pt x="4848095" y="1615976"/>
                  </a:lnTo>
                  <a:lnTo>
                    <a:pt x="4849996" y="1545409"/>
                  </a:lnTo>
                  <a:lnTo>
                    <a:pt x="4851897" y="1550474"/>
                  </a:lnTo>
                  <a:lnTo>
                    <a:pt x="4853798" y="1596220"/>
                  </a:lnTo>
                  <a:lnTo>
                    <a:pt x="4855700" y="1523328"/>
                  </a:lnTo>
                  <a:lnTo>
                    <a:pt x="4857601" y="1459940"/>
                  </a:lnTo>
                  <a:lnTo>
                    <a:pt x="4859502" y="1538969"/>
                  </a:lnTo>
                  <a:lnTo>
                    <a:pt x="4861403" y="1665767"/>
                  </a:lnTo>
                  <a:lnTo>
                    <a:pt x="4863304" y="1798585"/>
                  </a:lnTo>
                  <a:lnTo>
                    <a:pt x="4865206" y="1997649"/>
                  </a:lnTo>
                  <a:lnTo>
                    <a:pt x="4867107" y="2075328"/>
                  </a:lnTo>
                  <a:lnTo>
                    <a:pt x="4869008" y="2057598"/>
                  </a:lnTo>
                  <a:lnTo>
                    <a:pt x="4870909" y="1985421"/>
                  </a:lnTo>
                  <a:lnTo>
                    <a:pt x="4872811" y="1884243"/>
                  </a:lnTo>
                  <a:lnTo>
                    <a:pt x="4874712" y="1817660"/>
                  </a:lnTo>
                  <a:lnTo>
                    <a:pt x="4876613" y="1635586"/>
                  </a:lnTo>
                  <a:lnTo>
                    <a:pt x="4878514" y="1599029"/>
                  </a:lnTo>
                  <a:lnTo>
                    <a:pt x="4880415" y="1656984"/>
                  </a:lnTo>
                  <a:lnTo>
                    <a:pt x="4882317" y="1713494"/>
                  </a:lnTo>
                  <a:lnTo>
                    <a:pt x="4884218" y="1669499"/>
                  </a:lnTo>
                  <a:lnTo>
                    <a:pt x="4886119" y="1608473"/>
                  </a:lnTo>
                  <a:lnTo>
                    <a:pt x="4888020" y="1623555"/>
                  </a:lnTo>
                  <a:lnTo>
                    <a:pt x="4889921" y="1554072"/>
                  </a:lnTo>
                  <a:lnTo>
                    <a:pt x="4891823" y="1494784"/>
                  </a:lnTo>
                  <a:lnTo>
                    <a:pt x="4893724" y="1480531"/>
                  </a:lnTo>
                  <a:lnTo>
                    <a:pt x="4895625" y="1474654"/>
                  </a:lnTo>
                  <a:lnTo>
                    <a:pt x="4897526" y="1444981"/>
                  </a:lnTo>
                  <a:lnTo>
                    <a:pt x="4899428" y="1336495"/>
                  </a:lnTo>
                  <a:lnTo>
                    <a:pt x="4901329" y="1320508"/>
                  </a:lnTo>
                  <a:lnTo>
                    <a:pt x="4903230" y="1217566"/>
                  </a:lnTo>
                  <a:lnTo>
                    <a:pt x="4905131" y="1058251"/>
                  </a:lnTo>
                  <a:lnTo>
                    <a:pt x="4907032" y="978943"/>
                  </a:lnTo>
                  <a:lnTo>
                    <a:pt x="4908934" y="918258"/>
                  </a:lnTo>
                  <a:lnTo>
                    <a:pt x="4910835" y="989521"/>
                  </a:lnTo>
                  <a:lnTo>
                    <a:pt x="4912736" y="1247307"/>
                  </a:lnTo>
                  <a:lnTo>
                    <a:pt x="4914637" y="1554480"/>
                  </a:lnTo>
                  <a:lnTo>
                    <a:pt x="4916538" y="1661973"/>
                  </a:lnTo>
                  <a:lnTo>
                    <a:pt x="4918440" y="1683821"/>
                  </a:lnTo>
                  <a:lnTo>
                    <a:pt x="4920341" y="1762517"/>
                  </a:lnTo>
                  <a:lnTo>
                    <a:pt x="4922242" y="1719227"/>
                  </a:lnTo>
                  <a:lnTo>
                    <a:pt x="4924143" y="1521789"/>
                  </a:lnTo>
                  <a:lnTo>
                    <a:pt x="4926045" y="1335745"/>
                  </a:lnTo>
                  <a:lnTo>
                    <a:pt x="4927946" y="1294011"/>
                  </a:lnTo>
                  <a:lnTo>
                    <a:pt x="4929847" y="1326864"/>
                  </a:lnTo>
                  <a:lnTo>
                    <a:pt x="4931748" y="1287430"/>
                  </a:lnTo>
                  <a:lnTo>
                    <a:pt x="4933649" y="1250215"/>
                  </a:lnTo>
                  <a:lnTo>
                    <a:pt x="4935551" y="1198452"/>
                  </a:lnTo>
                  <a:lnTo>
                    <a:pt x="4937452" y="1146041"/>
                  </a:lnTo>
                  <a:lnTo>
                    <a:pt x="4939353" y="1201830"/>
                  </a:lnTo>
                  <a:lnTo>
                    <a:pt x="4941254" y="1203861"/>
                  </a:lnTo>
                  <a:lnTo>
                    <a:pt x="4943155" y="1149047"/>
                  </a:lnTo>
                  <a:lnTo>
                    <a:pt x="4945057" y="1147515"/>
                  </a:lnTo>
                  <a:lnTo>
                    <a:pt x="4946958" y="1190483"/>
                  </a:lnTo>
                  <a:lnTo>
                    <a:pt x="4948859" y="1262448"/>
                  </a:lnTo>
                  <a:lnTo>
                    <a:pt x="4950760" y="1243549"/>
                  </a:lnTo>
                  <a:lnTo>
                    <a:pt x="4952661" y="1169800"/>
                  </a:lnTo>
                  <a:lnTo>
                    <a:pt x="4954563" y="1191210"/>
                  </a:lnTo>
                  <a:lnTo>
                    <a:pt x="4956464" y="1209344"/>
                  </a:lnTo>
                  <a:lnTo>
                    <a:pt x="4958365" y="1149205"/>
                  </a:lnTo>
                  <a:lnTo>
                    <a:pt x="4960266" y="1062531"/>
                  </a:lnTo>
                  <a:lnTo>
                    <a:pt x="4962168" y="1005582"/>
                  </a:lnTo>
                  <a:lnTo>
                    <a:pt x="4964069" y="1007423"/>
                  </a:lnTo>
                  <a:lnTo>
                    <a:pt x="4965970" y="1008289"/>
                  </a:lnTo>
                  <a:lnTo>
                    <a:pt x="4967871" y="1061870"/>
                  </a:lnTo>
                  <a:lnTo>
                    <a:pt x="4969772" y="1122304"/>
                  </a:lnTo>
                  <a:lnTo>
                    <a:pt x="4971674" y="1181443"/>
                  </a:lnTo>
                  <a:lnTo>
                    <a:pt x="4973575" y="1198852"/>
                  </a:lnTo>
                  <a:lnTo>
                    <a:pt x="4975476" y="1219505"/>
                  </a:lnTo>
                  <a:lnTo>
                    <a:pt x="4977377" y="1198199"/>
                  </a:lnTo>
                  <a:lnTo>
                    <a:pt x="4979278" y="1089600"/>
                  </a:lnTo>
                  <a:lnTo>
                    <a:pt x="4981180" y="1013019"/>
                  </a:lnTo>
                  <a:lnTo>
                    <a:pt x="4983081" y="947151"/>
                  </a:lnTo>
                  <a:lnTo>
                    <a:pt x="4984982" y="922623"/>
                  </a:lnTo>
                  <a:lnTo>
                    <a:pt x="4986883" y="922545"/>
                  </a:lnTo>
                  <a:lnTo>
                    <a:pt x="4988785" y="934776"/>
                  </a:lnTo>
                  <a:lnTo>
                    <a:pt x="4990686" y="1023541"/>
                  </a:lnTo>
                  <a:lnTo>
                    <a:pt x="4992587" y="1221346"/>
                  </a:lnTo>
                  <a:lnTo>
                    <a:pt x="4994488" y="1391287"/>
                  </a:lnTo>
                  <a:lnTo>
                    <a:pt x="4996389" y="1546235"/>
                  </a:lnTo>
                  <a:lnTo>
                    <a:pt x="4998291" y="1726671"/>
                  </a:lnTo>
                  <a:lnTo>
                    <a:pt x="5000192" y="1905998"/>
                  </a:lnTo>
                  <a:lnTo>
                    <a:pt x="5002093" y="1926421"/>
                  </a:lnTo>
                  <a:lnTo>
                    <a:pt x="5003994" y="1804880"/>
                  </a:lnTo>
                  <a:lnTo>
                    <a:pt x="5005895" y="1719104"/>
                  </a:lnTo>
                  <a:lnTo>
                    <a:pt x="5007797" y="1606218"/>
                  </a:lnTo>
                  <a:lnTo>
                    <a:pt x="5009698" y="1442094"/>
                  </a:lnTo>
                  <a:lnTo>
                    <a:pt x="5011599" y="1269522"/>
                  </a:lnTo>
                  <a:lnTo>
                    <a:pt x="5013500" y="1191624"/>
                  </a:lnTo>
                  <a:lnTo>
                    <a:pt x="5015402" y="1218370"/>
                  </a:lnTo>
                  <a:lnTo>
                    <a:pt x="5017303" y="1251016"/>
                  </a:lnTo>
                  <a:lnTo>
                    <a:pt x="5019204" y="1308485"/>
                  </a:lnTo>
                  <a:lnTo>
                    <a:pt x="5021105" y="1398611"/>
                  </a:lnTo>
                  <a:lnTo>
                    <a:pt x="5023006" y="1466208"/>
                  </a:lnTo>
                  <a:lnTo>
                    <a:pt x="5024908" y="1454538"/>
                  </a:lnTo>
                  <a:lnTo>
                    <a:pt x="5026809" y="1355602"/>
                  </a:lnTo>
                  <a:lnTo>
                    <a:pt x="5028710" y="1228113"/>
                  </a:lnTo>
                  <a:lnTo>
                    <a:pt x="5030611" y="1153722"/>
                  </a:lnTo>
                  <a:lnTo>
                    <a:pt x="5032512" y="1093133"/>
                  </a:lnTo>
                  <a:lnTo>
                    <a:pt x="5034414" y="1048260"/>
                  </a:lnTo>
                  <a:lnTo>
                    <a:pt x="5036315" y="1102694"/>
                  </a:lnTo>
                  <a:lnTo>
                    <a:pt x="5038216" y="1137138"/>
                  </a:lnTo>
                  <a:lnTo>
                    <a:pt x="5040117" y="1171531"/>
                  </a:lnTo>
                  <a:lnTo>
                    <a:pt x="5042019" y="1176998"/>
                  </a:lnTo>
                  <a:lnTo>
                    <a:pt x="5043920" y="1230260"/>
                  </a:lnTo>
                  <a:lnTo>
                    <a:pt x="5045821" y="1410086"/>
                  </a:lnTo>
                  <a:lnTo>
                    <a:pt x="5047722" y="1520277"/>
                  </a:lnTo>
                  <a:lnTo>
                    <a:pt x="5049623" y="1594076"/>
                  </a:lnTo>
                  <a:lnTo>
                    <a:pt x="5051525" y="1589138"/>
                  </a:lnTo>
                  <a:lnTo>
                    <a:pt x="5053426" y="1574457"/>
                  </a:lnTo>
                  <a:lnTo>
                    <a:pt x="5055327" y="1572100"/>
                  </a:lnTo>
                  <a:lnTo>
                    <a:pt x="5057228" y="1509669"/>
                  </a:lnTo>
                  <a:lnTo>
                    <a:pt x="5059129" y="1567029"/>
                  </a:lnTo>
                  <a:lnTo>
                    <a:pt x="5061031" y="1672300"/>
                  </a:lnTo>
                  <a:lnTo>
                    <a:pt x="5062932" y="1806040"/>
                  </a:lnTo>
                  <a:lnTo>
                    <a:pt x="5064833" y="1849823"/>
                  </a:lnTo>
                  <a:lnTo>
                    <a:pt x="5066734" y="1906414"/>
                  </a:lnTo>
                  <a:lnTo>
                    <a:pt x="5068636" y="1943329"/>
                  </a:lnTo>
                  <a:lnTo>
                    <a:pt x="5070537" y="1794801"/>
                  </a:lnTo>
                  <a:lnTo>
                    <a:pt x="5072438" y="1609884"/>
                  </a:lnTo>
                  <a:lnTo>
                    <a:pt x="5074339" y="1469078"/>
                  </a:lnTo>
                  <a:lnTo>
                    <a:pt x="5076240" y="1399435"/>
                  </a:lnTo>
                  <a:lnTo>
                    <a:pt x="5078142" y="1314117"/>
                  </a:lnTo>
                  <a:lnTo>
                    <a:pt x="5080043" y="1306193"/>
                  </a:lnTo>
                  <a:lnTo>
                    <a:pt x="5081944" y="1375461"/>
                  </a:lnTo>
                  <a:lnTo>
                    <a:pt x="5083845" y="1440774"/>
                  </a:lnTo>
                  <a:lnTo>
                    <a:pt x="5085746" y="1490499"/>
                  </a:lnTo>
                  <a:lnTo>
                    <a:pt x="5087648" y="1610066"/>
                  </a:lnTo>
                  <a:lnTo>
                    <a:pt x="5089549" y="1668554"/>
                  </a:lnTo>
                  <a:lnTo>
                    <a:pt x="5091450" y="1605540"/>
                  </a:lnTo>
                  <a:lnTo>
                    <a:pt x="5093351" y="1643277"/>
                  </a:lnTo>
                  <a:lnTo>
                    <a:pt x="5095253" y="1794459"/>
                  </a:lnTo>
                  <a:lnTo>
                    <a:pt x="5097154" y="1958835"/>
                  </a:lnTo>
                  <a:lnTo>
                    <a:pt x="5099055" y="1954500"/>
                  </a:lnTo>
                  <a:lnTo>
                    <a:pt x="5100956" y="1948978"/>
                  </a:lnTo>
                  <a:lnTo>
                    <a:pt x="5102857" y="1990280"/>
                  </a:lnTo>
                  <a:lnTo>
                    <a:pt x="5104759" y="1992001"/>
                  </a:lnTo>
                  <a:lnTo>
                    <a:pt x="5106660" y="1957179"/>
                  </a:lnTo>
                  <a:lnTo>
                    <a:pt x="5108561" y="1919184"/>
                  </a:lnTo>
                  <a:lnTo>
                    <a:pt x="5110462" y="2019936"/>
                  </a:lnTo>
                  <a:lnTo>
                    <a:pt x="5112363" y="2193309"/>
                  </a:lnTo>
                  <a:lnTo>
                    <a:pt x="5114265" y="2320524"/>
                  </a:lnTo>
                  <a:lnTo>
                    <a:pt x="5116166" y="2356518"/>
                  </a:lnTo>
                  <a:lnTo>
                    <a:pt x="5118067" y="2371891"/>
                  </a:lnTo>
                  <a:lnTo>
                    <a:pt x="5119968" y="2347379"/>
                  </a:lnTo>
                  <a:lnTo>
                    <a:pt x="5121870" y="2269190"/>
                  </a:lnTo>
                  <a:lnTo>
                    <a:pt x="5123771" y="2193689"/>
                  </a:lnTo>
                  <a:lnTo>
                    <a:pt x="5125672" y="2119857"/>
                  </a:lnTo>
                  <a:lnTo>
                    <a:pt x="5127573" y="2109391"/>
                  </a:lnTo>
                  <a:lnTo>
                    <a:pt x="5129474" y="2060302"/>
                  </a:lnTo>
                  <a:lnTo>
                    <a:pt x="5131376" y="2067311"/>
                  </a:lnTo>
                  <a:lnTo>
                    <a:pt x="5133277" y="2186281"/>
                  </a:lnTo>
                  <a:lnTo>
                    <a:pt x="5135178" y="2134137"/>
                  </a:lnTo>
                  <a:lnTo>
                    <a:pt x="5137079" y="1964202"/>
                  </a:lnTo>
                  <a:lnTo>
                    <a:pt x="5138980" y="1773570"/>
                  </a:lnTo>
                  <a:lnTo>
                    <a:pt x="5140882" y="1650101"/>
                  </a:lnTo>
                  <a:lnTo>
                    <a:pt x="5142783" y="1532658"/>
                  </a:lnTo>
                  <a:lnTo>
                    <a:pt x="5144684" y="1318740"/>
                  </a:lnTo>
                  <a:lnTo>
                    <a:pt x="5146585" y="1184439"/>
                  </a:lnTo>
                  <a:lnTo>
                    <a:pt x="5148487" y="1171746"/>
                  </a:lnTo>
                  <a:lnTo>
                    <a:pt x="5150388" y="1266204"/>
                  </a:lnTo>
                  <a:lnTo>
                    <a:pt x="5152289" y="1357649"/>
                  </a:lnTo>
                  <a:lnTo>
                    <a:pt x="5154190" y="1291625"/>
                  </a:lnTo>
                  <a:lnTo>
                    <a:pt x="5156091" y="1179702"/>
                  </a:lnTo>
                  <a:lnTo>
                    <a:pt x="5157993" y="1079766"/>
                  </a:lnTo>
                  <a:lnTo>
                    <a:pt x="5159894" y="971468"/>
                  </a:lnTo>
                  <a:lnTo>
                    <a:pt x="5161795" y="763423"/>
                  </a:lnTo>
                  <a:lnTo>
                    <a:pt x="5163696" y="488526"/>
                  </a:lnTo>
                  <a:lnTo>
                    <a:pt x="5165597" y="374132"/>
                  </a:lnTo>
                  <a:lnTo>
                    <a:pt x="5167499" y="365107"/>
                  </a:lnTo>
                  <a:lnTo>
                    <a:pt x="5169400" y="371304"/>
                  </a:lnTo>
                  <a:lnTo>
                    <a:pt x="5171301" y="480398"/>
                  </a:lnTo>
                  <a:lnTo>
                    <a:pt x="5173202" y="654217"/>
                  </a:lnTo>
                  <a:lnTo>
                    <a:pt x="5175104" y="735492"/>
                  </a:lnTo>
                  <a:lnTo>
                    <a:pt x="5177005" y="821400"/>
                  </a:lnTo>
                  <a:lnTo>
                    <a:pt x="5178906" y="907949"/>
                  </a:lnTo>
                  <a:lnTo>
                    <a:pt x="5180807" y="955073"/>
                  </a:lnTo>
                  <a:lnTo>
                    <a:pt x="5182708" y="910232"/>
                  </a:lnTo>
                  <a:lnTo>
                    <a:pt x="5184610" y="761018"/>
                  </a:lnTo>
                  <a:lnTo>
                    <a:pt x="5186511" y="701235"/>
                  </a:lnTo>
                  <a:lnTo>
                    <a:pt x="5188412" y="578566"/>
                  </a:lnTo>
                  <a:lnTo>
                    <a:pt x="5190313" y="435754"/>
                  </a:lnTo>
                  <a:lnTo>
                    <a:pt x="5192214" y="346160"/>
                  </a:lnTo>
                  <a:lnTo>
                    <a:pt x="5194116" y="266971"/>
                  </a:lnTo>
                  <a:lnTo>
                    <a:pt x="5196017" y="240770"/>
                  </a:lnTo>
                  <a:lnTo>
                    <a:pt x="5197918" y="245397"/>
                  </a:lnTo>
                  <a:lnTo>
                    <a:pt x="5199819" y="268026"/>
                  </a:lnTo>
                  <a:lnTo>
                    <a:pt x="5201721" y="277645"/>
                  </a:lnTo>
                  <a:lnTo>
                    <a:pt x="5203622" y="269954"/>
                  </a:lnTo>
                  <a:lnTo>
                    <a:pt x="5205523" y="312632"/>
                  </a:lnTo>
                  <a:lnTo>
                    <a:pt x="5207424" y="389824"/>
                  </a:lnTo>
                  <a:lnTo>
                    <a:pt x="5209325" y="457190"/>
                  </a:lnTo>
                  <a:lnTo>
                    <a:pt x="5211227" y="559517"/>
                  </a:lnTo>
                  <a:lnTo>
                    <a:pt x="5213128" y="608474"/>
                  </a:lnTo>
                  <a:lnTo>
                    <a:pt x="5215029" y="661292"/>
                  </a:lnTo>
                  <a:lnTo>
                    <a:pt x="5216930" y="695583"/>
                  </a:lnTo>
                  <a:lnTo>
                    <a:pt x="5218831" y="672415"/>
                  </a:lnTo>
                  <a:lnTo>
                    <a:pt x="5220733" y="630394"/>
                  </a:lnTo>
                  <a:lnTo>
                    <a:pt x="5222634" y="568151"/>
                  </a:lnTo>
                  <a:lnTo>
                    <a:pt x="5224535" y="587895"/>
                  </a:lnTo>
                  <a:lnTo>
                    <a:pt x="5226436" y="572596"/>
                  </a:lnTo>
                  <a:lnTo>
                    <a:pt x="5228338" y="551886"/>
                  </a:lnTo>
                  <a:lnTo>
                    <a:pt x="5230239" y="570857"/>
                  </a:lnTo>
                  <a:lnTo>
                    <a:pt x="5232140" y="684772"/>
                  </a:lnTo>
                  <a:lnTo>
                    <a:pt x="5234041" y="897918"/>
                  </a:lnTo>
                  <a:lnTo>
                    <a:pt x="5235942" y="1122967"/>
                  </a:lnTo>
                  <a:lnTo>
                    <a:pt x="5237844" y="1431660"/>
                  </a:lnTo>
                  <a:lnTo>
                    <a:pt x="5239745" y="1722206"/>
                  </a:lnTo>
                  <a:lnTo>
                    <a:pt x="5241646" y="1861199"/>
                  </a:lnTo>
                  <a:lnTo>
                    <a:pt x="5243547" y="1917775"/>
                  </a:lnTo>
                  <a:lnTo>
                    <a:pt x="5245448" y="1952660"/>
                  </a:lnTo>
                  <a:lnTo>
                    <a:pt x="5247350" y="1931255"/>
                  </a:lnTo>
                  <a:lnTo>
                    <a:pt x="5249251" y="1763000"/>
                  </a:lnTo>
                  <a:lnTo>
                    <a:pt x="5251152" y="1561134"/>
                  </a:lnTo>
                  <a:lnTo>
                    <a:pt x="5253053" y="1543636"/>
                  </a:lnTo>
                  <a:lnTo>
                    <a:pt x="5254954" y="1504976"/>
                  </a:lnTo>
                  <a:lnTo>
                    <a:pt x="5256856" y="1400906"/>
                  </a:lnTo>
                  <a:lnTo>
                    <a:pt x="5258757" y="1260923"/>
                  </a:lnTo>
                  <a:lnTo>
                    <a:pt x="5260658" y="1237736"/>
                  </a:lnTo>
                  <a:lnTo>
                    <a:pt x="5262559" y="1274880"/>
                  </a:lnTo>
                  <a:lnTo>
                    <a:pt x="5264461" y="1288842"/>
                  </a:lnTo>
                  <a:lnTo>
                    <a:pt x="5266362" y="1313442"/>
                  </a:lnTo>
                  <a:lnTo>
                    <a:pt x="5268263" y="1344615"/>
                  </a:lnTo>
                  <a:lnTo>
                    <a:pt x="5270164" y="1407671"/>
                  </a:lnTo>
                  <a:lnTo>
                    <a:pt x="5272065" y="1375193"/>
                  </a:lnTo>
                  <a:lnTo>
                    <a:pt x="5273967" y="1316167"/>
                  </a:lnTo>
                  <a:lnTo>
                    <a:pt x="5275868" y="1247527"/>
                  </a:lnTo>
                  <a:lnTo>
                    <a:pt x="5277769" y="1162844"/>
                  </a:lnTo>
                  <a:lnTo>
                    <a:pt x="5279670" y="1053009"/>
                  </a:lnTo>
                  <a:lnTo>
                    <a:pt x="5281571" y="972907"/>
                  </a:lnTo>
                  <a:lnTo>
                    <a:pt x="5283473" y="1005720"/>
                  </a:lnTo>
                  <a:lnTo>
                    <a:pt x="5285374" y="1036959"/>
                  </a:lnTo>
                  <a:lnTo>
                    <a:pt x="5287275" y="1031405"/>
                  </a:lnTo>
                  <a:lnTo>
                    <a:pt x="5289176" y="1116423"/>
                  </a:lnTo>
                  <a:lnTo>
                    <a:pt x="5291078" y="1299754"/>
                  </a:lnTo>
                  <a:lnTo>
                    <a:pt x="5292979" y="1360888"/>
                  </a:lnTo>
                  <a:lnTo>
                    <a:pt x="5294880" y="1309428"/>
                  </a:lnTo>
                  <a:lnTo>
                    <a:pt x="5296781" y="1263291"/>
                  </a:lnTo>
                  <a:lnTo>
                    <a:pt x="5298682" y="1271413"/>
                  </a:lnTo>
                  <a:lnTo>
                    <a:pt x="5300584" y="1237514"/>
                  </a:lnTo>
                  <a:lnTo>
                    <a:pt x="5302485" y="1188202"/>
                  </a:lnTo>
                  <a:lnTo>
                    <a:pt x="5304386" y="1303976"/>
                  </a:lnTo>
                  <a:lnTo>
                    <a:pt x="5306287" y="1435408"/>
                  </a:lnTo>
                  <a:lnTo>
                    <a:pt x="5308188" y="1518834"/>
                  </a:lnTo>
                  <a:lnTo>
                    <a:pt x="5310090" y="1536441"/>
                  </a:lnTo>
                  <a:lnTo>
                    <a:pt x="5311991" y="1545683"/>
                  </a:lnTo>
                  <a:lnTo>
                    <a:pt x="5313892" y="1500820"/>
                  </a:lnTo>
                  <a:lnTo>
                    <a:pt x="5315793" y="1388598"/>
                  </a:lnTo>
                  <a:lnTo>
                    <a:pt x="5317695" y="1333367"/>
                  </a:lnTo>
                  <a:lnTo>
                    <a:pt x="5319596" y="1376902"/>
                  </a:lnTo>
                  <a:lnTo>
                    <a:pt x="5321497" y="1515482"/>
                  </a:lnTo>
                  <a:lnTo>
                    <a:pt x="5323398" y="1701530"/>
                  </a:lnTo>
                  <a:lnTo>
                    <a:pt x="5325299" y="1869244"/>
                  </a:lnTo>
                  <a:lnTo>
                    <a:pt x="5327201" y="1926327"/>
                  </a:lnTo>
                  <a:lnTo>
                    <a:pt x="5329102" y="1932609"/>
                  </a:lnTo>
                  <a:lnTo>
                    <a:pt x="5331003" y="1919979"/>
                  </a:lnTo>
                  <a:lnTo>
                    <a:pt x="5332904" y="1829948"/>
                  </a:lnTo>
                  <a:lnTo>
                    <a:pt x="5334805" y="1606994"/>
                  </a:lnTo>
                  <a:lnTo>
                    <a:pt x="5336707" y="1393947"/>
                  </a:lnTo>
                  <a:lnTo>
                    <a:pt x="5338608" y="1256963"/>
                  </a:lnTo>
                  <a:lnTo>
                    <a:pt x="5340509" y="1114076"/>
                  </a:lnTo>
                  <a:lnTo>
                    <a:pt x="5342410" y="969717"/>
                  </a:lnTo>
                  <a:lnTo>
                    <a:pt x="5344312" y="855785"/>
                  </a:lnTo>
                  <a:lnTo>
                    <a:pt x="5346213" y="805249"/>
                  </a:lnTo>
                  <a:lnTo>
                    <a:pt x="5348114" y="684378"/>
                  </a:lnTo>
                  <a:lnTo>
                    <a:pt x="5350015" y="604826"/>
                  </a:lnTo>
                  <a:lnTo>
                    <a:pt x="5351916" y="634594"/>
                  </a:lnTo>
                  <a:lnTo>
                    <a:pt x="5353818" y="646471"/>
                  </a:lnTo>
                  <a:lnTo>
                    <a:pt x="5355719" y="689458"/>
                  </a:lnTo>
                  <a:lnTo>
                    <a:pt x="5357620" y="745767"/>
                  </a:lnTo>
                  <a:lnTo>
                    <a:pt x="5359521" y="847897"/>
                  </a:lnTo>
                  <a:lnTo>
                    <a:pt x="5361422" y="1009852"/>
                  </a:lnTo>
                  <a:lnTo>
                    <a:pt x="5363324" y="1151325"/>
                  </a:lnTo>
                  <a:lnTo>
                    <a:pt x="5365225" y="1256035"/>
                  </a:lnTo>
                  <a:lnTo>
                    <a:pt x="5367126" y="1293916"/>
                  </a:lnTo>
                  <a:lnTo>
                    <a:pt x="5369027" y="1368617"/>
                  </a:lnTo>
                  <a:lnTo>
                    <a:pt x="5370929" y="1430060"/>
                  </a:lnTo>
                  <a:lnTo>
                    <a:pt x="5372830" y="1500530"/>
                  </a:lnTo>
                  <a:lnTo>
                    <a:pt x="5374731" y="1528847"/>
                  </a:lnTo>
                  <a:lnTo>
                    <a:pt x="5376632" y="1530186"/>
                  </a:lnTo>
                  <a:lnTo>
                    <a:pt x="5378533" y="1534104"/>
                  </a:lnTo>
                  <a:lnTo>
                    <a:pt x="5380435" y="1536460"/>
                  </a:lnTo>
                  <a:lnTo>
                    <a:pt x="5382336" y="1546648"/>
                  </a:lnTo>
                  <a:lnTo>
                    <a:pt x="5384237" y="1490025"/>
                  </a:lnTo>
                  <a:lnTo>
                    <a:pt x="5386138" y="1464322"/>
                  </a:lnTo>
                  <a:lnTo>
                    <a:pt x="5388039" y="1501461"/>
                  </a:lnTo>
                  <a:lnTo>
                    <a:pt x="5389941" y="1552571"/>
                  </a:lnTo>
                  <a:lnTo>
                    <a:pt x="5391842" y="1554627"/>
                  </a:lnTo>
                  <a:lnTo>
                    <a:pt x="5393743" y="1572331"/>
                  </a:lnTo>
                  <a:lnTo>
                    <a:pt x="5395644" y="1555929"/>
                  </a:lnTo>
                  <a:lnTo>
                    <a:pt x="5397546" y="1531210"/>
                  </a:lnTo>
                  <a:lnTo>
                    <a:pt x="5399447" y="1505490"/>
                  </a:lnTo>
                  <a:lnTo>
                    <a:pt x="5401348" y="1550365"/>
                  </a:lnTo>
                  <a:lnTo>
                    <a:pt x="5403249" y="1641923"/>
                  </a:lnTo>
                  <a:lnTo>
                    <a:pt x="5405150" y="1696776"/>
                  </a:lnTo>
                  <a:lnTo>
                    <a:pt x="5407052" y="1704150"/>
                  </a:lnTo>
                  <a:lnTo>
                    <a:pt x="5408953" y="1698989"/>
                  </a:lnTo>
                  <a:lnTo>
                    <a:pt x="5410854" y="1696642"/>
                  </a:lnTo>
                  <a:lnTo>
                    <a:pt x="5412755" y="1607195"/>
                  </a:lnTo>
                  <a:lnTo>
                    <a:pt x="5414656" y="1528757"/>
                  </a:lnTo>
                  <a:lnTo>
                    <a:pt x="5416558" y="1560004"/>
                  </a:lnTo>
                  <a:lnTo>
                    <a:pt x="5418459" y="1760782"/>
                  </a:lnTo>
                  <a:lnTo>
                    <a:pt x="5420360" y="1933184"/>
                  </a:lnTo>
                  <a:lnTo>
                    <a:pt x="5422261" y="2006073"/>
                  </a:lnTo>
                  <a:lnTo>
                    <a:pt x="5424163" y="2136851"/>
                  </a:lnTo>
                  <a:lnTo>
                    <a:pt x="5426064" y="2221373"/>
                  </a:lnTo>
                  <a:lnTo>
                    <a:pt x="5427965" y="2172065"/>
                  </a:lnTo>
                  <a:lnTo>
                    <a:pt x="5429866" y="2113971"/>
                  </a:lnTo>
                  <a:lnTo>
                    <a:pt x="5431767" y="2059713"/>
                  </a:lnTo>
                  <a:lnTo>
                    <a:pt x="5433669" y="2096068"/>
                  </a:lnTo>
                  <a:lnTo>
                    <a:pt x="5435570" y="2152880"/>
                  </a:lnTo>
                  <a:lnTo>
                    <a:pt x="5437471" y="2191292"/>
                  </a:lnTo>
                  <a:lnTo>
                    <a:pt x="5439372" y="2180982"/>
                  </a:lnTo>
                  <a:lnTo>
                    <a:pt x="5441273" y="1979306"/>
                  </a:lnTo>
                  <a:lnTo>
                    <a:pt x="5443175" y="1814485"/>
                  </a:lnTo>
                  <a:lnTo>
                    <a:pt x="5445076" y="1671077"/>
                  </a:lnTo>
                  <a:lnTo>
                    <a:pt x="5446977" y="1475292"/>
                  </a:lnTo>
                  <a:lnTo>
                    <a:pt x="5448878" y="1274685"/>
                  </a:lnTo>
                  <a:lnTo>
                    <a:pt x="5450780" y="1188601"/>
                  </a:lnTo>
                  <a:lnTo>
                    <a:pt x="5452681" y="1170528"/>
                  </a:lnTo>
                  <a:lnTo>
                    <a:pt x="5454582" y="1100475"/>
                  </a:lnTo>
                  <a:lnTo>
                    <a:pt x="5456483" y="1031494"/>
                  </a:lnTo>
                  <a:lnTo>
                    <a:pt x="5458384" y="983597"/>
                  </a:lnTo>
                  <a:lnTo>
                    <a:pt x="5460286" y="943991"/>
                  </a:lnTo>
                  <a:lnTo>
                    <a:pt x="5462187" y="905377"/>
                  </a:lnTo>
                  <a:lnTo>
                    <a:pt x="5464088" y="952839"/>
                  </a:lnTo>
                  <a:lnTo>
                    <a:pt x="5465989" y="1019103"/>
                  </a:lnTo>
                  <a:lnTo>
                    <a:pt x="5467890" y="1013989"/>
                  </a:lnTo>
                  <a:lnTo>
                    <a:pt x="5469792" y="999610"/>
                  </a:lnTo>
                  <a:lnTo>
                    <a:pt x="5471693" y="977543"/>
                  </a:lnTo>
                  <a:lnTo>
                    <a:pt x="5473594" y="936905"/>
                  </a:lnTo>
                  <a:lnTo>
                    <a:pt x="5475495" y="846886"/>
                  </a:lnTo>
                  <a:lnTo>
                    <a:pt x="5477397" y="795888"/>
                  </a:lnTo>
                  <a:lnTo>
                    <a:pt x="5479298" y="789999"/>
                  </a:lnTo>
                  <a:lnTo>
                    <a:pt x="5481199" y="774746"/>
                  </a:lnTo>
                  <a:lnTo>
                    <a:pt x="5483100" y="820646"/>
                  </a:lnTo>
                  <a:lnTo>
                    <a:pt x="5485001" y="908552"/>
                  </a:lnTo>
                  <a:lnTo>
                    <a:pt x="5486903" y="1012879"/>
                  </a:lnTo>
                  <a:lnTo>
                    <a:pt x="5488804" y="1073008"/>
                  </a:lnTo>
                  <a:lnTo>
                    <a:pt x="5490705" y="1172668"/>
                  </a:lnTo>
                  <a:lnTo>
                    <a:pt x="5492606" y="1426207"/>
                  </a:lnTo>
                  <a:lnTo>
                    <a:pt x="5494507" y="1532674"/>
                  </a:lnTo>
                  <a:lnTo>
                    <a:pt x="5496409" y="1494878"/>
                  </a:lnTo>
                  <a:lnTo>
                    <a:pt x="5498310" y="1395979"/>
                  </a:lnTo>
                  <a:lnTo>
                    <a:pt x="5500211" y="1347038"/>
                  </a:lnTo>
                  <a:lnTo>
                    <a:pt x="5502112" y="1273365"/>
                  </a:lnTo>
                  <a:lnTo>
                    <a:pt x="5504014" y="1060156"/>
                  </a:lnTo>
                  <a:lnTo>
                    <a:pt x="5505915" y="978362"/>
                  </a:lnTo>
                  <a:lnTo>
                    <a:pt x="5507816" y="991764"/>
                  </a:lnTo>
                  <a:lnTo>
                    <a:pt x="5509717" y="1077003"/>
                  </a:lnTo>
                  <a:lnTo>
                    <a:pt x="5511618" y="1144572"/>
                  </a:lnTo>
                  <a:lnTo>
                    <a:pt x="5513520" y="1224420"/>
                  </a:lnTo>
                  <a:lnTo>
                    <a:pt x="5515421" y="1275036"/>
                  </a:lnTo>
                  <a:lnTo>
                    <a:pt x="5517322" y="1293862"/>
                  </a:lnTo>
                  <a:lnTo>
                    <a:pt x="5519223" y="1377420"/>
                  </a:lnTo>
                  <a:lnTo>
                    <a:pt x="5521124" y="1432941"/>
                  </a:lnTo>
                  <a:lnTo>
                    <a:pt x="5523026" y="1395977"/>
                  </a:lnTo>
                  <a:lnTo>
                    <a:pt x="5524927" y="1310391"/>
                  </a:lnTo>
                  <a:lnTo>
                    <a:pt x="5526828" y="1231691"/>
                  </a:lnTo>
                  <a:lnTo>
                    <a:pt x="5528729" y="1175515"/>
                  </a:lnTo>
                  <a:lnTo>
                    <a:pt x="5530630" y="1084441"/>
                  </a:lnTo>
                  <a:lnTo>
                    <a:pt x="5532532" y="979394"/>
                  </a:lnTo>
                  <a:lnTo>
                    <a:pt x="5534433" y="1006024"/>
                  </a:lnTo>
                  <a:lnTo>
                    <a:pt x="5536334" y="1073837"/>
                  </a:lnTo>
                  <a:lnTo>
                    <a:pt x="5538235" y="1141795"/>
                  </a:lnTo>
                  <a:lnTo>
                    <a:pt x="5540137" y="1270459"/>
                  </a:lnTo>
                  <a:lnTo>
                    <a:pt x="5542038" y="1332026"/>
                  </a:lnTo>
                  <a:lnTo>
                    <a:pt x="5543939" y="1365356"/>
                  </a:lnTo>
                  <a:lnTo>
                    <a:pt x="5545840" y="1348768"/>
                  </a:lnTo>
                  <a:lnTo>
                    <a:pt x="5547741" y="1339546"/>
                  </a:lnTo>
                  <a:lnTo>
                    <a:pt x="5549643" y="1313208"/>
                  </a:lnTo>
                  <a:lnTo>
                    <a:pt x="5551544" y="1229947"/>
                  </a:lnTo>
                  <a:lnTo>
                    <a:pt x="5553445" y="1201683"/>
                  </a:lnTo>
                  <a:lnTo>
                    <a:pt x="5555346" y="1247156"/>
                  </a:lnTo>
                  <a:lnTo>
                    <a:pt x="5557247" y="1322240"/>
                  </a:lnTo>
                  <a:lnTo>
                    <a:pt x="5559149" y="1298391"/>
                  </a:lnTo>
                  <a:lnTo>
                    <a:pt x="5561050" y="1267149"/>
                  </a:lnTo>
                  <a:lnTo>
                    <a:pt x="5562951" y="1281520"/>
                  </a:lnTo>
                  <a:lnTo>
                    <a:pt x="5564852" y="1328092"/>
                  </a:lnTo>
                  <a:lnTo>
                    <a:pt x="5566754" y="1424595"/>
                  </a:lnTo>
                  <a:lnTo>
                    <a:pt x="5568655" y="1477340"/>
                  </a:lnTo>
                  <a:lnTo>
                    <a:pt x="5570556" y="1504001"/>
                  </a:lnTo>
                  <a:lnTo>
                    <a:pt x="5572457" y="1559563"/>
                  </a:lnTo>
                  <a:lnTo>
                    <a:pt x="5574358" y="1663399"/>
                  </a:lnTo>
                  <a:lnTo>
                    <a:pt x="5576260" y="1765603"/>
                  </a:lnTo>
                  <a:lnTo>
                    <a:pt x="5578161" y="1732510"/>
                  </a:lnTo>
                  <a:lnTo>
                    <a:pt x="5580062" y="1720426"/>
                  </a:lnTo>
                  <a:lnTo>
                    <a:pt x="5581963" y="1817492"/>
                  </a:lnTo>
                  <a:lnTo>
                    <a:pt x="5583864" y="1856278"/>
                  </a:lnTo>
                  <a:lnTo>
                    <a:pt x="5585766" y="1719343"/>
                  </a:lnTo>
                  <a:lnTo>
                    <a:pt x="5587667" y="1513834"/>
                  </a:lnTo>
                  <a:lnTo>
                    <a:pt x="5589568" y="1363199"/>
                  </a:lnTo>
                  <a:lnTo>
                    <a:pt x="5591469" y="1202592"/>
                  </a:lnTo>
                  <a:lnTo>
                    <a:pt x="5593371" y="1088702"/>
                  </a:lnTo>
                  <a:lnTo>
                    <a:pt x="5595272" y="1098379"/>
                  </a:lnTo>
                  <a:lnTo>
                    <a:pt x="5597173" y="1152626"/>
                  </a:lnTo>
                  <a:lnTo>
                    <a:pt x="5599074" y="1228112"/>
                  </a:lnTo>
                  <a:lnTo>
                    <a:pt x="5600975" y="1313972"/>
                  </a:lnTo>
                  <a:lnTo>
                    <a:pt x="5602877" y="1414733"/>
                  </a:lnTo>
                  <a:lnTo>
                    <a:pt x="5604778" y="1373403"/>
                  </a:lnTo>
                  <a:lnTo>
                    <a:pt x="5606679" y="1268604"/>
                  </a:lnTo>
                  <a:lnTo>
                    <a:pt x="5608580" y="1347775"/>
                  </a:lnTo>
                  <a:lnTo>
                    <a:pt x="5610481" y="1425001"/>
                  </a:lnTo>
                  <a:lnTo>
                    <a:pt x="5612383" y="1453956"/>
                  </a:lnTo>
                  <a:lnTo>
                    <a:pt x="5614284" y="1425596"/>
                  </a:lnTo>
                  <a:lnTo>
                    <a:pt x="5616185" y="1453816"/>
                  </a:lnTo>
                  <a:lnTo>
                    <a:pt x="5618086" y="1517226"/>
                  </a:lnTo>
                  <a:lnTo>
                    <a:pt x="5619988" y="1419498"/>
                  </a:lnTo>
                  <a:lnTo>
                    <a:pt x="5621889" y="1368728"/>
                  </a:lnTo>
                  <a:lnTo>
                    <a:pt x="5623790" y="1353226"/>
                  </a:lnTo>
                  <a:lnTo>
                    <a:pt x="5625691" y="1345401"/>
                  </a:lnTo>
                  <a:lnTo>
                    <a:pt x="5627592" y="1412813"/>
                  </a:lnTo>
                  <a:lnTo>
                    <a:pt x="5629494" y="1507519"/>
                  </a:lnTo>
                  <a:lnTo>
                    <a:pt x="5631395" y="1603320"/>
                  </a:lnTo>
                  <a:lnTo>
                    <a:pt x="5633296" y="1660487"/>
                  </a:lnTo>
                  <a:lnTo>
                    <a:pt x="5635197" y="1712367"/>
                  </a:lnTo>
                  <a:lnTo>
                    <a:pt x="5637098" y="1793444"/>
                  </a:lnTo>
                  <a:lnTo>
                    <a:pt x="5639000" y="1756031"/>
                  </a:lnTo>
                  <a:lnTo>
                    <a:pt x="5640901" y="1670952"/>
                  </a:lnTo>
                  <a:lnTo>
                    <a:pt x="5642802" y="1671970"/>
                  </a:lnTo>
                  <a:lnTo>
                    <a:pt x="5644703" y="1710036"/>
                  </a:lnTo>
                  <a:lnTo>
                    <a:pt x="5646605" y="1749862"/>
                  </a:lnTo>
                  <a:lnTo>
                    <a:pt x="5648506" y="1836212"/>
                  </a:lnTo>
                  <a:lnTo>
                    <a:pt x="5650407" y="1989874"/>
                  </a:lnTo>
                  <a:lnTo>
                    <a:pt x="5652308" y="2049919"/>
                  </a:lnTo>
                  <a:lnTo>
                    <a:pt x="5654209" y="2042009"/>
                  </a:lnTo>
                  <a:lnTo>
                    <a:pt x="5656111" y="2075334"/>
                  </a:lnTo>
                  <a:lnTo>
                    <a:pt x="5658012" y="2009119"/>
                  </a:lnTo>
                  <a:lnTo>
                    <a:pt x="5659913" y="1864455"/>
                  </a:lnTo>
                  <a:lnTo>
                    <a:pt x="5661814" y="1725588"/>
                  </a:lnTo>
                  <a:lnTo>
                    <a:pt x="5663715" y="1661248"/>
                  </a:lnTo>
                  <a:lnTo>
                    <a:pt x="5665617" y="1529968"/>
                  </a:lnTo>
                  <a:lnTo>
                    <a:pt x="5667518" y="1299632"/>
                  </a:lnTo>
                  <a:lnTo>
                    <a:pt x="5669419" y="1180973"/>
                  </a:lnTo>
                  <a:lnTo>
                    <a:pt x="5671320" y="1089799"/>
                  </a:lnTo>
                  <a:lnTo>
                    <a:pt x="5673222" y="1006837"/>
                  </a:lnTo>
                  <a:lnTo>
                    <a:pt x="5675123" y="963882"/>
                  </a:lnTo>
                  <a:lnTo>
                    <a:pt x="5677024" y="977453"/>
                  </a:lnTo>
                  <a:lnTo>
                    <a:pt x="5678925" y="1008594"/>
                  </a:lnTo>
                  <a:lnTo>
                    <a:pt x="5680826" y="1043870"/>
                  </a:lnTo>
                  <a:lnTo>
                    <a:pt x="5682728" y="1099505"/>
                  </a:lnTo>
                  <a:lnTo>
                    <a:pt x="5684629" y="1123346"/>
                  </a:lnTo>
                  <a:lnTo>
                    <a:pt x="5686530" y="1076885"/>
                  </a:lnTo>
                  <a:lnTo>
                    <a:pt x="5688431" y="1024049"/>
                  </a:lnTo>
                  <a:lnTo>
                    <a:pt x="5690332" y="1052611"/>
                  </a:lnTo>
                  <a:lnTo>
                    <a:pt x="5692234" y="1063126"/>
                  </a:lnTo>
                  <a:lnTo>
                    <a:pt x="5694135" y="1098422"/>
                  </a:lnTo>
                  <a:lnTo>
                    <a:pt x="5696036" y="1159586"/>
                  </a:lnTo>
                  <a:lnTo>
                    <a:pt x="5697937" y="1245233"/>
                  </a:lnTo>
                  <a:lnTo>
                    <a:pt x="5699839" y="1348810"/>
                  </a:lnTo>
                  <a:lnTo>
                    <a:pt x="5701740" y="1425398"/>
                  </a:lnTo>
                  <a:lnTo>
                    <a:pt x="5703641" y="1527203"/>
                  </a:lnTo>
                  <a:lnTo>
                    <a:pt x="5705542" y="1567839"/>
                  </a:lnTo>
                  <a:lnTo>
                    <a:pt x="5707443" y="1524067"/>
                  </a:lnTo>
                  <a:lnTo>
                    <a:pt x="5709345" y="1455698"/>
                  </a:lnTo>
                  <a:lnTo>
                    <a:pt x="5711246" y="1369535"/>
                  </a:lnTo>
                  <a:lnTo>
                    <a:pt x="5713147" y="1281413"/>
                  </a:lnTo>
                  <a:lnTo>
                    <a:pt x="5715048" y="1302248"/>
                  </a:lnTo>
                  <a:lnTo>
                    <a:pt x="5716949" y="1339504"/>
                  </a:lnTo>
                  <a:lnTo>
                    <a:pt x="5718851" y="1321869"/>
                  </a:lnTo>
                  <a:lnTo>
                    <a:pt x="5720752" y="1249634"/>
                  </a:lnTo>
                  <a:lnTo>
                    <a:pt x="5722653" y="1213472"/>
                  </a:lnTo>
                  <a:lnTo>
                    <a:pt x="5724554" y="1168588"/>
                  </a:lnTo>
                  <a:lnTo>
                    <a:pt x="5726456" y="1026264"/>
                  </a:lnTo>
                  <a:lnTo>
                    <a:pt x="5728357" y="887361"/>
                  </a:lnTo>
                  <a:lnTo>
                    <a:pt x="5730258" y="830315"/>
                  </a:lnTo>
                  <a:lnTo>
                    <a:pt x="5732159" y="858499"/>
                  </a:lnTo>
                  <a:lnTo>
                    <a:pt x="5734060" y="901062"/>
                  </a:lnTo>
                  <a:lnTo>
                    <a:pt x="5735962" y="892533"/>
                  </a:lnTo>
                  <a:lnTo>
                    <a:pt x="5737863" y="815472"/>
                  </a:lnTo>
                  <a:lnTo>
                    <a:pt x="5739764" y="741492"/>
                  </a:lnTo>
                  <a:lnTo>
                    <a:pt x="5741665" y="703878"/>
                  </a:lnTo>
                  <a:lnTo>
                    <a:pt x="5743566" y="664202"/>
                  </a:lnTo>
                  <a:lnTo>
                    <a:pt x="5745468" y="649056"/>
                  </a:lnTo>
                  <a:lnTo>
                    <a:pt x="5747369" y="642898"/>
                  </a:lnTo>
                  <a:lnTo>
                    <a:pt x="5749270" y="659863"/>
                  </a:lnTo>
                  <a:lnTo>
                    <a:pt x="5751171" y="650622"/>
                  </a:lnTo>
                  <a:lnTo>
                    <a:pt x="5753073" y="630918"/>
                  </a:lnTo>
                  <a:lnTo>
                    <a:pt x="5754974" y="767134"/>
                  </a:lnTo>
                  <a:lnTo>
                    <a:pt x="5756875" y="889286"/>
                  </a:lnTo>
                  <a:lnTo>
                    <a:pt x="5758776" y="971157"/>
                  </a:lnTo>
                  <a:lnTo>
                    <a:pt x="5760677" y="968543"/>
                  </a:lnTo>
                  <a:lnTo>
                    <a:pt x="5762579" y="962756"/>
                  </a:lnTo>
                  <a:lnTo>
                    <a:pt x="5764480" y="1002715"/>
                  </a:lnTo>
                  <a:lnTo>
                    <a:pt x="5766381" y="965269"/>
                  </a:lnTo>
                  <a:lnTo>
                    <a:pt x="5768282" y="882542"/>
                  </a:lnTo>
                  <a:lnTo>
                    <a:pt x="5770183" y="855903"/>
                  </a:lnTo>
                  <a:lnTo>
                    <a:pt x="5772085" y="984275"/>
                  </a:lnTo>
                  <a:lnTo>
                    <a:pt x="5773986" y="1166170"/>
                  </a:lnTo>
                  <a:lnTo>
                    <a:pt x="5775887" y="1348417"/>
                  </a:lnTo>
                  <a:lnTo>
                    <a:pt x="5777788" y="1398916"/>
                  </a:lnTo>
                  <a:lnTo>
                    <a:pt x="5779690" y="1382441"/>
                  </a:lnTo>
                  <a:lnTo>
                    <a:pt x="5781591" y="1351832"/>
                  </a:lnTo>
                  <a:lnTo>
                    <a:pt x="5783492" y="1263560"/>
                  </a:lnTo>
                  <a:lnTo>
                    <a:pt x="5785393" y="1190278"/>
                  </a:lnTo>
                  <a:lnTo>
                    <a:pt x="5787294" y="1115963"/>
                  </a:lnTo>
                  <a:lnTo>
                    <a:pt x="5789196" y="1196171"/>
                  </a:lnTo>
                  <a:lnTo>
                    <a:pt x="5791097" y="1382655"/>
                  </a:lnTo>
                  <a:lnTo>
                    <a:pt x="5792998" y="1575764"/>
                  </a:lnTo>
                  <a:lnTo>
                    <a:pt x="5794899" y="1812287"/>
                  </a:lnTo>
                  <a:lnTo>
                    <a:pt x="5796800" y="1943239"/>
                  </a:lnTo>
                  <a:lnTo>
                    <a:pt x="5798702" y="1999585"/>
                  </a:lnTo>
                  <a:lnTo>
                    <a:pt x="5800603" y="1960395"/>
                  </a:lnTo>
                  <a:lnTo>
                    <a:pt x="5802504" y="1881751"/>
                  </a:lnTo>
                  <a:lnTo>
                    <a:pt x="5804405" y="1828297"/>
                  </a:lnTo>
                  <a:lnTo>
                    <a:pt x="5806307" y="1806401"/>
                  </a:lnTo>
                  <a:lnTo>
                    <a:pt x="5808208" y="1835938"/>
                  </a:lnTo>
                  <a:lnTo>
                    <a:pt x="5810109" y="1887618"/>
                  </a:lnTo>
                  <a:lnTo>
                    <a:pt x="5812010" y="1901780"/>
                  </a:lnTo>
                  <a:lnTo>
                    <a:pt x="5813911" y="1936327"/>
                  </a:lnTo>
                  <a:lnTo>
                    <a:pt x="5815813" y="1894953"/>
                  </a:lnTo>
                  <a:lnTo>
                    <a:pt x="5817714" y="1842001"/>
                  </a:lnTo>
                  <a:lnTo>
                    <a:pt x="5819615" y="1955222"/>
                  </a:lnTo>
                  <a:lnTo>
                    <a:pt x="5821516" y="2018694"/>
                  </a:lnTo>
                  <a:lnTo>
                    <a:pt x="5823417" y="2106037"/>
                  </a:lnTo>
                  <a:lnTo>
                    <a:pt x="5825319" y="2134423"/>
                  </a:lnTo>
                  <a:lnTo>
                    <a:pt x="5827220" y="2167632"/>
                  </a:lnTo>
                  <a:lnTo>
                    <a:pt x="5829121" y="2134365"/>
                  </a:lnTo>
                  <a:lnTo>
                    <a:pt x="5831022" y="2012529"/>
                  </a:lnTo>
                  <a:lnTo>
                    <a:pt x="5832923" y="2017380"/>
                  </a:lnTo>
                  <a:lnTo>
                    <a:pt x="5834825" y="2014064"/>
                  </a:lnTo>
                  <a:lnTo>
                    <a:pt x="5836726" y="1960139"/>
                  </a:lnTo>
                  <a:lnTo>
                    <a:pt x="5838627" y="1912604"/>
                  </a:lnTo>
                  <a:lnTo>
                    <a:pt x="5840528" y="1853318"/>
                  </a:lnTo>
                  <a:lnTo>
                    <a:pt x="5842430" y="1842503"/>
                  </a:lnTo>
                  <a:lnTo>
                    <a:pt x="5844331" y="1773602"/>
                  </a:lnTo>
                  <a:lnTo>
                    <a:pt x="5846232" y="1680507"/>
                  </a:lnTo>
                  <a:lnTo>
                    <a:pt x="5848133" y="1659809"/>
                  </a:lnTo>
                  <a:lnTo>
                    <a:pt x="5850034" y="1689958"/>
                  </a:lnTo>
                  <a:lnTo>
                    <a:pt x="5851936" y="1727554"/>
                  </a:lnTo>
                  <a:lnTo>
                    <a:pt x="5853837" y="1676683"/>
                  </a:lnTo>
                  <a:lnTo>
                    <a:pt x="5855738" y="1660888"/>
                  </a:lnTo>
                  <a:lnTo>
                    <a:pt x="5857639" y="1728636"/>
                  </a:lnTo>
                  <a:lnTo>
                    <a:pt x="5859540" y="1787976"/>
                  </a:lnTo>
                  <a:lnTo>
                    <a:pt x="5861442" y="1797302"/>
                  </a:lnTo>
                  <a:lnTo>
                    <a:pt x="5863343" y="1869937"/>
                  </a:lnTo>
                  <a:lnTo>
                    <a:pt x="5865244" y="1989598"/>
                  </a:lnTo>
                  <a:lnTo>
                    <a:pt x="5867145" y="2058538"/>
                  </a:lnTo>
                  <a:lnTo>
                    <a:pt x="5869047" y="2018590"/>
                  </a:lnTo>
                  <a:lnTo>
                    <a:pt x="5870948" y="2083515"/>
                  </a:lnTo>
                  <a:lnTo>
                    <a:pt x="5872849" y="2189136"/>
                  </a:lnTo>
                  <a:lnTo>
                    <a:pt x="5874750" y="2204354"/>
                  </a:lnTo>
                  <a:lnTo>
                    <a:pt x="5876651" y="2174995"/>
                  </a:lnTo>
                  <a:lnTo>
                    <a:pt x="5878553" y="2234119"/>
                  </a:lnTo>
                  <a:lnTo>
                    <a:pt x="5880454" y="2319998"/>
                  </a:lnTo>
                  <a:lnTo>
                    <a:pt x="5882355" y="2232117"/>
                  </a:lnTo>
                  <a:lnTo>
                    <a:pt x="5884256" y="2182123"/>
                  </a:lnTo>
                  <a:lnTo>
                    <a:pt x="5886157" y="2184290"/>
                  </a:lnTo>
                  <a:lnTo>
                    <a:pt x="5888059" y="2194758"/>
                  </a:lnTo>
                  <a:lnTo>
                    <a:pt x="5889960" y="2102599"/>
                  </a:lnTo>
                  <a:lnTo>
                    <a:pt x="5891861" y="2053251"/>
                  </a:lnTo>
                  <a:lnTo>
                    <a:pt x="5893762" y="2114308"/>
                  </a:lnTo>
                  <a:lnTo>
                    <a:pt x="5895664" y="2184729"/>
                  </a:lnTo>
                  <a:lnTo>
                    <a:pt x="5897565" y="2266985"/>
                  </a:lnTo>
                  <a:lnTo>
                    <a:pt x="5899466" y="2392108"/>
                  </a:lnTo>
                  <a:lnTo>
                    <a:pt x="5901367" y="2558188"/>
                  </a:lnTo>
                  <a:lnTo>
                    <a:pt x="5903268" y="2710320"/>
                  </a:lnTo>
                  <a:lnTo>
                    <a:pt x="5905170" y="2817072"/>
                  </a:lnTo>
                  <a:lnTo>
                    <a:pt x="5907071" y="2757628"/>
                  </a:lnTo>
                  <a:lnTo>
                    <a:pt x="5908972" y="2700239"/>
                  </a:lnTo>
                  <a:lnTo>
                    <a:pt x="5910873" y="2607502"/>
                  </a:lnTo>
                  <a:lnTo>
                    <a:pt x="5912774" y="2474343"/>
                  </a:lnTo>
                  <a:lnTo>
                    <a:pt x="5914676" y="2317919"/>
                  </a:lnTo>
                  <a:lnTo>
                    <a:pt x="5916577" y="2130606"/>
                  </a:lnTo>
                  <a:lnTo>
                    <a:pt x="5918478" y="2164366"/>
                  </a:lnTo>
                  <a:lnTo>
                    <a:pt x="5920379" y="2141017"/>
                  </a:lnTo>
                  <a:lnTo>
                    <a:pt x="5922281" y="2030597"/>
                  </a:lnTo>
                  <a:lnTo>
                    <a:pt x="5924182" y="1904128"/>
                  </a:lnTo>
                  <a:lnTo>
                    <a:pt x="5926083" y="1820166"/>
                  </a:lnTo>
                  <a:lnTo>
                    <a:pt x="5927984" y="1871132"/>
                  </a:lnTo>
                  <a:lnTo>
                    <a:pt x="5929885" y="1806511"/>
                  </a:lnTo>
                  <a:lnTo>
                    <a:pt x="5931787" y="1691228"/>
                  </a:lnTo>
                  <a:lnTo>
                    <a:pt x="5933688" y="1627350"/>
                  </a:lnTo>
                  <a:lnTo>
                    <a:pt x="5935589" y="1627486"/>
                  </a:lnTo>
                  <a:lnTo>
                    <a:pt x="5937490" y="1609538"/>
                  </a:lnTo>
                  <a:lnTo>
                    <a:pt x="5939391" y="1421468"/>
                  </a:lnTo>
                  <a:lnTo>
                    <a:pt x="5941293" y="1233471"/>
                  </a:lnTo>
                  <a:lnTo>
                    <a:pt x="5943194" y="1163849"/>
                  </a:lnTo>
                  <a:lnTo>
                    <a:pt x="5945095" y="1090964"/>
                  </a:lnTo>
                  <a:lnTo>
                    <a:pt x="5946996" y="948195"/>
                  </a:lnTo>
                  <a:lnTo>
                    <a:pt x="5948898" y="791011"/>
                  </a:lnTo>
                  <a:lnTo>
                    <a:pt x="5950799" y="738162"/>
                  </a:lnTo>
                  <a:lnTo>
                    <a:pt x="5952700" y="668973"/>
                  </a:lnTo>
                  <a:lnTo>
                    <a:pt x="5954601" y="570939"/>
                  </a:lnTo>
                  <a:lnTo>
                    <a:pt x="5956502" y="476377"/>
                  </a:lnTo>
                  <a:lnTo>
                    <a:pt x="5958404" y="437698"/>
                  </a:lnTo>
                  <a:lnTo>
                    <a:pt x="5960305" y="424771"/>
                  </a:lnTo>
                  <a:lnTo>
                    <a:pt x="5962206" y="398587"/>
                  </a:lnTo>
                  <a:lnTo>
                    <a:pt x="5964107" y="401943"/>
                  </a:lnTo>
                  <a:lnTo>
                    <a:pt x="5966008" y="444796"/>
                  </a:lnTo>
                  <a:lnTo>
                    <a:pt x="5967910" y="530774"/>
                  </a:lnTo>
                  <a:lnTo>
                    <a:pt x="5969811" y="613638"/>
                  </a:lnTo>
                  <a:lnTo>
                    <a:pt x="5971712" y="640781"/>
                  </a:lnTo>
                  <a:lnTo>
                    <a:pt x="5973613" y="654479"/>
                  </a:lnTo>
                  <a:lnTo>
                    <a:pt x="5975515" y="639751"/>
                  </a:lnTo>
                  <a:lnTo>
                    <a:pt x="5977416" y="643672"/>
                  </a:lnTo>
                  <a:lnTo>
                    <a:pt x="5979317" y="645591"/>
                  </a:lnTo>
                  <a:lnTo>
                    <a:pt x="5981218" y="687871"/>
                  </a:lnTo>
                  <a:lnTo>
                    <a:pt x="5983119" y="766401"/>
                  </a:lnTo>
                  <a:lnTo>
                    <a:pt x="5985021" y="810732"/>
                  </a:lnTo>
                  <a:lnTo>
                    <a:pt x="5986922" y="838641"/>
                  </a:lnTo>
                  <a:lnTo>
                    <a:pt x="5988823" y="877315"/>
                  </a:lnTo>
                  <a:lnTo>
                    <a:pt x="5990724" y="899529"/>
                  </a:lnTo>
                  <a:lnTo>
                    <a:pt x="5992625" y="875578"/>
                  </a:lnTo>
                  <a:lnTo>
                    <a:pt x="5994527" y="815931"/>
                  </a:lnTo>
                  <a:lnTo>
                    <a:pt x="5996428" y="781918"/>
                  </a:lnTo>
                  <a:lnTo>
                    <a:pt x="5998329" y="773947"/>
                  </a:lnTo>
                  <a:lnTo>
                    <a:pt x="6000230" y="690144"/>
                  </a:lnTo>
                  <a:lnTo>
                    <a:pt x="6002132" y="708489"/>
                  </a:lnTo>
                  <a:lnTo>
                    <a:pt x="6004033" y="796636"/>
                  </a:lnTo>
                  <a:lnTo>
                    <a:pt x="6005934" y="799649"/>
                  </a:lnTo>
                  <a:lnTo>
                    <a:pt x="6007835" y="759737"/>
                  </a:lnTo>
                  <a:lnTo>
                    <a:pt x="6009736" y="704352"/>
                  </a:lnTo>
                  <a:lnTo>
                    <a:pt x="6011638" y="689006"/>
                  </a:lnTo>
                  <a:lnTo>
                    <a:pt x="6013539" y="567342"/>
                  </a:lnTo>
                  <a:lnTo>
                    <a:pt x="6015440" y="417124"/>
                  </a:lnTo>
                  <a:lnTo>
                    <a:pt x="6017341" y="406818"/>
                  </a:lnTo>
                  <a:lnTo>
                    <a:pt x="6019242" y="380669"/>
                  </a:lnTo>
                  <a:lnTo>
                    <a:pt x="6021144" y="360966"/>
                  </a:lnTo>
                  <a:lnTo>
                    <a:pt x="6023045" y="305446"/>
                  </a:lnTo>
                  <a:lnTo>
                    <a:pt x="6024946" y="269699"/>
                  </a:lnTo>
                  <a:lnTo>
                    <a:pt x="6026847" y="239597"/>
                  </a:lnTo>
                  <a:lnTo>
                    <a:pt x="6028749" y="211694"/>
                  </a:lnTo>
                  <a:lnTo>
                    <a:pt x="6030650" y="279062"/>
                  </a:lnTo>
                  <a:lnTo>
                    <a:pt x="6032551" y="396932"/>
                  </a:lnTo>
                  <a:lnTo>
                    <a:pt x="6034452" y="483938"/>
                  </a:lnTo>
                  <a:lnTo>
                    <a:pt x="6036353" y="539443"/>
                  </a:lnTo>
                  <a:lnTo>
                    <a:pt x="6038255" y="582979"/>
                  </a:lnTo>
                  <a:lnTo>
                    <a:pt x="6040156" y="613929"/>
                  </a:lnTo>
                  <a:lnTo>
                    <a:pt x="6042057" y="592312"/>
                  </a:lnTo>
                  <a:lnTo>
                    <a:pt x="6043958" y="622297"/>
                  </a:lnTo>
                  <a:lnTo>
                    <a:pt x="6045859" y="770412"/>
                  </a:lnTo>
                  <a:lnTo>
                    <a:pt x="6047761" y="939256"/>
                  </a:lnTo>
                  <a:lnTo>
                    <a:pt x="6049662" y="1054795"/>
                  </a:lnTo>
                  <a:lnTo>
                    <a:pt x="6051563" y="1184627"/>
                  </a:lnTo>
                  <a:lnTo>
                    <a:pt x="6053464" y="1302591"/>
                  </a:lnTo>
                  <a:lnTo>
                    <a:pt x="6055366" y="1371496"/>
                  </a:lnTo>
                  <a:lnTo>
                    <a:pt x="6057267" y="1329208"/>
                  </a:lnTo>
                  <a:lnTo>
                    <a:pt x="6059168" y="1193854"/>
                  </a:lnTo>
                  <a:lnTo>
                    <a:pt x="6061069" y="1078071"/>
                  </a:lnTo>
                  <a:lnTo>
                    <a:pt x="6062970" y="940183"/>
                  </a:lnTo>
                  <a:lnTo>
                    <a:pt x="6064872" y="824016"/>
                  </a:lnTo>
                  <a:lnTo>
                    <a:pt x="6066773" y="697549"/>
                  </a:lnTo>
                  <a:lnTo>
                    <a:pt x="6068674" y="570363"/>
                  </a:lnTo>
                  <a:lnTo>
                    <a:pt x="6070575" y="473015"/>
                  </a:lnTo>
                  <a:lnTo>
                    <a:pt x="6072476" y="452363"/>
                  </a:lnTo>
                  <a:lnTo>
                    <a:pt x="6074378" y="504244"/>
                  </a:lnTo>
                  <a:lnTo>
                    <a:pt x="6076279" y="561323"/>
                  </a:lnTo>
                  <a:lnTo>
                    <a:pt x="6078180" y="608027"/>
                  </a:lnTo>
                  <a:lnTo>
                    <a:pt x="6080081" y="703300"/>
                  </a:lnTo>
                  <a:lnTo>
                    <a:pt x="6081983" y="843354"/>
                  </a:lnTo>
                  <a:lnTo>
                    <a:pt x="6083884" y="886081"/>
                  </a:lnTo>
                  <a:lnTo>
                    <a:pt x="6085785" y="847136"/>
                  </a:lnTo>
                  <a:lnTo>
                    <a:pt x="6087686" y="824588"/>
                  </a:lnTo>
                  <a:lnTo>
                    <a:pt x="6089587" y="815093"/>
                  </a:lnTo>
                  <a:lnTo>
                    <a:pt x="6091489" y="755935"/>
                  </a:lnTo>
                  <a:lnTo>
                    <a:pt x="6093390" y="822146"/>
                  </a:lnTo>
                  <a:lnTo>
                    <a:pt x="6095291" y="883571"/>
                  </a:lnTo>
                  <a:lnTo>
                    <a:pt x="6097192" y="984348"/>
                  </a:lnTo>
                  <a:lnTo>
                    <a:pt x="6099093" y="1073809"/>
                  </a:lnTo>
                  <a:lnTo>
                    <a:pt x="6100995" y="1193312"/>
                  </a:lnTo>
                  <a:lnTo>
                    <a:pt x="6102896" y="1352059"/>
                  </a:lnTo>
                  <a:lnTo>
                    <a:pt x="6104797" y="1380326"/>
                  </a:lnTo>
                  <a:lnTo>
                    <a:pt x="6106698" y="1423081"/>
                  </a:lnTo>
                  <a:lnTo>
                    <a:pt x="6108599" y="1449829"/>
                  </a:lnTo>
                  <a:lnTo>
                    <a:pt x="6110501" y="1510933"/>
                  </a:lnTo>
                  <a:lnTo>
                    <a:pt x="6112402" y="1495837"/>
                  </a:lnTo>
                  <a:lnTo>
                    <a:pt x="6114303" y="1427868"/>
                  </a:lnTo>
                  <a:lnTo>
                    <a:pt x="6116204" y="1444812"/>
                  </a:lnTo>
                  <a:lnTo>
                    <a:pt x="6118106" y="1544049"/>
                  </a:lnTo>
                  <a:lnTo>
                    <a:pt x="6120007" y="1676940"/>
                  </a:lnTo>
                  <a:lnTo>
                    <a:pt x="6121908" y="1753066"/>
                  </a:lnTo>
                  <a:lnTo>
                    <a:pt x="6123809" y="1816621"/>
                  </a:lnTo>
                  <a:lnTo>
                    <a:pt x="6125710" y="1904980"/>
                  </a:lnTo>
                  <a:lnTo>
                    <a:pt x="6127612" y="1929585"/>
                  </a:lnTo>
                  <a:lnTo>
                    <a:pt x="6129513" y="1939658"/>
                  </a:lnTo>
                  <a:lnTo>
                    <a:pt x="6131414" y="1956583"/>
                  </a:lnTo>
                  <a:lnTo>
                    <a:pt x="6133315" y="2048880"/>
                  </a:lnTo>
                  <a:lnTo>
                    <a:pt x="6135216" y="2187568"/>
                  </a:lnTo>
                  <a:lnTo>
                    <a:pt x="6137118" y="2316558"/>
                  </a:lnTo>
                  <a:lnTo>
                    <a:pt x="6139019" y="2402281"/>
                  </a:lnTo>
                  <a:lnTo>
                    <a:pt x="6140920" y="2428767"/>
                  </a:lnTo>
                  <a:lnTo>
                    <a:pt x="6142821" y="2479702"/>
                  </a:lnTo>
                  <a:lnTo>
                    <a:pt x="6144723" y="2489594"/>
                  </a:lnTo>
                  <a:lnTo>
                    <a:pt x="6146624" y="2517029"/>
                  </a:lnTo>
                  <a:lnTo>
                    <a:pt x="6148525" y="2495122"/>
                  </a:lnTo>
                  <a:lnTo>
                    <a:pt x="6150426" y="2462381"/>
                  </a:lnTo>
                  <a:lnTo>
                    <a:pt x="6152327" y="2460740"/>
                  </a:lnTo>
                  <a:lnTo>
                    <a:pt x="6154229" y="2483854"/>
                  </a:lnTo>
                  <a:lnTo>
                    <a:pt x="6156130" y="2471307"/>
                  </a:lnTo>
                  <a:lnTo>
                    <a:pt x="6158031" y="2429555"/>
                  </a:lnTo>
                  <a:lnTo>
                    <a:pt x="6159932" y="2460406"/>
                  </a:lnTo>
                  <a:lnTo>
                    <a:pt x="6161833" y="2585120"/>
                  </a:lnTo>
                  <a:lnTo>
                    <a:pt x="6163735" y="2719979"/>
                  </a:lnTo>
                  <a:lnTo>
                    <a:pt x="6165636" y="2757724"/>
                  </a:lnTo>
                  <a:lnTo>
                    <a:pt x="6167537" y="2827031"/>
                  </a:lnTo>
                  <a:lnTo>
                    <a:pt x="6169438" y="2868690"/>
                  </a:lnTo>
                  <a:lnTo>
                    <a:pt x="6171340" y="2926807"/>
                  </a:lnTo>
                  <a:lnTo>
                    <a:pt x="6173241" y="2944793"/>
                  </a:lnTo>
                  <a:lnTo>
                    <a:pt x="6175142" y="2892127"/>
                  </a:lnTo>
                  <a:lnTo>
                    <a:pt x="6177043" y="2784834"/>
                  </a:lnTo>
                  <a:lnTo>
                    <a:pt x="6178944" y="2673277"/>
                  </a:lnTo>
                  <a:lnTo>
                    <a:pt x="6180846" y="2618087"/>
                  </a:lnTo>
                  <a:lnTo>
                    <a:pt x="6182747" y="2640759"/>
                  </a:lnTo>
                  <a:lnTo>
                    <a:pt x="6184648" y="2662200"/>
                  </a:lnTo>
                  <a:lnTo>
                    <a:pt x="6186549" y="2683149"/>
                  </a:lnTo>
                  <a:lnTo>
                    <a:pt x="6188450" y="2764426"/>
                  </a:lnTo>
                  <a:lnTo>
                    <a:pt x="6190352" y="2858699"/>
                  </a:lnTo>
                  <a:lnTo>
                    <a:pt x="6192253" y="2939805"/>
                  </a:lnTo>
                  <a:lnTo>
                    <a:pt x="6194154" y="2875126"/>
                  </a:lnTo>
                  <a:lnTo>
                    <a:pt x="6196055" y="2728656"/>
                  </a:lnTo>
                  <a:lnTo>
                    <a:pt x="6197957" y="2683890"/>
                  </a:lnTo>
                  <a:lnTo>
                    <a:pt x="6199858" y="2690624"/>
                  </a:lnTo>
                  <a:lnTo>
                    <a:pt x="6201759" y="2623911"/>
                  </a:lnTo>
                  <a:lnTo>
                    <a:pt x="6203660" y="2597989"/>
                  </a:lnTo>
                  <a:lnTo>
                    <a:pt x="6205561" y="2614401"/>
                  </a:lnTo>
                  <a:lnTo>
                    <a:pt x="6207463" y="2666377"/>
                  </a:lnTo>
                  <a:lnTo>
                    <a:pt x="6209364" y="2676252"/>
                  </a:lnTo>
                  <a:lnTo>
                    <a:pt x="6211265" y="2705668"/>
                  </a:lnTo>
                  <a:lnTo>
                    <a:pt x="6213166" y="2805530"/>
                  </a:lnTo>
                  <a:lnTo>
                    <a:pt x="6215067" y="2859217"/>
                  </a:lnTo>
                  <a:lnTo>
                    <a:pt x="6216969" y="2919428"/>
                  </a:lnTo>
                  <a:lnTo>
                    <a:pt x="6218870" y="2995078"/>
                  </a:lnTo>
                  <a:lnTo>
                    <a:pt x="6220771" y="3067031"/>
                  </a:lnTo>
                  <a:lnTo>
                    <a:pt x="6222672" y="3080451"/>
                  </a:lnTo>
                  <a:lnTo>
                    <a:pt x="6224574" y="3074088"/>
                  </a:lnTo>
                  <a:lnTo>
                    <a:pt x="6226475" y="3056541"/>
                  </a:lnTo>
                  <a:lnTo>
                    <a:pt x="6228376" y="3058719"/>
                  </a:lnTo>
                  <a:lnTo>
                    <a:pt x="6230277" y="3028704"/>
                  </a:lnTo>
                  <a:lnTo>
                    <a:pt x="6232178" y="2961183"/>
                  </a:lnTo>
                  <a:lnTo>
                    <a:pt x="6234080" y="2935157"/>
                  </a:lnTo>
                  <a:lnTo>
                    <a:pt x="6235981" y="2941519"/>
                  </a:lnTo>
                  <a:lnTo>
                    <a:pt x="6237882" y="2959068"/>
                  </a:lnTo>
                  <a:lnTo>
                    <a:pt x="6239783" y="2956891"/>
                  </a:lnTo>
                  <a:lnTo>
                    <a:pt x="6241684" y="3017610"/>
                  </a:lnTo>
                  <a:lnTo>
                    <a:pt x="6243586" y="3077414"/>
                  </a:lnTo>
                  <a:lnTo>
                    <a:pt x="6245487" y="3084025"/>
                  </a:lnTo>
                  <a:lnTo>
                    <a:pt x="6247388" y="3084026"/>
                  </a:lnTo>
                  <a:lnTo>
                    <a:pt x="6249289" y="3044599"/>
                  </a:lnTo>
                  <a:lnTo>
                    <a:pt x="6251191" y="2979426"/>
                  </a:lnTo>
                  <a:lnTo>
                    <a:pt x="6253092" y="2959795"/>
                  </a:lnTo>
                  <a:lnTo>
                    <a:pt x="6254993" y="2968088"/>
                  </a:lnTo>
                  <a:lnTo>
                    <a:pt x="6256894" y="2948167"/>
                  </a:lnTo>
                  <a:lnTo>
                    <a:pt x="6258795" y="2950647"/>
                  </a:lnTo>
                  <a:lnTo>
                    <a:pt x="6260697" y="2990651"/>
                  </a:lnTo>
                  <a:lnTo>
                    <a:pt x="6262598" y="3019999"/>
                  </a:lnTo>
                  <a:lnTo>
                    <a:pt x="6264499" y="2980090"/>
                  </a:lnTo>
                  <a:lnTo>
                    <a:pt x="6266400" y="2929458"/>
                  </a:lnTo>
                  <a:lnTo>
                    <a:pt x="6268301" y="2952929"/>
                  </a:lnTo>
                  <a:lnTo>
                    <a:pt x="6270203" y="2885411"/>
                  </a:lnTo>
                  <a:lnTo>
                    <a:pt x="6272104" y="2855164"/>
                  </a:lnTo>
                  <a:lnTo>
                    <a:pt x="6274005" y="2890989"/>
                  </a:lnTo>
                  <a:lnTo>
                    <a:pt x="6275906" y="2929158"/>
                  </a:lnTo>
                  <a:lnTo>
                    <a:pt x="6277808" y="2973163"/>
                  </a:lnTo>
                  <a:lnTo>
                    <a:pt x="6279709" y="2995452"/>
                  </a:lnTo>
                  <a:lnTo>
                    <a:pt x="6281610" y="3098935"/>
                  </a:lnTo>
                  <a:lnTo>
                    <a:pt x="6283511" y="3116972"/>
                  </a:lnTo>
                  <a:lnTo>
                    <a:pt x="6283511" y="3116972"/>
                  </a:lnTo>
                  <a:lnTo>
                    <a:pt x="6285412" y="3116972"/>
                  </a:lnTo>
                  <a:lnTo>
                    <a:pt x="6287314" y="3116972"/>
                  </a:lnTo>
                  <a:lnTo>
                    <a:pt x="6289215" y="3116972"/>
                  </a:lnTo>
                  <a:lnTo>
                    <a:pt x="6291116" y="3116972"/>
                  </a:lnTo>
                  <a:lnTo>
                    <a:pt x="6293017" y="3116972"/>
                  </a:lnTo>
                  <a:lnTo>
                    <a:pt x="6294918" y="3116972"/>
                  </a:lnTo>
                  <a:lnTo>
                    <a:pt x="6296820" y="3100493"/>
                  </a:lnTo>
                  <a:lnTo>
                    <a:pt x="6298721" y="3053899"/>
                  </a:lnTo>
                  <a:lnTo>
                    <a:pt x="6300622" y="3049453"/>
                  </a:lnTo>
                  <a:lnTo>
                    <a:pt x="6302523" y="3056306"/>
                  </a:lnTo>
                  <a:lnTo>
                    <a:pt x="6304425" y="3067702"/>
                  </a:lnTo>
                  <a:lnTo>
                    <a:pt x="6306326" y="3091320"/>
                  </a:lnTo>
                  <a:lnTo>
                    <a:pt x="6308227" y="3111200"/>
                  </a:lnTo>
                  <a:lnTo>
                    <a:pt x="6310128" y="3099479"/>
                  </a:lnTo>
                  <a:lnTo>
                    <a:pt x="6312029" y="3060651"/>
                  </a:lnTo>
                  <a:lnTo>
                    <a:pt x="6313931" y="2970027"/>
                  </a:lnTo>
                  <a:lnTo>
                    <a:pt x="6315832" y="2931219"/>
                  </a:lnTo>
                  <a:lnTo>
                    <a:pt x="6317733" y="2907602"/>
                  </a:lnTo>
                  <a:lnTo>
                    <a:pt x="6319634" y="2907602"/>
                  </a:lnTo>
                  <a:lnTo>
                    <a:pt x="6321535" y="2920085"/>
                  </a:lnTo>
                  <a:lnTo>
                    <a:pt x="6323437" y="2926646"/>
                  </a:lnTo>
                  <a:lnTo>
                    <a:pt x="6325338" y="2963874"/>
                  </a:lnTo>
                  <a:lnTo>
                    <a:pt x="6327239" y="2926514"/>
                  </a:lnTo>
                  <a:lnTo>
                    <a:pt x="6329140" y="2852876"/>
                  </a:lnTo>
                  <a:lnTo>
                    <a:pt x="6331042" y="2779466"/>
                  </a:lnTo>
                  <a:lnTo>
                    <a:pt x="6332943" y="2709064"/>
                  </a:lnTo>
                  <a:lnTo>
                    <a:pt x="6334844" y="2724546"/>
                  </a:lnTo>
                  <a:lnTo>
                    <a:pt x="6336745" y="2789444"/>
                  </a:lnTo>
                  <a:lnTo>
                    <a:pt x="6338646" y="2874495"/>
                  </a:lnTo>
                  <a:lnTo>
                    <a:pt x="6340548" y="2917710"/>
                  </a:lnTo>
                  <a:lnTo>
                    <a:pt x="6342449" y="2956454"/>
                  </a:lnTo>
                  <a:lnTo>
                    <a:pt x="6344350" y="3035961"/>
                  </a:lnTo>
                  <a:lnTo>
                    <a:pt x="6346251" y="3051471"/>
                  </a:lnTo>
                  <a:lnTo>
                    <a:pt x="6348152" y="3027710"/>
                  </a:lnTo>
                  <a:lnTo>
                    <a:pt x="6350054" y="3014180"/>
                  </a:lnTo>
                  <a:lnTo>
                    <a:pt x="6351955" y="3017341"/>
                  </a:lnTo>
                  <a:lnTo>
                    <a:pt x="6353856" y="3021739"/>
                  </a:lnTo>
                  <a:lnTo>
                    <a:pt x="6355757" y="3020647"/>
                  </a:lnTo>
                  <a:lnTo>
                    <a:pt x="6357659" y="2983267"/>
                  </a:lnTo>
                  <a:lnTo>
                    <a:pt x="6359560" y="3010852"/>
                  </a:lnTo>
                  <a:lnTo>
                    <a:pt x="6361461" y="3048287"/>
                  </a:lnTo>
                  <a:lnTo>
                    <a:pt x="6363362" y="3069347"/>
                  </a:lnTo>
                  <a:lnTo>
                    <a:pt x="6365263" y="3043950"/>
                  </a:lnTo>
                  <a:lnTo>
                    <a:pt x="6367165" y="2975687"/>
                  </a:lnTo>
                  <a:lnTo>
                    <a:pt x="6369066" y="3004556"/>
                  </a:lnTo>
                  <a:lnTo>
                    <a:pt x="6370967" y="3010605"/>
                  </a:lnTo>
                  <a:lnTo>
                    <a:pt x="6372868" y="2980175"/>
                  </a:lnTo>
                  <a:lnTo>
                    <a:pt x="6374769" y="2912488"/>
                  </a:lnTo>
                  <a:lnTo>
                    <a:pt x="6376671" y="2859982"/>
                  </a:lnTo>
                  <a:lnTo>
                    <a:pt x="6378572" y="2900749"/>
                  </a:lnTo>
                  <a:lnTo>
                    <a:pt x="6380473" y="2903314"/>
                  </a:lnTo>
                  <a:lnTo>
                    <a:pt x="6382374" y="2868171"/>
                  </a:lnTo>
                  <a:lnTo>
                    <a:pt x="6384276" y="2869587"/>
                  </a:lnTo>
                  <a:lnTo>
                    <a:pt x="6386177" y="2960834"/>
                  </a:lnTo>
                  <a:lnTo>
                    <a:pt x="6388078" y="3116972"/>
                  </a:lnTo>
                  <a:lnTo>
                    <a:pt x="6388078" y="3116972"/>
                  </a:lnTo>
                  <a:lnTo>
                    <a:pt x="6389979" y="3116972"/>
                  </a:lnTo>
                  <a:lnTo>
                    <a:pt x="6391880" y="3116972"/>
                  </a:lnTo>
                  <a:lnTo>
                    <a:pt x="6393782" y="3116972"/>
                  </a:lnTo>
                  <a:lnTo>
                    <a:pt x="6395683" y="3116972"/>
                  </a:lnTo>
                  <a:lnTo>
                    <a:pt x="6397584" y="3116972"/>
                  </a:lnTo>
                  <a:lnTo>
                    <a:pt x="6399485" y="3116972"/>
                  </a:lnTo>
                  <a:lnTo>
                    <a:pt x="6401386" y="3101248"/>
                  </a:lnTo>
                  <a:lnTo>
                    <a:pt x="6403288" y="3107205"/>
                  </a:lnTo>
                  <a:lnTo>
                    <a:pt x="6405189" y="3074764"/>
                  </a:lnTo>
                  <a:lnTo>
                    <a:pt x="6407090" y="3001110"/>
                  </a:lnTo>
                  <a:lnTo>
                    <a:pt x="6408991" y="2974283"/>
                  </a:lnTo>
                  <a:lnTo>
                    <a:pt x="6410892" y="2933335"/>
                  </a:lnTo>
                  <a:lnTo>
                    <a:pt x="6412794" y="2900400"/>
                  </a:lnTo>
                  <a:lnTo>
                    <a:pt x="6414695" y="2858776"/>
                  </a:lnTo>
                  <a:lnTo>
                    <a:pt x="6416596" y="2818725"/>
                  </a:lnTo>
                  <a:lnTo>
                    <a:pt x="6418497" y="2796319"/>
                  </a:lnTo>
                  <a:lnTo>
                    <a:pt x="6420399" y="2848488"/>
                  </a:lnTo>
                  <a:lnTo>
                    <a:pt x="6422300" y="2876821"/>
                  </a:lnTo>
                  <a:lnTo>
                    <a:pt x="6424201" y="2889277"/>
                  </a:lnTo>
                  <a:lnTo>
                    <a:pt x="6426102" y="2939091"/>
                  </a:lnTo>
                  <a:lnTo>
                    <a:pt x="6428003" y="3002121"/>
                  </a:lnTo>
                  <a:lnTo>
                    <a:pt x="6429905" y="3054664"/>
                  </a:lnTo>
                  <a:lnTo>
                    <a:pt x="6431806" y="3057103"/>
                  </a:lnTo>
                  <a:lnTo>
                    <a:pt x="6433707" y="3089242"/>
                  </a:lnTo>
                  <a:lnTo>
                    <a:pt x="6435608" y="3079815"/>
                  </a:lnTo>
                  <a:lnTo>
                    <a:pt x="6437509" y="3056234"/>
                  </a:lnTo>
                  <a:lnTo>
                    <a:pt x="6439411" y="3046917"/>
                  </a:lnTo>
                  <a:lnTo>
                    <a:pt x="6441312" y="3046917"/>
                  </a:lnTo>
                  <a:lnTo>
                    <a:pt x="6443213" y="3065441"/>
                  </a:lnTo>
                  <a:lnTo>
                    <a:pt x="6445114" y="3064928"/>
                  </a:lnTo>
                  <a:lnTo>
                    <a:pt x="6447016" y="3090277"/>
                  </a:lnTo>
                  <a:lnTo>
                    <a:pt x="6448917" y="3114685"/>
                  </a:lnTo>
                  <a:lnTo>
                    <a:pt x="6450818" y="3113041"/>
                  </a:lnTo>
                  <a:lnTo>
                    <a:pt x="6452719" y="3116972"/>
                  </a:lnTo>
                  <a:lnTo>
                    <a:pt x="6452719" y="3116972"/>
                  </a:lnTo>
                  <a:lnTo>
                    <a:pt x="6454620" y="3072813"/>
                  </a:lnTo>
                  <a:lnTo>
                    <a:pt x="6456522" y="3064000"/>
                  </a:lnTo>
                  <a:lnTo>
                    <a:pt x="6458423" y="3115335"/>
                  </a:lnTo>
                  <a:lnTo>
                    <a:pt x="6460324" y="3116972"/>
                  </a:lnTo>
                  <a:lnTo>
                    <a:pt x="6460324" y="3116972"/>
                  </a:lnTo>
                  <a:lnTo>
                    <a:pt x="6462225" y="3116972"/>
                  </a:lnTo>
                  <a:lnTo>
                    <a:pt x="6464126" y="3095643"/>
                  </a:lnTo>
                  <a:lnTo>
                    <a:pt x="6466028" y="3114583"/>
                  </a:lnTo>
                  <a:lnTo>
                    <a:pt x="6467929" y="3103466"/>
                  </a:lnTo>
                  <a:lnTo>
                    <a:pt x="6469830" y="3038117"/>
                  </a:lnTo>
                  <a:lnTo>
                    <a:pt x="6471731" y="3015992"/>
                  </a:lnTo>
                  <a:lnTo>
                    <a:pt x="6473633" y="3080878"/>
                  </a:lnTo>
                  <a:lnTo>
                    <a:pt x="6475534" y="3116972"/>
                  </a:lnTo>
                  <a:lnTo>
                    <a:pt x="6475534" y="3116972"/>
                  </a:lnTo>
                  <a:lnTo>
                    <a:pt x="6477435" y="3116972"/>
                  </a:lnTo>
                  <a:lnTo>
                    <a:pt x="6479336" y="3116972"/>
                  </a:lnTo>
                  <a:lnTo>
                    <a:pt x="6481237" y="3116972"/>
                  </a:lnTo>
                  <a:lnTo>
                    <a:pt x="6483139" y="3098606"/>
                  </a:lnTo>
                  <a:lnTo>
                    <a:pt x="6485040" y="3009574"/>
                  </a:lnTo>
                  <a:lnTo>
                    <a:pt x="6486941" y="2966154"/>
                  </a:lnTo>
                  <a:lnTo>
                    <a:pt x="6488842" y="2951940"/>
                  </a:lnTo>
                  <a:lnTo>
                    <a:pt x="6490743" y="3008046"/>
                  </a:lnTo>
                  <a:lnTo>
                    <a:pt x="6492645" y="3036928"/>
                  </a:lnTo>
                  <a:lnTo>
                    <a:pt x="6494546" y="3083397"/>
                  </a:lnTo>
                  <a:lnTo>
                    <a:pt x="6496447" y="3116972"/>
                  </a:lnTo>
                  <a:lnTo>
                    <a:pt x="6496447" y="3116972"/>
                  </a:lnTo>
                  <a:lnTo>
                    <a:pt x="6498348" y="3116972"/>
                  </a:lnTo>
                  <a:lnTo>
                    <a:pt x="6500250" y="3116972"/>
                  </a:lnTo>
                  <a:lnTo>
                    <a:pt x="6502151" y="3116972"/>
                  </a:lnTo>
                  <a:lnTo>
                    <a:pt x="6504052" y="3116972"/>
                  </a:lnTo>
                  <a:lnTo>
                    <a:pt x="6505953" y="3116972"/>
                  </a:lnTo>
                  <a:lnTo>
                    <a:pt x="6507854" y="3116972"/>
                  </a:lnTo>
                  <a:lnTo>
                    <a:pt x="6509756" y="3116972"/>
                  </a:lnTo>
                  <a:lnTo>
                    <a:pt x="6511657" y="3104457"/>
                  </a:lnTo>
                  <a:lnTo>
                    <a:pt x="6513558" y="3011337"/>
                  </a:lnTo>
                  <a:lnTo>
                    <a:pt x="6515459" y="2983889"/>
                  </a:lnTo>
                  <a:lnTo>
                    <a:pt x="6517360" y="2983890"/>
                  </a:lnTo>
                  <a:lnTo>
                    <a:pt x="6519262" y="2983890"/>
                  </a:lnTo>
                  <a:lnTo>
                    <a:pt x="6521163" y="2996343"/>
                  </a:lnTo>
                  <a:lnTo>
                    <a:pt x="6523064" y="3071738"/>
                  </a:lnTo>
                  <a:lnTo>
                    <a:pt x="6524965" y="3116972"/>
                  </a:lnTo>
                  <a:lnTo>
                    <a:pt x="6524965" y="3116972"/>
                  </a:lnTo>
                  <a:lnTo>
                    <a:pt x="6526867" y="3116972"/>
                  </a:lnTo>
                  <a:lnTo>
                    <a:pt x="6528768" y="3116972"/>
                  </a:lnTo>
                  <a:lnTo>
                    <a:pt x="6530669" y="3116972"/>
                  </a:lnTo>
                  <a:lnTo>
                    <a:pt x="6532570" y="3116972"/>
                  </a:lnTo>
                  <a:lnTo>
                    <a:pt x="6534471" y="3078862"/>
                  </a:lnTo>
                  <a:lnTo>
                    <a:pt x="6536373" y="3022609"/>
                  </a:lnTo>
                  <a:lnTo>
                    <a:pt x="6538274" y="3036550"/>
                  </a:lnTo>
                  <a:lnTo>
                    <a:pt x="6540175" y="3031877"/>
                  </a:lnTo>
                  <a:lnTo>
                    <a:pt x="6542076" y="2992681"/>
                  </a:lnTo>
                  <a:lnTo>
                    <a:pt x="6543977" y="2988870"/>
                  </a:lnTo>
                  <a:lnTo>
                    <a:pt x="6545879" y="3041067"/>
                  </a:lnTo>
                  <a:lnTo>
                    <a:pt x="6547780" y="3033885"/>
                  </a:lnTo>
                  <a:lnTo>
                    <a:pt x="6549681" y="3001579"/>
                  </a:lnTo>
                  <a:lnTo>
                    <a:pt x="6551582" y="2991139"/>
                  </a:lnTo>
                  <a:lnTo>
                    <a:pt x="6553484" y="3003353"/>
                  </a:lnTo>
                  <a:lnTo>
                    <a:pt x="6555385" y="3042656"/>
                  </a:lnTo>
                  <a:lnTo>
                    <a:pt x="6557286" y="3110420"/>
                  </a:lnTo>
                  <a:lnTo>
                    <a:pt x="6559187" y="3116972"/>
                  </a:lnTo>
                  <a:lnTo>
                    <a:pt x="6559187" y="3116972"/>
                  </a:lnTo>
                  <a:lnTo>
                    <a:pt x="6561088" y="3116972"/>
                  </a:lnTo>
                  <a:lnTo>
                    <a:pt x="6562990" y="3099212"/>
                  </a:lnTo>
                  <a:lnTo>
                    <a:pt x="6564891" y="3072477"/>
                  </a:lnTo>
                  <a:lnTo>
                    <a:pt x="6566792" y="3036047"/>
                  </a:lnTo>
                  <a:lnTo>
                    <a:pt x="6568693" y="2932668"/>
                  </a:lnTo>
                  <a:lnTo>
                    <a:pt x="6570594" y="2828904"/>
                  </a:lnTo>
                  <a:lnTo>
                    <a:pt x="6572496" y="2865429"/>
                  </a:lnTo>
                  <a:lnTo>
                    <a:pt x="6574397" y="2911219"/>
                  </a:lnTo>
                  <a:lnTo>
                    <a:pt x="6576298" y="2907011"/>
                  </a:lnTo>
                  <a:lnTo>
                    <a:pt x="6578199" y="2917419"/>
                  </a:lnTo>
                  <a:lnTo>
                    <a:pt x="6580101" y="2967531"/>
                  </a:lnTo>
                  <a:lnTo>
                    <a:pt x="6582002" y="3039958"/>
                  </a:lnTo>
                  <a:lnTo>
                    <a:pt x="6583903" y="3072070"/>
                  </a:lnTo>
                  <a:lnTo>
                    <a:pt x="6585804" y="3085653"/>
                  </a:lnTo>
                  <a:lnTo>
                    <a:pt x="6587705" y="3098662"/>
                  </a:lnTo>
                  <a:lnTo>
                    <a:pt x="6589607" y="3116972"/>
                  </a:lnTo>
                  <a:lnTo>
                    <a:pt x="6589607" y="3116972"/>
                  </a:lnTo>
                  <a:lnTo>
                    <a:pt x="6591508" y="3116972"/>
                  </a:lnTo>
                  <a:lnTo>
                    <a:pt x="6593409" y="3116972"/>
                  </a:lnTo>
                  <a:lnTo>
                    <a:pt x="6595310" y="3116972"/>
                  </a:lnTo>
                  <a:lnTo>
                    <a:pt x="6597211" y="3116972"/>
                  </a:lnTo>
                  <a:lnTo>
                    <a:pt x="6599113" y="3116972"/>
                  </a:lnTo>
                  <a:lnTo>
                    <a:pt x="6601014" y="3116972"/>
                  </a:lnTo>
                  <a:lnTo>
                    <a:pt x="6602915" y="3116972"/>
                  </a:lnTo>
                  <a:lnTo>
                    <a:pt x="6604816" y="3116972"/>
                  </a:lnTo>
                  <a:lnTo>
                    <a:pt x="6606718" y="3116972"/>
                  </a:lnTo>
                  <a:lnTo>
                    <a:pt x="6608619" y="3116972"/>
                  </a:lnTo>
                  <a:lnTo>
                    <a:pt x="6610520" y="3116972"/>
                  </a:lnTo>
                  <a:lnTo>
                    <a:pt x="6612421" y="3116972"/>
                  </a:lnTo>
                  <a:lnTo>
                    <a:pt x="6614322" y="3116972"/>
                  </a:lnTo>
                  <a:lnTo>
                    <a:pt x="6616224" y="3116972"/>
                  </a:lnTo>
                  <a:lnTo>
                    <a:pt x="6618125" y="3100851"/>
                  </a:lnTo>
                  <a:lnTo>
                    <a:pt x="6620026" y="3010478"/>
                  </a:lnTo>
                  <a:lnTo>
                    <a:pt x="6621927" y="2955308"/>
                  </a:lnTo>
                  <a:lnTo>
                    <a:pt x="6623828" y="2942802"/>
                  </a:lnTo>
                  <a:lnTo>
                    <a:pt x="6625730" y="2979907"/>
                  </a:lnTo>
                  <a:lnTo>
                    <a:pt x="6627631" y="2974640"/>
                  </a:lnTo>
                  <a:lnTo>
                    <a:pt x="6629532" y="2946708"/>
                  </a:lnTo>
                  <a:lnTo>
                    <a:pt x="6631433" y="2967740"/>
                  </a:lnTo>
                  <a:lnTo>
                    <a:pt x="6633335" y="2974136"/>
                  </a:lnTo>
                  <a:lnTo>
                    <a:pt x="6635236" y="2969209"/>
                  </a:lnTo>
                  <a:lnTo>
                    <a:pt x="6637137" y="2897134"/>
                  </a:lnTo>
                  <a:lnTo>
                    <a:pt x="6639038" y="2816941"/>
                  </a:lnTo>
                  <a:lnTo>
                    <a:pt x="6640939" y="2745484"/>
                  </a:lnTo>
                  <a:lnTo>
                    <a:pt x="6642841" y="2644093"/>
                  </a:lnTo>
                  <a:lnTo>
                    <a:pt x="6644742" y="2560102"/>
                  </a:lnTo>
                  <a:lnTo>
                    <a:pt x="6646643" y="2498917"/>
                  </a:lnTo>
                  <a:lnTo>
                    <a:pt x="6648544" y="2577030"/>
                  </a:lnTo>
                  <a:lnTo>
                    <a:pt x="6650445" y="2727016"/>
                  </a:lnTo>
                  <a:lnTo>
                    <a:pt x="6652347" y="2938929"/>
                  </a:lnTo>
                  <a:lnTo>
                    <a:pt x="6654248" y="3102611"/>
                  </a:lnTo>
                  <a:lnTo>
                    <a:pt x="6656149" y="3116972"/>
                  </a:lnTo>
                  <a:lnTo>
                    <a:pt x="6656149" y="3116972"/>
                  </a:lnTo>
                  <a:lnTo>
                    <a:pt x="6658050" y="3116972"/>
                  </a:lnTo>
                  <a:lnTo>
                    <a:pt x="6659952" y="3116972"/>
                  </a:lnTo>
                  <a:lnTo>
                    <a:pt x="6661853" y="3116972"/>
                  </a:lnTo>
                  <a:lnTo>
                    <a:pt x="6663754" y="3048180"/>
                  </a:lnTo>
                  <a:lnTo>
                    <a:pt x="6665655" y="2939595"/>
                  </a:lnTo>
                  <a:lnTo>
                    <a:pt x="6667556" y="2964056"/>
                  </a:lnTo>
                  <a:lnTo>
                    <a:pt x="6669458" y="2957754"/>
                  </a:lnTo>
                  <a:lnTo>
                    <a:pt x="6671359" y="2959736"/>
                  </a:lnTo>
                  <a:lnTo>
                    <a:pt x="6673260" y="3074090"/>
                  </a:lnTo>
                  <a:lnTo>
                    <a:pt x="6675161" y="3116972"/>
                  </a:lnTo>
                  <a:lnTo>
                    <a:pt x="6675161" y="3116972"/>
                  </a:lnTo>
                  <a:lnTo>
                    <a:pt x="6677062" y="3116972"/>
                  </a:lnTo>
                  <a:lnTo>
                    <a:pt x="6678964" y="3116972"/>
                  </a:lnTo>
                  <a:lnTo>
                    <a:pt x="6680865" y="3116972"/>
                  </a:lnTo>
                  <a:lnTo>
                    <a:pt x="6682766" y="3107851"/>
                  </a:lnTo>
                  <a:lnTo>
                    <a:pt x="6684667" y="3034235"/>
                  </a:lnTo>
                  <a:lnTo>
                    <a:pt x="6686569" y="2989594"/>
                  </a:lnTo>
                  <a:lnTo>
                    <a:pt x="6688470" y="3009257"/>
                  </a:lnTo>
                  <a:lnTo>
                    <a:pt x="6690371" y="3097178"/>
                  </a:lnTo>
                  <a:lnTo>
                    <a:pt x="6692272" y="3116972"/>
                  </a:lnTo>
                  <a:lnTo>
                    <a:pt x="6692272" y="3116972"/>
                  </a:lnTo>
                  <a:lnTo>
                    <a:pt x="6694173" y="3116972"/>
                  </a:lnTo>
                  <a:lnTo>
                    <a:pt x="6696075" y="3116972"/>
                  </a:lnTo>
                  <a:lnTo>
                    <a:pt x="6697976" y="3116972"/>
                  </a:lnTo>
                  <a:lnTo>
                    <a:pt x="6699877" y="3116972"/>
                  </a:lnTo>
                  <a:lnTo>
                    <a:pt x="6701778" y="3116972"/>
                  </a:lnTo>
                  <a:lnTo>
                    <a:pt x="6703679" y="3116972"/>
                  </a:lnTo>
                  <a:lnTo>
                    <a:pt x="6705581" y="3116972"/>
                  </a:lnTo>
                  <a:lnTo>
                    <a:pt x="6707482" y="3116972"/>
                  </a:lnTo>
                  <a:lnTo>
                    <a:pt x="6709383" y="3116972"/>
                  </a:lnTo>
                  <a:lnTo>
                    <a:pt x="6711284" y="3116972"/>
                  </a:lnTo>
                  <a:lnTo>
                    <a:pt x="6713185" y="3116972"/>
                  </a:lnTo>
                  <a:lnTo>
                    <a:pt x="6715087" y="3116972"/>
                  </a:lnTo>
                  <a:lnTo>
                    <a:pt x="6716988" y="3116972"/>
                  </a:lnTo>
                  <a:lnTo>
                    <a:pt x="6718889" y="3116972"/>
                  </a:lnTo>
                  <a:lnTo>
                    <a:pt x="6720790" y="3116972"/>
                  </a:lnTo>
                  <a:lnTo>
                    <a:pt x="6722692" y="3116972"/>
                  </a:lnTo>
                  <a:lnTo>
                    <a:pt x="6724593" y="3116972"/>
                  </a:lnTo>
                  <a:lnTo>
                    <a:pt x="6726494" y="3116972"/>
                  </a:lnTo>
                  <a:lnTo>
                    <a:pt x="6728395" y="3116972"/>
                  </a:lnTo>
                  <a:lnTo>
                    <a:pt x="6730296" y="3116972"/>
                  </a:lnTo>
                  <a:lnTo>
                    <a:pt x="6732198" y="3116972"/>
                  </a:lnTo>
                  <a:lnTo>
                    <a:pt x="6734099" y="3116972"/>
                  </a:lnTo>
                  <a:lnTo>
                    <a:pt x="6736000" y="3116972"/>
                  </a:lnTo>
                  <a:lnTo>
                    <a:pt x="6737901" y="3116972"/>
                  </a:lnTo>
                  <a:lnTo>
                    <a:pt x="6739802" y="3116972"/>
                  </a:lnTo>
                  <a:lnTo>
                    <a:pt x="6741704" y="3116972"/>
                  </a:lnTo>
                  <a:lnTo>
                    <a:pt x="6743605" y="3116972"/>
                  </a:lnTo>
                  <a:lnTo>
                    <a:pt x="6745506" y="3054119"/>
                  </a:lnTo>
                  <a:lnTo>
                    <a:pt x="6747407" y="3020871"/>
                  </a:lnTo>
                  <a:lnTo>
                    <a:pt x="6749309" y="3047233"/>
                  </a:lnTo>
                  <a:lnTo>
                    <a:pt x="6751210" y="3045179"/>
                  </a:lnTo>
                  <a:lnTo>
                    <a:pt x="6753111" y="3100956"/>
                  </a:lnTo>
                  <a:lnTo>
                    <a:pt x="6755012" y="3085536"/>
                  </a:lnTo>
                  <a:lnTo>
                    <a:pt x="6756913" y="3002337"/>
                  </a:lnTo>
                  <a:lnTo>
                    <a:pt x="6758815" y="2863447"/>
                  </a:lnTo>
                  <a:lnTo>
                    <a:pt x="6760716" y="2802107"/>
                  </a:lnTo>
                  <a:lnTo>
                    <a:pt x="6762617" y="2826106"/>
                  </a:lnTo>
                  <a:lnTo>
                    <a:pt x="6764518" y="2803592"/>
                  </a:lnTo>
                  <a:lnTo>
                    <a:pt x="6766419" y="2722861"/>
                  </a:lnTo>
                  <a:lnTo>
                    <a:pt x="6768321" y="2707402"/>
                  </a:lnTo>
                  <a:lnTo>
                    <a:pt x="6770222" y="2664851"/>
                  </a:lnTo>
                  <a:lnTo>
                    <a:pt x="6772123" y="2457622"/>
                  </a:lnTo>
                  <a:lnTo>
                    <a:pt x="6774024" y="2274417"/>
                  </a:lnTo>
                  <a:lnTo>
                    <a:pt x="6775926" y="2138420"/>
                  </a:lnTo>
                  <a:lnTo>
                    <a:pt x="6777827" y="2119153"/>
                  </a:lnTo>
                  <a:lnTo>
                    <a:pt x="6779728" y="2113964"/>
                  </a:lnTo>
                  <a:lnTo>
                    <a:pt x="6781629" y="2104740"/>
                  </a:lnTo>
                  <a:lnTo>
                    <a:pt x="6783530" y="2133185"/>
                  </a:lnTo>
                  <a:lnTo>
                    <a:pt x="6785432" y="2158641"/>
                  </a:lnTo>
                  <a:lnTo>
                    <a:pt x="6787333" y="2223762"/>
                  </a:lnTo>
                  <a:lnTo>
                    <a:pt x="6789234" y="2252205"/>
                  </a:lnTo>
                  <a:lnTo>
                    <a:pt x="6791135" y="2276694"/>
                  </a:lnTo>
                  <a:lnTo>
                    <a:pt x="6793036" y="2342302"/>
                  </a:lnTo>
                  <a:lnTo>
                    <a:pt x="6794938" y="2458843"/>
                  </a:lnTo>
                  <a:lnTo>
                    <a:pt x="6796839" y="2538507"/>
                  </a:lnTo>
                  <a:lnTo>
                    <a:pt x="6798740" y="2526885"/>
                  </a:lnTo>
                  <a:lnTo>
                    <a:pt x="6800641" y="2532227"/>
                  </a:lnTo>
                  <a:lnTo>
                    <a:pt x="6802543" y="2527901"/>
                  </a:lnTo>
                  <a:lnTo>
                    <a:pt x="6804444" y="2586295"/>
                  </a:lnTo>
                  <a:lnTo>
                    <a:pt x="6806345" y="2666514"/>
                  </a:lnTo>
                  <a:lnTo>
                    <a:pt x="6808246" y="2724736"/>
                  </a:lnTo>
                  <a:lnTo>
                    <a:pt x="6810147" y="2759181"/>
                  </a:lnTo>
                  <a:lnTo>
                    <a:pt x="6812049" y="2750435"/>
                  </a:lnTo>
                  <a:lnTo>
                    <a:pt x="6813950" y="2744198"/>
                  </a:lnTo>
                  <a:lnTo>
                    <a:pt x="6815851" y="2706994"/>
                  </a:lnTo>
                  <a:lnTo>
                    <a:pt x="6817752" y="2632383"/>
                  </a:lnTo>
                  <a:lnTo>
                    <a:pt x="6819653" y="2556708"/>
                  </a:lnTo>
                  <a:lnTo>
                    <a:pt x="6821555" y="2569713"/>
                  </a:lnTo>
                  <a:lnTo>
                    <a:pt x="6823456" y="2632384"/>
                  </a:lnTo>
                  <a:lnTo>
                    <a:pt x="6825357" y="2711517"/>
                  </a:lnTo>
                  <a:lnTo>
                    <a:pt x="6827258" y="2804416"/>
                  </a:lnTo>
                  <a:lnTo>
                    <a:pt x="6829160" y="2880765"/>
                  </a:lnTo>
                  <a:lnTo>
                    <a:pt x="6831061" y="2968087"/>
                  </a:lnTo>
                  <a:lnTo>
                    <a:pt x="6832962" y="3034074"/>
                  </a:lnTo>
                  <a:lnTo>
                    <a:pt x="6834863" y="3036351"/>
                  </a:lnTo>
                  <a:lnTo>
                    <a:pt x="6836764" y="3032226"/>
                  </a:lnTo>
                  <a:lnTo>
                    <a:pt x="6838666" y="2991507"/>
                  </a:lnTo>
                  <a:lnTo>
                    <a:pt x="6840567" y="2954145"/>
                  </a:lnTo>
                  <a:lnTo>
                    <a:pt x="6842468" y="2975773"/>
                  </a:lnTo>
                  <a:lnTo>
                    <a:pt x="6844369" y="2972362"/>
                  </a:lnTo>
                  <a:lnTo>
                    <a:pt x="6846270" y="2984620"/>
                  </a:lnTo>
                  <a:lnTo>
                    <a:pt x="6848172" y="2983928"/>
                  </a:lnTo>
                  <a:lnTo>
                    <a:pt x="6850073" y="2967316"/>
                  </a:lnTo>
                  <a:lnTo>
                    <a:pt x="6851974" y="2984358"/>
                  </a:lnTo>
                  <a:lnTo>
                    <a:pt x="6853875" y="2931908"/>
                  </a:lnTo>
                  <a:lnTo>
                    <a:pt x="6855777" y="2876308"/>
                  </a:lnTo>
                  <a:lnTo>
                    <a:pt x="6857678" y="2841158"/>
                  </a:lnTo>
                  <a:lnTo>
                    <a:pt x="6859579" y="2823731"/>
                  </a:lnTo>
                  <a:lnTo>
                    <a:pt x="6861480" y="2857979"/>
                  </a:lnTo>
                  <a:lnTo>
                    <a:pt x="6863381" y="2868108"/>
                  </a:lnTo>
                  <a:lnTo>
                    <a:pt x="6865283" y="2839065"/>
                  </a:lnTo>
                  <a:lnTo>
                    <a:pt x="6867184" y="2797392"/>
                  </a:lnTo>
                  <a:lnTo>
                    <a:pt x="6869085" y="2831500"/>
                  </a:lnTo>
                  <a:lnTo>
                    <a:pt x="6870986" y="2870883"/>
                  </a:lnTo>
                  <a:lnTo>
                    <a:pt x="6872887" y="2818976"/>
                  </a:lnTo>
                  <a:lnTo>
                    <a:pt x="6874789" y="2720712"/>
                  </a:lnTo>
                  <a:lnTo>
                    <a:pt x="6876690" y="2702078"/>
                  </a:lnTo>
                  <a:lnTo>
                    <a:pt x="6878591" y="2802968"/>
                  </a:lnTo>
                  <a:lnTo>
                    <a:pt x="6880492" y="2833122"/>
                  </a:lnTo>
                  <a:lnTo>
                    <a:pt x="6882394" y="2819564"/>
                  </a:lnTo>
                  <a:lnTo>
                    <a:pt x="6884295" y="2848122"/>
                  </a:lnTo>
                  <a:lnTo>
                    <a:pt x="6886196" y="2930647"/>
                  </a:lnTo>
                  <a:lnTo>
                    <a:pt x="6888097" y="3014256"/>
                  </a:lnTo>
                  <a:lnTo>
                    <a:pt x="6889998" y="3040548"/>
                  </a:lnTo>
                  <a:lnTo>
                    <a:pt x="6891900" y="3022313"/>
                  </a:lnTo>
                  <a:lnTo>
                    <a:pt x="6893801" y="2940911"/>
                  </a:lnTo>
                  <a:lnTo>
                    <a:pt x="6895702" y="2895538"/>
                  </a:lnTo>
                  <a:lnTo>
                    <a:pt x="6897603" y="2864333"/>
                  </a:lnTo>
                  <a:lnTo>
                    <a:pt x="6899504" y="2864169"/>
                  </a:lnTo>
                  <a:lnTo>
                    <a:pt x="6901406" y="2806989"/>
                  </a:lnTo>
                  <a:lnTo>
                    <a:pt x="6903307" y="2807027"/>
                  </a:lnTo>
                  <a:lnTo>
                    <a:pt x="6905208" y="2893394"/>
                  </a:lnTo>
                  <a:lnTo>
                    <a:pt x="6907109" y="2894229"/>
                  </a:lnTo>
                  <a:lnTo>
                    <a:pt x="6909011" y="2881851"/>
                  </a:lnTo>
                  <a:lnTo>
                    <a:pt x="6910912" y="2864061"/>
                  </a:lnTo>
                  <a:lnTo>
                    <a:pt x="6912813" y="2786269"/>
                  </a:lnTo>
                  <a:lnTo>
                    <a:pt x="6914714" y="2704840"/>
                  </a:lnTo>
                  <a:lnTo>
                    <a:pt x="6916615" y="2684674"/>
                  </a:lnTo>
                  <a:lnTo>
                    <a:pt x="6918517" y="2733323"/>
                  </a:lnTo>
                  <a:lnTo>
                    <a:pt x="6920418" y="2672999"/>
                  </a:lnTo>
                  <a:lnTo>
                    <a:pt x="6922319" y="2556694"/>
                  </a:lnTo>
                  <a:lnTo>
                    <a:pt x="6924220" y="2600605"/>
                  </a:lnTo>
                  <a:lnTo>
                    <a:pt x="6926121" y="2575535"/>
                  </a:lnTo>
                  <a:lnTo>
                    <a:pt x="6928023" y="2487632"/>
                  </a:lnTo>
                  <a:lnTo>
                    <a:pt x="6929924" y="2480039"/>
                  </a:lnTo>
                  <a:lnTo>
                    <a:pt x="6931825" y="2541788"/>
                  </a:lnTo>
                  <a:lnTo>
                    <a:pt x="6933726" y="2580721"/>
                  </a:lnTo>
                  <a:lnTo>
                    <a:pt x="6935628" y="2585377"/>
                  </a:lnTo>
                  <a:lnTo>
                    <a:pt x="6937529" y="2697787"/>
                  </a:lnTo>
                  <a:lnTo>
                    <a:pt x="6939430" y="2766497"/>
                  </a:lnTo>
                  <a:lnTo>
                    <a:pt x="6941331" y="2689609"/>
                  </a:lnTo>
                  <a:lnTo>
                    <a:pt x="6943232" y="2655624"/>
                  </a:lnTo>
                  <a:lnTo>
                    <a:pt x="6945134" y="2738839"/>
                  </a:lnTo>
                  <a:lnTo>
                    <a:pt x="6947035" y="2794417"/>
                  </a:lnTo>
                  <a:lnTo>
                    <a:pt x="6948936" y="2792317"/>
                  </a:lnTo>
                  <a:lnTo>
                    <a:pt x="6950837" y="2771980"/>
                  </a:lnTo>
                  <a:lnTo>
                    <a:pt x="6952738" y="2750250"/>
                  </a:lnTo>
                  <a:lnTo>
                    <a:pt x="6954640" y="2770541"/>
                  </a:lnTo>
                  <a:lnTo>
                    <a:pt x="6956541" y="2754621"/>
                  </a:lnTo>
                  <a:lnTo>
                    <a:pt x="6958442" y="2704003"/>
                  </a:lnTo>
                  <a:lnTo>
                    <a:pt x="6960343" y="2719594"/>
                  </a:lnTo>
                  <a:lnTo>
                    <a:pt x="6962245" y="2782255"/>
                  </a:lnTo>
                  <a:lnTo>
                    <a:pt x="6964146" y="2906679"/>
                  </a:lnTo>
                  <a:lnTo>
                    <a:pt x="6966047" y="2989339"/>
                  </a:lnTo>
                  <a:lnTo>
                    <a:pt x="6967948" y="3021579"/>
                  </a:lnTo>
                  <a:lnTo>
                    <a:pt x="6969849" y="3063415"/>
                  </a:lnTo>
                  <a:lnTo>
                    <a:pt x="6971751" y="3061591"/>
                  </a:lnTo>
                  <a:lnTo>
                    <a:pt x="6973652" y="3044875"/>
                  </a:lnTo>
                  <a:lnTo>
                    <a:pt x="6975553" y="3009712"/>
                  </a:lnTo>
                  <a:lnTo>
                    <a:pt x="6977454" y="2964105"/>
                  </a:lnTo>
                  <a:lnTo>
                    <a:pt x="6979355" y="2922203"/>
                  </a:lnTo>
                  <a:lnTo>
                    <a:pt x="6981257" y="2935311"/>
                  </a:lnTo>
                  <a:lnTo>
                    <a:pt x="6983158" y="2912823"/>
                  </a:lnTo>
                  <a:lnTo>
                    <a:pt x="6985059" y="2955736"/>
                  </a:lnTo>
                  <a:lnTo>
                    <a:pt x="6986960" y="3053123"/>
                  </a:lnTo>
                  <a:lnTo>
                    <a:pt x="6988861" y="3116972"/>
                  </a:lnTo>
                  <a:lnTo>
                    <a:pt x="6988861" y="3116972"/>
                  </a:lnTo>
                  <a:lnTo>
                    <a:pt x="6990763" y="3116972"/>
                  </a:lnTo>
                  <a:lnTo>
                    <a:pt x="6992664" y="3116972"/>
                  </a:lnTo>
                  <a:lnTo>
                    <a:pt x="6994565" y="3116972"/>
                  </a:lnTo>
                  <a:lnTo>
                    <a:pt x="6996466" y="3116972"/>
                  </a:lnTo>
                  <a:lnTo>
                    <a:pt x="6998368" y="3106051"/>
                  </a:lnTo>
                  <a:lnTo>
                    <a:pt x="7000269" y="3096775"/>
                  </a:lnTo>
                  <a:lnTo>
                    <a:pt x="7002170" y="3069351"/>
                  </a:lnTo>
                  <a:lnTo>
                    <a:pt x="7004071" y="3082146"/>
                  </a:lnTo>
                  <a:lnTo>
                    <a:pt x="7005972" y="3116972"/>
                  </a:lnTo>
                  <a:lnTo>
                    <a:pt x="7005972" y="3116972"/>
                  </a:lnTo>
                  <a:lnTo>
                    <a:pt x="7007874" y="3116972"/>
                  </a:lnTo>
                  <a:lnTo>
                    <a:pt x="7009775" y="3116972"/>
                  </a:lnTo>
                  <a:lnTo>
                    <a:pt x="7011676" y="3116972"/>
                  </a:lnTo>
                  <a:lnTo>
                    <a:pt x="7013577" y="3116972"/>
                  </a:lnTo>
                  <a:lnTo>
                    <a:pt x="7015478" y="3116972"/>
                  </a:lnTo>
                  <a:lnTo>
                    <a:pt x="7017380" y="3116972"/>
                  </a:lnTo>
                  <a:lnTo>
                    <a:pt x="7019281" y="3116972"/>
                  </a:lnTo>
                  <a:lnTo>
                    <a:pt x="7021182" y="3116972"/>
                  </a:lnTo>
                  <a:lnTo>
                    <a:pt x="7023083" y="3116972"/>
                  </a:lnTo>
                  <a:lnTo>
                    <a:pt x="7024985" y="3116972"/>
                  </a:lnTo>
                  <a:lnTo>
                    <a:pt x="7026886" y="3116972"/>
                  </a:lnTo>
                  <a:lnTo>
                    <a:pt x="7028787" y="3108846"/>
                  </a:lnTo>
                  <a:lnTo>
                    <a:pt x="7030688" y="3017654"/>
                  </a:lnTo>
                  <a:lnTo>
                    <a:pt x="7032589" y="2959235"/>
                  </a:lnTo>
                  <a:lnTo>
                    <a:pt x="7034491" y="2955380"/>
                  </a:lnTo>
                  <a:lnTo>
                    <a:pt x="7036392" y="2928752"/>
                  </a:lnTo>
                  <a:lnTo>
                    <a:pt x="7038293" y="2917193"/>
                  </a:lnTo>
                  <a:lnTo>
                    <a:pt x="7040194" y="2936961"/>
                  </a:lnTo>
                  <a:lnTo>
                    <a:pt x="7042095" y="2971813"/>
                  </a:lnTo>
                  <a:lnTo>
                    <a:pt x="7043997" y="3002760"/>
                  </a:lnTo>
                  <a:lnTo>
                    <a:pt x="7045898" y="2937123"/>
                  </a:lnTo>
                  <a:lnTo>
                    <a:pt x="7047799" y="2930640"/>
                  </a:lnTo>
                  <a:lnTo>
                    <a:pt x="7049700" y="2919959"/>
                  </a:lnTo>
                  <a:lnTo>
                    <a:pt x="7051602" y="2870519"/>
                  </a:lnTo>
                  <a:lnTo>
                    <a:pt x="7053503" y="2854864"/>
                  </a:lnTo>
                  <a:lnTo>
                    <a:pt x="7055404" y="2851026"/>
                  </a:lnTo>
                  <a:lnTo>
                    <a:pt x="7057305" y="2867203"/>
                  </a:lnTo>
                  <a:lnTo>
                    <a:pt x="7059206" y="2919369"/>
                  </a:lnTo>
                  <a:lnTo>
                    <a:pt x="7061108" y="2940551"/>
                  </a:lnTo>
                  <a:lnTo>
                    <a:pt x="7063009" y="2926700"/>
                  </a:lnTo>
                  <a:lnTo>
                    <a:pt x="7064910" y="2877733"/>
                  </a:lnTo>
                  <a:lnTo>
                    <a:pt x="7066811" y="2890919"/>
                  </a:lnTo>
                  <a:lnTo>
                    <a:pt x="7068712" y="2973190"/>
                  </a:lnTo>
                  <a:lnTo>
                    <a:pt x="7070614" y="3001271"/>
                  </a:lnTo>
                  <a:lnTo>
                    <a:pt x="7072515" y="3050126"/>
                  </a:lnTo>
                  <a:lnTo>
                    <a:pt x="7074416" y="3091754"/>
                  </a:lnTo>
                  <a:lnTo>
                    <a:pt x="7076317" y="3110064"/>
                  </a:lnTo>
                  <a:lnTo>
                    <a:pt x="7078219" y="3113314"/>
                  </a:lnTo>
                  <a:lnTo>
                    <a:pt x="7080120" y="3112497"/>
                  </a:lnTo>
                  <a:lnTo>
                    <a:pt x="7082021" y="3071492"/>
                  </a:lnTo>
                  <a:lnTo>
                    <a:pt x="7083922" y="3004592"/>
                  </a:lnTo>
                  <a:lnTo>
                    <a:pt x="7085823" y="3014644"/>
                  </a:lnTo>
                  <a:lnTo>
                    <a:pt x="7087725" y="3034816"/>
                  </a:lnTo>
                  <a:lnTo>
                    <a:pt x="7089626" y="3002811"/>
                  </a:lnTo>
                  <a:lnTo>
                    <a:pt x="7091527" y="2919698"/>
                  </a:lnTo>
                  <a:lnTo>
                    <a:pt x="7093428" y="2931386"/>
                  </a:lnTo>
                  <a:lnTo>
                    <a:pt x="7095329" y="2928879"/>
                  </a:lnTo>
                  <a:lnTo>
                    <a:pt x="7097231" y="2919535"/>
                  </a:lnTo>
                  <a:lnTo>
                    <a:pt x="7099132" y="2962132"/>
                  </a:lnTo>
                  <a:lnTo>
                    <a:pt x="7101033" y="3026914"/>
                  </a:lnTo>
                  <a:lnTo>
                    <a:pt x="7102934" y="3030546"/>
                  </a:lnTo>
                  <a:lnTo>
                    <a:pt x="7104836" y="2967348"/>
                  </a:lnTo>
                  <a:lnTo>
                    <a:pt x="7106737" y="2921774"/>
                  </a:lnTo>
                  <a:lnTo>
                    <a:pt x="7108638" y="2911242"/>
                  </a:lnTo>
                  <a:lnTo>
                    <a:pt x="7110539" y="2914530"/>
                  </a:lnTo>
                  <a:lnTo>
                    <a:pt x="7112440" y="2923748"/>
                  </a:lnTo>
                  <a:lnTo>
                    <a:pt x="7114342" y="3010340"/>
                  </a:lnTo>
                  <a:lnTo>
                    <a:pt x="7116243" y="3078513"/>
                  </a:lnTo>
                  <a:lnTo>
                    <a:pt x="7118144" y="3116972"/>
                  </a:lnTo>
                  <a:lnTo>
                    <a:pt x="7118144" y="3116972"/>
                  </a:lnTo>
                  <a:lnTo>
                    <a:pt x="7120045" y="3116972"/>
                  </a:lnTo>
                  <a:lnTo>
                    <a:pt x="7121946" y="3116972"/>
                  </a:lnTo>
                  <a:lnTo>
                    <a:pt x="7123848" y="3116972"/>
                  </a:lnTo>
                  <a:lnTo>
                    <a:pt x="7125749" y="3116972"/>
                  </a:lnTo>
                  <a:lnTo>
                    <a:pt x="7127650" y="3116972"/>
                  </a:lnTo>
                  <a:lnTo>
                    <a:pt x="7129551" y="3082540"/>
                  </a:lnTo>
                  <a:lnTo>
                    <a:pt x="7131453" y="3045893"/>
                  </a:lnTo>
                  <a:lnTo>
                    <a:pt x="7133354" y="3061671"/>
                  </a:lnTo>
                  <a:lnTo>
                    <a:pt x="7135255" y="3068041"/>
                  </a:lnTo>
                  <a:lnTo>
                    <a:pt x="7137156" y="3042724"/>
                  </a:lnTo>
                  <a:lnTo>
                    <a:pt x="7139057" y="2992114"/>
                  </a:lnTo>
                  <a:lnTo>
                    <a:pt x="7140959" y="2923801"/>
                  </a:lnTo>
                  <a:lnTo>
                    <a:pt x="7142860" y="2806538"/>
                  </a:lnTo>
                  <a:lnTo>
                    <a:pt x="7144761" y="2766057"/>
                  </a:lnTo>
                  <a:lnTo>
                    <a:pt x="7146662" y="2813975"/>
                  </a:lnTo>
                  <a:lnTo>
                    <a:pt x="7148563" y="2903039"/>
                  </a:lnTo>
                  <a:lnTo>
                    <a:pt x="7150465" y="2925081"/>
                  </a:lnTo>
                  <a:lnTo>
                    <a:pt x="7152366" y="2886651"/>
                  </a:lnTo>
                  <a:lnTo>
                    <a:pt x="7154267" y="2949780"/>
                  </a:lnTo>
                  <a:lnTo>
                    <a:pt x="7156168" y="2998625"/>
                  </a:lnTo>
                  <a:lnTo>
                    <a:pt x="7158070" y="2922635"/>
                  </a:lnTo>
                  <a:lnTo>
                    <a:pt x="7159971" y="2862869"/>
                  </a:lnTo>
                  <a:lnTo>
                    <a:pt x="7161872" y="2845880"/>
                  </a:lnTo>
                  <a:lnTo>
                    <a:pt x="7163773" y="2881674"/>
                  </a:lnTo>
                  <a:lnTo>
                    <a:pt x="7165674" y="2909455"/>
                  </a:lnTo>
                  <a:lnTo>
                    <a:pt x="7167576" y="2862506"/>
                  </a:lnTo>
                  <a:lnTo>
                    <a:pt x="7169477" y="2868606"/>
                  </a:lnTo>
                  <a:lnTo>
                    <a:pt x="7171378" y="2917554"/>
                  </a:lnTo>
                  <a:lnTo>
                    <a:pt x="7173279" y="3008898"/>
                  </a:lnTo>
                  <a:lnTo>
                    <a:pt x="7175180" y="3088756"/>
                  </a:lnTo>
                  <a:lnTo>
                    <a:pt x="7177082" y="3081600"/>
                  </a:lnTo>
                  <a:lnTo>
                    <a:pt x="7178983" y="3116972"/>
                  </a:lnTo>
                  <a:lnTo>
                    <a:pt x="7178983" y="3116972"/>
                  </a:lnTo>
                  <a:lnTo>
                    <a:pt x="7180884" y="3116972"/>
                  </a:lnTo>
                  <a:lnTo>
                    <a:pt x="7182785" y="3116972"/>
                  </a:lnTo>
                  <a:lnTo>
                    <a:pt x="7184687" y="3105950"/>
                  </a:lnTo>
                  <a:lnTo>
                    <a:pt x="7186588" y="3019151"/>
                  </a:lnTo>
                  <a:lnTo>
                    <a:pt x="7188489" y="2966133"/>
                  </a:lnTo>
                  <a:lnTo>
                    <a:pt x="7190390" y="2896364"/>
                  </a:lnTo>
                  <a:lnTo>
                    <a:pt x="7192291" y="2850925"/>
                  </a:lnTo>
                  <a:lnTo>
                    <a:pt x="7194193" y="2913553"/>
                  </a:lnTo>
                  <a:lnTo>
                    <a:pt x="7196094" y="2987551"/>
                  </a:lnTo>
                  <a:lnTo>
                    <a:pt x="7197995" y="3116972"/>
                  </a:lnTo>
                  <a:lnTo>
                    <a:pt x="7197995" y="3116972"/>
                  </a:lnTo>
                  <a:lnTo>
                    <a:pt x="7199896" y="3116972"/>
                  </a:lnTo>
                  <a:lnTo>
                    <a:pt x="7201797" y="3116972"/>
                  </a:lnTo>
                  <a:lnTo>
                    <a:pt x="7203699" y="3096615"/>
                  </a:lnTo>
                  <a:lnTo>
                    <a:pt x="7205600" y="3036456"/>
                  </a:lnTo>
                  <a:lnTo>
                    <a:pt x="7207501" y="2954427"/>
                  </a:lnTo>
                  <a:lnTo>
                    <a:pt x="7209402" y="2842179"/>
                  </a:lnTo>
                  <a:lnTo>
                    <a:pt x="7211304" y="2819219"/>
                  </a:lnTo>
                  <a:lnTo>
                    <a:pt x="7213205" y="2872949"/>
                  </a:lnTo>
                  <a:lnTo>
                    <a:pt x="7215106" y="2933452"/>
                  </a:lnTo>
                  <a:lnTo>
                    <a:pt x="7217007" y="2949139"/>
                  </a:lnTo>
                  <a:lnTo>
                    <a:pt x="7218908" y="2982224"/>
                  </a:lnTo>
                  <a:lnTo>
                    <a:pt x="7220810" y="2988379"/>
                  </a:lnTo>
                  <a:lnTo>
                    <a:pt x="7222711" y="2945557"/>
                  </a:lnTo>
                  <a:lnTo>
                    <a:pt x="7224612" y="2915413"/>
                  </a:lnTo>
                  <a:lnTo>
                    <a:pt x="7226513" y="2829666"/>
                  </a:lnTo>
                  <a:lnTo>
                    <a:pt x="7228414" y="2719019"/>
                  </a:lnTo>
                  <a:lnTo>
                    <a:pt x="7230316" y="2589808"/>
                  </a:lnTo>
                  <a:lnTo>
                    <a:pt x="7232217" y="2474234"/>
                  </a:lnTo>
                  <a:lnTo>
                    <a:pt x="7234118" y="2426117"/>
                  </a:lnTo>
                  <a:lnTo>
                    <a:pt x="7236019" y="2360616"/>
                  </a:lnTo>
                  <a:lnTo>
                    <a:pt x="7237921" y="2251047"/>
                  </a:lnTo>
                  <a:lnTo>
                    <a:pt x="7239822" y="2155406"/>
                  </a:lnTo>
                  <a:lnTo>
                    <a:pt x="7241723" y="2098749"/>
                  </a:lnTo>
                  <a:lnTo>
                    <a:pt x="7243624" y="2072369"/>
                  </a:lnTo>
                  <a:lnTo>
                    <a:pt x="7245525" y="2014798"/>
                  </a:lnTo>
                  <a:lnTo>
                    <a:pt x="7247427" y="1898063"/>
                  </a:lnTo>
                  <a:lnTo>
                    <a:pt x="7249328" y="1833389"/>
                  </a:lnTo>
                  <a:lnTo>
                    <a:pt x="7251229" y="1804128"/>
                  </a:lnTo>
                  <a:lnTo>
                    <a:pt x="7253130" y="1738609"/>
                  </a:lnTo>
                  <a:lnTo>
                    <a:pt x="7255031" y="1651933"/>
                  </a:lnTo>
                  <a:lnTo>
                    <a:pt x="7256933" y="1642222"/>
                  </a:lnTo>
                  <a:lnTo>
                    <a:pt x="7258834" y="1715188"/>
                  </a:lnTo>
                  <a:lnTo>
                    <a:pt x="7260735" y="1785889"/>
                  </a:lnTo>
                  <a:lnTo>
                    <a:pt x="7262636" y="1918013"/>
                  </a:lnTo>
                  <a:lnTo>
                    <a:pt x="7264538" y="2078001"/>
                  </a:lnTo>
                  <a:lnTo>
                    <a:pt x="7266439" y="2235803"/>
                  </a:lnTo>
                  <a:lnTo>
                    <a:pt x="7268340" y="2330580"/>
                  </a:lnTo>
                  <a:lnTo>
                    <a:pt x="7270241" y="2401519"/>
                  </a:lnTo>
                  <a:lnTo>
                    <a:pt x="7272142" y="2482613"/>
                  </a:lnTo>
                  <a:lnTo>
                    <a:pt x="7274044" y="2535586"/>
                  </a:lnTo>
                  <a:lnTo>
                    <a:pt x="7275945" y="2525544"/>
                  </a:lnTo>
                  <a:lnTo>
                    <a:pt x="7277846" y="2445367"/>
                  </a:lnTo>
                  <a:lnTo>
                    <a:pt x="7279747" y="2388114"/>
                  </a:lnTo>
                  <a:lnTo>
                    <a:pt x="7281648" y="2375073"/>
                  </a:lnTo>
                  <a:lnTo>
                    <a:pt x="7283550" y="2299041"/>
                  </a:lnTo>
                  <a:lnTo>
                    <a:pt x="7285451" y="2176038"/>
                  </a:lnTo>
                  <a:lnTo>
                    <a:pt x="7287352" y="2178413"/>
                  </a:lnTo>
                  <a:lnTo>
                    <a:pt x="7289253" y="2264019"/>
                  </a:lnTo>
                  <a:lnTo>
                    <a:pt x="7291154" y="2266980"/>
                  </a:lnTo>
                  <a:lnTo>
                    <a:pt x="7293056" y="2232585"/>
                  </a:lnTo>
                  <a:lnTo>
                    <a:pt x="7294957" y="2266568"/>
                  </a:lnTo>
                  <a:lnTo>
                    <a:pt x="7296858" y="2284040"/>
                  </a:lnTo>
                  <a:lnTo>
                    <a:pt x="7298759" y="2220179"/>
                  </a:lnTo>
                  <a:lnTo>
                    <a:pt x="7300661" y="2101130"/>
                  </a:lnTo>
                  <a:lnTo>
                    <a:pt x="7302562" y="2025250"/>
                  </a:lnTo>
                  <a:lnTo>
                    <a:pt x="7304463" y="1912463"/>
                  </a:lnTo>
                  <a:lnTo>
                    <a:pt x="7306364" y="1801954"/>
                  </a:lnTo>
                  <a:lnTo>
                    <a:pt x="7308265" y="1793078"/>
                  </a:lnTo>
                  <a:lnTo>
                    <a:pt x="7310167" y="1757314"/>
                  </a:lnTo>
                  <a:lnTo>
                    <a:pt x="7312068" y="1796356"/>
                  </a:lnTo>
                  <a:lnTo>
                    <a:pt x="7313969" y="1847535"/>
                  </a:lnTo>
                  <a:lnTo>
                    <a:pt x="7315870" y="1924778"/>
                  </a:lnTo>
                  <a:lnTo>
                    <a:pt x="7317771" y="2024144"/>
                  </a:lnTo>
                  <a:lnTo>
                    <a:pt x="7319673" y="2089399"/>
                  </a:lnTo>
                  <a:lnTo>
                    <a:pt x="7321574" y="2188019"/>
                  </a:lnTo>
                  <a:lnTo>
                    <a:pt x="7323475" y="2226561"/>
                  </a:lnTo>
                  <a:lnTo>
                    <a:pt x="7325376" y="2332467"/>
                  </a:lnTo>
                  <a:lnTo>
                    <a:pt x="7327278" y="2432129"/>
                  </a:lnTo>
                  <a:lnTo>
                    <a:pt x="7329179" y="2432833"/>
                  </a:lnTo>
                  <a:lnTo>
                    <a:pt x="7331080" y="2425078"/>
                  </a:lnTo>
                  <a:lnTo>
                    <a:pt x="7332981" y="2443067"/>
                  </a:lnTo>
                  <a:lnTo>
                    <a:pt x="7334882" y="2451827"/>
                  </a:lnTo>
                  <a:lnTo>
                    <a:pt x="7336784" y="2392798"/>
                  </a:lnTo>
                  <a:lnTo>
                    <a:pt x="7338685" y="2294357"/>
                  </a:lnTo>
                  <a:lnTo>
                    <a:pt x="7340586" y="2236298"/>
                  </a:lnTo>
                  <a:lnTo>
                    <a:pt x="7342487" y="2146098"/>
                  </a:lnTo>
                  <a:lnTo>
                    <a:pt x="7344388" y="2033008"/>
                  </a:lnTo>
                  <a:lnTo>
                    <a:pt x="7346290" y="1907060"/>
                  </a:lnTo>
                  <a:lnTo>
                    <a:pt x="7348191" y="1782975"/>
                  </a:lnTo>
                  <a:lnTo>
                    <a:pt x="7350092" y="1721587"/>
                  </a:lnTo>
                  <a:lnTo>
                    <a:pt x="7351993" y="1688739"/>
                  </a:lnTo>
                  <a:lnTo>
                    <a:pt x="7353895" y="1625676"/>
                  </a:lnTo>
                  <a:lnTo>
                    <a:pt x="7355796" y="1684930"/>
                  </a:lnTo>
                  <a:lnTo>
                    <a:pt x="7357697" y="1799523"/>
                  </a:lnTo>
                  <a:lnTo>
                    <a:pt x="7359598" y="1933054"/>
                  </a:lnTo>
                  <a:lnTo>
                    <a:pt x="7361499" y="2034215"/>
                  </a:lnTo>
                  <a:lnTo>
                    <a:pt x="7363401" y="2066557"/>
                  </a:lnTo>
                  <a:lnTo>
                    <a:pt x="7365302" y="2198447"/>
                  </a:lnTo>
                  <a:lnTo>
                    <a:pt x="7367203" y="2215431"/>
                  </a:lnTo>
                  <a:lnTo>
                    <a:pt x="7369104" y="2204213"/>
                  </a:lnTo>
                  <a:lnTo>
                    <a:pt x="7371005" y="2199852"/>
                  </a:lnTo>
                  <a:lnTo>
                    <a:pt x="7372907" y="2181216"/>
                  </a:lnTo>
                  <a:lnTo>
                    <a:pt x="7374808" y="2282357"/>
                  </a:lnTo>
                  <a:lnTo>
                    <a:pt x="7376709" y="2362765"/>
                  </a:lnTo>
                  <a:lnTo>
                    <a:pt x="7378610" y="2452146"/>
                  </a:lnTo>
                  <a:lnTo>
                    <a:pt x="7380512" y="2517698"/>
                  </a:lnTo>
                  <a:lnTo>
                    <a:pt x="7382413" y="2573727"/>
                  </a:lnTo>
                  <a:lnTo>
                    <a:pt x="7384314" y="2681017"/>
                  </a:lnTo>
                  <a:lnTo>
                    <a:pt x="7386215" y="2698269"/>
                  </a:lnTo>
                  <a:lnTo>
                    <a:pt x="7388116" y="2645586"/>
                  </a:lnTo>
                  <a:lnTo>
                    <a:pt x="7390018" y="2573769"/>
                  </a:lnTo>
                  <a:lnTo>
                    <a:pt x="7391919" y="2466614"/>
                  </a:lnTo>
                  <a:lnTo>
                    <a:pt x="7393820" y="2418752"/>
                  </a:lnTo>
                  <a:lnTo>
                    <a:pt x="7395721" y="2392958"/>
                  </a:lnTo>
                  <a:lnTo>
                    <a:pt x="7397622" y="2416268"/>
                  </a:lnTo>
                  <a:lnTo>
                    <a:pt x="7399524" y="2499727"/>
                  </a:lnTo>
                  <a:lnTo>
                    <a:pt x="7401425" y="2626206"/>
                  </a:lnTo>
                  <a:lnTo>
                    <a:pt x="7403326" y="2788576"/>
                  </a:lnTo>
                  <a:lnTo>
                    <a:pt x="7405227" y="2824031"/>
                  </a:lnTo>
                  <a:lnTo>
                    <a:pt x="7407129" y="2794148"/>
                  </a:lnTo>
                  <a:lnTo>
                    <a:pt x="7409030" y="2778675"/>
                  </a:lnTo>
                  <a:lnTo>
                    <a:pt x="7410931" y="2731884"/>
                  </a:lnTo>
                  <a:lnTo>
                    <a:pt x="7412832" y="2611229"/>
                  </a:lnTo>
                  <a:lnTo>
                    <a:pt x="7414733" y="2508828"/>
                  </a:lnTo>
                  <a:lnTo>
                    <a:pt x="7416635" y="2484719"/>
                  </a:lnTo>
                  <a:lnTo>
                    <a:pt x="7418536" y="2480181"/>
                  </a:lnTo>
                  <a:lnTo>
                    <a:pt x="7420437" y="2460993"/>
                  </a:lnTo>
                  <a:lnTo>
                    <a:pt x="7422338" y="2449246"/>
                  </a:lnTo>
                  <a:lnTo>
                    <a:pt x="7424239" y="2403231"/>
                  </a:lnTo>
                  <a:lnTo>
                    <a:pt x="7426141" y="2340203"/>
                  </a:lnTo>
                  <a:lnTo>
                    <a:pt x="7428042" y="2290857"/>
                  </a:lnTo>
                  <a:lnTo>
                    <a:pt x="7429943" y="2250204"/>
                  </a:lnTo>
                  <a:lnTo>
                    <a:pt x="7431844" y="2217455"/>
                  </a:lnTo>
                  <a:lnTo>
                    <a:pt x="7433746" y="2199850"/>
                  </a:lnTo>
                  <a:lnTo>
                    <a:pt x="7435647" y="2225965"/>
                  </a:lnTo>
                  <a:lnTo>
                    <a:pt x="7437548" y="2294132"/>
                  </a:lnTo>
                  <a:lnTo>
                    <a:pt x="7439449" y="2361825"/>
                  </a:lnTo>
                  <a:lnTo>
                    <a:pt x="7441350" y="2414184"/>
                  </a:lnTo>
                  <a:lnTo>
                    <a:pt x="7443252" y="2451415"/>
                  </a:lnTo>
                  <a:lnTo>
                    <a:pt x="7445153" y="2450081"/>
                  </a:lnTo>
                  <a:lnTo>
                    <a:pt x="7447054" y="2471840"/>
                  </a:lnTo>
                  <a:lnTo>
                    <a:pt x="7448955" y="2515149"/>
                  </a:lnTo>
                  <a:lnTo>
                    <a:pt x="7450856" y="2549117"/>
                  </a:lnTo>
                  <a:lnTo>
                    <a:pt x="7452758" y="2570178"/>
                  </a:lnTo>
                  <a:lnTo>
                    <a:pt x="7454659" y="2637684"/>
                  </a:lnTo>
                  <a:lnTo>
                    <a:pt x="7456560" y="2732397"/>
                  </a:lnTo>
                  <a:lnTo>
                    <a:pt x="7458461" y="2791497"/>
                  </a:lnTo>
                  <a:lnTo>
                    <a:pt x="7460363" y="2828496"/>
                  </a:lnTo>
                  <a:lnTo>
                    <a:pt x="7462264" y="2791422"/>
                  </a:lnTo>
                  <a:lnTo>
                    <a:pt x="7464165" y="2726502"/>
                  </a:lnTo>
                  <a:lnTo>
                    <a:pt x="7466066" y="2637856"/>
                  </a:lnTo>
                  <a:lnTo>
                    <a:pt x="7467967" y="2680096"/>
                  </a:lnTo>
                  <a:lnTo>
                    <a:pt x="7469869" y="2728841"/>
                  </a:lnTo>
                  <a:lnTo>
                    <a:pt x="7471770" y="2684770"/>
                  </a:lnTo>
                  <a:lnTo>
                    <a:pt x="7473671" y="2684982"/>
                  </a:lnTo>
                  <a:lnTo>
                    <a:pt x="7475572" y="2781672"/>
                  </a:lnTo>
                  <a:lnTo>
                    <a:pt x="7477473" y="2832296"/>
                  </a:lnTo>
                  <a:lnTo>
                    <a:pt x="7479375" y="2713558"/>
                  </a:lnTo>
                  <a:lnTo>
                    <a:pt x="7481276" y="2664632"/>
                  </a:lnTo>
                  <a:lnTo>
                    <a:pt x="7483177" y="2719016"/>
                  </a:lnTo>
                  <a:lnTo>
                    <a:pt x="7485078" y="2739610"/>
                  </a:lnTo>
                  <a:lnTo>
                    <a:pt x="7486980" y="2686119"/>
                  </a:lnTo>
                  <a:lnTo>
                    <a:pt x="7488881" y="2587494"/>
                  </a:lnTo>
                  <a:lnTo>
                    <a:pt x="7490782" y="2573824"/>
                  </a:lnTo>
                  <a:lnTo>
                    <a:pt x="7492683" y="2516354"/>
                  </a:lnTo>
                  <a:lnTo>
                    <a:pt x="7494584" y="2406982"/>
                  </a:lnTo>
                  <a:lnTo>
                    <a:pt x="7496486" y="2407849"/>
                  </a:lnTo>
                  <a:lnTo>
                    <a:pt x="7498387" y="2469914"/>
                  </a:lnTo>
                  <a:lnTo>
                    <a:pt x="7500288" y="2614489"/>
                  </a:lnTo>
                  <a:lnTo>
                    <a:pt x="7502189" y="2736689"/>
                  </a:lnTo>
                  <a:lnTo>
                    <a:pt x="7504090" y="2849438"/>
                  </a:lnTo>
                  <a:lnTo>
                    <a:pt x="7505992" y="2985629"/>
                  </a:lnTo>
                  <a:lnTo>
                    <a:pt x="7507893" y="3051784"/>
                  </a:lnTo>
                  <a:lnTo>
                    <a:pt x="7509794" y="3047316"/>
                  </a:lnTo>
                  <a:lnTo>
                    <a:pt x="7511695" y="3020032"/>
                  </a:lnTo>
                  <a:lnTo>
                    <a:pt x="7513597" y="2901685"/>
                  </a:lnTo>
                  <a:lnTo>
                    <a:pt x="7515498" y="2770748"/>
                  </a:lnTo>
                  <a:lnTo>
                    <a:pt x="7517399" y="2649402"/>
                  </a:lnTo>
                  <a:lnTo>
                    <a:pt x="7519300" y="2565518"/>
                  </a:lnTo>
                  <a:lnTo>
                    <a:pt x="7521201" y="2589131"/>
                  </a:lnTo>
                  <a:lnTo>
                    <a:pt x="7523103" y="2520311"/>
                  </a:lnTo>
                  <a:lnTo>
                    <a:pt x="7525004" y="2522835"/>
                  </a:lnTo>
                  <a:lnTo>
                    <a:pt x="7526905" y="2568611"/>
                  </a:lnTo>
                  <a:lnTo>
                    <a:pt x="7528806" y="2616890"/>
                  </a:lnTo>
                  <a:lnTo>
                    <a:pt x="7530707" y="2572414"/>
                  </a:lnTo>
                  <a:lnTo>
                    <a:pt x="7532609" y="2443729"/>
                  </a:lnTo>
                  <a:lnTo>
                    <a:pt x="7534510" y="2485154"/>
                  </a:lnTo>
                  <a:lnTo>
                    <a:pt x="7536411" y="2523355"/>
                  </a:lnTo>
                  <a:lnTo>
                    <a:pt x="7538312" y="2505128"/>
                  </a:lnTo>
                  <a:lnTo>
                    <a:pt x="7540214" y="2441710"/>
                  </a:lnTo>
                  <a:lnTo>
                    <a:pt x="7542115" y="2439952"/>
                  </a:lnTo>
                  <a:lnTo>
                    <a:pt x="7544016" y="2423693"/>
                  </a:lnTo>
                  <a:lnTo>
                    <a:pt x="7545917" y="2364452"/>
                  </a:lnTo>
                  <a:lnTo>
                    <a:pt x="7547818" y="2326903"/>
                  </a:lnTo>
                  <a:lnTo>
                    <a:pt x="7549720" y="2335511"/>
                  </a:lnTo>
                  <a:lnTo>
                    <a:pt x="7551621" y="2411068"/>
                  </a:lnTo>
                  <a:lnTo>
                    <a:pt x="7553522" y="2443445"/>
                  </a:lnTo>
                  <a:lnTo>
                    <a:pt x="7555423" y="2500100"/>
                  </a:lnTo>
                  <a:lnTo>
                    <a:pt x="7557324" y="2595161"/>
                  </a:lnTo>
                  <a:lnTo>
                    <a:pt x="7559226" y="2697876"/>
                  </a:lnTo>
                  <a:lnTo>
                    <a:pt x="7561127" y="2792199"/>
                  </a:lnTo>
                  <a:lnTo>
                    <a:pt x="7563028" y="2804817"/>
                  </a:lnTo>
                  <a:lnTo>
                    <a:pt x="7564929" y="2778486"/>
                  </a:lnTo>
                  <a:lnTo>
                    <a:pt x="7566830" y="2705253"/>
                  </a:lnTo>
                  <a:lnTo>
                    <a:pt x="7568732" y="2603934"/>
                  </a:lnTo>
                  <a:lnTo>
                    <a:pt x="7570633" y="2482521"/>
                  </a:lnTo>
                  <a:lnTo>
                    <a:pt x="7572534" y="2282158"/>
                  </a:lnTo>
                  <a:lnTo>
                    <a:pt x="7574435" y="2125092"/>
                  </a:lnTo>
                  <a:lnTo>
                    <a:pt x="7576337" y="2099609"/>
                  </a:lnTo>
                  <a:lnTo>
                    <a:pt x="7578238" y="2146076"/>
                  </a:lnTo>
                  <a:lnTo>
                    <a:pt x="7580139" y="2097011"/>
                  </a:lnTo>
                  <a:lnTo>
                    <a:pt x="7582040" y="1986349"/>
                  </a:lnTo>
                  <a:lnTo>
                    <a:pt x="7583941" y="1967415"/>
                  </a:lnTo>
                  <a:lnTo>
                    <a:pt x="7585843" y="2046690"/>
                  </a:lnTo>
                  <a:lnTo>
                    <a:pt x="7587744" y="2109914"/>
                  </a:lnTo>
                  <a:lnTo>
                    <a:pt x="7589645" y="2158806"/>
                  </a:lnTo>
                  <a:lnTo>
                    <a:pt x="7591546" y="2280996"/>
                  </a:lnTo>
                  <a:lnTo>
                    <a:pt x="7593447" y="2405973"/>
                  </a:lnTo>
                  <a:lnTo>
                    <a:pt x="7595349" y="2498266"/>
                  </a:lnTo>
                  <a:lnTo>
                    <a:pt x="7597250" y="2537164"/>
                  </a:lnTo>
                  <a:lnTo>
                    <a:pt x="7599151" y="2558991"/>
                  </a:lnTo>
                  <a:lnTo>
                    <a:pt x="7601052" y="2557611"/>
                  </a:lnTo>
                  <a:lnTo>
                    <a:pt x="7602954" y="2544760"/>
                  </a:lnTo>
                  <a:lnTo>
                    <a:pt x="7604855" y="2586320"/>
                  </a:lnTo>
                  <a:lnTo>
                    <a:pt x="7606756" y="2586843"/>
                  </a:lnTo>
                  <a:lnTo>
                    <a:pt x="7608657" y="2551547"/>
                  </a:lnTo>
                  <a:lnTo>
                    <a:pt x="7610558" y="2510332"/>
                  </a:lnTo>
                  <a:lnTo>
                    <a:pt x="7612460" y="2461007"/>
                  </a:lnTo>
                  <a:lnTo>
                    <a:pt x="7614361" y="2471427"/>
                  </a:lnTo>
                  <a:lnTo>
                    <a:pt x="7616262" y="2511333"/>
                  </a:lnTo>
                  <a:lnTo>
                    <a:pt x="7618163" y="2532989"/>
                  </a:lnTo>
                  <a:lnTo>
                    <a:pt x="7620064" y="2595891"/>
                  </a:lnTo>
                  <a:lnTo>
                    <a:pt x="7621966" y="2704911"/>
                  </a:lnTo>
                  <a:lnTo>
                    <a:pt x="7623867" y="2860381"/>
                  </a:lnTo>
                  <a:lnTo>
                    <a:pt x="7625768" y="2924258"/>
                  </a:lnTo>
                  <a:lnTo>
                    <a:pt x="7627669" y="2941426"/>
                  </a:lnTo>
                  <a:lnTo>
                    <a:pt x="7629571" y="3030850"/>
                  </a:lnTo>
                  <a:lnTo>
                    <a:pt x="7631472" y="3110735"/>
                  </a:lnTo>
                  <a:lnTo>
                    <a:pt x="7633373" y="3112190"/>
                  </a:lnTo>
                  <a:lnTo>
                    <a:pt x="7635274" y="2999682"/>
                  </a:lnTo>
                  <a:lnTo>
                    <a:pt x="7637175" y="2892132"/>
                  </a:lnTo>
                  <a:lnTo>
                    <a:pt x="7639077" y="2873733"/>
                  </a:lnTo>
                  <a:lnTo>
                    <a:pt x="7640978" y="2838017"/>
                  </a:lnTo>
                  <a:lnTo>
                    <a:pt x="7642879" y="2814051"/>
                  </a:lnTo>
                  <a:lnTo>
                    <a:pt x="7644780" y="2819020"/>
                  </a:lnTo>
                  <a:lnTo>
                    <a:pt x="7646681" y="2866855"/>
                  </a:lnTo>
                  <a:lnTo>
                    <a:pt x="7648583" y="2939313"/>
                  </a:lnTo>
                  <a:lnTo>
                    <a:pt x="7650484" y="2940670"/>
                  </a:lnTo>
                  <a:lnTo>
                    <a:pt x="7652385" y="2966941"/>
                  </a:lnTo>
                  <a:lnTo>
                    <a:pt x="7654286" y="2980382"/>
                  </a:lnTo>
                  <a:lnTo>
                    <a:pt x="7656188" y="3010583"/>
                  </a:lnTo>
                  <a:lnTo>
                    <a:pt x="7658089" y="3067735"/>
                  </a:lnTo>
                  <a:lnTo>
                    <a:pt x="7659990" y="3079765"/>
                  </a:lnTo>
                  <a:lnTo>
                    <a:pt x="7661891" y="3049489"/>
                  </a:lnTo>
                  <a:lnTo>
                    <a:pt x="7663792" y="2997248"/>
                  </a:lnTo>
                  <a:lnTo>
                    <a:pt x="7665694" y="2950097"/>
                  </a:lnTo>
                  <a:lnTo>
                    <a:pt x="7667595" y="2904421"/>
                  </a:lnTo>
                  <a:lnTo>
                    <a:pt x="7669496" y="2856115"/>
                  </a:lnTo>
                  <a:lnTo>
                    <a:pt x="7671397" y="2896954"/>
                  </a:lnTo>
                  <a:lnTo>
                    <a:pt x="7673298" y="2986171"/>
                  </a:lnTo>
                  <a:lnTo>
                    <a:pt x="7675200" y="3078078"/>
                  </a:lnTo>
                  <a:lnTo>
                    <a:pt x="7677101" y="3116972"/>
                  </a:lnTo>
                  <a:lnTo>
                    <a:pt x="7677101" y="3116972"/>
                  </a:lnTo>
                  <a:lnTo>
                    <a:pt x="7679002" y="3096123"/>
                  </a:lnTo>
                  <a:lnTo>
                    <a:pt x="7680903" y="3044951"/>
                  </a:lnTo>
                  <a:lnTo>
                    <a:pt x="7682805" y="2977166"/>
                  </a:lnTo>
                  <a:lnTo>
                    <a:pt x="7684706" y="2930437"/>
                  </a:lnTo>
                  <a:lnTo>
                    <a:pt x="7686607" y="2876653"/>
                  </a:lnTo>
                  <a:lnTo>
                    <a:pt x="7688508" y="2800381"/>
                  </a:lnTo>
                  <a:lnTo>
                    <a:pt x="7690409" y="2791001"/>
                  </a:lnTo>
                  <a:lnTo>
                    <a:pt x="7692311" y="2866610"/>
                  </a:lnTo>
                  <a:lnTo>
                    <a:pt x="7694212" y="2940007"/>
                  </a:lnTo>
                  <a:lnTo>
                    <a:pt x="7696113" y="2954871"/>
                  </a:lnTo>
                  <a:lnTo>
                    <a:pt x="7698014" y="2976727"/>
                  </a:lnTo>
                  <a:lnTo>
                    <a:pt x="7699915" y="3016425"/>
                  </a:lnTo>
                  <a:lnTo>
                    <a:pt x="7701817" y="3093100"/>
                  </a:lnTo>
                  <a:lnTo>
                    <a:pt x="7703718" y="3059862"/>
                  </a:lnTo>
                  <a:lnTo>
                    <a:pt x="7705619" y="2981022"/>
                  </a:lnTo>
                  <a:lnTo>
                    <a:pt x="7707520" y="2900301"/>
                  </a:lnTo>
                  <a:lnTo>
                    <a:pt x="7709422" y="2834974"/>
                  </a:lnTo>
                  <a:lnTo>
                    <a:pt x="7711323" y="2846098"/>
                  </a:lnTo>
                  <a:lnTo>
                    <a:pt x="7713224" y="2866642"/>
                  </a:lnTo>
                  <a:lnTo>
                    <a:pt x="7715125" y="2856183"/>
                  </a:lnTo>
                  <a:lnTo>
                    <a:pt x="7717026" y="2778986"/>
                  </a:lnTo>
                  <a:lnTo>
                    <a:pt x="7718928" y="2752198"/>
                  </a:lnTo>
                  <a:lnTo>
                    <a:pt x="7720829" y="2765735"/>
                  </a:lnTo>
                  <a:lnTo>
                    <a:pt x="7722730" y="2777553"/>
                  </a:lnTo>
                  <a:lnTo>
                    <a:pt x="7724631" y="2741518"/>
                  </a:lnTo>
                  <a:lnTo>
                    <a:pt x="7726532" y="2738998"/>
                  </a:lnTo>
                  <a:lnTo>
                    <a:pt x="7728434" y="2830051"/>
                  </a:lnTo>
                  <a:lnTo>
                    <a:pt x="7730335" y="2885699"/>
                  </a:lnTo>
                  <a:lnTo>
                    <a:pt x="7732236" y="2891952"/>
                  </a:lnTo>
                  <a:lnTo>
                    <a:pt x="7734137" y="2854193"/>
                  </a:lnTo>
                  <a:lnTo>
                    <a:pt x="7736039" y="2846787"/>
                  </a:lnTo>
                  <a:lnTo>
                    <a:pt x="7737940" y="2881192"/>
                  </a:lnTo>
                  <a:lnTo>
                    <a:pt x="7739841" y="2936845"/>
                  </a:lnTo>
                  <a:lnTo>
                    <a:pt x="7741742" y="2933517"/>
                  </a:lnTo>
                  <a:lnTo>
                    <a:pt x="7743643" y="2870930"/>
                  </a:lnTo>
                  <a:lnTo>
                    <a:pt x="7745545" y="2786386"/>
                  </a:lnTo>
                  <a:lnTo>
                    <a:pt x="7747446" y="2767213"/>
                  </a:lnTo>
                  <a:lnTo>
                    <a:pt x="7749347" y="2784551"/>
                  </a:lnTo>
                  <a:lnTo>
                    <a:pt x="7751248" y="2729795"/>
                  </a:lnTo>
                  <a:lnTo>
                    <a:pt x="7753149" y="2745518"/>
                  </a:lnTo>
                  <a:lnTo>
                    <a:pt x="7755051" y="2848885"/>
                  </a:lnTo>
                  <a:lnTo>
                    <a:pt x="7756952" y="2890983"/>
                  </a:lnTo>
                  <a:lnTo>
                    <a:pt x="7758853" y="2821721"/>
                  </a:lnTo>
                  <a:lnTo>
                    <a:pt x="7760754" y="2770286"/>
                  </a:lnTo>
                  <a:lnTo>
                    <a:pt x="7762656" y="2736666"/>
                  </a:lnTo>
                  <a:lnTo>
                    <a:pt x="7764557" y="2706953"/>
                  </a:lnTo>
                  <a:lnTo>
                    <a:pt x="7766458" y="2682012"/>
                  </a:lnTo>
                  <a:lnTo>
                    <a:pt x="7768359" y="2740878"/>
                  </a:lnTo>
                  <a:lnTo>
                    <a:pt x="7770260" y="2775584"/>
                  </a:lnTo>
                  <a:lnTo>
                    <a:pt x="7772162" y="2785390"/>
                  </a:lnTo>
                  <a:lnTo>
                    <a:pt x="7774063" y="2772831"/>
                  </a:lnTo>
                  <a:lnTo>
                    <a:pt x="7775964" y="2793102"/>
                  </a:lnTo>
                  <a:lnTo>
                    <a:pt x="7777865" y="2795931"/>
                  </a:lnTo>
                  <a:lnTo>
                    <a:pt x="7779766" y="2757821"/>
                  </a:lnTo>
                  <a:lnTo>
                    <a:pt x="7781668" y="2805056"/>
                  </a:lnTo>
                  <a:lnTo>
                    <a:pt x="7783569" y="2818733"/>
                  </a:lnTo>
                  <a:lnTo>
                    <a:pt x="7785470" y="2836282"/>
                  </a:lnTo>
                  <a:lnTo>
                    <a:pt x="7787371" y="2809151"/>
                  </a:lnTo>
                  <a:lnTo>
                    <a:pt x="7789273" y="2843552"/>
                  </a:lnTo>
                  <a:lnTo>
                    <a:pt x="7791174" y="2914249"/>
                  </a:lnTo>
                  <a:lnTo>
                    <a:pt x="7793075" y="2911625"/>
                  </a:lnTo>
                  <a:lnTo>
                    <a:pt x="7794976" y="2919427"/>
                  </a:lnTo>
                  <a:lnTo>
                    <a:pt x="7796877" y="2884974"/>
                  </a:lnTo>
                  <a:lnTo>
                    <a:pt x="7798779" y="2832955"/>
                  </a:lnTo>
                  <a:lnTo>
                    <a:pt x="7800680" y="2764035"/>
                  </a:lnTo>
                  <a:lnTo>
                    <a:pt x="7802581" y="2698102"/>
                  </a:lnTo>
                  <a:lnTo>
                    <a:pt x="7804482" y="2730754"/>
                  </a:lnTo>
                  <a:lnTo>
                    <a:pt x="7806383" y="2658808"/>
                  </a:lnTo>
                  <a:lnTo>
                    <a:pt x="7808285" y="2662238"/>
                  </a:lnTo>
                  <a:lnTo>
                    <a:pt x="7810186" y="2745038"/>
                  </a:lnTo>
                  <a:lnTo>
                    <a:pt x="7812087" y="2838242"/>
                  </a:lnTo>
                  <a:lnTo>
                    <a:pt x="7813988" y="2945316"/>
                  </a:lnTo>
                  <a:lnTo>
                    <a:pt x="7815890" y="2963722"/>
                  </a:lnTo>
                  <a:lnTo>
                    <a:pt x="7817791" y="3083880"/>
                  </a:lnTo>
                  <a:lnTo>
                    <a:pt x="7819692" y="3116972"/>
                  </a:lnTo>
                  <a:lnTo>
                    <a:pt x="7819692" y="3116972"/>
                  </a:lnTo>
                  <a:lnTo>
                    <a:pt x="7821593" y="3116972"/>
                  </a:lnTo>
                  <a:lnTo>
                    <a:pt x="7823494" y="3116972"/>
                  </a:lnTo>
                  <a:lnTo>
                    <a:pt x="7825396" y="3116972"/>
                  </a:lnTo>
                  <a:lnTo>
                    <a:pt x="7827297" y="3098626"/>
                  </a:lnTo>
                  <a:lnTo>
                    <a:pt x="7829198" y="3051363"/>
                  </a:lnTo>
                  <a:lnTo>
                    <a:pt x="7831099" y="2959453"/>
                  </a:lnTo>
                  <a:lnTo>
                    <a:pt x="7833000" y="2821371"/>
                  </a:lnTo>
                  <a:lnTo>
                    <a:pt x="7834902" y="2736083"/>
                  </a:lnTo>
                  <a:lnTo>
                    <a:pt x="7836803" y="2717805"/>
                  </a:lnTo>
                  <a:lnTo>
                    <a:pt x="7838704" y="2636001"/>
                  </a:lnTo>
                  <a:lnTo>
                    <a:pt x="7840605" y="2540798"/>
                  </a:lnTo>
                  <a:lnTo>
                    <a:pt x="7842507" y="2538621"/>
                  </a:lnTo>
                  <a:lnTo>
                    <a:pt x="7844408" y="2600499"/>
                  </a:lnTo>
                  <a:lnTo>
                    <a:pt x="7846309" y="2641500"/>
                  </a:lnTo>
                  <a:lnTo>
                    <a:pt x="7848210" y="2665769"/>
                  </a:lnTo>
                  <a:lnTo>
                    <a:pt x="7850111" y="2742322"/>
                  </a:lnTo>
                  <a:lnTo>
                    <a:pt x="7852013" y="2840231"/>
                  </a:lnTo>
                  <a:lnTo>
                    <a:pt x="7853914" y="2855477"/>
                  </a:lnTo>
                  <a:lnTo>
                    <a:pt x="7855815" y="2784546"/>
                  </a:lnTo>
                  <a:lnTo>
                    <a:pt x="7857716" y="2787996"/>
                  </a:lnTo>
                  <a:lnTo>
                    <a:pt x="7859617" y="2784653"/>
                  </a:lnTo>
                  <a:lnTo>
                    <a:pt x="7861519" y="2771510"/>
                  </a:lnTo>
                  <a:lnTo>
                    <a:pt x="7863420" y="2673585"/>
                  </a:lnTo>
                  <a:lnTo>
                    <a:pt x="7865321" y="2639989"/>
                  </a:lnTo>
                  <a:lnTo>
                    <a:pt x="7867222" y="2637482"/>
                  </a:lnTo>
                  <a:lnTo>
                    <a:pt x="7869123" y="2573599"/>
                  </a:lnTo>
                  <a:lnTo>
                    <a:pt x="7871025" y="2526925"/>
                  </a:lnTo>
                  <a:lnTo>
                    <a:pt x="7872926" y="2577888"/>
                  </a:lnTo>
                  <a:lnTo>
                    <a:pt x="7874827" y="2656086"/>
                  </a:lnTo>
                  <a:lnTo>
                    <a:pt x="7876728" y="2633081"/>
                  </a:lnTo>
                  <a:lnTo>
                    <a:pt x="7878630" y="2649446"/>
                  </a:lnTo>
                  <a:lnTo>
                    <a:pt x="7880531" y="2655916"/>
                  </a:lnTo>
                  <a:lnTo>
                    <a:pt x="7882432" y="2614477"/>
                  </a:lnTo>
                  <a:lnTo>
                    <a:pt x="7884333" y="2560589"/>
                  </a:lnTo>
                  <a:lnTo>
                    <a:pt x="7886234" y="2515928"/>
                  </a:lnTo>
                  <a:lnTo>
                    <a:pt x="7888136" y="2541718"/>
                  </a:lnTo>
                  <a:lnTo>
                    <a:pt x="7890037" y="2519370"/>
                  </a:lnTo>
                  <a:lnTo>
                    <a:pt x="7891938" y="2512855"/>
                  </a:lnTo>
                  <a:lnTo>
                    <a:pt x="7893839" y="2584340"/>
                  </a:lnTo>
                  <a:lnTo>
                    <a:pt x="7895740" y="2624708"/>
                  </a:lnTo>
                  <a:lnTo>
                    <a:pt x="7897642" y="2561339"/>
                  </a:lnTo>
                  <a:lnTo>
                    <a:pt x="7899543" y="2444825"/>
                  </a:lnTo>
                  <a:lnTo>
                    <a:pt x="7901444" y="2444857"/>
                  </a:lnTo>
                  <a:lnTo>
                    <a:pt x="7903345" y="2586394"/>
                  </a:lnTo>
                  <a:lnTo>
                    <a:pt x="7905247" y="2673047"/>
                  </a:lnTo>
                  <a:lnTo>
                    <a:pt x="7907148" y="2678677"/>
                  </a:lnTo>
                  <a:lnTo>
                    <a:pt x="7909049" y="2809450"/>
                  </a:lnTo>
                  <a:lnTo>
                    <a:pt x="7910950" y="3028693"/>
                  </a:lnTo>
                  <a:lnTo>
                    <a:pt x="7912851" y="3116972"/>
                  </a:lnTo>
                  <a:lnTo>
                    <a:pt x="7912851" y="3116972"/>
                  </a:lnTo>
                  <a:lnTo>
                    <a:pt x="7914753" y="3116972"/>
                  </a:lnTo>
                  <a:lnTo>
                    <a:pt x="7916654" y="3116972"/>
                  </a:lnTo>
                  <a:lnTo>
                    <a:pt x="7918555" y="3116972"/>
                  </a:lnTo>
                  <a:lnTo>
                    <a:pt x="7920456" y="3116972"/>
                  </a:lnTo>
                  <a:lnTo>
                    <a:pt x="7922357" y="3116972"/>
                  </a:lnTo>
                  <a:lnTo>
                    <a:pt x="7924259" y="3051601"/>
                  </a:lnTo>
                  <a:lnTo>
                    <a:pt x="7926160" y="2875925"/>
                  </a:lnTo>
                  <a:lnTo>
                    <a:pt x="7928061" y="2690573"/>
                  </a:lnTo>
                  <a:lnTo>
                    <a:pt x="7929962" y="2479280"/>
                  </a:lnTo>
                  <a:lnTo>
                    <a:pt x="7931864" y="2327118"/>
                  </a:lnTo>
                  <a:lnTo>
                    <a:pt x="7933765" y="2223638"/>
                  </a:lnTo>
                  <a:lnTo>
                    <a:pt x="7935666" y="2144201"/>
                  </a:lnTo>
                  <a:lnTo>
                    <a:pt x="7937567" y="2082438"/>
                  </a:lnTo>
                  <a:lnTo>
                    <a:pt x="7939468" y="2051079"/>
                  </a:lnTo>
                  <a:lnTo>
                    <a:pt x="7941370" y="2102740"/>
                  </a:lnTo>
                  <a:lnTo>
                    <a:pt x="7943271" y="2104954"/>
                  </a:lnTo>
                  <a:lnTo>
                    <a:pt x="7945172" y="2050902"/>
                  </a:lnTo>
                  <a:lnTo>
                    <a:pt x="7947073" y="1997464"/>
                  </a:lnTo>
                  <a:lnTo>
                    <a:pt x="7948974" y="2022422"/>
                  </a:lnTo>
                  <a:lnTo>
                    <a:pt x="7950876" y="2034360"/>
                  </a:lnTo>
                  <a:lnTo>
                    <a:pt x="7952777" y="1997396"/>
                  </a:lnTo>
                  <a:lnTo>
                    <a:pt x="7954678" y="2013082"/>
                  </a:lnTo>
                  <a:lnTo>
                    <a:pt x="7956579" y="2073446"/>
                  </a:lnTo>
                  <a:lnTo>
                    <a:pt x="7958481" y="2089485"/>
                  </a:lnTo>
                  <a:lnTo>
                    <a:pt x="7960382" y="2094536"/>
                  </a:lnTo>
                  <a:lnTo>
                    <a:pt x="7962283" y="2138146"/>
                  </a:lnTo>
                  <a:lnTo>
                    <a:pt x="7964184" y="2217023"/>
                  </a:lnTo>
                  <a:lnTo>
                    <a:pt x="7966085" y="2215046"/>
                  </a:lnTo>
                  <a:lnTo>
                    <a:pt x="7967987" y="2194764"/>
                  </a:lnTo>
                  <a:lnTo>
                    <a:pt x="7969888" y="2263369"/>
                  </a:lnTo>
                  <a:lnTo>
                    <a:pt x="7971789" y="2374075"/>
                  </a:lnTo>
                  <a:lnTo>
                    <a:pt x="7973690" y="2418910"/>
                  </a:lnTo>
                  <a:lnTo>
                    <a:pt x="7975591" y="2442063"/>
                  </a:lnTo>
                  <a:lnTo>
                    <a:pt x="7977493" y="2490187"/>
                  </a:lnTo>
                  <a:lnTo>
                    <a:pt x="7979394" y="2458680"/>
                  </a:lnTo>
                  <a:lnTo>
                    <a:pt x="7981295" y="2413417"/>
                  </a:lnTo>
                  <a:lnTo>
                    <a:pt x="7983196" y="2412288"/>
                  </a:lnTo>
                  <a:lnTo>
                    <a:pt x="7985098" y="2487778"/>
                  </a:lnTo>
                  <a:lnTo>
                    <a:pt x="7986999" y="2480325"/>
                  </a:lnTo>
                  <a:lnTo>
                    <a:pt x="7988900" y="2439157"/>
                  </a:lnTo>
                  <a:lnTo>
                    <a:pt x="7990801" y="2478609"/>
                  </a:lnTo>
                  <a:lnTo>
                    <a:pt x="7992702" y="2531299"/>
                  </a:lnTo>
                  <a:lnTo>
                    <a:pt x="7994604" y="2579989"/>
                  </a:lnTo>
                  <a:lnTo>
                    <a:pt x="7996505" y="2636740"/>
                  </a:lnTo>
                  <a:lnTo>
                    <a:pt x="7998406" y="2775908"/>
                  </a:lnTo>
                  <a:lnTo>
                    <a:pt x="8000307" y="2917708"/>
                  </a:lnTo>
                  <a:lnTo>
                    <a:pt x="8002208" y="2997925"/>
                  </a:lnTo>
                  <a:lnTo>
                    <a:pt x="8004110" y="3071217"/>
                  </a:lnTo>
                  <a:lnTo>
                    <a:pt x="8006011" y="3100835"/>
                  </a:lnTo>
                  <a:lnTo>
                    <a:pt x="8007912" y="3061839"/>
                  </a:lnTo>
                  <a:lnTo>
                    <a:pt x="8009813" y="2935814"/>
                  </a:lnTo>
                  <a:lnTo>
                    <a:pt x="8011715" y="2819892"/>
                  </a:lnTo>
                  <a:lnTo>
                    <a:pt x="8013616" y="2761424"/>
                  </a:lnTo>
                  <a:lnTo>
                    <a:pt x="8015517" y="2661870"/>
                  </a:lnTo>
                  <a:lnTo>
                    <a:pt x="8017418" y="2533000"/>
                  </a:lnTo>
                  <a:lnTo>
                    <a:pt x="8019319" y="2449357"/>
                  </a:lnTo>
                  <a:lnTo>
                    <a:pt x="8021221" y="2560199"/>
                  </a:lnTo>
                  <a:lnTo>
                    <a:pt x="8023122" y="2671120"/>
                  </a:lnTo>
                  <a:lnTo>
                    <a:pt x="8025023" y="2714868"/>
                  </a:lnTo>
                  <a:lnTo>
                    <a:pt x="8026924" y="2829667"/>
                  </a:lnTo>
                  <a:lnTo>
                    <a:pt x="8028825" y="2946897"/>
                  </a:lnTo>
                  <a:lnTo>
                    <a:pt x="8030727" y="3010594"/>
                  </a:lnTo>
                  <a:lnTo>
                    <a:pt x="8032628" y="2982263"/>
                  </a:lnTo>
                  <a:lnTo>
                    <a:pt x="8034529" y="2946021"/>
                  </a:lnTo>
                  <a:lnTo>
                    <a:pt x="8036430" y="2949004"/>
                  </a:lnTo>
                  <a:lnTo>
                    <a:pt x="8038332" y="2891600"/>
                  </a:lnTo>
                  <a:lnTo>
                    <a:pt x="8040233" y="2850484"/>
                  </a:lnTo>
                  <a:lnTo>
                    <a:pt x="8042134" y="2872978"/>
                  </a:lnTo>
                  <a:lnTo>
                    <a:pt x="8044035" y="2826882"/>
                  </a:lnTo>
                  <a:lnTo>
                    <a:pt x="8045936" y="2775701"/>
                  </a:lnTo>
                  <a:lnTo>
                    <a:pt x="8047838" y="2741270"/>
                  </a:lnTo>
                  <a:lnTo>
                    <a:pt x="8049739" y="2794018"/>
                  </a:lnTo>
                  <a:lnTo>
                    <a:pt x="8051640" y="2864640"/>
                  </a:lnTo>
                  <a:lnTo>
                    <a:pt x="8053541" y="2775880"/>
                  </a:lnTo>
                  <a:lnTo>
                    <a:pt x="8055442" y="2736356"/>
                  </a:lnTo>
                  <a:lnTo>
                    <a:pt x="8057344" y="2806182"/>
                  </a:lnTo>
                  <a:lnTo>
                    <a:pt x="8059245" y="2765096"/>
                  </a:lnTo>
                  <a:lnTo>
                    <a:pt x="8061146" y="2693327"/>
                  </a:lnTo>
                  <a:lnTo>
                    <a:pt x="8063047" y="2640475"/>
                  </a:lnTo>
                  <a:lnTo>
                    <a:pt x="8064949" y="2694232"/>
                  </a:lnTo>
                  <a:lnTo>
                    <a:pt x="8066850" y="2721698"/>
                  </a:lnTo>
                  <a:lnTo>
                    <a:pt x="8068751" y="2699773"/>
                  </a:lnTo>
                  <a:lnTo>
                    <a:pt x="8070652" y="2740109"/>
                  </a:lnTo>
                  <a:lnTo>
                    <a:pt x="8072553" y="2712566"/>
                  </a:lnTo>
                  <a:lnTo>
                    <a:pt x="8074455" y="2646985"/>
                  </a:lnTo>
                  <a:lnTo>
                    <a:pt x="8076356" y="2596015"/>
                  </a:lnTo>
                  <a:lnTo>
                    <a:pt x="8078257" y="2522314"/>
                  </a:lnTo>
                  <a:lnTo>
                    <a:pt x="8080158" y="2437307"/>
                  </a:lnTo>
                  <a:lnTo>
                    <a:pt x="8082059" y="2464959"/>
                  </a:lnTo>
                  <a:lnTo>
                    <a:pt x="8083961" y="2407745"/>
                  </a:lnTo>
                  <a:lnTo>
                    <a:pt x="8085862" y="2322605"/>
                  </a:lnTo>
                  <a:lnTo>
                    <a:pt x="8087763" y="2349210"/>
                  </a:lnTo>
                  <a:lnTo>
                    <a:pt x="8089664" y="2423866"/>
                  </a:lnTo>
                  <a:lnTo>
                    <a:pt x="8091566" y="2487046"/>
                  </a:lnTo>
                  <a:lnTo>
                    <a:pt x="8093467" y="2438466"/>
                  </a:lnTo>
                  <a:lnTo>
                    <a:pt x="8095368" y="2497190"/>
                  </a:lnTo>
                  <a:lnTo>
                    <a:pt x="8097269" y="2565613"/>
                  </a:lnTo>
                  <a:lnTo>
                    <a:pt x="8099170" y="2533128"/>
                  </a:lnTo>
                  <a:lnTo>
                    <a:pt x="8101072" y="2495429"/>
                  </a:lnTo>
                  <a:lnTo>
                    <a:pt x="8102973" y="2466367"/>
                  </a:lnTo>
                  <a:lnTo>
                    <a:pt x="8104874" y="2496589"/>
                  </a:lnTo>
                  <a:lnTo>
                    <a:pt x="8106775" y="2616373"/>
                  </a:lnTo>
                  <a:lnTo>
                    <a:pt x="8108676" y="2658447"/>
                  </a:lnTo>
                  <a:lnTo>
                    <a:pt x="8110578" y="2680373"/>
                  </a:lnTo>
                  <a:lnTo>
                    <a:pt x="8112479" y="2701639"/>
                  </a:lnTo>
                  <a:lnTo>
                    <a:pt x="8114380" y="2729734"/>
                  </a:lnTo>
                  <a:lnTo>
                    <a:pt x="8116281" y="2764432"/>
                  </a:lnTo>
                  <a:lnTo>
                    <a:pt x="8118183" y="2724684"/>
                  </a:lnTo>
                  <a:lnTo>
                    <a:pt x="8120084" y="2759122"/>
                  </a:lnTo>
                  <a:lnTo>
                    <a:pt x="8121985" y="2836719"/>
                  </a:lnTo>
                  <a:lnTo>
                    <a:pt x="8123886" y="2916713"/>
                  </a:lnTo>
                  <a:lnTo>
                    <a:pt x="8125787" y="2969985"/>
                  </a:lnTo>
                  <a:lnTo>
                    <a:pt x="8127689" y="2965828"/>
                  </a:lnTo>
                  <a:lnTo>
                    <a:pt x="8129590" y="2936305"/>
                  </a:lnTo>
                  <a:lnTo>
                    <a:pt x="8131491" y="2936828"/>
                  </a:lnTo>
                  <a:lnTo>
                    <a:pt x="8133392" y="2922413"/>
                  </a:lnTo>
                  <a:lnTo>
                    <a:pt x="8135293" y="2856401"/>
                  </a:lnTo>
                  <a:lnTo>
                    <a:pt x="8137195" y="2804748"/>
                  </a:lnTo>
                  <a:lnTo>
                    <a:pt x="8139096" y="2793722"/>
                  </a:lnTo>
                  <a:lnTo>
                    <a:pt x="8140997" y="2839056"/>
                  </a:lnTo>
                  <a:lnTo>
                    <a:pt x="8142898" y="2857075"/>
                  </a:lnTo>
                  <a:lnTo>
                    <a:pt x="8144799" y="2795910"/>
                  </a:lnTo>
                  <a:lnTo>
                    <a:pt x="8146701" y="2761679"/>
                  </a:lnTo>
                  <a:lnTo>
                    <a:pt x="8148602" y="2807328"/>
                  </a:lnTo>
                  <a:lnTo>
                    <a:pt x="8150503" y="2861383"/>
                  </a:lnTo>
                  <a:lnTo>
                    <a:pt x="8152404" y="2880908"/>
                  </a:lnTo>
                  <a:lnTo>
                    <a:pt x="8154306" y="2895251"/>
                  </a:lnTo>
                  <a:lnTo>
                    <a:pt x="8156207" y="2970967"/>
                  </a:lnTo>
                  <a:lnTo>
                    <a:pt x="8158108" y="3046766"/>
                  </a:lnTo>
                  <a:lnTo>
                    <a:pt x="8160009" y="3046202"/>
                  </a:lnTo>
                  <a:lnTo>
                    <a:pt x="8161910" y="3028261"/>
                  </a:lnTo>
                  <a:lnTo>
                    <a:pt x="8163812" y="2929778"/>
                  </a:lnTo>
                  <a:lnTo>
                    <a:pt x="8165713" y="2872412"/>
                  </a:lnTo>
                  <a:lnTo>
                    <a:pt x="8167614" y="2872413"/>
                  </a:lnTo>
                  <a:lnTo>
                    <a:pt x="8169515" y="2896857"/>
                  </a:lnTo>
                  <a:lnTo>
                    <a:pt x="8171416" y="2891257"/>
                  </a:lnTo>
                  <a:lnTo>
                    <a:pt x="8173318" y="2850375"/>
                  </a:lnTo>
                  <a:lnTo>
                    <a:pt x="8175219" y="2862331"/>
                  </a:lnTo>
                  <a:lnTo>
                    <a:pt x="8177120" y="2870865"/>
                  </a:lnTo>
                  <a:lnTo>
                    <a:pt x="8179021" y="2853559"/>
                  </a:lnTo>
                  <a:lnTo>
                    <a:pt x="8180923" y="2760169"/>
                  </a:lnTo>
                  <a:lnTo>
                    <a:pt x="8182824" y="2715826"/>
                  </a:lnTo>
                  <a:lnTo>
                    <a:pt x="8184725" y="2739709"/>
                  </a:lnTo>
                  <a:lnTo>
                    <a:pt x="8186626" y="2815561"/>
                  </a:lnTo>
                  <a:lnTo>
                    <a:pt x="8188527" y="2864393"/>
                  </a:lnTo>
                  <a:lnTo>
                    <a:pt x="8190429" y="2881701"/>
                  </a:lnTo>
                  <a:lnTo>
                    <a:pt x="8192330" y="2979594"/>
                  </a:lnTo>
                  <a:lnTo>
                    <a:pt x="8194231" y="2959939"/>
                  </a:lnTo>
                  <a:lnTo>
                    <a:pt x="8196132" y="2926694"/>
                  </a:lnTo>
                  <a:lnTo>
                    <a:pt x="8198033" y="2937367"/>
                  </a:lnTo>
                  <a:lnTo>
                    <a:pt x="8199935" y="2962912"/>
                  </a:lnTo>
                  <a:lnTo>
                    <a:pt x="8201836" y="2994775"/>
                  </a:lnTo>
                  <a:lnTo>
                    <a:pt x="8203737" y="2977578"/>
                  </a:lnTo>
                  <a:lnTo>
                    <a:pt x="8205638" y="3048620"/>
                  </a:lnTo>
                  <a:lnTo>
                    <a:pt x="8207540" y="3110147"/>
                  </a:lnTo>
                  <a:lnTo>
                    <a:pt x="8209441" y="3116972"/>
                  </a:lnTo>
                  <a:lnTo>
                    <a:pt x="8209441" y="3116972"/>
                  </a:lnTo>
                  <a:lnTo>
                    <a:pt x="8211342" y="3116972"/>
                  </a:lnTo>
                  <a:lnTo>
                    <a:pt x="8213243" y="3116972"/>
                  </a:lnTo>
                  <a:lnTo>
                    <a:pt x="8215144" y="3116972"/>
                  </a:lnTo>
                  <a:lnTo>
                    <a:pt x="8217046" y="3116972"/>
                  </a:lnTo>
                  <a:lnTo>
                    <a:pt x="8218947" y="3116972"/>
                  </a:lnTo>
                  <a:lnTo>
                    <a:pt x="8220848" y="3116972"/>
                  </a:lnTo>
                  <a:lnTo>
                    <a:pt x="8222749" y="2995631"/>
                  </a:lnTo>
                  <a:lnTo>
                    <a:pt x="8224650" y="2875744"/>
                  </a:lnTo>
                  <a:lnTo>
                    <a:pt x="8226552" y="2834796"/>
                  </a:lnTo>
                  <a:lnTo>
                    <a:pt x="8228453" y="2838167"/>
                  </a:lnTo>
                  <a:lnTo>
                    <a:pt x="8230354" y="2803618"/>
                  </a:lnTo>
                  <a:lnTo>
                    <a:pt x="8232255" y="2759528"/>
                  </a:lnTo>
                  <a:lnTo>
                    <a:pt x="8234157" y="2738787"/>
                  </a:lnTo>
                  <a:lnTo>
                    <a:pt x="8236058" y="2779042"/>
                  </a:lnTo>
                  <a:lnTo>
                    <a:pt x="8237959" y="2815959"/>
                  </a:lnTo>
                  <a:lnTo>
                    <a:pt x="8239860" y="2840686"/>
                  </a:lnTo>
                  <a:lnTo>
                    <a:pt x="8241761" y="2884724"/>
                  </a:lnTo>
                  <a:lnTo>
                    <a:pt x="8243663" y="2970521"/>
                  </a:lnTo>
                  <a:lnTo>
                    <a:pt x="8245564" y="3090521"/>
                  </a:lnTo>
                  <a:lnTo>
                    <a:pt x="8247465" y="3107189"/>
                  </a:lnTo>
                  <a:lnTo>
                    <a:pt x="8249366" y="3074609"/>
                  </a:lnTo>
                  <a:lnTo>
                    <a:pt x="8251267" y="3067775"/>
                  </a:lnTo>
                  <a:lnTo>
                    <a:pt x="8253169" y="3045068"/>
                  </a:lnTo>
                  <a:lnTo>
                    <a:pt x="8255070" y="3053460"/>
                  </a:lnTo>
                  <a:lnTo>
                    <a:pt x="8256971" y="3046062"/>
                  </a:lnTo>
                  <a:lnTo>
                    <a:pt x="8258872" y="3116972"/>
                  </a:lnTo>
                  <a:lnTo>
                    <a:pt x="8258872" y="3116972"/>
                  </a:lnTo>
                  <a:lnTo>
                    <a:pt x="8260774" y="3116972"/>
                  </a:lnTo>
                  <a:lnTo>
                    <a:pt x="8262675" y="3116972"/>
                  </a:lnTo>
                  <a:lnTo>
                    <a:pt x="8264576" y="3116972"/>
                  </a:lnTo>
                  <a:lnTo>
                    <a:pt x="8266477" y="3116972"/>
                  </a:lnTo>
                  <a:lnTo>
                    <a:pt x="8268378" y="3116972"/>
                  </a:lnTo>
                  <a:lnTo>
                    <a:pt x="8270280" y="3116972"/>
                  </a:lnTo>
                  <a:lnTo>
                    <a:pt x="8272181" y="3116972"/>
                  </a:lnTo>
                  <a:lnTo>
                    <a:pt x="8274082" y="3116972"/>
                  </a:lnTo>
                  <a:lnTo>
                    <a:pt x="8275983" y="3116972"/>
                  </a:lnTo>
                  <a:lnTo>
                    <a:pt x="8277884" y="3116972"/>
                  </a:lnTo>
                  <a:lnTo>
                    <a:pt x="8279786" y="3116972"/>
                  </a:lnTo>
                  <a:lnTo>
                    <a:pt x="8281687" y="3116972"/>
                  </a:lnTo>
                  <a:lnTo>
                    <a:pt x="8283588" y="3116972"/>
                  </a:lnTo>
                  <a:lnTo>
                    <a:pt x="8285489" y="3116972"/>
                  </a:lnTo>
                  <a:lnTo>
                    <a:pt x="8287391" y="3116972"/>
                  </a:lnTo>
                  <a:lnTo>
                    <a:pt x="8289292" y="3116972"/>
                  </a:lnTo>
                  <a:lnTo>
                    <a:pt x="8291193" y="3093640"/>
                  </a:lnTo>
                  <a:lnTo>
                    <a:pt x="8293094" y="3072086"/>
                  </a:lnTo>
                  <a:lnTo>
                    <a:pt x="8294995" y="3072086"/>
                  </a:lnTo>
                  <a:lnTo>
                    <a:pt x="8296897" y="3072086"/>
                  </a:lnTo>
                  <a:lnTo>
                    <a:pt x="8298798" y="3072086"/>
                  </a:lnTo>
                  <a:lnTo>
                    <a:pt x="8300699" y="3072086"/>
                  </a:lnTo>
                  <a:lnTo>
                    <a:pt x="8302600" y="3072086"/>
                  </a:lnTo>
                  <a:lnTo>
                    <a:pt x="8304501" y="3072086"/>
                  </a:lnTo>
                  <a:lnTo>
                    <a:pt x="8306403" y="3072086"/>
                  </a:lnTo>
                  <a:lnTo>
                    <a:pt x="8308304" y="3072086"/>
                  </a:lnTo>
                  <a:lnTo>
                    <a:pt x="8310205" y="3072086"/>
                  </a:lnTo>
                  <a:lnTo>
                    <a:pt x="8312106" y="3072086"/>
                  </a:lnTo>
                  <a:lnTo>
                    <a:pt x="8314008" y="3072086"/>
                  </a:lnTo>
                  <a:lnTo>
                    <a:pt x="8315909" y="3072086"/>
                  </a:lnTo>
                  <a:lnTo>
                    <a:pt x="8317810" y="3072086"/>
                  </a:lnTo>
                  <a:lnTo>
                    <a:pt x="8319711" y="3072086"/>
                  </a:lnTo>
                  <a:lnTo>
                    <a:pt x="8321612" y="3072086"/>
                  </a:lnTo>
                  <a:lnTo>
                    <a:pt x="8323514" y="3072086"/>
                  </a:lnTo>
                  <a:lnTo>
                    <a:pt x="8325415" y="3072086"/>
                  </a:lnTo>
                  <a:lnTo>
                    <a:pt x="8327316" y="3072086"/>
                  </a:lnTo>
                  <a:lnTo>
                    <a:pt x="8329217" y="3072086"/>
                  </a:lnTo>
                  <a:lnTo>
                    <a:pt x="8331118" y="3072086"/>
                  </a:lnTo>
                  <a:lnTo>
                    <a:pt x="8333020" y="3072086"/>
                  </a:lnTo>
                  <a:lnTo>
                    <a:pt x="8334921" y="3072086"/>
                  </a:lnTo>
                  <a:lnTo>
                    <a:pt x="8336822" y="3072086"/>
                  </a:lnTo>
                  <a:lnTo>
                    <a:pt x="8338723" y="3066486"/>
                  </a:lnTo>
                  <a:lnTo>
                    <a:pt x="8340625" y="3029836"/>
                  </a:lnTo>
                  <a:lnTo>
                    <a:pt x="8342526" y="3013321"/>
                  </a:lnTo>
                  <a:lnTo>
                    <a:pt x="8344427" y="3040754"/>
                  </a:lnTo>
                  <a:lnTo>
                    <a:pt x="8346328" y="3045340"/>
                  </a:lnTo>
                  <a:lnTo>
                    <a:pt x="8348229" y="3047409"/>
                  </a:lnTo>
                  <a:lnTo>
                    <a:pt x="8350131" y="3069628"/>
                  </a:lnTo>
                  <a:lnTo>
                    <a:pt x="8352032" y="3116972"/>
                  </a:lnTo>
                  <a:lnTo>
                    <a:pt x="8352032" y="3116972"/>
                  </a:lnTo>
                  <a:lnTo>
                    <a:pt x="8353933" y="3116972"/>
                  </a:lnTo>
                  <a:lnTo>
                    <a:pt x="8355834" y="3088723"/>
                  </a:lnTo>
                  <a:lnTo>
                    <a:pt x="8357735" y="3112756"/>
                  </a:lnTo>
                  <a:lnTo>
                    <a:pt x="8359637" y="3116972"/>
                  </a:lnTo>
                  <a:lnTo>
                    <a:pt x="8359637" y="3116972"/>
                  </a:lnTo>
                  <a:lnTo>
                    <a:pt x="8361538" y="3092795"/>
                  </a:lnTo>
                  <a:lnTo>
                    <a:pt x="8363439" y="3059169"/>
                  </a:lnTo>
                  <a:lnTo>
                    <a:pt x="8365340" y="3116972"/>
                  </a:lnTo>
                  <a:lnTo>
                    <a:pt x="8365340" y="3116972"/>
                  </a:lnTo>
                  <a:lnTo>
                    <a:pt x="8367242" y="3116972"/>
                  </a:lnTo>
                  <a:lnTo>
                    <a:pt x="8369143" y="3116972"/>
                  </a:lnTo>
                  <a:lnTo>
                    <a:pt x="8371044" y="3116972"/>
                  </a:lnTo>
                  <a:lnTo>
                    <a:pt x="8372945" y="3116972"/>
                  </a:lnTo>
                  <a:lnTo>
                    <a:pt x="8374846" y="3116972"/>
                  </a:lnTo>
                  <a:lnTo>
                    <a:pt x="8376748" y="3116972"/>
                  </a:lnTo>
                  <a:lnTo>
                    <a:pt x="8378649" y="3115104"/>
                  </a:lnTo>
                  <a:lnTo>
                    <a:pt x="8380550" y="3102440"/>
                  </a:lnTo>
                  <a:lnTo>
                    <a:pt x="8382451" y="3040254"/>
                  </a:lnTo>
                  <a:lnTo>
                    <a:pt x="8384352" y="3042601"/>
                  </a:lnTo>
                  <a:lnTo>
                    <a:pt x="8386254" y="2984529"/>
                  </a:lnTo>
                  <a:lnTo>
                    <a:pt x="8388155" y="2908837"/>
                  </a:lnTo>
                  <a:lnTo>
                    <a:pt x="8390056" y="2852286"/>
                  </a:lnTo>
                  <a:lnTo>
                    <a:pt x="8391957" y="2930572"/>
                  </a:lnTo>
                  <a:lnTo>
                    <a:pt x="8393859" y="3027643"/>
                  </a:lnTo>
                  <a:lnTo>
                    <a:pt x="8395760" y="3067066"/>
                  </a:lnTo>
                  <a:lnTo>
                    <a:pt x="8397661" y="3116972"/>
                  </a:lnTo>
                  <a:lnTo>
                    <a:pt x="8397661" y="3116972"/>
                  </a:lnTo>
                  <a:lnTo>
                    <a:pt x="8399562" y="3116972"/>
                  </a:lnTo>
                  <a:lnTo>
                    <a:pt x="8401463" y="3116972"/>
                  </a:lnTo>
                  <a:lnTo>
                    <a:pt x="8403365" y="3116972"/>
                  </a:lnTo>
                  <a:lnTo>
                    <a:pt x="8405266" y="3116972"/>
                  </a:lnTo>
                  <a:lnTo>
                    <a:pt x="8407167" y="3089993"/>
                  </a:lnTo>
                  <a:lnTo>
                    <a:pt x="8409068" y="3011967"/>
                  </a:lnTo>
                  <a:lnTo>
                    <a:pt x="8410969" y="3019128"/>
                  </a:lnTo>
                  <a:lnTo>
                    <a:pt x="8412871" y="3002966"/>
                  </a:lnTo>
                  <a:lnTo>
                    <a:pt x="8414772" y="2986497"/>
                  </a:lnTo>
                  <a:lnTo>
                    <a:pt x="8416673" y="2978553"/>
                  </a:lnTo>
                  <a:lnTo>
                    <a:pt x="8418574" y="2969168"/>
                  </a:lnTo>
                  <a:lnTo>
                    <a:pt x="8420476" y="2960906"/>
                  </a:lnTo>
                  <a:lnTo>
                    <a:pt x="8422377" y="2980958"/>
                  </a:lnTo>
                  <a:lnTo>
                    <a:pt x="8424278" y="3033283"/>
                  </a:lnTo>
                  <a:lnTo>
                    <a:pt x="8426179" y="3051739"/>
                  </a:lnTo>
                  <a:lnTo>
                    <a:pt x="8428080" y="3059684"/>
                  </a:lnTo>
                  <a:lnTo>
                    <a:pt x="8429982" y="3107381"/>
                  </a:lnTo>
                  <a:lnTo>
                    <a:pt x="8431883" y="3116972"/>
                  </a:lnTo>
                  <a:lnTo>
                    <a:pt x="8431883" y="3116972"/>
                  </a:lnTo>
                  <a:lnTo>
                    <a:pt x="8433784" y="3043128"/>
                  </a:lnTo>
                  <a:lnTo>
                    <a:pt x="8435685" y="3004492"/>
                  </a:lnTo>
                  <a:lnTo>
                    <a:pt x="8437586" y="3022795"/>
                  </a:lnTo>
                  <a:lnTo>
                    <a:pt x="8439488" y="3049095"/>
                  </a:lnTo>
                  <a:lnTo>
                    <a:pt x="8441389" y="3049095"/>
                  </a:lnTo>
                  <a:lnTo>
                    <a:pt x="8443290" y="3070160"/>
                  </a:lnTo>
                  <a:lnTo>
                    <a:pt x="8445191" y="3116206"/>
                  </a:lnTo>
                  <a:lnTo>
                    <a:pt x="8447092" y="3116972"/>
                  </a:lnTo>
                  <a:lnTo>
                    <a:pt x="8447092" y="3116972"/>
                  </a:lnTo>
                  <a:lnTo>
                    <a:pt x="8448994" y="3086543"/>
                  </a:lnTo>
                  <a:lnTo>
                    <a:pt x="8450895" y="3030772"/>
                  </a:lnTo>
                  <a:lnTo>
                    <a:pt x="8452796" y="3018123"/>
                  </a:lnTo>
                  <a:lnTo>
                    <a:pt x="8454697" y="3006660"/>
                  </a:lnTo>
                  <a:lnTo>
                    <a:pt x="8456599" y="3002082"/>
                  </a:lnTo>
                  <a:lnTo>
                    <a:pt x="8458500" y="2969764"/>
                  </a:lnTo>
                  <a:lnTo>
                    <a:pt x="8460401" y="2944216"/>
                  </a:lnTo>
                  <a:lnTo>
                    <a:pt x="8462302" y="2973683"/>
                  </a:lnTo>
                  <a:lnTo>
                    <a:pt x="8464203" y="2964048"/>
                  </a:lnTo>
                  <a:lnTo>
                    <a:pt x="8466105" y="2910088"/>
                  </a:lnTo>
                  <a:lnTo>
                    <a:pt x="8468006" y="2844818"/>
                  </a:lnTo>
                  <a:lnTo>
                    <a:pt x="8469907" y="2855095"/>
                  </a:lnTo>
                  <a:lnTo>
                    <a:pt x="8471808" y="2879927"/>
                  </a:lnTo>
                  <a:lnTo>
                    <a:pt x="8473709" y="2912682"/>
                  </a:lnTo>
                  <a:lnTo>
                    <a:pt x="8475611" y="2980053"/>
                  </a:lnTo>
                  <a:lnTo>
                    <a:pt x="8477512" y="3045473"/>
                  </a:lnTo>
                  <a:lnTo>
                    <a:pt x="8479413" y="3115323"/>
                  </a:lnTo>
                  <a:lnTo>
                    <a:pt x="8481314" y="3116972"/>
                  </a:lnTo>
                  <a:lnTo>
                    <a:pt x="8483216" y="3116972"/>
                  </a:lnTo>
                  <a:lnTo>
                    <a:pt x="8485117" y="3116972"/>
                  </a:lnTo>
                  <a:lnTo>
                    <a:pt x="8487018" y="3106724"/>
                  </a:lnTo>
                  <a:lnTo>
                    <a:pt x="8488919" y="3108794"/>
                  </a:lnTo>
                  <a:lnTo>
                    <a:pt x="8490820" y="3108794"/>
                  </a:lnTo>
                  <a:lnTo>
                    <a:pt x="8492722" y="3088786"/>
                  </a:lnTo>
                  <a:lnTo>
                    <a:pt x="8494623" y="3046997"/>
                  </a:lnTo>
                  <a:lnTo>
                    <a:pt x="8496524" y="3016671"/>
                  </a:lnTo>
                  <a:lnTo>
                    <a:pt x="8498425" y="3002294"/>
                  </a:lnTo>
                  <a:lnTo>
                    <a:pt x="8500326" y="2990334"/>
                  </a:lnTo>
                  <a:lnTo>
                    <a:pt x="8502228" y="2960324"/>
                  </a:lnTo>
                  <a:lnTo>
                    <a:pt x="8504129" y="2953463"/>
                  </a:lnTo>
                  <a:lnTo>
                    <a:pt x="8506030" y="2973066"/>
                  </a:lnTo>
                  <a:lnTo>
                    <a:pt x="8507931" y="2976476"/>
                  </a:lnTo>
                  <a:lnTo>
                    <a:pt x="8509833" y="2976476"/>
                  </a:lnTo>
                  <a:lnTo>
                    <a:pt x="8511734" y="2986367"/>
                  </a:lnTo>
                  <a:lnTo>
                    <a:pt x="8513635" y="3001292"/>
                  </a:lnTo>
                  <a:lnTo>
                    <a:pt x="8515536" y="2982015"/>
                  </a:lnTo>
                  <a:lnTo>
                    <a:pt x="8517437" y="2993291"/>
                  </a:lnTo>
                  <a:lnTo>
                    <a:pt x="8519339" y="3002014"/>
                  </a:lnTo>
                  <a:lnTo>
                    <a:pt x="8521240" y="3002014"/>
                  </a:lnTo>
                  <a:lnTo>
                    <a:pt x="8523141" y="3002015"/>
                  </a:lnTo>
                  <a:lnTo>
                    <a:pt x="8525042" y="3047472"/>
                  </a:lnTo>
                  <a:lnTo>
                    <a:pt x="8526943" y="3104045"/>
                  </a:lnTo>
                  <a:lnTo>
                    <a:pt x="8528845" y="3105884"/>
                  </a:lnTo>
                  <a:lnTo>
                    <a:pt x="8530746" y="3105884"/>
                  </a:lnTo>
                  <a:lnTo>
                    <a:pt x="8532647" y="3105885"/>
                  </a:lnTo>
                  <a:lnTo>
                    <a:pt x="8534548" y="3105885"/>
                  </a:lnTo>
                  <a:lnTo>
                    <a:pt x="8536450" y="3042900"/>
                  </a:lnTo>
                  <a:lnTo>
                    <a:pt x="8538351" y="2995244"/>
                  </a:lnTo>
                  <a:lnTo>
                    <a:pt x="8540252" y="3002247"/>
                  </a:lnTo>
                  <a:lnTo>
                    <a:pt x="8542153" y="2979902"/>
                  </a:lnTo>
                  <a:lnTo>
                    <a:pt x="8544054" y="2918419"/>
                  </a:lnTo>
                  <a:lnTo>
                    <a:pt x="8545956" y="2858296"/>
                  </a:lnTo>
                  <a:lnTo>
                    <a:pt x="8547857" y="2884488"/>
                  </a:lnTo>
                  <a:lnTo>
                    <a:pt x="8549758" y="2948260"/>
                  </a:lnTo>
                  <a:lnTo>
                    <a:pt x="8551659" y="2965889"/>
                  </a:lnTo>
                  <a:lnTo>
                    <a:pt x="8553560" y="2988232"/>
                  </a:lnTo>
                  <a:lnTo>
                    <a:pt x="8553560" y="298823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444934" y="3262477"/>
              <a:ext cx="8553560" cy="0"/>
            </a:xfrm>
            <a:custGeom>
              <a:avLst/>
              <a:pathLst>
                <a:path w="8553560" h="0">
                  <a:moveTo>
                    <a:pt x="8553560" y="0"/>
                  </a:moveTo>
                  <a:lnTo>
                    <a:pt x="8551659" y="0"/>
                  </a:lnTo>
                  <a:lnTo>
                    <a:pt x="8549758" y="0"/>
                  </a:lnTo>
                  <a:lnTo>
                    <a:pt x="8547857" y="0"/>
                  </a:lnTo>
                  <a:lnTo>
                    <a:pt x="8545956" y="0"/>
                  </a:lnTo>
                  <a:lnTo>
                    <a:pt x="8544054" y="0"/>
                  </a:lnTo>
                  <a:lnTo>
                    <a:pt x="8542153" y="0"/>
                  </a:lnTo>
                  <a:lnTo>
                    <a:pt x="8540252" y="0"/>
                  </a:lnTo>
                  <a:lnTo>
                    <a:pt x="8538351" y="0"/>
                  </a:lnTo>
                  <a:lnTo>
                    <a:pt x="8536450" y="0"/>
                  </a:lnTo>
                  <a:lnTo>
                    <a:pt x="8534548" y="0"/>
                  </a:lnTo>
                  <a:lnTo>
                    <a:pt x="8532647" y="0"/>
                  </a:lnTo>
                  <a:lnTo>
                    <a:pt x="8530746" y="0"/>
                  </a:lnTo>
                  <a:lnTo>
                    <a:pt x="8528845" y="0"/>
                  </a:lnTo>
                  <a:lnTo>
                    <a:pt x="8526943" y="0"/>
                  </a:lnTo>
                  <a:lnTo>
                    <a:pt x="8525042" y="0"/>
                  </a:lnTo>
                  <a:lnTo>
                    <a:pt x="8523141" y="0"/>
                  </a:lnTo>
                  <a:lnTo>
                    <a:pt x="8521240" y="0"/>
                  </a:lnTo>
                  <a:lnTo>
                    <a:pt x="8519339" y="0"/>
                  </a:lnTo>
                  <a:lnTo>
                    <a:pt x="8517437" y="0"/>
                  </a:lnTo>
                  <a:lnTo>
                    <a:pt x="8515536" y="0"/>
                  </a:lnTo>
                  <a:lnTo>
                    <a:pt x="8513635" y="0"/>
                  </a:lnTo>
                  <a:lnTo>
                    <a:pt x="8511734" y="0"/>
                  </a:lnTo>
                  <a:lnTo>
                    <a:pt x="8509833" y="0"/>
                  </a:lnTo>
                  <a:lnTo>
                    <a:pt x="8507931" y="0"/>
                  </a:lnTo>
                  <a:lnTo>
                    <a:pt x="8506030" y="0"/>
                  </a:lnTo>
                  <a:lnTo>
                    <a:pt x="8504129" y="0"/>
                  </a:lnTo>
                  <a:lnTo>
                    <a:pt x="8502228" y="0"/>
                  </a:lnTo>
                  <a:lnTo>
                    <a:pt x="8500326" y="0"/>
                  </a:lnTo>
                  <a:lnTo>
                    <a:pt x="8498425" y="0"/>
                  </a:lnTo>
                  <a:lnTo>
                    <a:pt x="8496524" y="0"/>
                  </a:lnTo>
                  <a:lnTo>
                    <a:pt x="8494623" y="0"/>
                  </a:lnTo>
                  <a:lnTo>
                    <a:pt x="8492722" y="0"/>
                  </a:lnTo>
                  <a:lnTo>
                    <a:pt x="8490820" y="0"/>
                  </a:lnTo>
                  <a:lnTo>
                    <a:pt x="8488919" y="0"/>
                  </a:lnTo>
                  <a:lnTo>
                    <a:pt x="8487018" y="0"/>
                  </a:lnTo>
                  <a:lnTo>
                    <a:pt x="8485117" y="0"/>
                  </a:lnTo>
                  <a:lnTo>
                    <a:pt x="8483216" y="0"/>
                  </a:lnTo>
                  <a:lnTo>
                    <a:pt x="8481314" y="0"/>
                  </a:lnTo>
                  <a:lnTo>
                    <a:pt x="8479413" y="0"/>
                  </a:lnTo>
                  <a:lnTo>
                    <a:pt x="8477512" y="0"/>
                  </a:lnTo>
                  <a:lnTo>
                    <a:pt x="8475611" y="0"/>
                  </a:lnTo>
                  <a:lnTo>
                    <a:pt x="8473709" y="0"/>
                  </a:lnTo>
                  <a:lnTo>
                    <a:pt x="8471808" y="0"/>
                  </a:lnTo>
                  <a:lnTo>
                    <a:pt x="8469907" y="0"/>
                  </a:lnTo>
                  <a:lnTo>
                    <a:pt x="8468006" y="0"/>
                  </a:lnTo>
                  <a:lnTo>
                    <a:pt x="8466105" y="0"/>
                  </a:lnTo>
                  <a:lnTo>
                    <a:pt x="8464203" y="0"/>
                  </a:lnTo>
                  <a:lnTo>
                    <a:pt x="8462302" y="0"/>
                  </a:lnTo>
                  <a:lnTo>
                    <a:pt x="8460401" y="0"/>
                  </a:lnTo>
                  <a:lnTo>
                    <a:pt x="8458500" y="0"/>
                  </a:lnTo>
                  <a:lnTo>
                    <a:pt x="8456599" y="0"/>
                  </a:lnTo>
                  <a:lnTo>
                    <a:pt x="8454697" y="0"/>
                  </a:lnTo>
                  <a:lnTo>
                    <a:pt x="8452796" y="0"/>
                  </a:lnTo>
                  <a:lnTo>
                    <a:pt x="8450895" y="0"/>
                  </a:lnTo>
                  <a:lnTo>
                    <a:pt x="8448994" y="0"/>
                  </a:lnTo>
                  <a:lnTo>
                    <a:pt x="8447092" y="0"/>
                  </a:lnTo>
                  <a:lnTo>
                    <a:pt x="8445191" y="0"/>
                  </a:lnTo>
                  <a:lnTo>
                    <a:pt x="8443290" y="0"/>
                  </a:lnTo>
                  <a:lnTo>
                    <a:pt x="8441389" y="0"/>
                  </a:lnTo>
                  <a:lnTo>
                    <a:pt x="8439488" y="0"/>
                  </a:lnTo>
                  <a:lnTo>
                    <a:pt x="8437586" y="0"/>
                  </a:lnTo>
                  <a:lnTo>
                    <a:pt x="8435685" y="0"/>
                  </a:lnTo>
                  <a:lnTo>
                    <a:pt x="8433784" y="0"/>
                  </a:lnTo>
                  <a:lnTo>
                    <a:pt x="8431883" y="0"/>
                  </a:lnTo>
                  <a:lnTo>
                    <a:pt x="8429982" y="0"/>
                  </a:lnTo>
                  <a:lnTo>
                    <a:pt x="8428080" y="0"/>
                  </a:lnTo>
                  <a:lnTo>
                    <a:pt x="8426179" y="0"/>
                  </a:lnTo>
                  <a:lnTo>
                    <a:pt x="8424278" y="0"/>
                  </a:lnTo>
                  <a:lnTo>
                    <a:pt x="8422377" y="0"/>
                  </a:lnTo>
                  <a:lnTo>
                    <a:pt x="8420476" y="0"/>
                  </a:lnTo>
                  <a:lnTo>
                    <a:pt x="8418574" y="0"/>
                  </a:lnTo>
                  <a:lnTo>
                    <a:pt x="8416673" y="0"/>
                  </a:lnTo>
                  <a:lnTo>
                    <a:pt x="8414772" y="0"/>
                  </a:lnTo>
                  <a:lnTo>
                    <a:pt x="8412871" y="0"/>
                  </a:lnTo>
                  <a:lnTo>
                    <a:pt x="8410969" y="0"/>
                  </a:lnTo>
                  <a:lnTo>
                    <a:pt x="8409068" y="0"/>
                  </a:lnTo>
                  <a:lnTo>
                    <a:pt x="8407167" y="0"/>
                  </a:lnTo>
                  <a:lnTo>
                    <a:pt x="8405266" y="0"/>
                  </a:lnTo>
                  <a:lnTo>
                    <a:pt x="8403365" y="0"/>
                  </a:lnTo>
                  <a:lnTo>
                    <a:pt x="8401463" y="0"/>
                  </a:lnTo>
                  <a:lnTo>
                    <a:pt x="8399562" y="0"/>
                  </a:lnTo>
                  <a:lnTo>
                    <a:pt x="8397661" y="0"/>
                  </a:lnTo>
                  <a:lnTo>
                    <a:pt x="8395760" y="0"/>
                  </a:lnTo>
                  <a:lnTo>
                    <a:pt x="8393859" y="0"/>
                  </a:lnTo>
                  <a:lnTo>
                    <a:pt x="8391957" y="0"/>
                  </a:lnTo>
                  <a:lnTo>
                    <a:pt x="8390056" y="0"/>
                  </a:lnTo>
                  <a:lnTo>
                    <a:pt x="8388155" y="0"/>
                  </a:lnTo>
                  <a:lnTo>
                    <a:pt x="8386254" y="0"/>
                  </a:lnTo>
                  <a:lnTo>
                    <a:pt x="8384352" y="0"/>
                  </a:lnTo>
                  <a:lnTo>
                    <a:pt x="8382451" y="0"/>
                  </a:lnTo>
                  <a:lnTo>
                    <a:pt x="8380550" y="0"/>
                  </a:lnTo>
                  <a:lnTo>
                    <a:pt x="8378649" y="0"/>
                  </a:lnTo>
                  <a:lnTo>
                    <a:pt x="8376748" y="0"/>
                  </a:lnTo>
                  <a:lnTo>
                    <a:pt x="8374846" y="0"/>
                  </a:lnTo>
                  <a:lnTo>
                    <a:pt x="8372945" y="0"/>
                  </a:lnTo>
                  <a:lnTo>
                    <a:pt x="8371044" y="0"/>
                  </a:lnTo>
                  <a:lnTo>
                    <a:pt x="8369143" y="0"/>
                  </a:lnTo>
                  <a:lnTo>
                    <a:pt x="8367242" y="0"/>
                  </a:lnTo>
                  <a:lnTo>
                    <a:pt x="8365340" y="0"/>
                  </a:lnTo>
                  <a:lnTo>
                    <a:pt x="8363439" y="0"/>
                  </a:lnTo>
                  <a:lnTo>
                    <a:pt x="8361538" y="0"/>
                  </a:lnTo>
                  <a:lnTo>
                    <a:pt x="8359637" y="0"/>
                  </a:lnTo>
                  <a:lnTo>
                    <a:pt x="8357735" y="0"/>
                  </a:lnTo>
                  <a:lnTo>
                    <a:pt x="8355834" y="0"/>
                  </a:lnTo>
                  <a:lnTo>
                    <a:pt x="8353933" y="0"/>
                  </a:lnTo>
                  <a:lnTo>
                    <a:pt x="8352032" y="0"/>
                  </a:lnTo>
                  <a:lnTo>
                    <a:pt x="8350131" y="0"/>
                  </a:lnTo>
                  <a:lnTo>
                    <a:pt x="8348229" y="0"/>
                  </a:lnTo>
                  <a:lnTo>
                    <a:pt x="8346328" y="0"/>
                  </a:lnTo>
                  <a:lnTo>
                    <a:pt x="8344427" y="0"/>
                  </a:lnTo>
                  <a:lnTo>
                    <a:pt x="8342526" y="0"/>
                  </a:lnTo>
                  <a:lnTo>
                    <a:pt x="8340625" y="0"/>
                  </a:lnTo>
                  <a:lnTo>
                    <a:pt x="8338723" y="0"/>
                  </a:lnTo>
                  <a:lnTo>
                    <a:pt x="8336822" y="0"/>
                  </a:lnTo>
                  <a:lnTo>
                    <a:pt x="8334921" y="0"/>
                  </a:lnTo>
                  <a:lnTo>
                    <a:pt x="8333020" y="0"/>
                  </a:lnTo>
                  <a:lnTo>
                    <a:pt x="8331118" y="0"/>
                  </a:lnTo>
                  <a:lnTo>
                    <a:pt x="8329217" y="0"/>
                  </a:lnTo>
                  <a:lnTo>
                    <a:pt x="8327316" y="0"/>
                  </a:lnTo>
                  <a:lnTo>
                    <a:pt x="8325415" y="0"/>
                  </a:lnTo>
                  <a:lnTo>
                    <a:pt x="8323514" y="0"/>
                  </a:lnTo>
                  <a:lnTo>
                    <a:pt x="8321612" y="0"/>
                  </a:lnTo>
                  <a:lnTo>
                    <a:pt x="8319711" y="0"/>
                  </a:lnTo>
                  <a:lnTo>
                    <a:pt x="8317810" y="0"/>
                  </a:lnTo>
                  <a:lnTo>
                    <a:pt x="8315909" y="0"/>
                  </a:lnTo>
                  <a:lnTo>
                    <a:pt x="8314008" y="0"/>
                  </a:lnTo>
                  <a:lnTo>
                    <a:pt x="8312106" y="0"/>
                  </a:lnTo>
                  <a:lnTo>
                    <a:pt x="8310205" y="0"/>
                  </a:lnTo>
                  <a:lnTo>
                    <a:pt x="8308304" y="0"/>
                  </a:lnTo>
                  <a:lnTo>
                    <a:pt x="8306403" y="0"/>
                  </a:lnTo>
                  <a:lnTo>
                    <a:pt x="8304501" y="0"/>
                  </a:lnTo>
                  <a:lnTo>
                    <a:pt x="8302600" y="0"/>
                  </a:lnTo>
                  <a:lnTo>
                    <a:pt x="8300699" y="0"/>
                  </a:lnTo>
                  <a:lnTo>
                    <a:pt x="8298798" y="0"/>
                  </a:lnTo>
                  <a:lnTo>
                    <a:pt x="8296897" y="0"/>
                  </a:lnTo>
                  <a:lnTo>
                    <a:pt x="8294995" y="0"/>
                  </a:lnTo>
                  <a:lnTo>
                    <a:pt x="8293094" y="0"/>
                  </a:lnTo>
                  <a:lnTo>
                    <a:pt x="8291193" y="0"/>
                  </a:lnTo>
                  <a:lnTo>
                    <a:pt x="8289292" y="0"/>
                  </a:lnTo>
                  <a:lnTo>
                    <a:pt x="8287391" y="0"/>
                  </a:lnTo>
                  <a:lnTo>
                    <a:pt x="8285489" y="0"/>
                  </a:lnTo>
                  <a:lnTo>
                    <a:pt x="8283588" y="0"/>
                  </a:lnTo>
                  <a:lnTo>
                    <a:pt x="8281687" y="0"/>
                  </a:lnTo>
                  <a:lnTo>
                    <a:pt x="8279786" y="0"/>
                  </a:lnTo>
                  <a:lnTo>
                    <a:pt x="8277884" y="0"/>
                  </a:lnTo>
                  <a:lnTo>
                    <a:pt x="8275983" y="0"/>
                  </a:lnTo>
                  <a:lnTo>
                    <a:pt x="8274082" y="0"/>
                  </a:lnTo>
                  <a:lnTo>
                    <a:pt x="8272181" y="0"/>
                  </a:lnTo>
                  <a:lnTo>
                    <a:pt x="8270280" y="0"/>
                  </a:lnTo>
                  <a:lnTo>
                    <a:pt x="8268378" y="0"/>
                  </a:lnTo>
                  <a:lnTo>
                    <a:pt x="8266477" y="0"/>
                  </a:lnTo>
                  <a:lnTo>
                    <a:pt x="8264576" y="0"/>
                  </a:lnTo>
                  <a:lnTo>
                    <a:pt x="8262675" y="0"/>
                  </a:lnTo>
                  <a:lnTo>
                    <a:pt x="8260774" y="0"/>
                  </a:lnTo>
                  <a:lnTo>
                    <a:pt x="8258872" y="0"/>
                  </a:lnTo>
                  <a:lnTo>
                    <a:pt x="8256971" y="0"/>
                  </a:lnTo>
                  <a:lnTo>
                    <a:pt x="8255070" y="0"/>
                  </a:lnTo>
                  <a:lnTo>
                    <a:pt x="8253169" y="0"/>
                  </a:lnTo>
                  <a:lnTo>
                    <a:pt x="8251267" y="0"/>
                  </a:lnTo>
                  <a:lnTo>
                    <a:pt x="8249366" y="0"/>
                  </a:lnTo>
                  <a:lnTo>
                    <a:pt x="8247465" y="0"/>
                  </a:lnTo>
                  <a:lnTo>
                    <a:pt x="8245564" y="0"/>
                  </a:lnTo>
                  <a:lnTo>
                    <a:pt x="8243663" y="0"/>
                  </a:lnTo>
                  <a:lnTo>
                    <a:pt x="8241761" y="0"/>
                  </a:lnTo>
                  <a:lnTo>
                    <a:pt x="8239860" y="0"/>
                  </a:lnTo>
                  <a:lnTo>
                    <a:pt x="8237959" y="0"/>
                  </a:lnTo>
                  <a:lnTo>
                    <a:pt x="8236058" y="0"/>
                  </a:lnTo>
                  <a:lnTo>
                    <a:pt x="8234157" y="0"/>
                  </a:lnTo>
                  <a:lnTo>
                    <a:pt x="8232255" y="0"/>
                  </a:lnTo>
                  <a:lnTo>
                    <a:pt x="8230354" y="0"/>
                  </a:lnTo>
                  <a:lnTo>
                    <a:pt x="8228453" y="0"/>
                  </a:lnTo>
                  <a:lnTo>
                    <a:pt x="8226552" y="0"/>
                  </a:lnTo>
                  <a:lnTo>
                    <a:pt x="8224650" y="0"/>
                  </a:lnTo>
                  <a:lnTo>
                    <a:pt x="8222749" y="0"/>
                  </a:lnTo>
                  <a:lnTo>
                    <a:pt x="8220848" y="0"/>
                  </a:lnTo>
                  <a:lnTo>
                    <a:pt x="8218947" y="0"/>
                  </a:lnTo>
                  <a:lnTo>
                    <a:pt x="8217046" y="0"/>
                  </a:lnTo>
                  <a:lnTo>
                    <a:pt x="8215144" y="0"/>
                  </a:lnTo>
                  <a:lnTo>
                    <a:pt x="8213243" y="0"/>
                  </a:lnTo>
                  <a:lnTo>
                    <a:pt x="8211342" y="0"/>
                  </a:lnTo>
                  <a:lnTo>
                    <a:pt x="8209441" y="0"/>
                  </a:lnTo>
                  <a:lnTo>
                    <a:pt x="8207540" y="0"/>
                  </a:lnTo>
                  <a:lnTo>
                    <a:pt x="8205638" y="0"/>
                  </a:lnTo>
                  <a:lnTo>
                    <a:pt x="8203737" y="0"/>
                  </a:lnTo>
                  <a:lnTo>
                    <a:pt x="8201836" y="0"/>
                  </a:lnTo>
                  <a:lnTo>
                    <a:pt x="8199935" y="0"/>
                  </a:lnTo>
                  <a:lnTo>
                    <a:pt x="8198033" y="0"/>
                  </a:lnTo>
                  <a:lnTo>
                    <a:pt x="8196132" y="0"/>
                  </a:lnTo>
                  <a:lnTo>
                    <a:pt x="8194231" y="0"/>
                  </a:lnTo>
                  <a:lnTo>
                    <a:pt x="8192330" y="0"/>
                  </a:lnTo>
                  <a:lnTo>
                    <a:pt x="8190429" y="0"/>
                  </a:lnTo>
                  <a:lnTo>
                    <a:pt x="8188527" y="0"/>
                  </a:lnTo>
                  <a:lnTo>
                    <a:pt x="8186626" y="0"/>
                  </a:lnTo>
                  <a:lnTo>
                    <a:pt x="8184725" y="0"/>
                  </a:lnTo>
                  <a:lnTo>
                    <a:pt x="8182824" y="0"/>
                  </a:lnTo>
                  <a:lnTo>
                    <a:pt x="8180923" y="0"/>
                  </a:lnTo>
                  <a:lnTo>
                    <a:pt x="8179021" y="0"/>
                  </a:lnTo>
                  <a:lnTo>
                    <a:pt x="8177120" y="0"/>
                  </a:lnTo>
                  <a:lnTo>
                    <a:pt x="8175219" y="0"/>
                  </a:lnTo>
                  <a:lnTo>
                    <a:pt x="8173318" y="0"/>
                  </a:lnTo>
                  <a:lnTo>
                    <a:pt x="8171416" y="0"/>
                  </a:lnTo>
                  <a:lnTo>
                    <a:pt x="8169515" y="0"/>
                  </a:lnTo>
                  <a:lnTo>
                    <a:pt x="8167614" y="0"/>
                  </a:lnTo>
                  <a:lnTo>
                    <a:pt x="8165713" y="0"/>
                  </a:lnTo>
                  <a:lnTo>
                    <a:pt x="8163812" y="0"/>
                  </a:lnTo>
                  <a:lnTo>
                    <a:pt x="8161910" y="0"/>
                  </a:lnTo>
                  <a:lnTo>
                    <a:pt x="8160009" y="0"/>
                  </a:lnTo>
                  <a:lnTo>
                    <a:pt x="8158108" y="0"/>
                  </a:lnTo>
                  <a:lnTo>
                    <a:pt x="8156207" y="0"/>
                  </a:lnTo>
                  <a:lnTo>
                    <a:pt x="8154306" y="0"/>
                  </a:lnTo>
                  <a:lnTo>
                    <a:pt x="8152404" y="0"/>
                  </a:lnTo>
                  <a:lnTo>
                    <a:pt x="8150503" y="0"/>
                  </a:lnTo>
                  <a:lnTo>
                    <a:pt x="8148602" y="0"/>
                  </a:lnTo>
                  <a:lnTo>
                    <a:pt x="8146701" y="0"/>
                  </a:lnTo>
                  <a:lnTo>
                    <a:pt x="8144799" y="0"/>
                  </a:lnTo>
                  <a:lnTo>
                    <a:pt x="8142898" y="0"/>
                  </a:lnTo>
                  <a:lnTo>
                    <a:pt x="8140997" y="0"/>
                  </a:lnTo>
                  <a:lnTo>
                    <a:pt x="8139096" y="0"/>
                  </a:lnTo>
                  <a:lnTo>
                    <a:pt x="8137195" y="0"/>
                  </a:lnTo>
                  <a:lnTo>
                    <a:pt x="8135293" y="0"/>
                  </a:lnTo>
                  <a:lnTo>
                    <a:pt x="8133392" y="0"/>
                  </a:lnTo>
                  <a:lnTo>
                    <a:pt x="8131491" y="0"/>
                  </a:lnTo>
                  <a:lnTo>
                    <a:pt x="8129590" y="0"/>
                  </a:lnTo>
                  <a:lnTo>
                    <a:pt x="8127689" y="0"/>
                  </a:lnTo>
                  <a:lnTo>
                    <a:pt x="8125787" y="0"/>
                  </a:lnTo>
                  <a:lnTo>
                    <a:pt x="8123886" y="0"/>
                  </a:lnTo>
                  <a:lnTo>
                    <a:pt x="8121985" y="0"/>
                  </a:lnTo>
                  <a:lnTo>
                    <a:pt x="8120084" y="0"/>
                  </a:lnTo>
                  <a:lnTo>
                    <a:pt x="8118183" y="0"/>
                  </a:lnTo>
                  <a:lnTo>
                    <a:pt x="8116281" y="0"/>
                  </a:lnTo>
                  <a:lnTo>
                    <a:pt x="8114380" y="0"/>
                  </a:lnTo>
                  <a:lnTo>
                    <a:pt x="8112479" y="0"/>
                  </a:lnTo>
                  <a:lnTo>
                    <a:pt x="8110578" y="0"/>
                  </a:lnTo>
                  <a:lnTo>
                    <a:pt x="8108676" y="0"/>
                  </a:lnTo>
                  <a:lnTo>
                    <a:pt x="8106775" y="0"/>
                  </a:lnTo>
                  <a:lnTo>
                    <a:pt x="8104874" y="0"/>
                  </a:lnTo>
                  <a:lnTo>
                    <a:pt x="8102973" y="0"/>
                  </a:lnTo>
                  <a:lnTo>
                    <a:pt x="8101072" y="0"/>
                  </a:lnTo>
                  <a:lnTo>
                    <a:pt x="8099170" y="0"/>
                  </a:lnTo>
                  <a:lnTo>
                    <a:pt x="8097269" y="0"/>
                  </a:lnTo>
                  <a:lnTo>
                    <a:pt x="8095368" y="0"/>
                  </a:lnTo>
                  <a:lnTo>
                    <a:pt x="8093467" y="0"/>
                  </a:lnTo>
                  <a:lnTo>
                    <a:pt x="8091566" y="0"/>
                  </a:lnTo>
                  <a:lnTo>
                    <a:pt x="8089664" y="0"/>
                  </a:lnTo>
                  <a:lnTo>
                    <a:pt x="8087763" y="0"/>
                  </a:lnTo>
                  <a:lnTo>
                    <a:pt x="8085862" y="0"/>
                  </a:lnTo>
                  <a:lnTo>
                    <a:pt x="8083961" y="0"/>
                  </a:lnTo>
                  <a:lnTo>
                    <a:pt x="8082059" y="0"/>
                  </a:lnTo>
                  <a:lnTo>
                    <a:pt x="8080158" y="0"/>
                  </a:lnTo>
                  <a:lnTo>
                    <a:pt x="8078257" y="0"/>
                  </a:lnTo>
                  <a:lnTo>
                    <a:pt x="8076356" y="0"/>
                  </a:lnTo>
                  <a:lnTo>
                    <a:pt x="8074455" y="0"/>
                  </a:lnTo>
                  <a:lnTo>
                    <a:pt x="8072553" y="0"/>
                  </a:lnTo>
                  <a:lnTo>
                    <a:pt x="8070652" y="0"/>
                  </a:lnTo>
                  <a:lnTo>
                    <a:pt x="8068751" y="0"/>
                  </a:lnTo>
                  <a:lnTo>
                    <a:pt x="8066850" y="0"/>
                  </a:lnTo>
                  <a:lnTo>
                    <a:pt x="8064949" y="0"/>
                  </a:lnTo>
                  <a:lnTo>
                    <a:pt x="8063047" y="0"/>
                  </a:lnTo>
                  <a:lnTo>
                    <a:pt x="8061146" y="0"/>
                  </a:lnTo>
                  <a:lnTo>
                    <a:pt x="8059245" y="0"/>
                  </a:lnTo>
                  <a:lnTo>
                    <a:pt x="8057344" y="0"/>
                  </a:lnTo>
                  <a:lnTo>
                    <a:pt x="8055442" y="0"/>
                  </a:lnTo>
                  <a:lnTo>
                    <a:pt x="8053541" y="0"/>
                  </a:lnTo>
                  <a:lnTo>
                    <a:pt x="8051640" y="0"/>
                  </a:lnTo>
                  <a:lnTo>
                    <a:pt x="8049739" y="0"/>
                  </a:lnTo>
                  <a:lnTo>
                    <a:pt x="8047838" y="0"/>
                  </a:lnTo>
                  <a:lnTo>
                    <a:pt x="8045936" y="0"/>
                  </a:lnTo>
                  <a:lnTo>
                    <a:pt x="8044035" y="0"/>
                  </a:lnTo>
                  <a:lnTo>
                    <a:pt x="8042134" y="0"/>
                  </a:lnTo>
                  <a:lnTo>
                    <a:pt x="8040233" y="0"/>
                  </a:lnTo>
                  <a:lnTo>
                    <a:pt x="8038332" y="0"/>
                  </a:lnTo>
                  <a:lnTo>
                    <a:pt x="8036430" y="0"/>
                  </a:lnTo>
                  <a:lnTo>
                    <a:pt x="8034529" y="0"/>
                  </a:lnTo>
                  <a:lnTo>
                    <a:pt x="8032628" y="0"/>
                  </a:lnTo>
                  <a:lnTo>
                    <a:pt x="8030727" y="0"/>
                  </a:lnTo>
                  <a:lnTo>
                    <a:pt x="8028825" y="0"/>
                  </a:lnTo>
                  <a:lnTo>
                    <a:pt x="8026924" y="0"/>
                  </a:lnTo>
                  <a:lnTo>
                    <a:pt x="8025023" y="0"/>
                  </a:lnTo>
                  <a:lnTo>
                    <a:pt x="8023122" y="0"/>
                  </a:lnTo>
                  <a:lnTo>
                    <a:pt x="8021221" y="0"/>
                  </a:lnTo>
                  <a:lnTo>
                    <a:pt x="8019319" y="0"/>
                  </a:lnTo>
                  <a:lnTo>
                    <a:pt x="8017418" y="0"/>
                  </a:lnTo>
                  <a:lnTo>
                    <a:pt x="8015517" y="0"/>
                  </a:lnTo>
                  <a:lnTo>
                    <a:pt x="8013616" y="0"/>
                  </a:lnTo>
                  <a:lnTo>
                    <a:pt x="8011715" y="0"/>
                  </a:lnTo>
                  <a:lnTo>
                    <a:pt x="8009813" y="0"/>
                  </a:lnTo>
                  <a:lnTo>
                    <a:pt x="8007912" y="0"/>
                  </a:lnTo>
                  <a:lnTo>
                    <a:pt x="8006011" y="0"/>
                  </a:lnTo>
                  <a:lnTo>
                    <a:pt x="8004110" y="0"/>
                  </a:lnTo>
                  <a:lnTo>
                    <a:pt x="8002208" y="0"/>
                  </a:lnTo>
                  <a:lnTo>
                    <a:pt x="8000307" y="0"/>
                  </a:lnTo>
                  <a:lnTo>
                    <a:pt x="7998406" y="0"/>
                  </a:lnTo>
                  <a:lnTo>
                    <a:pt x="7996505" y="0"/>
                  </a:lnTo>
                  <a:lnTo>
                    <a:pt x="7994604" y="0"/>
                  </a:lnTo>
                  <a:lnTo>
                    <a:pt x="7992702" y="0"/>
                  </a:lnTo>
                  <a:lnTo>
                    <a:pt x="7990801" y="0"/>
                  </a:lnTo>
                  <a:lnTo>
                    <a:pt x="7988900" y="0"/>
                  </a:lnTo>
                  <a:lnTo>
                    <a:pt x="7986999" y="0"/>
                  </a:lnTo>
                  <a:lnTo>
                    <a:pt x="7985098" y="0"/>
                  </a:lnTo>
                  <a:lnTo>
                    <a:pt x="7983196" y="0"/>
                  </a:lnTo>
                  <a:lnTo>
                    <a:pt x="7981295" y="0"/>
                  </a:lnTo>
                  <a:lnTo>
                    <a:pt x="7979394" y="0"/>
                  </a:lnTo>
                  <a:lnTo>
                    <a:pt x="7977493" y="0"/>
                  </a:lnTo>
                  <a:lnTo>
                    <a:pt x="7975591" y="0"/>
                  </a:lnTo>
                  <a:lnTo>
                    <a:pt x="7973690" y="0"/>
                  </a:lnTo>
                  <a:lnTo>
                    <a:pt x="7971789" y="0"/>
                  </a:lnTo>
                  <a:lnTo>
                    <a:pt x="7969888" y="0"/>
                  </a:lnTo>
                  <a:lnTo>
                    <a:pt x="7967987" y="0"/>
                  </a:lnTo>
                  <a:lnTo>
                    <a:pt x="7966085" y="0"/>
                  </a:lnTo>
                  <a:lnTo>
                    <a:pt x="7964184" y="0"/>
                  </a:lnTo>
                  <a:lnTo>
                    <a:pt x="7962283" y="0"/>
                  </a:lnTo>
                  <a:lnTo>
                    <a:pt x="7960382" y="0"/>
                  </a:lnTo>
                  <a:lnTo>
                    <a:pt x="7958481" y="0"/>
                  </a:lnTo>
                  <a:lnTo>
                    <a:pt x="7956579" y="0"/>
                  </a:lnTo>
                  <a:lnTo>
                    <a:pt x="7954678" y="0"/>
                  </a:lnTo>
                  <a:lnTo>
                    <a:pt x="7952777" y="0"/>
                  </a:lnTo>
                  <a:lnTo>
                    <a:pt x="7950876" y="0"/>
                  </a:lnTo>
                  <a:lnTo>
                    <a:pt x="7948974" y="0"/>
                  </a:lnTo>
                  <a:lnTo>
                    <a:pt x="7947073" y="0"/>
                  </a:lnTo>
                  <a:lnTo>
                    <a:pt x="7945172" y="0"/>
                  </a:lnTo>
                  <a:lnTo>
                    <a:pt x="7943271" y="0"/>
                  </a:lnTo>
                  <a:lnTo>
                    <a:pt x="7941370" y="0"/>
                  </a:lnTo>
                  <a:lnTo>
                    <a:pt x="7939468" y="0"/>
                  </a:lnTo>
                  <a:lnTo>
                    <a:pt x="7937567" y="0"/>
                  </a:lnTo>
                  <a:lnTo>
                    <a:pt x="7935666" y="0"/>
                  </a:lnTo>
                  <a:lnTo>
                    <a:pt x="7933765" y="0"/>
                  </a:lnTo>
                  <a:lnTo>
                    <a:pt x="7931864" y="0"/>
                  </a:lnTo>
                  <a:lnTo>
                    <a:pt x="7929962" y="0"/>
                  </a:lnTo>
                  <a:lnTo>
                    <a:pt x="7928061" y="0"/>
                  </a:lnTo>
                  <a:lnTo>
                    <a:pt x="7926160" y="0"/>
                  </a:lnTo>
                  <a:lnTo>
                    <a:pt x="7924259" y="0"/>
                  </a:lnTo>
                  <a:lnTo>
                    <a:pt x="7922357" y="0"/>
                  </a:lnTo>
                  <a:lnTo>
                    <a:pt x="7920456" y="0"/>
                  </a:lnTo>
                  <a:lnTo>
                    <a:pt x="7918555" y="0"/>
                  </a:lnTo>
                  <a:lnTo>
                    <a:pt x="7916654" y="0"/>
                  </a:lnTo>
                  <a:lnTo>
                    <a:pt x="7914753" y="0"/>
                  </a:lnTo>
                  <a:lnTo>
                    <a:pt x="7912851" y="0"/>
                  </a:lnTo>
                  <a:lnTo>
                    <a:pt x="7910950" y="0"/>
                  </a:lnTo>
                  <a:lnTo>
                    <a:pt x="7909049" y="0"/>
                  </a:lnTo>
                  <a:lnTo>
                    <a:pt x="7907148" y="0"/>
                  </a:lnTo>
                  <a:lnTo>
                    <a:pt x="7905247" y="0"/>
                  </a:lnTo>
                  <a:lnTo>
                    <a:pt x="7903345" y="0"/>
                  </a:lnTo>
                  <a:lnTo>
                    <a:pt x="7901444" y="0"/>
                  </a:lnTo>
                  <a:lnTo>
                    <a:pt x="7899543" y="0"/>
                  </a:lnTo>
                  <a:lnTo>
                    <a:pt x="7897642" y="0"/>
                  </a:lnTo>
                  <a:lnTo>
                    <a:pt x="7895740" y="0"/>
                  </a:lnTo>
                  <a:lnTo>
                    <a:pt x="7893839" y="0"/>
                  </a:lnTo>
                  <a:lnTo>
                    <a:pt x="7891938" y="0"/>
                  </a:lnTo>
                  <a:lnTo>
                    <a:pt x="7890037" y="0"/>
                  </a:lnTo>
                  <a:lnTo>
                    <a:pt x="7888136" y="0"/>
                  </a:lnTo>
                  <a:lnTo>
                    <a:pt x="7886234" y="0"/>
                  </a:lnTo>
                  <a:lnTo>
                    <a:pt x="7884333" y="0"/>
                  </a:lnTo>
                  <a:lnTo>
                    <a:pt x="7882432" y="0"/>
                  </a:lnTo>
                  <a:lnTo>
                    <a:pt x="7880531" y="0"/>
                  </a:lnTo>
                  <a:lnTo>
                    <a:pt x="7878630" y="0"/>
                  </a:lnTo>
                  <a:lnTo>
                    <a:pt x="7876728" y="0"/>
                  </a:lnTo>
                  <a:lnTo>
                    <a:pt x="7874827" y="0"/>
                  </a:lnTo>
                  <a:lnTo>
                    <a:pt x="7872926" y="0"/>
                  </a:lnTo>
                  <a:lnTo>
                    <a:pt x="7871025" y="0"/>
                  </a:lnTo>
                  <a:lnTo>
                    <a:pt x="7869123" y="0"/>
                  </a:lnTo>
                  <a:lnTo>
                    <a:pt x="7867222" y="0"/>
                  </a:lnTo>
                  <a:lnTo>
                    <a:pt x="7865321" y="0"/>
                  </a:lnTo>
                  <a:lnTo>
                    <a:pt x="7863420" y="0"/>
                  </a:lnTo>
                  <a:lnTo>
                    <a:pt x="7861519" y="0"/>
                  </a:lnTo>
                  <a:lnTo>
                    <a:pt x="7859617" y="0"/>
                  </a:lnTo>
                  <a:lnTo>
                    <a:pt x="7857716" y="0"/>
                  </a:lnTo>
                  <a:lnTo>
                    <a:pt x="7855815" y="0"/>
                  </a:lnTo>
                  <a:lnTo>
                    <a:pt x="7853914" y="0"/>
                  </a:lnTo>
                  <a:lnTo>
                    <a:pt x="7852013" y="0"/>
                  </a:lnTo>
                  <a:lnTo>
                    <a:pt x="7850111" y="0"/>
                  </a:lnTo>
                  <a:lnTo>
                    <a:pt x="7848210" y="0"/>
                  </a:lnTo>
                  <a:lnTo>
                    <a:pt x="7846309" y="0"/>
                  </a:lnTo>
                  <a:lnTo>
                    <a:pt x="7844408" y="0"/>
                  </a:lnTo>
                  <a:lnTo>
                    <a:pt x="7842507" y="0"/>
                  </a:lnTo>
                  <a:lnTo>
                    <a:pt x="7840605" y="0"/>
                  </a:lnTo>
                  <a:lnTo>
                    <a:pt x="7838704" y="0"/>
                  </a:lnTo>
                  <a:lnTo>
                    <a:pt x="7836803" y="0"/>
                  </a:lnTo>
                  <a:lnTo>
                    <a:pt x="7834902" y="0"/>
                  </a:lnTo>
                  <a:lnTo>
                    <a:pt x="7833000" y="0"/>
                  </a:lnTo>
                  <a:lnTo>
                    <a:pt x="7831099" y="0"/>
                  </a:lnTo>
                  <a:lnTo>
                    <a:pt x="7829198" y="0"/>
                  </a:lnTo>
                  <a:lnTo>
                    <a:pt x="7827297" y="0"/>
                  </a:lnTo>
                  <a:lnTo>
                    <a:pt x="7825396" y="0"/>
                  </a:lnTo>
                  <a:lnTo>
                    <a:pt x="7823494" y="0"/>
                  </a:lnTo>
                  <a:lnTo>
                    <a:pt x="7821593" y="0"/>
                  </a:lnTo>
                  <a:lnTo>
                    <a:pt x="7819692" y="0"/>
                  </a:lnTo>
                  <a:lnTo>
                    <a:pt x="7817791" y="0"/>
                  </a:lnTo>
                  <a:lnTo>
                    <a:pt x="7815890" y="0"/>
                  </a:lnTo>
                  <a:lnTo>
                    <a:pt x="7813988" y="0"/>
                  </a:lnTo>
                  <a:lnTo>
                    <a:pt x="7812087" y="0"/>
                  </a:lnTo>
                  <a:lnTo>
                    <a:pt x="7810186" y="0"/>
                  </a:lnTo>
                  <a:lnTo>
                    <a:pt x="7808285" y="0"/>
                  </a:lnTo>
                  <a:lnTo>
                    <a:pt x="7806383" y="0"/>
                  </a:lnTo>
                  <a:lnTo>
                    <a:pt x="7804482" y="0"/>
                  </a:lnTo>
                  <a:lnTo>
                    <a:pt x="7802581" y="0"/>
                  </a:lnTo>
                  <a:lnTo>
                    <a:pt x="7800680" y="0"/>
                  </a:lnTo>
                  <a:lnTo>
                    <a:pt x="7798779" y="0"/>
                  </a:lnTo>
                  <a:lnTo>
                    <a:pt x="7796877" y="0"/>
                  </a:lnTo>
                  <a:lnTo>
                    <a:pt x="7794976" y="0"/>
                  </a:lnTo>
                  <a:lnTo>
                    <a:pt x="7793075" y="0"/>
                  </a:lnTo>
                  <a:lnTo>
                    <a:pt x="7791174" y="0"/>
                  </a:lnTo>
                  <a:lnTo>
                    <a:pt x="7789273" y="0"/>
                  </a:lnTo>
                  <a:lnTo>
                    <a:pt x="7787371" y="0"/>
                  </a:lnTo>
                  <a:lnTo>
                    <a:pt x="7785470" y="0"/>
                  </a:lnTo>
                  <a:lnTo>
                    <a:pt x="7783569" y="0"/>
                  </a:lnTo>
                  <a:lnTo>
                    <a:pt x="7781668" y="0"/>
                  </a:lnTo>
                  <a:lnTo>
                    <a:pt x="7779766" y="0"/>
                  </a:lnTo>
                  <a:lnTo>
                    <a:pt x="7777865" y="0"/>
                  </a:lnTo>
                  <a:lnTo>
                    <a:pt x="7775964" y="0"/>
                  </a:lnTo>
                  <a:lnTo>
                    <a:pt x="7774063" y="0"/>
                  </a:lnTo>
                  <a:lnTo>
                    <a:pt x="7772162" y="0"/>
                  </a:lnTo>
                  <a:lnTo>
                    <a:pt x="7770260" y="0"/>
                  </a:lnTo>
                  <a:lnTo>
                    <a:pt x="7768359" y="0"/>
                  </a:lnTo>
                  <a:lnTo>
                    <a:pt x="7766458" y="0"/>
                  </a:lnTo>
                  <a:lnTo>
                    <a:pt x="7764557" y="0"/>
                  </a:lnTo>
                  <a:lnTo>
                    <a:pt x="7762656" y="0"/>
                  </a:lnTo>
                  <a:lnTo>
                    <a:pt x="7760754" y="0"/>
                  </a:lnTo>
                  <a:lnTo>
                    <a:pt x="7758853" y="0"/>
                  </a:lnTo>
                  <a:lnTo>
                    <a:pt x="7756952" y="0"/>
                  </a:lnTo>
                  <a:lnTo>
                    <a:pt x="7755051" y="0"/>
                  </a:lnTo>
                  <a:lnTo>
                    <a:pt x="7753149" y="0"/>
                  </a:lnTo>
                  <a:lnTo>
                    <a:pt x="7751248" y="0"/>
                  </a:lnTo>
                  <a:lnTo>
                    <a:pt x="7749347" y="0"/>
                  </a:lnTo>
                  <a:lnTo>
                    <a:pt x="7747446" y="0"/>
                  </a:lnTo>
                  <a:lnTo>
                    <a:pt x="7745545" y="0"/>
                  </a:lnTo>
                  <a:lnTo>
                    <a:pt x="7743643" y="0"/>
                  </a:lnTo>
                  <a:lnTo>
                    <a:pt x="7741742" y="0"/>
                  </a:lnTo>
                  <a:lnTo>
                    <a:pt x="7739841" y="0"/>
                  </a:lnTo>
                  <a:lnTo>
                    <a:pt x="7737940" y="0"/>
                  </a:lnTo>
                  <a:lnTo>
                    <a:pt x="7736039" y="0"/>
                  </a:lnTo>
                  <a:lnTo>
                    <a:pt x="7734137" y="0"/>
                  </a:lnTo>
                  <a:lnTo>
                    <a:pt x="7732236" y="0"/>
                  </a:lnTo>
                  <a:lnTo>
                    <a:pt x="7730335" y="0"/>
                  </a:lnTo>
                  <a:lnTo>
                    <a:pt x="7728434" y="0"/>
                  </a:lnTo>
                  <a:lnTo>
                    <a:pt x="7726532" y="0"/>
                  </a:lnTo>
                  <a:lnTo>
                    <a:pt x="7724631" y="0"/>
                  </a:lnTo>
                  <a:lnTo>
                    <a:pt x="7722730" y="0"/>
                  </a:lnTo>
                  <a:lnTo>
                    <a:pt x="7720829" y="0"/>
                  </a:lnTo>
                  <a:lnTo>
                    <a:pt x="7718928" y="0"/>
                  </a:lnTo>
                  <a:lnTo>
                    <a:pt x="7717026" y="0"/>
                  </a:lnTo>
                  <a:lnTo>
                    <a:pt x="7715125" y="0"/>
                  </a:lnTo>
                  <a:lnTo>
                    <a:pt x="7713224" y="0"/>
                  </a:lnTo>
                  <a:lnTo>
                    <a:pt x="7711323" y="0"/>
                  </a:lnTo>
                  <a:lnTo>
                    <a:pt x="7709422" y="0"/>
                  </a:lnTo>
                  <a:lnTo>
                    <a:pt x="7707520" y="0"/>
                  </a:lnTo>
                  <a:lnTo>
                    <a:pt x="7705619" y="0"/>
                  </a:lnTo>
                  <a:lnTo>
                    <a:pt x="7703718" y="0"/>
                  </a:lnTo>
                  <a:lnTo>
                    <a:pt x="7701817" y="0"/>
                  </a:lnTo>
                  <a:lnTo>
                    <a:pt x="7699915" y="0"/>
                  </a:lnTo>
                  <a:lnTo>
                    <a:pt x="7698014" y="0"/>
                  </a:lnTo>
                  <a:lnTo>
                    <a:pt x="7696113" y="0"/>
                  </a:lnTo>
                  <a:lnTo>
                    <a:pt x="7694212" y="0"/>
                  </a:lnTo>
                  <a:lnTo>
                    <a:pt x="7692311" y="0"/>
                  </a:lnTo>
                  <a:lnTo>
                    <a:pt x="7690409" y="0"/>
                  </a:lnTo>
                  <a:lnTo>
                    <a:pt x="7688508" y="0"/>
                  </a:lnTo>
                  <a:lnTo>
                    <a:pt x="7686607" y="0"/>
                  </a:lnTo>
                  <a:lnTo>
                    <a:pt x="7684706" y="0"/>
                  </a:lnTo>
                  <a:lnTo>
                    <a:pt x="7682805" y="0"/>
                  </a:lnTo>
                  <a:lnTo>
                    <a:pt x="7680903" y="0"/>
                  </a:lnTo>
                  <a:lnTo>
                    <a:pt x="7679002" y="0"/>
                  </a:lnTo>
                  <a:lnTo>
                    <a:pt x="7677101" y="0"/>
                  </a:lnTo>
                  <a:lnTo>
                    <a:pt x="7675200" y="0"/>
                  </a:lnTo>
                  <a:lnTo>
                    <a:pt x="7673298" y="0"/>
                  </a:lnTo>
                  <a:lnTo>
                    <a:pt x="7671397" y="0"/>
                  </a:lnTo>
                  <a:lnTo>
                    <a:pt x="7669496" y="0"/>
                  </a:lnTo>
                  <a:lnTo>
                    <a:pt x="7667595" y="0"/>
                  </a:lnTo>
                  <a:lnTo>
                    <a:pt x="7665694" y="0"/>
                  </a:lnTo>
                  <a:lnTo>
                    <a:pt x="7663792" y="0"/>
                  </a:lnTo>
                  <a:lnTo>
                    <a:pt x="7661891" y="0"/>
                  </a:lnTo>
                  <a:lnTo>
                    <a:pt x="7659990" y="0"/>
                  </a:lnTo>
                  <a:lnTo>
                    <a:pt x="7658089" y="0"/>
                  </a:lnTo>
                  <a:lnTo>
                    <a:pt x="7656188" y="0"/>
                  </a:lnTo>
                  <a:lnTo>
                    <a:pt x="7654286" y="0"/>
                  </a:lnTo>
                  <a:lnTo>
                    <a:pt x="7652385" y="0"/>
                  </a:lnTo>
                  <a:lnTo>
                    <a:pt x="7650484" y="0"/>
                  </a:lnTo>
                  <a:lnTo>
                    <a:pt x="7648583" y="0"/>
                  </a:lnTo>
                  <a:lnTo>
                    <a:pt x="7646681" y="0"/>
                  </a:lnTo>
                  <a:lnTo>
                    <a:pt x="7644780" y="0"/>
                  </a:lnTo>
                  <a:lnTo>
                    <a:pt x="7642879" y="0"/>
                  </a:lnTo>
                  <a:lnTo>
                    <a:pt x="7640978" y="0"/>
                  </a:lnTo>
                  <a:lnTo>
                    <a:pt x="7639077" y="0"/>
                  </a:lnTo>
                  <a:lnTo>
                    <a:pt x="7637175" y="0"/>
                  </a:lnTo>
                  <a:lnTo>
                    <a:pt x="7635274" y="0"/>
                  </a:lnTo>
                  <a:lnTo>
                    <a:pt x="7633373" y="0"/>
                  </a:lnTo>
                  <a:lnTo>
                    <a:pt x="7631472" y="0"/>
                  </a:lnTo>
                  <a:lnTo>
                    <a:pt x="7629571" y="0"/>
                  </a:lnTo>
                  <a:lnTo>
                    <a:pt x="7627669" y="0"/>
                  </a:lnTo>
                  <a:lnTo>
                    <a:pt x="7625768" y="0"/>
                  </a:lnTo>
                  <a:lnTo>
                    <a:pt x="7623867" y="0"/>
                  </a:lnTo>
                  <a:lnTo>
                    <a:pt x="7621966" y="0"/>
                  </a:lnTo>
                  <a:lnTo>
                    <a:pt x="7620064" y="0"/>
                  </a:lnTo>
                  <a:lnTo>
                    <a:pt x="7618163" y="0"/>
                  </a:lnTo>
                  <a:lnTo>
                    <a:pt x="7616262" y="0"/>
                  </a:lnTo>
                  <a:lnTo>
                    <a:pt x="7614361" y="0"/>
                  </a:lnTo>
                  <a:lnTo>
                    <a:pt x="7612460" y="0"/>
                  </a:lnTo>
                  <a:lnTo>
                    <a:pt x="7610558" y="0"/>
                  </a:lnTo>
                  <a:lnTo>
                    <a:pt x="7608657" y="0"/>
                  </a:lnTo>
                  <a:lnTo>
                    <a:pt x="7606756" y="0"/>
                  </a:lnTo>
                  <a:lnTo>
                    <a:pt x="7604855" y="0"/>
                  </a:lnTo>
                  <a:lnTo>
                    <a:pt x="7602954" y="0"/>
                  </a:lnTo>
                  <a:lnTo>
                    <a:pt x="7601052" y="0"/>
                  </a:lnTo>
                  <a:lnTo>
                    <a:pt x="7599151" y="0"/>
                  </a:lnTo>
                  <a:lnTo>
                    <a:pt x="7597250" y="0"/>
                  </a:lnTo>
                  <a:lnTo>
                    <a:pt x="7595349" y="0"/>
                  </a:lnTo>
                  <a:lnTo>
                    <a:pt x="7593447" y="0"/>
                  </a:lnTo>
                  <a:lnTo>
                    <a:pt x="7591546" y="0"/>
                  </a:lnTo>
                  <a:lnTo>
                    <a:pt x="7589645" y="0"/>
                  </a:lnTo>
                  <a:lnTo>
                    <a:pt x="7587744" y="0"/>
                  </a:lnTo>
                  <a:lnTo>
                    <a:pt x="7585843" y="0"/>
                  </a:lnTo>
                  <a:lnTo>
                    <a:pt x="7583941" y="0"/>
                  </a:lnTo>
                  <a:lnTo>
                    <a:pt x="7582040" y="0"/>
                  </a:lnTo>
                  <a:lnTo>
                    <a:pt x="7580139" y="0"/>
                  </a:lnTo>
                  <a:lnTo>
                    <a:pt x="7578238" y="0"/>
                  </a:lnTo>
                  <a:lnTo>
                    <a:pt x="7576337" y="0"/>
                  </a:lnTo>
                  <a:lnTo>
                    <a:pt x="7574435" y="0"/>
                  </a:lnTo>
                  <a:lnTo>
                    <a:pt x="7572534" y="0"/>
                  </a:lnTo>
                  <a:lnTo>
                    <a:pt x="7570633" y="0"/>
                  </a:lnTo>
                  <a:lnTo>
                    <a:pt x="7568732" y="0"/>
                  </a:lnTo>
                  <a:lnTo>
                    <a:pt x="7566830" y="0"/>
                  </a:lnTo>
                  <a:lnTo>
                    <a:pt x="7564929" y="0"/>
                  </a:lnTo>
                  <a:lnTo>
                    <a:pt x="7563028" y="0"/>
                  </a:lnTo>
                  <a:lnTo>
                    <a:pt x="7561127" y="0"/>
                  </a:lnTo>
                  <a:lnTo>
                    <a:pt x="7559226" y="0"/>
                  </a:lnTo>
                  <a:lnTo>
                    <a:pt x="7557324" y="0"/>
                  </a:lnTo>
                  <a:lnTo>
                    <a:pt x="7555423" y="0"/>
                  </a:lnTo>
                  <a:lnTo>
                    <a:pt x="7553522" y="0"/>
                  </a:lnTo>
                  <a:lnTo>
                    <a:pt x="7551621" y="0"/>
                  </a:lnTo>
                  <a:lnTo>
                    <a:pt x="7549720" y="0"/>
                  </a:lnTo>
                  <a:lnTo>
                    <a:pt x="7547818" y="0"/>
                  </a:lnTo>
                  <a:lnTo>
                    <a:pt x="7545917" y="0"/>
                  </a:lnTo>
                  <a:lnTo>
                    <a:pt x="7544016" y="0"/>
                  </a:lnTo>
                  <a:lnTo>
                    <a:pt x="7542115" y="0"/>
                  </a:lnTo>
                  <a:lnTo>
                    <a:pt x="7540214" y="0"/>
                  </a:lnTo>
                  <a:lnTo>
                    <a:pt x="7538312" y="0"/>
                  </a:lnTo>
                  <a:lnTo>
                    <a:pt x="7536411" y="0"/>
                  </a:lnTo>
                  <a:lnTo>
                    <a:pt x="7534510" y="0"/>
                  </a:lnTo>
                  <a:lnTo>
                    <a:pt x="7532609" y="0"/>
                  </a:lnTo>
                  <a:lnTo>
                    <a:pt x="7530707" y="0"/>
                  </a:lnTo>
                  <a:lnTo>
                    <a:pt x="7528806" y="0"/>
                  </a:lnTo>
                  <a:lnTo>
                    <a:pt x="7526905" y="0"/>
                  </a:lnTo>
                  <a:lnTo>
                    <a:pt x="7525004" y="0"/>
                  </a:lnTo>
                  <a:lnTo>
                    <a:pt x="7523103" y="0"/>
                  </a:lnTo>
                  <a:lnTo>
                    <a:pt x="7521201" y="0"/>
                  </a:lnTo>
                  <a:lnTo>
                    <a:pt x="7519300" y="0"/>
                  </a:lnTo>
                  <a:lnTo>
                    <a:pt x="7517399" y="0"/>
                  </a:lnTo>
                  <a:lnTo>
                    <a:pt x="7515498" y="0"/>
                  </a:lnTo>
                  <a:lnTo>
                    <a:pt x="7513597" y="0"/>
                  </a:lnTo>
                  <a:lnTo>
                    <a:pt x="7511695" y="0"/>
                  </a:lnTo>
                  <a:lnTo>
                    <a:pt x="7509794" y="0"/>
                  </a:lnTo>
                  <a:lnTo>
                    <a:pt x="7507893" y="0"/>
                  </a:lnTo>
                  <a:lnTo>
                    <a:pt x="7505992" y="0"/>
                  </a:lnTo>
                  <a:lnTo>
                    <a:pt x="7504090" y="0"/>
                  </a:lnTo>
                  <a:lnTo>
                    <a:pt x="7502189" y="0"/>
                  </a:lnTo>
                  <a:lnTo>
                    <a:pt x="7500288" y="0"/>
                  </a:lnTo>
                  <a:lnTo>
                    <a:pt x="7498387" y="0"/>
                  </a:lnTo>
                  <a:lnTo>
                    <a:pt x="7496486" y="0"/>
                  </a:lnTo>
                  <a:lnTo>
                    <a:pt x="7494584" y="0"/>
                  </a:lnTo>
                  <a:lnTo>
                    <a:pt x="7492683" y="0"/>
                  </a:lnTo>
                  <a:lnTo>
                    <a:pt x="7490782" y="0"/>
                  </a:lnTo>
                  <a:lnTo>
                    <a:pt x="7488881" y="0"/>
                  </a:lnTo>
                  <a:lnTo>
                    <a:pt x="7486980" y="0"/>
                  </a:lnTo>
                  <a:lnTo>
                    <a:pt x="7485078" y="0"/>
                  </a:lnTo>
                  <a:lnTo>
                    <a:pt x="7483177" y="0"/>
                  </a:lnTo>
                  <a:lnTo>
                    <a:pt x="7481276" y="0"/>
                  </a:lnTo>
                  <a:lnTo>
                    <a:pt x="7479375" y="0"/>
                  </a:lnTo>
                  <a:lnTo>
                    <a:pt x="7477473" y="0"/>
                  </a:lnTo>
                  <a:lnTo>
                    <a:pt x="7475572" y="0"/>
                  </a:lnTo>
                  <a:lnTo>
                    <a:pt x="7473671" y="0"/>
                  </a:lnTo>
                  <a:lnTo>
                    <a:pt x="7471770" y="0"/>
                  </a:lnTo>
                  <a:lnTo>
                    <a:pt x="7469869" y="0"/>
                  </a:lnTo>
                  <a:lnTo>
                    <a:pt x="7467967" y="0"/>
                  </a:lnTo>
                  <a:lnTo>
                    <a:pt x="7466066" y="0"/>
                  </a:lnTo>
                  <a:lnTo>
                    <a:pt x="7464165" y="0"/>
                  </a:lnTo>
                  <a:lnTo>
                    <a:pt x="7462264" y="0"/>
                  </a:lnTo>
                  <a:lnTo>
                    <a:pt x="7460363" y="0"/>
                  </a:lnTo>
                  <a:lnTo>
                    <a:pt x="7458461" y="0"/>
                  </a:lnTo>
                  <a:lnTo>
                    <a:pt x="7456560" y="0"/>
                  </a:lnTo>
                  <a:lnTo>
                    <a:pt x="7454659" y="0"/>
                  </a:lnTo>
                  <a:lnTo>
                    <a:pt x="7452758" y="0"/>
                  </a:lnTo>
                  <a:lnTo>
                    <a:pt x="7450856" y="0"/>
                  </a:lnTo>
                  <a:lnTo>
                    <a:pt x="7448955" y="0"/>
                  </a:lnTo>
                  <a:lnTo>
                    <a:pt x="7447054" y="0"/>
                  </a:lnTo>
                  <a:lnTo>
                    <a:pt x="7445153" y="0"/>
                  </a:lnTo>
                  <a:lnTo>
                    <a:pt x="7443252" y="0"/>
                  </a:lnTo>
                  <a:lnTo>
                    <a:pt x="7441350" y="0"/>
                  </a:lnTo>
                  <a:lnTo>
                    <a:pt x="7439449" y="0"/>
                  </a:lnTo>
                  <a:lnTo>
                    <a:pt x="7437548" y="0"/>
                  </a:lnTo>
                  <a:lnTo>
                    <a:pt x="7435647" y="0"/>
                  </a:lnTo>
                  <a:lnTo>
                    <a:pt x="7433746" y="0"/>
                  </a:lnTo>
                  <a:lnTo>
                    <a:pt x="7431844" y="0"/>
                  </a:lnTo>
                  <a:lnTo>
                    <a:pt x="7429943" y="0"/>
                  </a:lnTo>
                  <a:lnTo>
                    <a:pt x="7428042" y="0"/>
                  </a:lnTo>
                  <a:lnTo>
                    <a:pt x="7426141" y="0"/>
                  </a:lnTo>
                  <a:lnTo>
                    <a:pt x="7424239" y="0"/>
                  </a:lnTo>
                  <a:lnTo>
                    <a:pt x="7422338" y="0"/>
                  </a:lnTo>
                  <a:lnTo>
                    <a:pt x="7420437" y="0"/>
                  </a:lnTo>
                  <a:lnTo>
                    <a:pt x="7418536" y="0"/>
                  </a:lnTo>
                  <a:lnTo>
                    <a:pt x="7416635" y="0"/>
                  </a:lnTo>
                  <a:lnTo>
                    <a:pt x="7414733" y="0"/>
                  </a:lnTo>
                  <a:lnTo>
                    <a:pt x="7412832" y="0"/>
                  </a:lnTo>
                  <a:lnTo>
                    <a:pt x="7410931" y="0"/>
                  </a:lnTo>
                  <a:lnTo>
                    <a:pt x="7409030" y="0"/>
                  </a:lnTo>
                  <a:lnTo>
                    <a:pt x="7407129" y="0"/>
                  </a:lnTo>
                  <a:lnTo>
                    <a:pt x="7405227" y="0"/>
                  </a:lnTo>
                  <a:lnTo>
                    <a:pt x="7403326" y="0"/>
                  </a:lnTo>
                  <a:lnTo>
                    <a:pt x="7401425" y="0"/>
                  </a:lnTo>
                  <a:lnTo>
                    <a:pt x="7399524" y="0"/>
                  </a:lnTo>
                  <a:lnTo>
                    <a:pt x="7397622" y="0"/>
                  </a:lnTo>
                  <a:lnTo>
                    <a:pt x="7395721" y="0"/>
                  </a:lnTo>
                  <a:lnTo>
                    <a:pt x="7393820" y="0"/>
                  </a:lnTo>
                  <a:lnTo>
                    <a:pt x="7391919" y="0"/>
                  </a:lnTo>
                  <a:lnTo>
                    <a:pt x="7390018" y="0"/>
                  </a:lnTo>
                  <a:lnTo>
                    <a:pt x="7388116" y="0"/>
                  </a:lnTo>
                  <a:lnTo>
                    <a:pt x="7386215" y="0"/>
                  </a:lnTo>
                  <a:lnTo>
                    <a:pt x="7384314" y="0"/>
                  </a:lnTo>
                  <a:lnTo>
                    <a:pt x="7382413" y="0"/>
                  </a:lnTo>
                  <a:lnTo>
                    <a:pt x="7380512" y="0"/>
                  </a:lnTo>
                  <a:lnTo>
                    <a:pt x="7378610" y="0"/>
                  </a:lnTo>
                  <a:lnTo>
                    <a:pt x="7376709" y="0"/>
                  </a:lnTo>
                  <a:lnTo>
                    <a:pt x="7374808" y="0"/>
                  </a:lnTo>
                  <a:lnTo>
                    <a:pt x="7372907" y="0"/>
                  </a:lnTo>
                  <a:lnTo>
                    <a:pt x="7371005" y="0"/>
                  </a:lnTo>
                  <a:lnTo>
                    <a:pt x="7369104" y="0"/>
                  </a:lnTo>
                  <a:lnTo>
                    <a:pt x="7367203" y="0"/>
                  </a:lnTo>
                  <a:lnTo>
                    <a:pt x="7365302" y="0"/>
                  </a:lnTo>
                  <a:lnTo>
                    <a:pt x="7363401" y="0"/>
                  </a:lnTo>
                  <a:lnTo>
                    <a:pt x="7361499" y="0"/>
                  </a:lnTo>
                  <a:lnTo>
                    <a:pt x="7359598" y="0"/>
                  </a:lnTo>
                  <a:lnTo>
                    <a:pt x="7357697" y="0"/>
                  </a:lnTo>
                  <a:lnTo>
                    <a:pt x="7355796" y="0"/>
                  </a:lnTo>
                  <a:lnTo>
                    <a:pt x="7353895" y="0"/>
                  </a:lnTo>
                  <a:lnTo>
                    <a:pt x="7351993" y="0"/>
                  </a:lnTo>
                  <a:lnTo>
                    <a:pt x="7350092" y="0"/>
                  </a:lnTo>
                  <a:lnTo>
                    <a:pt x="7348191" y="0"/>
                  </a:lnTo>
                  <a:lnTo>
                    <a:pt x="7346290" y="0"/>
                  </a:lnTo>
                  <a:lnTo>
                    <a:pt x="7344388" y="0"/>
                  </a:lnTo>
                  <a:lnTo>
                    <a:pt x="7342487" y="0"/>
                  </a:lnTo>
                  <a:lnTo>
                    <a:pt x="7340586" y="0"/>
                  </a:lnTo>
                  <a:lnTo>
                    <a:pt x="7338685" y="0"/>
                  </a:lnTo>
                  <a:lnTo>
                    <a:pt x="7336784" y="0"/>
                  </a:lnTo>
                  <a:lnTo>
                    <a:pt x="7334882" y="0"/>
                  </a:lnTo>
                  <a:lnTo>
                    <a:pt x="7332981" y="0"/>
                  </a:lnTo>
                  <a:lnTo>
                    <a:pt x="7331080" y="0"/>
                  </a:lnTo>
                  <a:lnTo>
                    <a:pt x="7329179" y="0"/>
                  </a:lnTo>
                  <a:lnTo>
                    <a:pt x="7327278" y="0"/>
                  </a:lnTo>
                  <a:lnTo>
                    <a:pt x="7325376" y="0"/>
                  </a:lnTo>
                  <a:lnTo>
                    <a:pt x="7323475" y="0"/>
                  </a:lnTo>
                  <a:lnTo>
                    <a:pt x="7321574" y="0"/>
                  </a:lnTo>
                  <a:lnTo>
                    <a:pt x="7319673" y="0"/>
                  </a:lnTo>
                  <a:lnTo>
                    <a:pt x="7317771" y="0"/>
                  </a:lnTo>
                  <a:lnTo>
                    <a:pt x="7315870" y="0"/>
                  </a:lnTo>
                  <a:lnTo>
                    <a:pt x="7313969" y="0"/>
                  </a:lnTo>
                  <a:lnTo>
                    <a:pt x="7312068" y="0"/>
                  </a:lnTo>
                  <a:lnTo>
                    <a:pt x="7310167" y="0"/>
                  </a:lnTo>
                  <a:lnTo>
                    <a:pt x="7308265" y="0"/>
                  </a:lnTo>
                  <a:lnTo>
                    <a:pt x="7306364" y="0"/>
                  </a:lnTo>
                  <a:lnTo>
                    <a:pt x="7304463" y="0"/>
                  </a:lnTo>
                  <a:lnTo>
                    <a:pt x="7302562" y="0"/>
                  </a:lnTo>
                  <a:lnTo>
                    <a:pt x="7300661" y="0"/>
                  </a:lnTo>
                  <a:lnTo>
                    <a:pt x="7298759" y="0"/>
                  </a:lnTo>
                  <a:lnTo>
                    <a:pt x="7296858" y="0"/>
                  </a:lnTo>
                  <a:lnTo>
                    <a:pt x="7294957" y="0"/>
                  </a:lnTo>
                  <a:lnTo>
                    <a:pt x="7293056" y="0"/>
                  </a:lnTo>
                  <a:lnTo>
                    <a:pt x="7291154" y="0"/>
                  </a:lnTo>
                  <a:lnTo>
                    <a:pt x="7289253" y="0"/>
                  </a:lnTo>
                  <a:lnTo>
                    <a:pt x="7287352" y="0"/>
                  </a:lnTo>
                  <a:lnTo>
                    <a:pt x="7285451" y="0"/>
                  </a:lnTo>
                  <a:lnTo>
                    <a:pt x="7283550" y="0"/>
                  </a:lnTo>
                  <a:lnTo>
                    <a:pt x="7281648" y="0"/>
                  </a:lnTo>
                  <a:lnTo>
                    <a:pt x="7279747" y="0"/>
                  </a:lnTo>
                  <a:lnTo>
                    <a:pt x="7277846" y="0"/>
                  </a:lnTo>
                  <a:lnTo>
                    <a:pt x="7275945" y="0"/>
                  </a:lnTo>
                  <a:lnTo>
                    <a:pt x="7274044" y="0"/>
                  </a:lnTo>
                  <a:lnTo>
                    <a:pt x="7272142" y="0"/>
                  </a:lnTo>
                  <a:lnTo>
                    <a:pt x="7270241" y="0"/>
                  </a:lnTo>
                  <a:lnTo>
                    <a:pt x="7268340" y="0"/>
                  </a:lnTo>
                  <a:lnTo>
                    <a:pt x="7266439" y="0"/>
                  </a:lnTo>
                  <a:lnTo>
                    <a:pt x="7264538" y="0"/>
                  </a:lnTo>
                  <a:lnTo>
                    <a:pt x="7262636" y="0"/>
                  </a:lnTo>
                  <a:lnTo>
                    <a:pt x="7260735" y="0"/>
                  </a:lnTo>
                  <a:lnTo>
                    <a:pt x="7258834" y="0"/>
                  </a:lnTo>
                  <a:lnTo>
                    <a:pt x="7256933" y="0"/>
                  </a:lnTo>
                  <a:lnTo>
                    <a:pt x="7255031" y="0"/>
                  </a:lnTo>
                  <a:lnTo>
                    <a:pt x="7253130" y="0"/>
                  </a:lnTo>
                  <a:lnTo>
                    <a:pt x="7251229" y="0"/>
                  </a:lnTo>
                  <a:lnTo>
                    <a:pt x="7249328" y="0"/>
                  </a:lnTo>
                  <a:lnTo>
                    <a:pt x="7247427" y="0"/>
                  </a:lnTo>
                  <a:lnTo>
                    <a:pt x="7245525" y="0"/>
                  </a:lnTo>
                  <a:lnTo>
                    <a:pt x="7243624" y="0"/>
                  </a:lnTo>
                  <a:lnTo>
                    <a:pt x="7241723" y="0"/>
                  </a:lnTo>
                  <a:lnTo>
                    <a:pt x="7239822" y="0"/>
                  </a:lnTo>
                  <a:lnTo>
                    <a:pt x="7237921" y="0"/>
                  </a:lnTo>
                  <a:lnTo>
                    <a:pt x="7236019" y="0"/>
                  </a:lnTo>
                  <a:lnTo>
                    <a:pt x="7234118" y="0"/>
                  </a:lnTo>
                  <a:lnTo>
                    <a:pt x="7232217" y="0"/>
                  </a:lnTo>
                  <a:lnTo>
                    <a:pt x="7230316" y="0"/>
                  </a:lnTo>
                  <a:lnTo>
                    <a:pt x="7228414" y="0"/>
                  </a:lnTo>
                  <a:lnTo>
                    <a:pt x="7226513" y="0"/>
                  </a:lnTo>
                  <a:lnTo>
                    <a:pt x="7224612" y="0"/>
                  </a:lnTo>
                  <a:lnTo>
                    <a:pt x="7222711" y="0"/>
                  </a:lnTo>
                  <a:lnTo>
                    <a:pt x="7220810" y="0"/>
                  </a:lnTo>
                  <a:lnTo>
                    <a:pt x="7218908" y="0"/>
                  </a:lnTo>
                  <a:lnTo>
                    <a:pt x="7217007" y="0"/>
                  </a:lnTo>
                  <a:lnTo>
                    <a:pt x="7215106" y="0"/>
                  </a:lnTo>
                  <a:lnTo>
                    <a:pt x="7213205" y="0"/>
                  </a:lnTo>
                  <a:lnTo>
                    <a:pt x="7211304" y="0"/>
                  </a:lnTo>
                  <a:lnTo>
                    <a:pt x="7209402" y="0"/>
                  </a:lnTo>
                  <a:lnTo>
                    <a:pt x="7207501" y="0"/>
                  </a:lnTo>
                  <a:lnTo>
                    <a:pt x="7205600" y="0"/>
                  </a:lnTo>
                  <a:lnTo>
                    <a:pt x="7203699" y="0"/>
                  </a:lnTo>
                  <a:lnTo>
                    <a:pt x="7201797" y="0"/>
                  </a:lnTo>
                  <a:lnTo>
                    <a:pt x="7199896" y="0"/>
                  </a:lnTo>
                  <a:lnTo>
                    <a:pt x="7197995" y="0"/>
                  </a:lnTo>
                  <a:lnTo>
                    <a:pt x="7196094" y="0"/>
                  </a:lnTo>
                  <a:lnTo>
                    <a:pt x="7194193" y="0"/>
                  </a:lnTo>
                  <a:lnTo>
                    <a:pt x="7192291" y="0"/>
                  </a:lnTo>
                  <a:lnTo>
                    <a:pt x="7190390" y="0"/>
                  </a:lnTo>
                  <a:lnTo>
                    <a:pt x="7188489" y="0"/>
                  </a:lnTo>
                  <a:lnTo>
                    <a:pt x="7186588" y="0"/>
                  </a:lnTo>
                  <a:lnTo>
                    <a:pt x="7184687" y="0"/>
                  </a:lnTo>
                  <a:lnTo>
                    <a:pt x="7182785" y="0"/>
                  </a:lnTo>
                  <a:lnTo>
                    <a:pt x="7180884" y="0"/>
                  </a:lnTo>
                  <a:lnTo>
                    <a:pt x="7178983" y="0"/>
                  </a:lnTo>
                  <a:lnTo>
                    <a:pt x="7177082" y="0"/>
                  </a:lnTo>
                  <a:lnTo>
                    <a:pt x="7175180" y="0"/>
                  </a:lnTo>
                  <a:lnTo>
                    <a:pt x="7173279" y="0"/>
                  </a:lnTo>
                  <a:lnTo>
                    <a:pt x="7171378" y="0"/>
                  </a:lnTo>
                  <a:lnTo>
                    <a:pt x="7169477" y="0"/>
                  </a:lnTo>
                  <a:lnTo>
                    <a:pt x="7167576" y="0"/>
                  </a:lnTo>
                  <a:lnTo>
                    <a:pt x="7165674" y="0"/>
                  </a:lnTo>
                  <a:lnTo>
                    <a:pt x="7163773" y="0"/>
                  </a:lnTo>
                  <a:lnTo>
                    <a:pt x="7161872" y="0"/>
                  </a:lnTo>
                  <a:lnTo>
                    <a:pt x="7159971" y="0"/>
                  </a:lnTo>
                  <a:lnTo>
                    <a:pt x="7158070" y="0"/>
                  </a:lnTo>
                  <a:lnTo>
                    <a:pt x="7156168" y="0"/>
                  </a:lnTo>
                  <a:lnTo>
                    <a:pt x="7154267" y="0"/>
                  </a:lnTo>
                  <a:lnTo>
                    <a:pt x="7152366" y="0"/>
                  </a:lnTo>
                  <a:lnTo>
                    <a:pt x="7150465" y="0"/>
                  </a:lnTo>
                  <a:lnTo>
                    <a:pt x="7148563" y="0"/>
                  </a:lnTo>
                  <a:lnTo>
                    <a:pt x="7146662" y="0"/>
                  </a:lnTo>
                  <a:lnTo>
                    <a:pt x="7144761" y="0"/>
                  </a:lnTo>
                  <a:lnTo>
                    <a:pt x="7142860" y="0"/>
                  </a:lnTo>
                  <a:lnTo>
                    <a:pt x="7140959" y="0"/>
                  </a:lnTo>
                  <a:lnTo>
                    <a:pt x="7139057" y="0"/>
                  </a:lnTo>
                  <a:lnTo>
                    <a:pt x="7137156" y="0"/>
                  </a:lnTo>
                  <a:lnTo>
                    <a:pt x="7135255" y="0"/>
                  </a:lnTo>
                  <a:lnTo>
                    <a:pt x="7133354" y="0"/>
                  </a:lnTo>
                  <a:lnTo>
                    <a:pt x="7131453" y="0"/>
                  </a:lnTo>
                  <a:lnTo>
                    <a:pt x="7129551" y="0"/>
                  </a:lnTo>
                  <a:lnTo>
                    <a:pt x="7127650" y="0"/>
                  </a:lnTo>
                  <a:lnTo>
                    <a:pt x="7125749" y="0"/>
                  </a:lnTo>
                  <a:lnTo>
                    <a:pt x="7123848" y="0"/>
                  </a:lnTo>
                  <a:lnTo>
                    <a:pt x="7121946" y="0"/>
                  </a:lnTo>
                  <a:lnTo>
                    <a:pt x="7120045" y="0"/>
                  </a:lnTo>
                  <a:lnTo>
                    <a:pt x="7118144" y="0"/>
                  </a:lnTo>
                  <a:lnTo>
                    <a:pt x="7116243" y="0"/>
                  </a:lnTo>
                  <a:lnTo>
                    <a:pt x="7114342" y="0"/>
                  </a:lnTo>
                  <a:lnTo>
                    <a:pt x="7112440" y="0"/>
                  </a:lnTo>
                  <a:lnTo>
                    <a:pt x="7110539" y="0"/>
                  </a:lnTo>
                  <a:lnTo>
                    <a:pt x="7108638" y="0"/>
                  </a:lnTo>
                  <a:lnTo>
                    <a:pt x="7106737" y="0"/>
                  </a:lnTo>
                  <a:lnTo>
                    <a:pt x="7104836" y="0"/>
                  </a:lnTo>
                  <a:lnTo>
                    <a:pt x="7102934" y="0"/>
                  </a:lnTo>
                  <a:lnTo>
                    <a:pt x="7101033" y="0"/>
                  </a:lnTo>
                  <a:lnTo>
                    <a:pt x="7099132" y="0"/>
                  </a:lnTo>
                  <a:lnTo>
                    <a:pt x="7097231" y="0"/>
                  </a:lnTo>
                  <a:lnTo>
                    <a:pt x="7095329" y="0"/>
                  </a:lnTo>
                  <a:lnTo>
                    <a:pt x="7093428" y="0"/>
                  </a:lnTo>
                  <a:lnTo>
                    <a:pt x="7091527" y="0"/>
                  </a:lnTo>
                  <a:lnTo>
                    <a:pt x="7089626" y="0"/>
                  </a:lnTo>
                  <a:lnTo>
                    <a:pt x="7087725" y="0"/>
                  </a:lnTo>
                  <a:lnTo>
                    <a:pt x="7085823" y="0"/>
                  </a:lnTo>
                  <a:lnTo>
                    <a:pt x="7083922" y="0"/>
                  </a:lnTo>
                  <a:lnTo>
                    <a:pt x="7082021" y="0"/>
                  </a:lnTo>
                  <a:lnTo>
                    <a:pt x="7080120" y="0"/>
                  </a:lnTo>
                  <a:lnTo>
                    <a:pt x="7078219" y="0"/>
                  </a:lnTo>
                  <a:lnTo>
                    <a:pt x="7076317" y="0"/>
                  </a:lnTo>
                  <a:lnTo>
                    <a:pt x="7074416" y="0"/>
                  </a:lnTo>
                  <a:lnTo>
                    <a:pt x="7072515" y="0"/>
                  </a:lnTo>
                  <a:lnTo>
                    <a:pt x="7070614" y="0"/>
                  </a:lnTo>
                  <a:lnTo>
                    <a:pt x="7068712" y="0"/>
                  </a:lnTo>
                  <a:lnTo>
                    <a:pt x="7066811" y="0"/>
                  </a:lnTo>
                  <a:lnTo>
                    <a:pt x="7064910" y="0"/>
                  </a:lnTo>
                  <a:lnTo>
                    <a:pt x="7063009" y="0"/>
                  </a:lnTo>
                  <a:lnTo>
                    <a:pt x="7061108" y="0"/>
                  </a:lnTo>
                  <a:lnTo>
                    <a:pt x="7059206" y="0"/>
                  </a:lnTo>
                  <a:lnTo>
                    <a:pt x="7057305" y="0"/>
                  </a:lnTo>
                  <a:lnTo>
                    <a:pt x="7055404" y="0"/>
                  </a:lnTo>
                  <a:lnTo>
                    <a:pt x="7053503" y="0"/>
                  </a:lnTo>
                  <a:lnTo>
                    <a:pt x="7051602" y="0"/>
                  </a:lnTo>
                  <a:lnTo>
                    <a:pt x="7049700" y="0"/>
                  </a:lnTo>
                  <a:lnTo>
                    <a:pt x="7047799" y="0"/>
                  </a:lnTo>
                  <a:lnTo>
                    <a:pt x="7045898" y="0"/>
                  </a:lnTo>
                  <a:lnTo>
                    <a:pt x="7043997" y="0"/>
                  </a:lnTo>
                  <a:lnTo>
                    <a:pt x="7042095" y="0"/>
                  </a:lnTo>
                  <a:lnTo>
                    <a:pt x="7040194" y="0"/>
                  </a:lnTo>
                  <a:lnTo>
                    <a:pt x="7038293" y="0"/>
                  </a:lnTo>
                  <a:lnTo>
                    <a:pt x="7036392" y="0"/>
                  </a:lnTo>
                  <a:lnTo>
                    <a:pt x="7034491" y="0"/>
                  </a:lnTo>
                  <a:lnTo>
                    <a:pt x="7032589" y="0"/>
                  </a:lnTo>
                  <a:lnTo>
                    <a:pt x="7030688" y="0"/>
                  </a:lnTo>
                  <a:lnTo>
                    <a:pt x="7028787" y="0"/>
                  </a:lnTo>
                  <a:lnTo>
                    <a:pt x="7026886" y="0"/>
                  </a:lnTo>
                  <a:lnTo>
                    <a:pt x="7024985" y="0"/>
                  </a:lnTo>
                  <a:lnTo>
                    <a:pt x="7023083" y="0"/>
                  </a:lnTo>
                  <a:lnTo>
                    <a:pt x="7021182" y="0"/>
                  </a:lnTo>
                  <a:lnTo>
                    <a:pt x="7019281" y="0"/>
                  </a:lnTo>
                  <a:lnTo>
                    <a:pt x="7017380" y="0"/>
                  </a:lnTo>
                  <a:lnTo>
                    <a:pt x="7015478" y="0"/>
                  </a:lnTo>
                  <a:lnTo>
                    <a:pt x="7013577" y="0"/>
                  </a:lnTo>
                  <a:lnTo>
                    <a:pt x="7011676" y="0"/>
                  </a:lnTo>
                  <a:lnTo>
                    <a:pt x="7009775" y="0"/>
                  </a:lnTo>
                  <a:lnTo>
                    <a:pt x="7007874" y="0"/>
                  </a:lnTo>
                  <a:lnTo>
                    <a:pt x="7005972" y="0"/>
                  </a:lnTo>
                  <a:lnTo>
                    <a:pt x="7004071" y="0"/>
                  </a:lnTo>
                  <a:lnTo>
                    <a:pt x="7002170" y="0"/>
                  </a:lnTo>
                  <a:lnTo>
                    <a:pt x="7000269" y="0"/>
                  </a:lnTo>
                  <a:lnTo>
                    <a:pt x="6998368" y="0"/>
                  </a:lnTo>
                  <a:lnTo>
                    <a:pt x="6996466" y="0"/>
                  </a:lnTo>
                  <a:lnTo>
                    <a:pt x="6994565" y="0"/>
                  </a:lnTo>
                  <a:lnTo>
                    <a:pt x="6992664" y="0"/>
                  </a:lnTo>
                  <a:lnTo>
                    <a:pt x="6990763" y="0"/>
                  </a:lnTo>
                  <a:lnTo>
                    <a:pt x="6988861" y="0"/>
                  </a:lnTo>
                  <a:lnTo>
                    <a:pt x="6986960" y="0"/>
                  </a:lnTo>
                  <a:lnTo>
                    <a:pt x="6985059" y="0"/>
                  </a:lnTo>
                  <a:lnTo>
                    <a:pt x="6983158" y="0"/>
                  </a:lnTo>
                  <a:lnTo>
                    <a:pt x="6981257" y="0"/>
                  </a:lnTo>
                  <a:lnTo>
                    <a:pt x="6979355" y="0"/>
                  </a:lnTo>
                  <a:lnTo>
                    <a:pt x="6977454" y="0"/>
                  </a:lnTo>
                  <a:lnTo>
                    <a:pt x="6975553" y="0"/>
                  </a:lnTo>
                  <a:lnTo>
                    <a:pt x="6973652" y="0"/>
                  </a:lnTo>
                  <a:lnTo>
                    <a:pt x="6971751" y="0"/>
                  </a:lnTo>
                  <a:lnTo>
                    <a:pt x="6969849" y="0"/>
                  </a:lnTo>
                  <a:lnTo>
                    <a:pt x="6967948" y="0"/>
                  </a:lnTo>
                  <a:lnTo>
                    <a:pt x="6966047" y="0"/>
                  </a:lnTo>
                  <a:lnTo>
                    <a:pt x="6964146" y="0"/>
                  </a:lnTo>
                  <a:lnTo>
                    <a:pt x="6962245" y="0"/>
                  </a:lnTo>
                  <a:lnTo>
                    <a:pt x="6960343" y="0"/>
                  </a:lnTo>
                  <a:lnTo>
                    <a:pt x="6958442" y="0"/>
                  </a:lnTo>
                  <a:lnTo>
                    <a:pt x="6956541" y="0"/>
                  </a:lnTo>
                  <a:lnTo>
                    <a:pt x="6954640" y="0"/>
                  </a:lnTo>
                  <a:lnTo>
                    <a:pt x="6952738" y="0"/>
                  </a:lnTo>
                  <a:lnTo>
                    <a:pt x="6950837" y="0"/>
                  </a:lnTo>
                  <a:lnTo>
                    <a:pt x="6948936" y="0"/>
                  </a:lnTo>
                  <a:lnTo>
                    <a:pt x="6947035" y="0"/>
                  </a:lnTo>
                  <a:lnTo>
                    <a:pt x="6945134" y="0"/>
                  </a:lnTo>
                  <a:lnTo>
                    <a:pt x="6943232" y="0"/>
                  </a:lnTo>
                  <a:lnTo>
                    <a:pt x="6941331" y="0"/>
                  </a:lnTo>
                  <a:lnTo>
                    <a:pt x="6939430" y="0"/>
                  </a:lnTo>
                  <a:lnTo>
                    <a:pt x="6937529" y="0"/>
                  </a:lnTo>
                  <a:lnTo>
                    <a:pt x="6935628" y="0"/>
                  </a:lnTo>
                  <a:lnTo>
                    <a:pt x="6933726" y="0"/>
                  </a:lnTo>
                  <a:lnTo>
                    <a:pt x="6931825" y="0"/>
                  </a:lnTo>
                  <a:lnTo>
                    <a:pt x="6929924" y="0"/>
                  </a:lnTo>
                  <a:lnTo>
                    <a:pt x="6928023" y="0"/>
                  </a:lnTo>
                  <a:lnTo>
                    <a:pt x="6926121" y="0"/>
                  </a:lnTo>
                  <a:lnTo>
                    <a:pt x="6924220" y="0"/>
                  </a:lnTo>
                  <a:lnTo>
                    <a:pt x="6922319" y="0"/>
                  </a:lnTo>
                  <a:lnTo>
                    <a:pt x="6920418" y="0"/>
                  </a:lnTo>
                  <a:lnTo>
                    <a:pt x="6918517" y="0"/>
                  </a:lnTo>
                  <a:lnTo>
                    <a:pt x="6916615" y="0"/>
                  </a:lnTo>
                  <a:lnTo>
                    <a:pt x="6914714" y="0"/>
                  </a:lnTo>
                  <a:lnTo>
                    <a:pt x="6912813" y="0"/>
                  </a:lnTo>
                  <a:lnTo>
                    <a:pt x="6910912" y="0"/>
                  </a:lnTo>
                  <a:lnTo>
                    <a:pt x="6909011" y="0"/>
                  </a:lnTo>
                  <a:lnTo>
                    <a:pt x="6907109" y="0"/>
                  </a:lnTo>
                  <a:lnTo>
                    <a:pt x="6905208" y="0"/>
                  </a:lnTo>
                  <a:lnTo>
                    <a:pt x="6903307" y="0"/>
                  </a:lnTo>
                  <a:lnTo>
                    <a:pt x="6901406" y="0"/>
                  </a:lnTo>
                  <a:lnTo>
                    <a:pt x="6899504" y="0"/>
                  </a:lnTo>
                  <a:lnTo>
                    <a:pt x="6897603" y="0"/>
                  </a:lnTo>
                  <a:lnTo>
                    <a:pt x="6895702" y="0"/>
                  </a:lnTo>
                  <a:lnTo>
                    <a:pt x="6893801" y="0"/>
                  </a:lnTo>
                  <a:lnTo>
                    <a:pt x="6891900" y="0"/>
                  </a:lnTo>
                  <a:lnTo>
                    <a:pt x="6889998" y="0"/>
                  </a:lnTo>
                  <a:lnTo>
                    <a:pt x="6888097" y="0"/>
                  </a:lnTo>
                  <a:lnTo>
                    <a:pt x="6886196" y="0"/>
                  </a:lnTo>
                  <a:lnTo>
                    <a:pt x="6884295" y="0"/>
                  </a:lnTo>
                  <a:lnTo>
                    <a:pt x="6882394" y="0"/>
                  </a:lnTo>
                  <a:lnTo>
                    <a:pt x="6880492" y="0"/>
                  </a:lnTo>
                  <a:lnTo>
                    <a:pt x="6878591" y="0"/>
                  </a:lnTo>
                  <a:lnTo>
                    <a:pt x="6876690" y="0"/>
                  </a:lnTo>
                  <a:lnTo>
                    <a:pt x="6874789" y="0"/>
                  </a:lnTo>
                  <a:lnTo>
                    <a:pt x="6872887" y="0"/>
                  </a:lnTo>
                  <a:lnTo>
                    <a:pt x="6870986" y="0"/>
                  </a:lnTo>
                  <a:lnTo>
                    <a:pt x="6869085" y="0"/>
                  </a:lnTo>
                  <a:lnTo>
                    <a:pt x="6867184" y="0"/>
                  </a:lnTo>
                  <a:lnTo>
                    <a:pt x="6865283" y="0"/>
                  </a:lnTo>
                  <a:lnTo>
                    <a:pt x="6863381" y="0"/>
                  </a:lnTo>
                  <a:lnTo>
                    <a:pt x="6861480" y="0"/>
                  </a:lnTo>
                  <a:lnTo>
                    <a:pt x="6859579" y="0"/>
                  </a:lnTo>
                  <a:lnTo>
                    <a:pt x="6857678" y="0"/>
                  </a:lnTo>
                  <a:lnTo>
                    <a:pt x="6855777" y="0"/>
                  </a:lnTo>
                  <a:lnTo>
                    <a:pt x="6853875" y="0"/>
                  </a:lnTo>
                  <a:lnTo>
                    <a:pt x="6851974" y="0"/>
                  </a:lnTo>
                  <a:lnTo>
                    <a:pt x="6850073" y="0"/>
                  </a:lnTo>
                  <a:lnTo>
                    <a:pt x="6848172" y="0"/>
                  </a:lnTo>
                  <a:lnTo>
                    <a:pt x="6846270" y="0"/>
                  </a:lnTo>
                  <a:lnTo>
                    <a:pt x="6844369" y="0"/>
                  </a:lnTo>
                  <a:lnTo>
                    <a:pt x="6842468" y="0"/>
                  </a:lnTo>
                  <a:lnTo>
                    <a:pt x="6840567" y="0"/>
                  </a:lnTo>
                  <a:lnTo>
                    <a:pt x="6838666" y="0"/>
                  </a:lnTo>
                  <a:lnTo>
                    <a:pt x="6836764" y="0"/>
                  </a:lnTo>
                  <a:lnTo>
                    <a:pt x="6834863" y="0"/>
                  </a:lnTo>
                  <a:lnTo>
                    <a:pt x="6832962" y="0"/>
                  </a:lnTo>
                  <a:lnTo>
                    <a:pt x="6831061" y="0"/>
                  </a:lnTo>
                  <a:lnTo>
                    <a:pt x="6829160" y="0"/>
                  </a:lnTo>
                  <a:lnTo>
                    <a:pt x="6827258" y="0"/>
                  </a:lnTo>
                  <a:lnTo>
                    <a:pt x="6825357" y="0"/>
                  </a:lnTo>
                  <a:lnTo>
                    <a:pt x="6823456" y="0"/>
                  </a:lnTo>
                  <a:lnTo>
                    <a:pt x="6821555" y="0"/>
                  </a:lnTo>
                  <a:lnTo>
                    <a:pt x="6819653" y="0"/>
                  </a:lnTo>
                  <a:lnTo>
                    <a:pt x="6817752" y="0"/>
                  </a:lnTo>
                  <a:lnTo>
                    <a:pt x="6815851" y="0"/>
                  </a:lnTo>
                  <a:lnTo>
                    <a:pt x="6813950" y="0"/>
                  </a:lnTo>
                  <a:lnTo>
                    <a:pt x="6812049" y="0"/>
                  </a:lnTo>
                  <a:lnTo>
                    <a:pt x="6810147" y="0"/>
                  </a:lnTo>
                  <a:lnTo>
                    <a:pt x="6808246" y="0"/>
                  </a:lnTo>
                  <a:lnTo>
                    <a:pt x="6806345" y="0"/>
                  </a:lnTo>
                  <a:lnTo>
                    <a:pt x="6804444" y="0"/>
                  </a:lnTo>
                  <a:lnTo>
                    <a:pt x="6802543" y="0"/>
                  </a:lnTo>
                  <a:lnTo>
                    <a:pt x="6800641" y="0"/>
                  </a:lnTo>
                  <a:lnTo>
                    <a:pt x="6798740" y="0"/>
                  </a:lnTo>
                  <a:lnTo>
                    <a:pt x="6796839" y="0"/>
                  </a:lnTo>
                  <a:lnTo>
                    <a:pt x="6794938" y="0"/>
                  </a:lnTo>
                  <a:lnTo>
                    <a:pt x="6793036" y="0"/>
                  </a:lnTo>
                  <a:lnTo>
                    <a:pt x="6791135" y="0"/>
                  </a:lnTo>
                  <a:lnTo>
                    <a:pt x="6789234" y="0"/>
                  </a:lnTo>
                  <a:lnTo>
                    <a:pt x="6787333" y="0"/>
                  </a:lnTo>
                  <a:lnTo>
                    <a:pt x="6785432" y="0"/>
                  </a:lnTo>
                  <a:lnTo>
                    <a:pt x="6783530" y="0"/>
                  </a:lnTo>
                  <a:lnTo>
                    <a:pt x="6781629" y="0"/>
                  </a:lnTo>
                  <a:lnTo>
                    <a:pt x="6779728" y="0"/>
                  </a:lnTo>
                  <a:lnTo>
                    <a:pt x="6777827" y="0"/>
                  </a:lnTo>
                  <a:lnTo>
                    <a:pt x="6775926" y="0"/>
                  </a:lnTo>
                  <a:lnTo>
                    <a:pt x="6774024" y="0"/>
                  </a:lnTo>
                  <a:lnTo>
                    <a:pt x="6772123" y="0"/>
                  </a:lnTo>
                  <a:lnTo>
                    <a:pt x="6770222" y="0"/>
                  </a:lnTo>
                  <a:lnTo>
                    <a:pt x="6768321" y="0"/>
                  </a:lnTo>
                  <a:lnTo>
                    <a:pt x="6766419" y="0"/>
                  </a:lnTo>
                  <a:lnTo>
                    <a:pt x="6764518" y="0"/>
                  </a:lnTo>
                  <a:lnTo>
                    <a:pt x="6762617" y="0"/>
                  </a:lnTo>
                  <a:lnTo>
                    <a:pt x="6760716" y="0"/>
                  </a:lnTo>
                  <a:lnTo>
                    <a:pt x="6758815" y="0"/>
                  </a:lnTo>
                  <a:lnTo>
                    <a:pt x="6756913" y="0"/>
                  </a:lnTo>
                  <a:lnTo>
                    <a:pt x="6755012" y="0"/>
                  </a:lnTo>
                  <a:lnTo>
                    <a:pt x="6753111" y="0"/>
                  </a:lnTo>
                  <a:lnTo>
                    <a:pt x="6751210" y="0"/>
                  </a:lnTo>
                  <a:lnTo>
                    <a:pt x="6749309" y="0"/>
                  </a:lnTo>
                  <a:lnTo>
                    <a:pt x="6747407" y="0"/>
                  </a:lnTo>
                  <a:lnTo>
                    <a:pt x="6745506" y="0"/>
                  </a:lnTo>
                  <a:lnTo>
                    <a:pt x="6743605" y="0"/>
                  </a:lnTo>
                  <a:lnTo>
                    <a:pt x="6741704" y="0"/>
                  </a:lnTo>
                  <a:lnTo>
                    <a:pt x="6739802" y="0"/>
                  </a:lnTo>
                  <a:lnTo>
                    <a:pt x="6737901" y="0"/>
                  </a:lnTo>
                  <a:lnTo>
                    <a:pt x="6736000" y="0"/>
                  </a:lnTo>
                  <a:lnTo>
                    <a:pt x="6734099" y="0"/>
                  </a:lnTo>
                  <a:lnTo>
                    <a:pt x="6732198" y="0"/>
                  </a:lnTo>
                  <a:lnTo>
                    <a:pt x="6730296" y="0"/>
                  </a:lnTo>
                  <a:lnTo>
                    <a:pt x="6728395" y="0"/>
                  </a:lnTo>
                  <a:lnTo>
                    <a:pt x="6726494" y="0"/>
                  </a:lnTo>
                  <a:lnTo>
                    <a:pt x="6724593" y="0"/>
                  </a:lnTo>
                  <a:lnTo>
                    <a:pt x="6722692" y="0"/>
                  </a:lnTo>
                  <a:lnTo>
                    <a:pt x="6720790" y="0"/>
                  </a:lnTo>
                  <a:lnTo>
                    <a:pt x="6718889" y="0"/>
                  </a:lnTo>
                  <a:lnTo>
                    <a:pt x="6716988" y="0"/>
                  </a:lnTo>
                  <a:lnTo>
                    <a:pt x="6715087" y="0"/>
                  </a:lnTo>
                  <a:lnTo>
                    <a:pt x="6713185" y="0"/>
                  </a:lnTo>
                  <a:lnTo>
                    <a:pt x="6711284" y="0"/>
                  </a:lnTo>
                  <a:lnTo>
                    <a:pt x="6709383" y="0"/>
                  </a:lnTo>
                  <a:lnTo>
                    <a:pt x="6707482" y="0"/>
                  </a:lnTo>
                  <a:lnTo>
                    <a:pt x="6705581" y="0"/>
                  </a:lnTo>
                  <a:lnTo>
                    <a:pt x="6703679" y="0"/>
                  </a:lnTo>
                  <a:lnTo>
                    <a:pt x="6701778" y="0"/>
                  </a:lnTo>
                  <a:lnTo>
                    <a:pt x="6699877" y="0"/>
                  </a:lnTo>
                  <a:lnTo>
                    <a:pt x="6697976" y="0"/>
                  </a:lnTo>
                  <a:lnTo>
                    <a:pt x="6696075" y="0"/>
                  </a:lnTo>
                  <a:lnTo>
                    <a:pt x="6694173" y="0"/>
                  </a:lnTo>
                  <a:lnTo>
                    <a:pt x="6692272" y="0"/>
                  </a:lnTo>
                  <a:lnTo>
                    <a:pt x="6690371" y="0"/>
                  </a:lnTo>
                  <a:lnTo>
                    <a:pt x="6688470" y="0"/>
                  </a:lnTo>
                  <a:lnTo>
                    <a:pt x="6686569" y="0"/>
                  </a:lnTo>
                  <a:lnTo>
                    <a:pt x="6684667" y="0"/>
                  </a:lnTo>
                  <a:lnTo>
                    <a:pt x="6682766" y="0"/>
                  </a:lnTo>
                  <a:lnTo>
                    <a:pt x="6680865" y="0"/>
                  </a:lnTo>
                  <a:lnTo>
                    <a:pt x="6678964" y="0"/>
                  </a:lnTo>
                  <a:lnTo>
                    <a:pt x="6677062" y="0"/>
                  </a:lnTo>
                  <a:lnTo>
                    <a:pt x="6675161" y="0"/>
                  </a:lnTo>
                  <a:lnTo>
                    <a:pt x="6673260" y="0"/>
                  </a:lnTo>
                  <a:lnTo>
                    <a:pt x="6671359" y="0"/>
                  </a:lnTo>
                  <a:lnTo>
                    <a:pt x="6669458" y="0"/>
                  </a:lnTo>
                  <a:lnTo>
                    <a:pt x="6667556" y="0"/>
                  </a:lnTo>
                  <a:lnTo>
                    <a:pt x="6665655" y="0"/>
                  </a:lnTo>
                  <a:lnTo>
                    <a:pt x="6663754" y="0"/>
                  </a:lnTo>
                  <a:lnTo>
                    <a:pt x="6661853" y="0"/>
                  </a:lnTo>
                  <a:lnTo>
                    <a:pt x="6659952" y="0"/>
                  </a:lnTo>
                  <a:lnTo>
                    <a:pt x="6658050" y="0"/>
                  </a:lnTo>
                  <a:lnTo>
                    <a:pt x="6656149" y="0"/>
                  </a:lnTo>
                  <a:lnTo>
                    <a:pt x="6654248" y="0"/>
                  </a:lnTo>
                  <a:lnTo>
                    <a:pt x="6652347" y="0"/>
                  </a:lnTo>
                  <a:lnTo>
                    <a:pt x="6650445" y="0"/>
                  </a:lnTo>
                  <a:lnTo>
                    <a:pt x="6648544" y="0"/>
                  </a:lnTo>
                  <a:lnTo>
                    <a:pt x="6646643" y="0"/>
                  </a:lnTo>
                  <a:lnTo>
                    <a:pt x="6644742" y="0"/>
                  </a:lnTo>
                  <a:lnTo>
                    <a:pt x="6642841" y="0"/>
                  </a:lnTo>
                  <a:lnTo>
                    <a:pt x="6640939" y="0"/>
                  </a:lnTo>
                  <a:lnTo>
                    <a:pt x="6639038" y="0"/>
                  </a:lnTo>
                  <a:lnTo>
                    <a:pt x="6637137" y="0"/>
                  </a:lnTo>
                  <a:lnTo>
                    <a:pt x="6635236" y="0"/>
                  </a:lnTo>
                  <a:lnTo>
                    <a:pt x="6633335" y="0"/>
                  </a:lnTo>
                  <a:lnTo>
                    <a:pt x="6631433" y="0"/>
                  </a:lnTo>
                  <a:lnTo>
                    <a:pt x="6629532" y="0"/>
                  </a:lnTo>
                  <a:lnTo>
                    <a:pt x="6627631" y="0"/>
                  </a:lnTo>
                  <a:lnTo>
                    <a:pt x="6625730" y="0"/>
                  </a:lnTo>
                  <a:lnTo>
                    <a:pt x="6623828" y="0"/>
                  </a:lnTo>
                  <a:lnTo>
                    <a:pt x="6621927" y="0"/>
                  </a:lnTo>
                  <a:lnTo>
                    <a:pt x="6620026" y="0"/>
                  </a:lnTo>
                  <a:lnTo>
                    <a:pt x="6618125" y="0"/>
                  </a:lnTo>
                  <a:lnTo>
                    <a:pt x="6616224" y="0"/>
                  </a:lnTo>
                  <a:lnTo>
                    <a:pt x="6614322" y="0"/>
                  </a:lnTo>
                  <a:lnTo>
                    <a:pt x="6612421" y="0"/>
                  </a:lnTo>
                  <a:lnTo>
                    <a:pt x="6610520" y="0"/>
                  </a:lnTo>
                  <a:lnTo>
                    <a:pt x="6608619" y="0"/>
                  </a:lnTo>
                  <a:lnTo>
                    <a:pt x="6606718" y="0"/>
                  </a:lnTo>
                  <a:lnTo>
                    <a:pt x="6604816" y="0"/>
                  </a:lnTo>
                  <a:lnTo>
                    <a:pt x="6602915" y="0"/>
                  </a:lnTo>
                  <a:lnTo>
                    <a:pt x="6601014" y="0"/>
                  </a:lnTo>
                  <a:lnTo>
                    <a:pt x="6599113" y="0"/>
                  </a:lnTo>
                  <a:lnTo>
                    <a:pt x="6597211" y="0"/>
                  </a:lnTo>
                  <a:lnTo>
                    <a:pt x="6595310" y="0"/>
                  </a:lnTo>
                  <a:lnTo>
                    <a:pt x="6593409" y="0"/>
                  </a:lnTo>
                  <a:lnTo>
                    <a:pt x="6591508" y="0"/>
                  </a:lnTo>
                  <a:lnTo>
                    <a:pt x="6589607" y="0"/>
                  </a:lnTo>
                  <a:lnTo>
                    <a:pt x="6587705" y="0"/>
                  </a:lnTo>
                  <a:lnTo>
                    <a:pt x="6585804" y="0"/>
                  </a:lnTo>
                  <a:lnTo>
                    <a:pt x="6583903" y="0"/>
                  </a:lnTo>
                  <a:lnTo>
                    <a:pt x="6582002" y="0"/>
                  </a:lnTo>
                  <a:lnTo>
                    <a:pt x="6580101" y="0"/>
                  </a:lnTo>
                  <a:lnTo>
                    <a:pt x="6578199" y="0"/>
                  </a:lnTo>
                  <a:lnTo>
                    <a:pt x="6576298" y="0"/>
                  </a:lnTo>
                  <a:lnTo>
                    <a:pt x="6574397" y="0"/>
                  </a:lnTo>
                  <a:lnTo>
                    <a:pt x="6572496" y="0"/>
                  </a:lnTo>
                  <a:lnTo>
                    <a:pt x="6570594" y="0"/>
                  </a:lnTo>
                  <a:lnTo>
                    <a:pt x="6568693" y="0"/>
                  </a:lnTo>
                  <a:lnTo>
                    <a:pt x="6566792" y="0"/>
                  </a:lnTo>
                  <a:lnTo>
                    <a:pt x="6564891" y="0"/>
                  </a:lnTo>
                  <a:lnTo>
                    <a:pt x="6562990" y="0"/>
                  </a:lnTo>
                  <a:lnTo>
                    <a:pt x="6561088" y="0"/>
                  </a:lnTo>
                  <a:lnTo>
                    <a:pt x="6559187" y="0"/>
                  </a:lnTo>
                  <a:lnTo>
                    <a:pt x="6557286" y="0"/>
                  </a:lnTo>
                  <a:lnTo>
                    <a:pt x="6555385" y="0"/>
                  </a:lnTo>
                  <a:lnTo>
                    <a:pt x="6553484" y="0"/>
                  </a:lnTo>
                  <a:lnTo>
                    <a:pt x="6551582" y="0"/>
                  </a:lnTo>
                  <a:lnTo>
                    <a:pt x="6549681" y="0"/>
                  </a:lnTo>
                  <a:lnTo>
                    <a:pt x="6547780" y="0"/>
                  </a:lnTo>
                  <a:lnTo>
                    <a:pt x="6545879" y="0"/>
                  </a:lnTo>
                  <a:lnTo>
                    <a:pt x="6543977" y="0"/>
                  </a:lnTo>
                  <a:lnTo>
                    <a:pt x="6542076" y="0"/>
                  </a:lnTo>
                  <a:lnTo>
                    <a:pt x="6540175" y="0"/>
                  </a:lnTo>
                  <a:lnTo>
                    <a:pt x="6538274" y="0"/>
                  </a:lnTo>
                  <a:lnTo>
                    <a:pt x="6536373" y="0"/>
                  </a:lnTo>
                  <a:lnTo>
                    <a:pt x="6534471" y="0"/>
                  </a:lnTo>
                  <a:lnTo>
                    <a:pt x="6532570" y="0"/>
                  </a:lnTo>
                  <a:lnTo>
                    <a:pt x="6530669" y="0"/>
                  </a:lnTo>
                  <a:lnTo>
                    <a:pt x="6528768" y="0"/>
                  </a:lnTo>
                  <a:lnTo>
                    <a:pt x="6526867" y="0"/>
                  </a:lnTo>
                  <a:lnTo>
                    <a:pt x="6524965" y="0"/>
                  </a:lnTo>
                  <a:lnTo>
                    <a:pt x="6523064" y="0"/>
                  </a:lnTo>
                  <a:lnTo>
                    <a:pt x="6521163" y="0"/>
                  </a:lnTo>
                  <a:lnTo>
                    <a:pt x="6519262" y="0"/>
                  </a:lnTo>
                  <a:lnTo>
                    <a:pt x="6517360" y="0"/>
                  </a:lnTo>
                  <a:lnTo>
                    <a:pt x="6515459" y="0"/>
                  </a:lnTo>
                  <a:lnTo>
                    <a:pt x="6513558" y="0"/>
                  </a:lnTo>
                  <a:lnTo>
                    <a:pt x="6511657" y="0"/>
                  </a:lnTo>
                  <a:lnTo>
                    <a:pt x="6509756" y="0"/>
                  </a:lnTo>
                  <a:lnTo>
                    <a:pt x="6507854" y="0"/>
                  </a:lnTo>
                  <a:lnTo>
                    <a:pt x="6505953" y="0"/>
                  </a:lnTo>
                  <a:lnTo>
                    <a:pt x="6504052" y="0"/>
                  </a:lnTo>
                  <a:lnTo>
                    <a:pt x="6502151" y="0"/>
                  </a:lnTo>
                  <a:lnTo>
                    <a:pt x="6500250" y="0"/>
                  </a:lnTo>
                  <a:lnTo>
                    <a:pt x="6498348" y="0"/>
                  </a:lnTo>
                  <a:lnTo>
                    <a:pt x="6496447" y="0"/>
                  </a:lnTo>
                  <a:lnTo>
                    <a:pt x="6494546" y="0"/>
                  </a:lnTo>
                  <a:lnTo>
                    <a:pt x="6492645" y="0"/>
                  </a:lnTo>
                  <a:lnTo>
                    <a:pt x="6490743" y="0"/>
                  </a:lnTo>
                  <a:lnTo>
                    <a:pt x="6488842" y="0"/>
                  </a:lnTo>
                  <a:lnTo>
                    <a:pt x="6486941" y="0"/>
                  </a:lnTo>
                  <a:lnTo>
                    <a:pt x="6485040" y="0"/>
                  </a:lnTo>
                  <a:lnTo>
                    <a:pt x="6483139" y="0"/>
                  </a:lnTo>
                  <a:lnTo>
                    <a:pt x="6481237" y="0"/>
                  </a:lnTo>
                  <a:lnTo>
                    <a:pt x="6479336" y="0"/>
                  </a:lnTo>
                  <a:lnTo>
                    <a:pt x="6477435" y="0"/>
                  </a:lnTo>
                  <a:lnTo>
                    <a:pt x="6475534" y="0"/>
                  </a:lnTo>
                  <a:lnTo>
                    <a:pt x="6473633" y="0"/>
                  </a:lnTo>
                  <a:lnTo>
                    <a:pt x="6471731" y="0"/>
                  </a:lnTo>
                  <a:lnTo>
                    <a:pt x="6469830" y="0"/>
                  </a:lnTo>
                  <a:lnTo>
                    <a:pt x="6467929" y="0"/>
                  </a:lnTo>
                  <a:lnTo>
                    <a:pt x="6466028" y="0"/>
                  </a:lnTo>
                  <a:lnTo>
                    <a:pt x="6464126" y="0"/>
                  </a:lnTo>
                  <a:lnTo>
                    <a:pt x="6462225" y="0"/>
                  </a:lnTo>
                  <a:lnTo>
                    <a:pt x="6460324" y="0"/>
                  </a:lnTo>
                  <a:lnTo>
                    <a:pt x="6458423" y="0"/>
                  </a:lnTo>
                  <a:lnTo>
                    <a:pt x="6456522" y="0"/>
                  </a:lnTo>
                  <a:lnTo>
                    <a:pt x="6454620" y="0"/>
                  </a:lnTo>
                  <a:lnTo>
                    <a:pt x="6452719" y="0"/>
                  </a:lnTo>
                  <a:lnTo>
                    <a:pt x="6450818" y="0"/>
                  </a:lnTo>
                  <a:lnTo>
                    <a:pt x="6448917" y="0"/>
                  </a:lnTo>
                  <a:lnTo>
                    <a:pt x="6447016" y="0"/>
                  </a:lnTo>
                  <a:lnTo>
                    <a:pt x="6445114" y="0"/>
                  </a:lnTo>
                  <a:lnTo>
                    <a:pt x="6443213" y="0"/>
                  </a:lnTo>
                  <a:lnTo>
                    <a:pt x="6441312" y="0"/>
                  </a:lnTo>
                  <a:lnTo>
                    <a:pt x="6439411" y="0"/>
                  </a:lnTo>
                  <a:lnTo>
                    <a:pt x="6437509" y="0"/>
                  </a:lnTo>
                  <a:lnTo>
                    <a:pt x="6435608" y="0"/>
                  </a:lnTo>
                  <a:lnTo>
                    <a:pt x="6433707" y="0"/>
                  </a:lnTo>
                  <a:lnTo>
                    <a:pt x="6431806" y="0"/>
                  </a:lnTo>
                  <a:lnTo>
                    <a:pt x="6429905" y="0"/>
                  </a:lnTo>
                  <a:lnTo>
                    <a:pt x="6428003" y="0"/>
                  </a:lnTo>
                  <a:lnTo>
                    <a:pt x="6426102" y="0"/>
                  </a:lnTo>
                  <a:lnTo>
                    <a:pt x="6424201" y="0"/>
                  </a:lnTo>
                  <a:lnTo>
                    <a:pt x="6422300" y="0"/>
                  </a:lnTo>
                  <a:lnTo>
                    <a:pt x="6420399" y="0"/>
                  </a:lnTo>
                  <a:lnTo>
                    <a:pt x="6418497" y="0"/>
                  </a:lnTo>
                  <a:lnTo>
                    <a:pt x="6416596" y="0"/>
                  </a:lnTo>
                  <a:lnTo>
                    <a:pt x="6414695" y="0"/>
                  </a:lnTo>
                  <a:lnTo>
                    <a:pt x="6412794" y="0"/>
                  </a:lnTo>
                  <a:lnTo>
                    <a:pt x="6410892" y="0"/>
                  </a:lnTo>
                  <a:lnTo>
                    <a:pt x="6408991" y="0"/>
                  </a:lnTo>
                  <a:lnTo>
                    <a:pt x="6407090" y="0"/>
                  </a:lnTo>
                  <a:lnTo>
                    <a:pt x="6405189" y="0"/>
                  </a:lnTo>
                  <a:lnTo>
                    <a:pt x="6403288" y="0"/>
                  </a:lnTo>
                  <a:lnTo>
                    <a:pt x="6401386" y="0"/>
                  </a:lnTo>
                  <a:lnTo>
                    <a:pt x="6399485" y="0"/>
                  </a:lnTo>
                  <a:lnTo>
                    <a:pt x="6397584" y="0"/>
                  </a:lnTo>
                  <a:lnTo>
                    <a:pt x="6395683" y="0"/>
                  </a:lnTo>
                  <a:lnTo>
                    <a:pt x="6393782" y="0"/>
                  </a:lnTo>
                  <a:lnTo>
                    <a:pt x="6391880" y="0"/>
                  </a:lnTo>
                  <a:lnTo>
                    <a:pt x="6389979" y="0"/>
                  </a:lnTo>
                  <a:lnTo>
                    <a:pt x="6388078" y="0"/>
                  </a:lnTo>
                  <a:lnTo>
                    <a:pt x="6386177" y="0"/>
                  </a:lnTo>
                  <a:lnTo>
                    <a:pt x="6384276" y="0"/>
                  </a:lnTo>
                  <a:lnTo>
                    <a:pt x="6382374" y="0"/>
                  </a:lnTo>
                  <a:lnTo>
                    <a:pt x="6380473" y="0"/>
                  </a:lnTo>
                  <a:lnTo>
                    <a:pt x="6378572" y="0"/>
                  </a:lnTo>
                  <a:lnTo>
                    <a:pt x="6376671" y="0"/>
                  </a:lnTo>
                  <a:lnTo>
                    <a:pt x="6374769" y="0"/>
                  </a:lnTo>
                  <a:lnTo>
                    <a:pt x="6372868" y="0"/>
                  </a:lnTo>
                  <a:lnTo>
                    <a:pt x="6370967" y="0"/>
                  </a:lnTo>
                  <a:lnTo>
                    <a:pt x="6369066" y="0"/>
                  </a:lnTo>
                  <a:lnTo>
                    <a:pt x="6367165" y="0"/>
                  </a:lnTo>
                  <a:lnTo>
                    <a:pt x="6365263" y="0"/>
                  </a:lnTo>
                  <a:lnTo>
                    <a:pt x="6363362" y="0"/>
                  </a:lnTo>
                  <a:lnTo>
                    <a:pt x="6361461" y="0"/>
                  </a:lnTo>
                  <a:lnTo>
                    <a:pt x="6359560" y="0"/>
                  </a:lnTo>
                  <a:lnTo>
                    <a:pt x="6357659" y="0"/>
                  </a:lnTo>
                  <a:lnTo>
                    <a:pt x="6355757" y="0"/>
                  </a:lnTo>
                  <a:lnTo>
                    <a:pt x="6353856" y="0"/>
                  </a:lnTo>
                  <a:lnTo>
                    <a:pt x="6351955" y="0"/>
                  </a:lnTo>
                  <a:lnTo>
                    <a:pt x="6350054" y="0"/>
                  </a:lnTo>
                  <a:lnTo>
                    <a:pt x="6348152" y="0"/>
                  </a:lnTo>
                  <a:lnTo>
                    <a:pt x="6346251" y="0"/>
                  </a:lnTo>
                  <a:lnTo>
                    <a:pt x="6344350" y="0"/>
                  </a:lnTo>
                  <a:lnTo>
                    <a:pt x="6342449" y="0"/>
                  </a:lnTo>
                  <a:lnTo>
                    <a:pt x="6340548" y="0"/>
                  </a:lnTo>
                  <a:lnTo>
                    <a:pt x="6338646" y="0"/>
                  </a:lnTo>
                  <a:lnTo>
                    <a:pt x="6336745" y="0"/>
                  </a:lnTo>
                  <a:lnTo>
                    <a:pt x="6334844" y="0"/>
                  </a:lnTo>
                  <a:lnTo>
                    <a:pt x="6332943" y="0"/>
                  </a:lnTo>
                  <a:lnTo>
                    <a:pt x="6331042" y="0"/>
                  </a:lnTo>
                  <a:lnTo>
                    <a:pt x="6329140" y="0"/>
                  </a:lnTo>
                  <a:lnTo>
                    <a:pt x="6327239" y="0"/>
                  </a:lnTo>
                  <a:lnTo>
                    <a:pt x="6325338" y="0"/>
                  </a:lnTo>
                  <a:lnTo>
                    <a:pt x="6323437" y="0"/>
                  </a:lnTo>
                  <a:lnTo>
                    <a:pt x="6321535" y="0"/>
                  </a:lnTo>
                  <a:lnTo>
                    <a:pt x="6319634" y="0"/>
                  </a:lnTo>
                  <a:lnTo>
                    <a:pt x="6317733" y="0"/>
                  </a:lnTo>
                  <a:lnTo>
                    <a:pt x="6315832" y="0"/>
                  </a:lnTo>
                  <a:lnTo>
                    <a:pt x="6313931" y="0"/>
                  </a:lnTo>
                  <a:lnTo>
                    <a:pt x="6312029" y="0"/>
                  </a:lnTo>
                  <a:lnTo>
                    <a:pt x="6310128" y="0"/>
                  </a:lnTo>
                  <a:lnTo>
                    <a:pt x="6308227" y="0"/>
                  </a:lnTo>
                  <a:lnTo>
                    <a:pt x="6306326" y="0"/>
                  </a:lnTo>
                  <a:lnTo>
                    <a:pt x="6304425" y="0"/>
                  </a:lnTo>
                  <a:lnTo>
                    <a:pt x="6302523" y="0"/>
                  </a:lnTo>
                  <a:lnTo>
                    <a:pt x="6300622" y="0"/>
                  </a:lnTo>
                  <a:lnTo>
                    <a:pt x="6298721" y="0"/>
                  </a:lnTo>
                  <a:lnTo>
                    <a:pt x="6296820" y="0"/>
                  </a:lnTo>
                  <a:lnTo>
                    <a:pt x="6294918" y="0"/>
                  </a:lnTo>
                  <a:lnTo>
                    <a:pt x="6293017" y="0"/>
                  </a:lnTo>
                  <a:lnTo>
                    <a:pt x="6291116" y="0"/>
                  </a:lnTo>
                  <a:lnTo>
                    <a:pt x="6289215" y="0"/>
                  </a:lnTo>
                  <a:lnTo>
                    <a:pt x="6287314" y="0"/>
                  </a:lnTo>
                  <a:lnTo>
                    <a:pt x="6285412" y="0"/>
                  </a:lnTo>
                  <a:lnTo>
                    <a:pt x="6283511" y="0"/>
                  </a:lnTo>
                  <a:lnTo>
                    <a:pt x="6281610" y="0"/>
                  </a:lnTo>
                  <a:lnTo>
                    <a:pt x="6279709" y="0"/>
                  </a:lnTo>
                  <a:lnTo>
                    <a:pt x="6277808" y="0"/>
                  </a:lnTo>
                  <a:lnTo>
                    <a:pt x="6275906" y="0"/>
                  </a:lnTo>
                  <a:lnTo>
                    <a:pt x="6274005" y="0"/>
                  </a:lnTo>
                  <a:lnTo>
                    <a:pt x="6272104" y="0"/>
                  </a:lnTo>
                  <a:lnTo>
                    <a:pt x="6270203" y="0"/>
                  </a:lnTo>
                  <a:lnTo>
                    <a:pt x="6268301" y="0"/>
                  </a:lnTo>
                  <a:lnTo>
                    <a:pt x="6266400" y="0"/>
                  </a:lnTo>
                  <a:lnTo>
                    <a:pt x="6264499" y="0"/>
                  </a:lnTo>
                  <a:lnTo>
                    <a:pt x="6262598" y="0"/>
                  </a:lnTo>
                  <a:lnTo>
                    <a:pt x="6260697" y="0"/>
                  </a:lnTo>
                  <a:lnTo>
                    <a:pt x="6258795" y="0"/>
                  </a:lnTo>
                  <a:lnTo>
                    <a:pt x="6256894" y="0"/>
                  </a:lnTo>
                  <a:lnTo>
                    <a:pt x="6254993" y="0"/>
                  </a:lnTo>
                  <a:lnTo>
                    <a:pt x="6253092" y="0"/>
                  </a:lnTo>
                  <a:lnTo>
                    <a:pt x="6251191" y="0"/>
                  </a:lnTo>
                  <a:lnTo>
                    <a:pt x="6249289" y="0"/>
                  </a:lnTo>
                  <a:lnTo>
                    <a:pt x="6247388" y="0"/>
                  </a:lnTo>
                  <a:lnTo>
                    <a:pt x="6245487" y="0"/>
                  </a:lnTo>
                  <a:lnTo>
                    <a:pt x="6243586" y="0"/>
                  </a:lnTo>
                  <a:lnTo>
                    <a:pt x="6241684" y="0"/>
                  </a:lnTo>
                  <a:lnTo>
                    <a:pt x="6239783" y="0"/>
                  </a:lnTo>
                  <a:lnTo>
                    <a:pt x="6237882" y="0"/>
                  </a:lnTo>
                  <a:lnTo>
                    <a:pt x="6235981" y="0"/>
                  </a:lnTo>
                  <a:lnTo>
                    <a:pt x="6234080" y="0"/>
                  </a:lnTo>
                  <a:lnTo>
                    <a:pt x="6232178" y="0"/>
                  </a:lnTo>
                  <a:lnTo>
                    <a:pt x="6230277" y="0"/>
                  </a:lnTo>
                  <a:lnTo>
                    <a:pt x="6228376" y="0"/>
                  </a:lnTo>
                  <a:lnTo>
                    <a:pt x="6226475" y="0"/>
                  </a:lnTo>
                  <a:lnTo>
                    <a:pt x="6224574" y="0"/>
                  </a:lnTo>
                  <a:lnTo>
                    <a:pt x="6222672" y="0"/>
                  </a:lnTo>
                  <a:lnTo>
                    <a:pt x="6220771" y="0"/>
                  </a:lnTo>
                  <a:lnTo>
                    <a:pt x="6218870" y="0"/>
                  </a:lnTo>
                  <a:lnTo>
                    <a:pt x="6216969" y="0"/>
                  </a:lnTo>
                  <a:lnTo>
                    <a:pt x="6215067" y="0"/>
                  </a:lnTo>
                  <a:lnTo>
                    <a:pt x="6213166" y="0"/>
                  </a:lnTo>
                  <a:lnTo>
                    <a:pt x="6211265" y="0"/>
                  </a:lnTo>
                  <a:lnTo>
                    <a:pt x="6209364" y="0"/>
                  </a:lnTo>
                  <a:lnTo>
                    <a:pt x="6207463" y="0"/>
                  </a:lnTo>
                  <a:lnTo>
                    <a:pt x="6205561" y="0"/>
                  </a:lnTo>
                  <a:lnTo>
                    <a:pt x="6203660" y="0"/>
                  </a:lnTo>
                  <a:lnTo>
                    <a:pt x="6201759" y="0"/>
                  </a:lnTo>
                  <a:lnTo>
                    <a:pt x="6199858" y="0"/>
                  </a:lnTo>
                  <a:lnTo>
                    <a:pt x="6197957" y="0"/>
                  </a:lnTo>
                  <a:lnTo>
                    <a:pt x="6196055" y="0"/>
                  </a:lnTo>
                  <a:lnTo>
                    <a:pt x="6194154" y="0"/>
                  </a:lnTo>
                  <a:lnTo>
                    <a:pt x="6192253" y="0"/>
                  </a:lnTo>
                  <a:lnTo>
                    <a:pt x="6190352" y="0"/>
                  </a:lnTo>
                  <a:lnTo>
                    <a:pt x="6188450" y="0"/>
                  </a:lnTo>
                  <a:lnTo>
                    <a:pt x="6186549" y="0"/>
                  </a:lnTo>
                  <a:lnTo>
                    <a:pt x="6184648" y="0"/>
                  </a:lnTo>
                  <a:lnTo>
                    <a:pt x="6182747" y="0"/>
                  </a:lnTo>
                  <a:lnTo>
                    <a:pt x="6180846" y="0"/>
                  </a:lnTo>
                  <a:lnTo>
                    <a:pt x="6178944" y="0"/>
                  </a:lnTo>
                  <a:lnTo>
                    <a:pt x="6177043" y="0"/>
                  </a:lnTo>
                  <a:lnTo>
                    <a:pt x="6175142" y="0"/>
                  </a:lnTo>
                  <a:lnTo>
                    <a:pt x="6173241" y="0"/>
                  </a:lnTo>
                  <a:lnTo>
                    <a:pt x="6171340" y="0"/>
                  </a:lnTo>
                  <a:lnTo>
                    <a:pt x="6169438" y="0"/>
                  </a:lnTo>
                  <a:lnTo>
                    <a:pt x="6167537" y="0"/>
                  </a:lnTo>
                  <a:lnTo>
                    <a:pt x="6165636" y="0"/>
                  </a:lnTo>
                  <a:lnTo>
                    <a:pt x="6163735" y="0"/>
                  </a:lnTo>
                  <a:lnTo>
                    <a:pt x="6161833" y="0"/>
                  </a:lnTo>
                  <a:lnTo>
                    <a:pt x="6159932" y="0"/>
                  </a:lnTo>
                  <a:lnTo>
                    <a:pt x="6158031" y="0"/>
                  </a:lnTo>
                  <a:lnTo>
                    <a:pt x="6156130" y="0"/>
                  </a:lnTo>
                  <a:lnTo>
                    <a:pt x="6154229" y="0"/>
                  </a:lnTo>
                  <a:lnTo>
                    <a:pt x="6152327" y="0"/>
                  </a:lnTo>
                  <a:lnTo>
                    <a:pt x="6150426" y="0"/>
                  </a:lnTo>
                  <a:lnTo>
                    <a:pt x="6148525" y="0"/>
                  </a:lnTo>
                  <a:lnTo>
                    <a:pt x="6146624" y="0"/>
                  </a:lnTo>
                  <a:lnTo>
                    <a:pt x="6144723" y="0"/>
                  </a:lnTo>
                  <a:lnTo>
                    <a:pt x="6142821" y="0"/>
                  </a:lnTo>
                  <a:lnTo>
                    <a:pt x="6140920" y="0"/>
                  </a:lnTo>
                  <a:lnTo>
                    <a:pt x="6139019" y="0"/>
                  </a:lnTo>
                  <a:lnTo>
                    <a:pt x="6137118" y="0"/>
                  </a:lnTo>
                  <a:lnTo>
                    <a:pt x="6135216" y="0"/>
                  </a:lnTo>
                  <a:lnTo>
                    <a:pt x="6133315" y="0"/>
                  </a:lnTo>
                  <a:lnTo>
                    <a:pt x="6131414" y="0"/>
                  </a:lnTo>
                  <a:lnTo>
                    <a:pt x="6129513" y="0"/>
                  </a:lnTo>
                  <a:lnTo>
                    <a:pt x="6127612" y="0"/>
                  </a:lnTo>
                  <a:lnTo>
                    <a:pt x="6125710" y="0"/>
                  </a:lnTo>
                  <a:lnTo>
                    <a:pt x="6123809" y="0"/>
                  </a:lnTo>
                  <a:lnTo>
                    <a:pt x="6121908" y="0"/>
                  </a:lnTo>
                  <a:lnTo>
                    <a:pt x="6120007" y="0"/>
                  </a:lnTo>
                  <a:lnTo>
                    <a:pt x="6118106" y="0"/>
                  </a:lnTo>
                  <a:lnTo>
                    <a:pt x="6116204" y="0"/>
                  </a:lnTo>
                  <a:lnTo>
                    <a:pt x="6114303" y="0"/>
                  </a:lnTo>
                  <a:lnTo>
                    <a:pt x="6112402" y="0"/>
                  </a:lnTo>
                  <a:lnTo>
                    <a:pt x="6110501" y="0"/>
                  </a:lnTo>
                  <a:lnTo>
                    <a:pt x="6108599" y="0"/>
                  </a:lnTo>
                  <a:lnTo>
                    <a:pt x="6106698" y="0"/>
                  </a:lnTo>
                  <a:lnTo>
                    <a:pt x="6104797" y="0"/>
                  </a:lnTo>
                  <a:lnTo>
                    <a:pt x="6102896" y="0"/>
                  </a:lnTo>
                  <a:lnTo>
                    <a:pt x="6100995" y="0"/>
                  </a:lnTo>
                  <a:lnTo>
                    <a:pt x="6099093" y="0"/>
                  </a:lnTo>
                  <a:lnTo>
                    <a:pt x="6097192" y="0"/>
                  </a:lnTo>
                  <a:lnTo>
                    <a:pt x="6095291" y="0"/>
                  </a:lnTo>
                  <a:lnTo>
                    <a:pt x="6093390" y="0"/>
                  </a:lnTo>
                  <a:lnTo>
                    <a:pt x="6091489" y="0"/>
                  </a:lnTo>
                  <a:lnTo>
                    <a:pt x="6089587" y="0"/>
                  </a:lnTo>
                  <a:lnTo>
                    <a:pt x="6087686" y="0"/>
                  </a:lnTo>
                  <a:lnTo>
                    <a:pt x="6085785" y="0"/>
                  </a:lnTo>
                  <a:lnTo>
                    <a:pt x="6083884" y="0"/>
                  </a:lnTo>
                  <a:lnTo>
                    <a:pt x="6081983" y="0"/>
                  </a:lnTo>
                  <a:lnTo>
                    <a:pt x="6080081" y="0"/>
                  </a:lnTo>
                  <a:lnTo>
                    <a:pt x="6078180" y="0"/>
                  </a:lnTo>
                  <a:lnTo>
                    <a:pt x="6076279" y="0"/>
                  </a:lnTo>
                  <a:lnTo>
                    <a:pt x="6074378" y="0"/>
                  </a:lnTo>
                  <a:lnTo>
                    <a:pt x="6072476" y="0"/>
                  </a:lnTo>
                  <a:lnTo>
                    <a:pt x="6070575" y="0"/>
                  </a:lnTo>
                  <a:lnTo>
                    <a:pt x="6068674" y="0"/>
                  </a:lnTo>
                  <a:lnTo>
                    <a:pt x="6066773" y="0"/>
                  </a:lnTo>
                  <a:lnTo>
                    <a:pt x="6064872" y="0"/>
                  </a:lnTo>
                  <a:lnTo>
                    <a:pt x="6062970" y="0"/>
                  </a:lnTo>
                  <a:lnTo>
                    <a:pt x="6061069" y="0"/>
                  </a:lnTo>
                  <a:lnTo>
                    <a:pt x="6059168" y="0"/>
                  </a:lnTo>
                  <a:lnTo>
                    <a:pt x="6057267" y="0"/>
                  </a:lnTo>
                  <a:lnTo>
                    <a:pt x="6055366" y="0"/>
                  </a:lnTo>
                  <a:lnTo>
                    <a:pt x="6053464" y="0"/>
                  </a:lnTo>
                  <a:lnTo>
                    <a:pt x="6051563" y="0"/>
                  </a:lnTo>
                  <a:lnTo>
                    <a:pt x="6049662" y="0"/>
                  </a:lnTo>
                  <a:lnTo>
                    <a:pt x="6047761" y="0"/>
                  </a:lnTo>
                  <a:lnTo>
                    <a:pt x="6045859" y="0"/>
                  </a:lnTo>
                  <a:lnTo>
                    <a:pt x="6043958" y="0"/>
                  </a:lnTo>
                  <a:lnTo>
                    <a:pt x="6042057" y="0"/>
                  </a:lnTo>
                  <a:lnTo>
                    <a:pt x="6040156" y="0"/>
                  </a:lnTo>
                  <a:lnTo>
                    <a:pt x="6038255" y="0"/>
                  </a:lnTo>
                  <a:lnTo>
                    <a:pt x="6036353" y="0"/>
                  </a:lnTo>
                  <a:lnTo>
                    <a:pt x="6034452" y="0"/>
                  </a:lnTo>
                  <a:lnTo>
                    <a:pt x="6032551" y="0"/>
                  </a:lnTo>
                  <a:lnTo>
                    <a:pt x="6030650" y="0"/>
                  </a:lnTo>
                  <a:lnTo>
                    <a:pt x="6028749" y="0"/>
                  </a:lnTo>
                  <a:lnTo>
                    <a:pt x="6026847" y="0"/>
                  </a:lnTo>
                  <a:lnTo>
                    <a:pt x="6024946" y="0"/>
                  </a:lnTo>
                  <a:lnTo>
                    <a:pt x="6023045" y="0"/>
                  </a:lnTo>
                  <a:lnTo>
                    <a:pt x="6021144" y="0"/>
                  </a:lnTo>
                  <a:lnTo>
                    <a:pt x="6019242" y="0"/>
                  </a:lnTo>
                  <a:lnTo>
                    <a:pt x="6017341" y="0"/>
                  </a:lnTo>
                  <a:lnTo>
                    <a:pt x="6015440" y="0"/>
                  </a:lnTo>
                  <a:lnTo>
                    <a:pt x="6013539" y="0"/>
                  </a:lnTo>
                  <a:lnTo>
                    <a:pt x="6011638" y="0"/>
                  </a:lnTo>
                  <a:lnTo>
                    <a:pt x="6009736" y="0"/>
                  </a:lnTo>
                  <a:lnTo>
                    <a:pt x="6007835" y="0"/>
                  </a:lnTo>
                  <a:lnTo>
                    <a:pt x="6005934" y="0"/>
                  </a:lnTo>
                  <a:lnTo>
                    <a:pt x="6004033" y="0"/>
                  </a:lnTo>
                  <a:lnTo>
                    <a:pt x="6002132" y="0"/>
                  </a:lnTo>
                  <a:lnTo>
                    <a:pt x="6000230" y="0"/>
                  </a:lnTo>
                  <a:lnTo>
                    <a:pt x="5998329" y="0"/>
                  </a:lnTo>
                  <a:lnTo>
                    <a:pt x="5996428" y="0"/>
                  </a:lnTo>
                  <a:lnTo>
                    <a:pt x="5994527" y="0"/>
                  </a:lnTo>
                  <a:lnTo>
                    <a:pt x="5992625" y="0"/>
                  </a:lnTo>
                  <a:lnTo>
                    <a:pt x="5990724" y="0"/>
                  </a:lnTo>
                  <a:lnTo>
                    <a:pt x="5988823" y="0"/>
                  </a:lnTo>
                  <a:lnTo>
                    <a:pt x="5986922" y="0"/>
                  </a:lnTo>
                  <a:lnTo>
                    <a:pt x="5985021" y="0"/>
                  </a:lnTo>
                  <a:lnTo>
                    <a:pt x="5983119" y="0"/>
                  </a:lnTo>
                  <a:lnTo>
                    <a:pt x="5981218" y="0"/>
                  </a:lnTo>
                  <a:lnTo>
                    <a:pt x="5979317" y="0"/>
                  </a:lnTo>
                  <a:lnTo>
                    <a:pt x="5977416" y="0"/>
                  </a:lnTo>
                  <a:lnTo>
                    <a:pt x="5975515" y="0"/>
                  </a:lnTo>
                  <a:lnTo>
                    <a:pt x="5973613" y="0"/>
                  </a:lnTo>
                  <a:lnTo>
                    <a:pt x="5971712" y="0"/>
                  </a:lnTo>
                  <a:lnTo>
                    <a:pt x="5969811" y="0"/>
                  </a:lnTo>
                  <a:lnTo>
                    <a:pt x="5967910" y="0"/>
                  </a:lnTo>
                  <a:lnTo>
                    <a:pt x="5966008" y="0"/>
                  </a:lnTo>
                  <a:lnTo>
                    <a:pt x="5964107" y="0"/>
                  </a:lnTo>
                  <a:lnTo>
                    <a:pt x="5962206" y="0"/>
                  </a:lnTo>
                  <a:lnTo>
                    <a:pt x="5960305" y="0"/>
                  </a:lnTo>
                  <a:lnTo>
                    <a:pt x="5958404" y="0"/>
                  </a:lnTo>
                  <a:lnTo>
                    <a:pt x="5956502" y="0"/>
                  </a:lnTo>
                  <a:lnTo>
                    <a:pt x="5954601" y="0"/>
                  </a:lnTo>
                  <a:lnTo>
                    <a:pt x="5952700" y="0"/>
                  </a:lnTo>
                  <a:lnTo>
                    <a:pt x="5950799" y="0"/>
                  </a:lnTo>
                  <a:lnTo>
                    <a:pt x="5948898" y="0"/>
                  </a:lnTo>
                  <a:lnTo>
                    <a:pt x="5946996" y="0"/>
                  </a:lnTo>
                  <a:lnTo>
                    <a:pt x="5945095" y="0"/>
                  </a:lnTo>
                  <a:lnTo>
                    <a:pt x="5943194" y="0"/>
                  </a:lnTo>
                  <a:lnTo>
                    <a:pt x="5941293" y="0"/>
                  </a:lnTo>
                  <a:lnTo>
                    <a:pt x="5939391" y="0"/>
                  </a:lnTo>
                  <a:lnTo>
                    <a:pt x="5937490" y="0"/>
                  </a:lnTo>
                  <a:lnTo>
                    <a:pt x="5935589" y="0"/>
                  </a:lnTo>
                  <a:lnTo>
                    <a:pt x="5933688" y="0"/>
                  </a:lnTo>
                  <a:lnTo>
                    <a:pt x="5931787" y="0"/>
                  </a:lnTo>
                  <a:lnTo>
                    <a:pt x="5929885" y="0"/>
                  </a:lnTo>
                  <a:lnTo>
                    <a:pt x="5927984" y="0"/>
                  </a:lnTo>
                  <a:lnTo>
                    <a:pt x="5926083" y="0"/>
                  </a:lnTo>
                  <a:lnTo>
                    <a:pt x="5924182" y="0"/>
                  </a:lnTo>
                  <a:lnTo>
                    <a:pt x="5922281" y="0"/>
                  </a:lnTo>
                  <a:lnTo>
                    <a:pt x="5920379" y="0"/>
                  </a:lnTo>
                  <a:lnTo>
                    <a:pt x="5918478" y="0"/>
                  </a:lnTo>
                  <a:lnTo>
                    <a:pt x="5916577" y="0"/>
                  </a:lnTo>
                  <a:lnTo>
                    <a:pt x="5914676" y="0"/>
                  </a:lnTo>
                  <a:lnTo>
                    <a:pt x="5912774" y="0"/>
                  </a:lnTo>
                  <a:lnTo>
                    <a:pt x="5910873" y="0"/>
                  </a:lnTo>
                  <a:lnTo>
                    <a:pt x="5908972" y="0"/>
                  </a:lnTo>
                  <a:lnTo>
                    <a:pt x="5907071" y="0"/>
                  </a:lnTo>
                  <a:lnTo>
                    <a:pt x="5905170" y="0"/>
                  </a:lnTo>
                  <a:lnTo>
                    <a:pt x="5903268" y="0"/>
                  </a:lnTo>
                  <a:lnTo>
                    <a:pt x="5901367" y="0"/>
                  </a:lnTo>
                  <a:lnTo>
                    <a:pt x="5899466" y="0"/>
                  </a:lnTo>
                  <a:lnTo>
                    <a:pt x="5897565" y="0"/>
                  </a:lnTo>
                  <a:lnTo>
                    <a:pt x="5895664" y="0"/>
                  </a:lnTo>
                  <a:lnTo>
                    <a:pt x="5893762" y="0"/>
                  </a:lnTo>
                  <a:lnTo>
                    <a:pt x="5891861" y="0"/>
                  </a:lnTo>
                  <a:lnTo>
                    <a:pt x="5889960" y="0"/>
                  </a:lnTo>
                  <a:lnTo>
                    <a:pt x="5888059" y="0"/>
                  </a:lnTo>
                  <a:lnTo>
                    <a:pt x="5886157" y="0"/>
                  </a:lnTo>
                  <a:lnTo>
                    <a:pt x="5884256" y="0"/>
                  </a:lnTo>
                  <a:lnTo>
                    <a:pt x="5882355" y="0"/>
                  </a:lnTo>
                  <a:lnTo>
                    <a:pt x="5880454" y="0"/>
                  </a:lnTo>
                  <a:lnTo>
                    <a:pt x="5878553" y="0"/>
                  </a:lnTo>
                  <a:lnTo>
                    <a:pt x="5876651" y="0"/>
                  </a:lnTo>
                  <a:lnTo>
                    <a:pt x="5874750" y="0"/>
                  </a:lnTo>
                  <a:lnTo>
                    <a:pt x="5872849" y="0"/>
                  </a:lnTo>
                  <a:lnTo>
                    <a:pt x="5870948" y="0"/>
                  </a:lnTo>
                  <a:lnTo>
                    <a:pt x="5869047" y="0"/>
                  </a:lnTo>
                  <a:lnTo>
                    <a:pt x="5867145" y="0"/>
                  </a:lnTo>
                  <a:lnTo>
                    <a:pt x="5865244" y="0"/>
                  </a:lnTo>
                  <a:lnTo>
                    <a:pt x="5863343" y="0"/>
                  </a:lnTo>
                  <a:lnTo>
                    <a:pt x="5861442" y="0"/>
                  </a:lnTo>
                  <a:lnTo>
                    <a:pt x="5859540" y="0"/>
                  </a:lnTo>
                  <a:lnTo>
                    <a:pt x="5857639" y="0"/>
                  </a:lnTo>
                  <a:lnTo>
                    <a:pt x="5855738" y="0"/>
                  </a:lnTo>
                  <a:lnTo>
                    <a:pt x="5853837" y="0"/>
                  </a:lnTo>
                  <a:lnTo>
                    <a:pt x="5851936" y="0"/>
                  </a:lnTo>
                  <a:lnTo>
                    <a:pt x="5850034" y="0"/>
                  </a:lnTo>
                  <a:lnTo>
                    <a:pt x="5848133" y="0"/>
                  </a:lnTo>
                  <a:lnTo>
                    <a:pt x="5846232" y="0"/>
                  </a:lnTo>
                  <a:lnTo>
                    <a:pt x="5844331" y="0"/>
                  </a:lnTo>
                  <a:lnTo>
                    <a:pt x="5842430" y="0"/>
                  </a:lnTo>
                  <a:lnTo>
                    <a:pt x="5840528" y="0"/>
                  </a:lnTo>
                  <a:lnTo>
                    <a:pt x="5838627" y="0"/>
                  </a:lnTo>
                  <a:lnTo>
                    <a:pt x="5836726" y="0"/>
                  </a:lnTo>
                  <a:lnTo>
                    <a:pt x="5834825" y="0"/>
                  </a:lnTo>
                  <a:lnTo>
                    <a:pt x="5832923" y="0"/>
                  </a:lnTo>
                  <a:lnTo>
                    <a:pt x="5831022" y="0"/>
                  </a:lnTo>
                  <a:lnTo>
                    <a:pt x="5829121" y="0"/>
                  </a:lnTo>
                  <a:lnTo>
                    <a:pt x="5827220" y="0"/>
                  </a:lnTo>
                  <a:lnTo>
                    <a:pt x="5825319" y="0"/>
                  </a:lnTo>
                  <a:lnTo>
                    <a:pt x="5823417" y="0"/>
                  </a:lnTo>
                  <a:lnTo>
                    <a:pt x="5821516" y="0"/>
                  </a:lnTo>
                  <a:lnTo>
                    <a:pt x="5819615" y="0"/>
                  </a:lnTo>
                  <a:lnTo>
                    <a:pt x="5817714" y="0"/>
                  </a:lnTo>
                  <a:lnTo>
                    <a:pt x="5815813" y="0"/>
                  </a:lnTo>
                  <a:lnTo>
                    <a:pt x="5813911" y="0"/>
                  </a:lnTo>
                  <a:lnTo>
                    <a:pt x="5812010" y="0"/>
                  </a:lnTo>
                  <a:lnTo>
                    <a:pt x="5810109" y="0"/>
                  </a:lnTo>
                  <a:lnTo>
                    <a:pt x="5808208" y="0"/>
                  </a:lnTo>
                  <a:lnTo>
                    <a:pt x="5806307" y="0"/>
                  </a:lnTo>
                  <a:lnTo>
                    <a:pt x="5804405" y="0"/>
                  </a:lnTo>
                  <a:lnTo>
                    <a:pt x="5802504" y="0"/>
                  </a:lnTo>
                  <a:lnTo>
                    <a:pt x="5800603" y="0"/>
                  </a:lnTo>
                  <a:lnTo>
                    <a:pt x="5798702" y="0"/>
                  </a:lnTo>
                  <a:lnTo>
                    <a:pt x="5796800" y="0"/>
                  </a:lnTo>
                  <a:lnTo>
                    <a:pt x="5794899" y="0"/>
                  </a:lnTo>
                  <a:lnTo>
                    <a:pt x="5792998" y="0"/>
                  </a:lnTo>
                  <a:lnTo>
                    <a:pt x="5791097" y="0"/>
                  </a:lnTo>
                  <a:lnTo>
                    <a:pt x="5789196" y="0"/>
                  </a:lnTo>
                  <a:lnTo>
                    <a:pt x="5787294" y="0"/>
                  </a:lnTo>
                  <a:lnTo>
                    <a:pt x="5785393" y="0"/>
                  </a:lnTo>
                  <a:lnTo>
                    <a:pt x="5783492" y="0"/>
                  </a:lnTo>
                  <a:lnTo>
                    <a:pt x="5781591" y="0"/>
                  </a:lnTo>
                  <a:lnTo>
                    <a:pt x="5779690" y="0"/>
                  </a:lnTo>
                  <a:lnTo>
                    <a:pt x="5777788" y="0"/>
                  </a:lnTo>
                  <a:lnTo>
                    <a:pt x="5775887" y="0"/>
                  </a:lnTo>
                  <a:lnTo>
                    <a:pt x="5773986" y="0"/>
                  </a:lnTo>
                  <a:lnTo>
                    <a:pt x="5772085" y="0"/>
                  </a:lnTo>
                  <a:lnTo>
                    <a:pt x="5770183" y="0"/>
                  </a:lnTo>
                  <a:lnTo>
                    <a:pt x="5768282" y="0"/>
                  </a:lnTo>
                  <a:lnTo>
                    <a:pt x="5766381" y="0"/>
                  </a:lnTo>
                  <a:lnTo>
                    <a:pt x="5764480" y="0"/>
                  </a:lnTo>
                  <a:lnTo>
                    <a:pt x="5762579" y="0"/>
                  </a:lnTo>
                  <a:lnTo>
                    <a:pt x="5760677" y="0"/>
                  </a:lnTo>
                  <a:lnTo>
                    <a:pt x="5758776" y="0"/>
                  </a:lnTo>
                  <a:lnTo>
                    <a:pt x="5756875" y="0"/>
                  </a:lnTo>
                  <a:lnTo>
                    <a:pt x="5754974" y="0"/>
                  </a:lnTo>
                  <a:lnTo>
                    <a:pt x="5753073" y="0"/>
                  </a:lnTo>
                  <a:lnTo>
                    <a:pt x="5751171" y="0"/>
                  </a:lnTo>
                  <a:lnTo>
                    <a:pt x="5749270" y="0"/>
                  </a:lnTo>
                  <a:lnTo>
                    <a:pt x="5747369" y="0"/>
                  </a:lnTo>
                  <a:lnTo>
                    <a:pt x="5745468" y="0"/>
                  </a:lnTo>
                  <a:lnTo>
                    <a:pt x="5743566" y="0"/>
                  </a:lnTo>
                  <a:lnTo>
                    <a:pt x="5741665" y="0"/>
                  </a:lnTo>
                  <a:lnTo>
                    <a:pt x="5739764" y="0"/>
                  </a:lnTo>
                  <a:lnTo>
                    <a:pt x="5737863" y="0"/>
                  </a:lnTo>
                  <a:lnTo>
                    <a:pt x="5735962" y="0"/>
                  </a:lnTo>
                  <a:lnTo>
                    <a:pt x="5734060" y="0"/>
                  </a:lnTo>
                  <a:lnTo>
                    <a:pt x="5732159" y="0"/>
                  </a:lnTo>
                  <a:lnTo>
                    <a:pt x="5730258" y="0"/>
                  </a:lnTo>
                  <a:lnTo>
                    <a:pt x="5728357" y="0"/>
                  </a:lnTo>
                  <a:lnTo>
                    <a:pt x="5726456" y="0"/>
                  </a:lnTo>
                  <a:lnTo>
                    <a:pt x="5724554" y="0"/>
                  </a:lnTo>
                  <a:lnTo>
                    <a:pt x="5722653" y="0"/>
                  </a:lnTo>
                  <a:lnTo>
                    <a:pt x="5720752" y="0"/>
                  </a:lnTo>
                  <a:lnTo>
                    <a:pt x="5718851" y="0"/>
                  </a:lnTo>
                  <a:lnTo>
                    <a:pt x="5716949" y="0"/>
                  </a:lnTo>
                  <a:lnTo>
                    <a:pt x="5715048" y="0"/>
                  </a:lnTo>
                  <a:lnTo>
                    <a:pt x="5713147" y="0"/>
                  </a:lnTo>
                  <a:lnTo>
                    <a:pt x="5711246" y="0"/>
                  </a:lnTo>
                  <a:lnTo>
                    <a:pt x="5709345" y="0"/>
                  </a:lnTo>
                  <a:lnTo>
                    <a:pt x="5707443" y="0"/>
                  </a:lnTo>
                  <a:lnTo>
                    <a:pt x="5705542" y="0"/>
                  </a:lnTo>
                  <a:lnTo>
                    <a:pt x="5703641" y="0"/>
                  </a:lnTo>
                  <a:lnTo>
                    <a:pt x="5701740" y="0"/>
                  </a:lnTo>
                  <a:lnTo>
                    <a:pt x="5699839" y="0"/>
                  </a:lnTo>
                  <a:lnTo>
                    <a:pt x="5697937" y="0"/>
                  </a:lnTo>
                  <a:lnTo>
                    <a:pt x="5696036" y="0"/>
                  </a:lnTo>
                  <a:lnTo>
                    <a:pt x="5694135" y="0"/>
                  </a:lnTo>
                  <a:lnTo>
                    <a:pt x="5692234" y="0"/>
                  </a:lnTo>
                  <a:lnTo>
                    <a:pt x="5690332" y="0"/>
                  </a:lnTo>
                  <a:lnTo>
                    <a:pt x="5688431" y="0"/>
                  </a:lnTo>
                  <a:lnTo>
                    <a:pt x="5686530" y="0"/>
                  </a:lnTo>
                  <a:lnTo>
                    <a:pt x="5684629" y="0"/>
                  </a:lnTo>
                  <a:lnTo>
                    <a:pt x="5682728" y="0"/>
                  </a:lnTo>
                  <a:lnTo>
                    <a:pt x="5680826" y="0"/>
                  </a:lnTo>
                  <a:lnTo>
                    <a:pt x="5678925" y="0"/>
                  </a:lnTo>
                  <a:lnTo>
                    <a:pt x="5677024" y="0"/>
                  </a:lnTo>
                  <a:lnTo>
                    <a:pt x="5675123" y="0"/>
                  </a:lnTo>
                  <a:lnTo>
                    <a:pt x="5673222" y="0"/>
                  </a:lnTo>
                  <a:lnTo>
                    <a:pt x="5671320" y="0"/>
                  </a:lnTo>
                  <a:lnTo>
                    <a:pt x="5669419" y="0"/>
                  </a:lnTo>
                  <a:lnTo>
                    <a:pt x="5667518" y="0"/>
                  </a:lnTo>
                  <a:lnTo>
                    <a:pt x="5665617" y="0"/>
                  </a:lnTo>
                  <a:lnTo>
                    <a:pt x="5663715" y="0"/>
                  </a:lnTo>
                  <a:lnTo>
                    <a:pt x="5661814" y="0"/>
                  </a:lnTo>
                  <a:lnTo>
                    <a:pt x="5659913" y="0"/>
                  </a:lnTo>
                  <a:lnTo>
                    <a:pt x="5658012" y="0"/>
                  </a:lnTo>
                  <a:lnTo>
                    <a:pt x="5656111" y="0"/>
                  </a:lnTo>
                  <a:lnTo>
                    <a:pt x="5654209" y="0"/>
                  </a:lnTo>
                  <a:lnTo>
                    <a:pt x="5652308" y="0"/>
                  </a:lnTo>
                  <a:lnTo>
                    <a:pt x="5650407" y="0"/>
                  </a:lnTo>
                  <a:lnTo>
                    <a:pt x="5648506" y="0"/>
                  </a:lnTo>
                  <a:lnTo>
                    <a:pt x="5646605" y="0"/>
                  </a:lnTo>
                  <a:lnTo>
                    <a:pt x="5644703" y="0"/>
                  </a:lnTo>
                  <a:lnTo>
                    <a:pt x="5642802" y="0"/>
                  </a:lnTo>
                  <a:lnTo>
                    <a:pt x="5640901" y="0"/>
                  </a:lnTo>
                  <a:lnTo>
                    <a:pt x="5639000" y="0"/>
                  </a:lnTo>
                  <a:lnTo>
                    <a:pt x="5637098" y="0"/>
                  </a:lnTo>
                  <a:lnTo>
                    <a:pt x="5635197" y="0"/>
                  </a:lnTo>
                  <a:lnTo>
                    <a:pt x="5633296" y="0"/>
                  </a:lnTo>
                  <a:lnTo>
                    <a:pt x="5631395" y="0"/>
                  </a:lnTo>
                  <a:lnTo>
                    <a:pt x="5629494" y="0"/>
                  </a:lnTo>
                  <a:lnTo>
                    <a:pt x="5627592" y="0"/>
                  </a:lnTo>
                  <a:lnTo>
                    <a:pt x="5625691" y="0"/>
                  </a:lnTo>
                  <a:lnTo>
                    <a:pt x="5623790" y="0"/>
                  </a:lnTo>
                  <a:lnTo>
                    <a:pt x="5621889" y="0"/>
                  </a:lnTo>
                  <a:lnTo>
                    <a:pt x="5619988" y="0"/>
                  </a:lnTo>
                  <a:lnTo>
                    <a:pt x="5618086" y="0"/>
                  </a:lnTo>
                  <a:lnTo>
                    <a:pt x="5616185" y="0"/>
                  </a:lnTo>
                  <a:lnTo>
                    <a:pt x="5614284" y="0"/>
                  </a:lnTo>
                  <a:lnTo>
                    <a:pt x="5612383" y="0"/>
                  </a:lnTo>
                  <a:lnTo>
                    <a:pt x="5610481" y="0"/>
                  </a:lnTo>
                  <a:lnTo>
                    <a:pt x="5608580" y="0"/>
                  </a:lnTo>
                  <a:lnTo>
                    <a:pt x="5606679" y="0"/>
                  </a:lnTo>
                  <a:lnTo>
                    <a:pt x="5604778" y="0"/>
                  </a:lnTo>
                  <a:lnTo>
                    <a:pt x="5602877" y="0"/>
                  </a:lnTo>
                  <a:lnTo>
                    <a:pt x="5600975" y="0"/>
                  </a:lnTo>
                  <a:lnTo>
                    <a:pt x="5599074" y="0"/>
                  </a:lnTo>
                  <a:lnTo>
                    <a:pt x="5597173" y="0"/>
                  </a:lnTo>
                  <a:lnTo>
                    <a:pt x="5595272" y="0"/>
                  </a:lnTo>
                  <a:lnTo>
                    <a:pt x="5593371" y="0"/>
                  </a:lnTo>
                  <a:lnTo>
                    <a:pt x="5591469" y="0"/>
                  </a:lnTo>
                  <a:lnTo>
                    <a:pt x="5589568" y="0"/>
                  </a:lnTo>
                  <a:lnTo>
                    <a:pt x="5587667" y="0"/>
                  </a:lnTo>
                  <a:lnTo>
                    <a:pt x="5585766" y="0"/>
                  </a:lnTo>
                  <a:lnTo>
                    <a:pt x="5583864" y="0"/>
                  </a:lnTo>
                  <a:lnTo>
                    <a:pt x="5581963" y="0"/>
                  </a:lnTo>
                  <a:lnTo>
                    <a:pt x="5580062" y="0"/>
                  </a:lnTo>
                  <a:lnTo>
                    <a:pt x="5578161" y="0"/>
                  </a:lnTo>
                  <a:lnTo>
                    <a:pt x="5576260" y="0"/>
                  </a:lnTo>
                  <a:lnTo>
                    <a:pt x="5574358" y="0"/>
                  </a:lnTo>
                  <a:lnTo>
                    <a:pt x="5572457" y="0"/>
                  </a:lnTo>
                  <a:lnTo>
                    <a:pt x="5570556" y="0"/>
                  </a:lnTo>
                  <a:lnTo>
                    <a:pt x="5568655" y="0"/>
                  </a:lnTo>
                  <a:lnTo>
                    <a:pt x="5566754" y="0"/>
                  </a:lnTo>
                  <a:lnTo>
                    <a:pt x="5564852" y="0"/>
                  </a:lnTo>
                  <a:lnTo>
                    <a:pt x="5562951" y="0"/>
                  </a:lnTo>
                  <a:lnTo>
                    <a:pt x="5561050" y="0"/>
                  </a:lnTo>
                  <a:lnTo>
                    <a:pt x="5559149" y="0"/>
                  </a:lnTo>
                  <a:lnTo>
                    <a:pt x="5557247" y="0"/>
                  </a:lnTo>
                  <a:lnTo>
                    <a:pt x="5555346" y="0"/>
                  </a:lnTo>
                  <a:lnTo>
                    <a:pt x="5553445" y="0"/>
                  </a:lnTo>
                  <a:lnTo>
                    <a:pt x="5551544" y="0"/>
                  </a:lnTo>
                  <a:lnTo>
                    <a:pt x="5549643" y="0"/>
                  </a:lnTo>
                  <a:lnTo>
                    <a:pt x="5547741" y="0"/>
                  </a:lnTo>
                  <a:lnTo>
                    <a:pt x="5545840" y="0"/>
                  </a:lnTo>
                  <a:lnTo>
                    <a:pt x="5543939" y="0"/>
                  </a:lnTo>
                  <a:lnTo>
                    <a:pt x="5542038" y="0"/>
                  </a:lnTo>
                  <a:lnTo>
                    <a:pt x="5540137" y="0"/>
                  </a:lnTo>
                  <a:lnTo>
                    <a:pt x="5538235" y="0"/>
                  </a:lnTo>
                  <a:lnTo>
                    <a:pt x="5536334" y="0"/>
                  </a:lnTo>
                  <a:lnTo>
                    <a:pt x="5534433" y="0"/>
                  </a:lnTo>
                  <a:lnTo>
                    <a:pt x="5532532" y="0"/>
                  </a:lnTo>
                  <a:lnTo>
                    <a:pt x="5530630" y="0"/>
                  </a:lnTo>
                  <a:lnTo>
                    <a:pt x="5528729" y="0"/>
                  </a:lnTo>
                  <a:lnTo>
                    <a:pt x="5526828" y="0"/>
                  </a:lnTo>
                  <a:lnTo>
                    <a:pt x="5524927" y="0"/>
                  </a:lnTo>
                  <a:lnTo>
                    <a:pt x="5523026" y="0"/>
                  </a:lnTo>
                  <a:lnTo>
                    <a:pt x="5521124" y="0"/>
                  </a:lnTo>
                  <a:lnTo>
                    <a:pt x="5519223" y="0"/>
                  </a:lnTo>
                  <a:lnTo>
                    <a:pt x="5517322" y="0"/>
                  </a:lnTo>
                  <a:lnTo>
                    <a:pt x="5515421" y="0"/>
                  </a:lnTo>
                  <a:lnTo>
                    <a:pt x="5513520" y="0"/>
                  </a:lnTo>
                  <a:lnTo>
                    <a:pt x="5511618" y="0"/>
                  </a:lnTo>
                  <a:lnTo>
                    <a:pt x="5509717" y="0"/>
                  </a:lnTo>
                  <a:lnTo>
                    <a:pt x="5507816" y="0"/>
                  </a:lnTo>
                  <a:lnTo>
                    <a:pt x="5505915" y="0"/>
                  </a:lnTo>
                  <a:lnTo>
                    <a:pt x="5504014" y="0"/>
                  </a:lnTo>
                  <a:lnTo>
                    <a:pt x="5502112" y="0"/>
                  </a:lnTo>
                  <a:lnTo>
                    <a:pt x="5500211" y="0"/>
                  </a:lnTo>
                  <a:lnTo>
                    <a:pt x="5498310" y="0"/>
                  </a:lnTo>
                  <a:lnTo>
                    <a:pt x="5496409" y="0"/>
                  </a:lnTo>
                  <a:lnTo>
                    <a:pt x="5494507" y="0"/>
                  </a:lnTo>
                  <a:lnTo>
                    <a:pt x="5492606" y="0"/>
                  </a:lnTo>
                  <a:lnTo>
                    <a:pt x="5490705" y="0"/>
                  </a:lnTo>
                  <a:lnTo>
                    <a:pt x="5488804" y="0"/>
                  </a:lnTo>
                  <a:lnTo>
                    <a:pt x="5486903" y="0"/>
                  </a:lnTo>
                  <a:lnTo>
                    <a:pt x="5485001" y="0"/>
                  </a:lnTo>
                  <a:lnTo>
                    <a:pt x="5483100" y="0"/>
                  </a:lnTo>
                  <a:lnTo>
                    <a:pt x="5481199" y="0"/>
                  </a:lnTo>
                  <a:lnTo>
                    <a:pt x="5479298" y="0"/>
                  </a:lnTo>
                  <a:lnTo>
                    <a:pt x="5477397" y="0"/>
                  </a:lnTo>
                  <a:lnTo>
                    <a:pt x="5475495" y="0"/>
                  </a:lnTo>
                  <a:lnTo>
                    <a:pt x="5473594" y="0"/>
                  </a:lnTo>
                  <a:lnTo>
                    <a:pt x="5471693" y="0"/>
                  </a:lnTo>
                  <a:lnTo>
                    <a:pt x="5469792" y="0"/>
                  </a:lnTo>
                  <a:lnTo>
                    <a:pt x="5467890" y="0"/>
                  </a:lnTo>
                  <a:lnTo>
                    <a:pt x="5465989" y="0"/>
                  </a:lnTo>
                  <a:lnTo>
                    <a:pt x="5464088" y="0"/>
                  </a:lnTo>
                  <a:lnTo>
                    <a:pt x="5462187" y="0"/>
                  </a:lnTo>
                  <a:lnTo>
                    <a:pt x="5460286" y="0"/>
                  </a:lnTo>
                  <a:lnTo>
                    <a:pt x="5458384" y="0"/>
                  </a:lnTo>
                  <a:lnTo>
                    <a:pt x="5456483" y="0"/>
                  </a:lnTo>
                  <a:lnTo>
                    <a:pt x="5454582" y="0"/>
                  </a:lnTo>
                  <a:lnTo>
                    <a:pt x="5452681" y="0"/>
                  </a:lnTo>
                  <a:lnTo>
                    <a:pt x="5450780" y="0"/>
                  </a:lnTo>
                  <a:lnTo>
                    <a:pt x="5448878" y="0"/>
                  </a:lnTo>
                  <a:lnTo>
                    <a:pt x="5446977" y="0"/>
                  </a:lnTo>
                  <a:lnTo>
                    <a:pt x="5445076" y="0"/>
                  </a:lnTo>
                  <a:lnTo>
                    <a:pt x="5443175" y="0"/>
                  </a:lnTo>
                  <a:lnTo>
                    <a:pt x="5441273" y="0"/>
                  </a:lnTo>
                  <a:lnTo>
                    <a:pt x="5439372" y="0"/>
                  </a:lnTo>
                  <a:lnTo>
                    <a:pt x="5437471" y="0"/>
                  </a:lnTo>
                  <a:lnTo>
                    <a:pt x="5435570" y="0"/>
                  </a:lnTo>
                  <a:lnTo>
                    <a:pt x="5433669" y="0"/>
                  </a:lnTo>
                  <a:lnTo>
                    <a:pt x="5431767" y="0"/>
                  </a:lnTo>
                  <a:lnTo>
                    <a:pt x="5429866" y="0"/>
                  </a:lnTo>
                  <a:lnTo>
                    <a:pt x="5427965" y="0"/>
                  </a:lnTo>
                  <a:lnTo>
                    <a:pt x="5426064" y="0"/>
                  </a:lnTo>
                  <a:lnTo>
                    <a:pt x="5424163" y="0"/>
                  </a:lnTo>
                  <a:lnTo>
                    <a:pt x="5422261" y="0"/>
                  </a:lnTo>
                  <a:lnTo>
                    <a:pt x="5420360" y="0"/>
                  </a:lnTo>
                  <a:lnTo>
                    <a:pt x="5418459" y="0"/>
                  </a:lnTo>
                  <a:lnTo>
                    <a:pt x="5416558" y="0"/>
                  </a:lnTo>
                  <a:lnTo>
                    <a:pt x="5414656" y="0"/>
                  </a:lnTo>
                  <a:lnTo>
                    <a:pt x="5412755" y="0"/>
                  </a:lnTo>
                  <a:lnTo>
                    <a:pt x="5410854" y="0"/>
                  </a:lnTo>
                  <a:lnTo>
                    <a:pt x="5408953" y="0"/>
                  </a:lnTo>
                  <a:lnTo>
                    <a:pt x="5407052" y="0"/>
                  </a:lnTo>
                  <a:lnTo>
                    <a:pt x="5405150" y="0"/>
                  </a:lnTo>
                  <a:lnTo>
                    <a:pt x="5403249" y="0"/>
                  </a:lnTo>
                  <a:lnTo>
                    <a:pt x="5401348" y="0"/>
                  </a:lnTo>
                  <a:lnTo>
                    <a:pt x="5399447" y="0"/>
                  </a:lnTo>
                  <a:lnTo>
                    <a:pt x="5397546" y="0"/>
                  </a:lnTo>
                  <a:lnTo>
                    <a:pt x="5395644" y="0"/>
                  </a:lnTo>
                  <a:lnTo>
                    <a:pt x="5393743" y="0"/>
                  </a:lnTo>
                  <a:lnTo>
                    <a:pt x="5391842" y="0"/>
                  </a:lnTo>
                  <a:lnTo>
                    <a:pt x="5389941" y="0"/>
                  </a:lnTo>
                  <a:lnTo>
                    <a:pt x="5388039" y="0"/>
                  </a:lnTo>
                  <a:lnTo>
                    <a:pt x="5386138" y="0"/>
                  </a:lnTo>
                  <a:lnTo>
                    <a:pt x="5384237" y="0"/>
                  </a:lnTo>
                  <a:lnTo>
                    <a:pt x="5382336" y="0"/>
                  </a:lnTo>
                  <a:lnTo>
                    <a:pt x="5380435" y="0"/>
                  </a:lnTo>
                  <a:lnTo>
                    <a:pt x="5378533" y="0"/>
                  </a:lnTo>
                  <a:lnTo>
                    <a:pt x="5376632" y="0"/>
                  </a:lnTo>
                  <a:lnTo>
                    <a:pt x="5374731" y="0"/>
                  </a:lnTo>
                  <a:lnTo>
                    <a:pt x="5372830" y="0"/>
                  </a:lnTo>
                  <a:lnTo>
                    <a:pt x="5370929" y="0"/>
                  </a:lnTo>
                  <a:lnTo>
                    <a:pt x="5369027" y="0"/>
                  </a:lnTo>
                  <a:lnTo>
                    <a:pt x="5367126" y="0"/>
                  </a:lnTo>
                  <a:lnTo>
                    <a:pt x="5365225" y="0"/>
                  </a:lnTo>
                  <a:lnTo>
                    <a:pt x="5363324" y="0"/>
                  </a:lnTo>
                  <a:lnTo>
                    <a:pt x="5361422" y="0"/>
                  </a:lnTo>
                  <a:lnTo>
                    <a:pt x="5359521" y="0"/>
                  </a:lnTo>
                  <a:lnTo>
                    <a:pt x="5357620" y="0"/>
                  </a:lnTo>
                  <a:lnTo>
                    <a:pt x="5355719" y="0"/>
                  </a:lnTo>
                  <a:lnTo>
                    <a:pt x="5353818" y="0"/>
                  </a:lnTo>
                  <a:lnTo>
                    <a:pt x="5351916" y="0"/>
                  </a:lnTo>
                  <a:lnTo>
                    <a:pt x="5350015" y="0"/>
                  </a:lnTo>
                  <a:lnTo>
                    <a:pt x="5348114" y="0"/>
                  </a:lnTo>
                  <a:lnTo>
                    <a:pt x="5346213" y="0"/>
                  </a:lnTo>
                  <a:lnTo>
                    <a:pt x="5344312" y="0"/>
                  </a:lnTo>
                  <a:lnTo>
                    <a:pt x="5342410" y="0"/>
                  </a:lnTo>
                  <a:lnTo>
                    <a:pt x="5340509" y="0"/>
                  </a:lnTo>
                  <a:lnTo>
                    <a:pt x="5338608" y="0"/>
                  </a:lnTo>
                  <a:lnTo>
                    <a:pt x="5336707" y="0"/>
                  </a:lnTo>
                  <a:lnTo>
                    <a:pt x="5334805" y="0"/>
                  </a:lnTo>
                  <a:lnTo>
                    <a:pt x="5332904" y="0"/>
                  </a:lnTo>
                  <a:lnTo>
                    <a:pt x="5331003" y="0"/>
                  </a:lnTo>
                  <a:lnTo>
                    <a:pt x="5329102" y="0"/>
                  </a:lnTo>
                  <a:lnTo>
                    <a:pt x="5327201" y="0"/>
                  </a:lnTo>
                  <a:lnTo>
                    <a:pt x="5325299" y="0"/>
                  </a:lnTo>
                  <a:lnTo>
                    <a:pt x="5323398" y="0"/>
                  </a:lnTo>
                  <a:lnTo>
                    <a:pt x="5321497" y="0"/>
                  </a:lnTo>
                  <a:lnTo>
                    <a:pt x="5319596" y="0"/>
                  </a:lnTo>
                  <a:lnTo>
                    <a:pt x="5317695" y="0"/>
                  </a:lnTo>
                  <a:lnTo>
                    <a:pt x="5315793" y="0"/>
                  </a:lnTo>
                  <a:lnTo>
                    <a:pt x="5313892" y="0"/>
                  </a:lnTo>
                  <a:lnTo>
                    <a:pt x="5311991" y="0"/>
                  </a:lnTo>
                  <a:lnTo>
                    <a:pt x="5310090" y="0"/>
                  </a:lnTo>
                  <a:lnTo>
                    <a:pt x="5308188" y="0"/>
                  </a:lnTo>
                  <a:lnTo>
                    <a:pt x="5306287" y="0"/>
                  </a:lnTo>
                  <a:lnTo>
                    <a:pt x="5304386" y="0"/>
                  </a:lnTo>
                  <a:lnTo>
                    <a:pt x="5302485" y="0"/>
                  </a:lnTo>
                  <a:lnTo>
                    <a:pt x="5300584" y="0"/>
                  </a:lnTo>
                  <a:lnTo>
                    <a:pt x="5298682" y="0"/>
                  </a:lnTo>
                  <a:lnTo>
                    <a:pt x="5296781" y="0"/>
                  </a:lnTo>
                  <a:lnTo>
                    <a:pt x="5294880" y="0"/>
                  </a:lnTo>
                  <a:lnTo>
                    <a:pt x="5292979" y="0"/>
                  </a:lnTo>
                  <a:lnTo>
                    <a:pt x="5291078" y="0"/>
                  </a:lnTo>
                  <a:lnTo>
                    <a:pt x="5289176" y="0"/>
                  </a:lnTo>
                  <a:lnTo>
                    <a:pt x="5287275" y="0"/>
                  </a:lnTo>
                  <a:lnTo>
                    <a:pt x="5285374" y="0"/>
                  </a:lnTo>
                  <a:lnTo>
                    <a:pt x="5283473" y="0"/>
                  </a:lnTo>
                  <a:lnTo>
                    <a:pt x="5281571" y="0"/>
                  </a:lnTo>
                  <a:lnTo>
                    <a:pt x="5279670" y="0"/>
                  </a:lnTo>
                  <a:lnTo>
                    <a:pt x="5277769" y="0"/>
                  </a:lnTo>
                  <a:lnTo>
                    <a:pt x="5275868" y="0"/>
                  </a:lnTo>
                  <a:lnTo>
                    <a:pt x="5273967" y="0"/>
                  </a:lnTo>
                  <a:lnTo>
                    <a:pt x="5272065" y="0"/>
                  </a:lnTo>
                  <a:lnTo>
                    <a:pt x="5270164" y="0"/>
                  </a:lnTo>
                  <a:lnTo>
                    <a:pt x="5268263" y="0"/>
                  </a:lnTo>
                  <a:lnTo>
                    <a:pt x="5266362" y="0"/>
                  </a:lnTo>
                  <a:lnTo>
                    <a:pt x="5264461" y="0"/>
                  </a:lnTo>
                  <a:lnTo>
                    <a:pt x="5262559" y="0"/>
                  </a:lnTo>
                  <a:lnTo>
                    <a:pt x="5260658" y="0"/>
                  </a:lnTo>
                  <a:lnTo>
                    <a:pt x="5258757" y="0"/>
                  </a:lnTo>
                  <a:lnTo>
                    <a:pt x="5256856" y="0"/>
                  </a:lnTo>
                  <a:lnTo>
                    <a:pt x="5254954" y="0"/>
                  </a:lnTo>
                  <a:lnTo>
                    <a:pt x="5253053" y="0"/>
                  </a:lnTo>
                  <a:lnTo>
                    <a:pt x="5251152" y="0"/>
                  </a:lnTo>
                  <a:lnTo>
                    <a:pt x="5249251" y="0"/>
                  </a:lnTo>
                  <a:lnTo>
                    <a:pt x="5247350" y="0"/>
                  </a:lnTo>
                  <a:lnTo>
                    <a:pt x="5245448" y="0"/>
                  </a:lnTo>
                  <a:lnTo>
                    <a:pt x="5243547" y="0"/>
                  </a:lnTo>
                  <a:lnTo>
                    <a:pt x="5241646" y="0"/>
                  </a:lnTo>
                  <a:lnTo>
                    <a:pt x="5239745" y="0"/>
                  </a:lnTo>
                  <a:lnTo>
                    <a:pt x="5237844" y="0"/>
                  </a:lnTo>
                  <a:lnTo>
                    <a:pt x="5235942" y="0"/>
                  </a:lnTo>
                  <a:lnTo>
                    <a:pt x="5234041" y="0"/>
                  </a:lnTo>
                  <a:lnTo>
                    <a:pt x="5232140" y="0"/>
                  </a:lnTo>
                  <a:lnTo>
                    <a:pt x="5230239" y="0"/>
                  </a:lnTo>
                  <a:lnTo>
                    <a:pt x="5228338" y="0"/>
                  </a:lnTo>
                  <a:lnTo>
                    <a:pt x="5226436" y="0"/>
                  </a:lnTo>
                  <a:lnTo>
                    <a:pt x="5224535" y="0"/>
                  </a:lnTo>
                  <a:lnTo>
                    <a:pt x="5222634" y="0"/>
                  </a:lnTo>
                  <a:lnTo>
                    <a:pt x="5220733" y="0"/>
                  </a:lnTo>
                  <a:lnTo>
                    <a:pt x="5218831" y="0"/>
                  </a:lnTo>
                  <a:lnTo>
                    <a:pt x="5216930" y="0"/>
                  </a:lnTo>
                  <a:lnTo>
                    <a:pt x="5215029" y="0"/>
                  </a:lnTo>
                  <a:lnTo>
                    <a:pt x="5213128" y="0"/>
                  </a:lnTo>
                  <a:lnTo>
                    <a:pt x="5211227" y="0"/>
                  </a:lnTo>
                  <a:lnTo>
                    <a:pt x="5209325" y="0"/>
                  </a:lnTo>
                  <a:lnTo>
                    <a:pt x="5207424" y="0"/>
                  </a:lnTo>
                  <a:lnTo>
                    <a:pt x="5205523" y="0"/>
                  </a:lnTo>
                  <a:lnTo>
                    <a:pt x="5203622" y="0"/>
                  </a:lnTo>
                  <a:lnTo>
                    <a:pt x="5201721" y="0"/>
                  </a:lnTo>
                  <a:lnTo>
                    <a:pt x="5199819" y="0"/>
                  </a:lnTo>
                  <a:lnTo>
                    <a:pt x="5197918" y="0"/>
                  </a:lnTo>
                  <a:lnTo>
                    <a:pt x="5196017" y="0"/>
                  </a:lnTo>
                  <a:lnTo>
                    <a:pt x="5194116" y="0"/>
                  </a:lnTo>
                  <a:lnTo>
                    <a:pt x="5192214" y="0"/>
                  </a:lnTo>
                  <a:lnTo>
                    <a:pt x="5190313" y="0"/>
                  </a:lnTo>
                  <a:lnTo>
                    <a:pt x="5188412" y="0"/>
                  </a:lnTo>
                  <a:lnTo>
                    <a:pt x="5186511" y="0"/>
                  </a:lnTo>
                  <a:lnTo>
                    <a:pt x="5184610" y="0"/>
                  </a:lnTo>
                  <a:lnTo>
                    <a:pt x="5182708" y="0"/>
                  </a:lnTo>
                  <a:lnTo>
                    <a:pt x="5180807" y="0"/>
                  </a:lnTo>
                  <a:lnTo>
                    <a:pt x="5178906" y="0"/>
                  </a:lnTo>
                  <a:lnTo>
                    <a:pt x="5177005" y="0"/>
                  </a:lnTo>
                  <a:lnTo>
                    <a:pt x="5175104" y="0"/>
                  </a:lnTo>
                  <a:lnTo>
                    <a:pt x="5173202" y="0"/>
                  </a:lnTo>
                  <a:lnTo>
                    <a:pt x="5171301" y="0"/>
                  </a:lnTo>
                  <a:lnTo>
                    <a:pt x="5169400" y="0"/>
                  </a:lnTo>
                  <a:lnTo>
                    <a:pt x="5167499" y="0"/>
                  </a:lnTo>
                  <a:lnTo>
                    <a:pt x="5165597" y="0"/>
                  </a:lnTo>
                  <a:lnTo>
                    <a:pt x="5163696" y="0"/>
                  </a:lnTo>
                  <a:lnTo>
                    <a:pt x="5161795" y="0"/>
                  </a:lnTo>
                  <a:lnTo>
                    <a:pt x="5159894" y="0"/>
                  </a:lnTo>
                  <a:lnTo>
                    <a:pt x="5157993" y="0"/>
                  </a:lnTo>
                  <a:lnTo>
                    <a:pt x="5156091" y="0"/>
                  </a:lnTo>
                  <a:lnTo>
                    <a:pt x="5154190" y="0"/>
                  </a:lnTo>
                  <a:lnTo>
                    <a:pt x="5152289" y="0"/>
                  </a:lnTo>
                  <a:lnTo>
                    <a:pt x="5150388" y="0"/>
                  </a:lnTo>
                  <a:lnTo>
                    <a:pt x="5148487" y="0"/>
                  </a:lnTo>
                  <a:lnTo>
                    <a:pt x="5146585" y="0"/>
                  </a:lnTo>
                  <a:lnTo>
                    <a:pt x="5144684" y="0"/>
                  </a:lnTo>
                  <a:lnTo>
                    <a:pt x="5142783" y="0"/>
                  </a:lnTo>
                  <a:lnTo>
                    <a:pt x="5140882" y="0"/>
                  </a:lnTo>
                  <a:lnTo>
                    <a:pt x="5138980" y="0"/>
                  </a:lnTo>
                  <a:lnTo>
                    <a:pt x="5137079" y="0"/>
                  </a:lnTo>
                  <a:lnTo>
                    <a:pt x="5135178" y="0"/>
                  </a:lnTo>
                  <a:lnTo>
                    <a:pt x="5133277" y="0"/>
                  </a:lnTo>
                  <a:lnTo>
                    <a:pt x="5131376" y="0"/>
                  </a:lnTo>
                  <a:lnTo>
                    <a:pt x="5129474" y="0"/>
                  </a:lnTo>
                  <a:lnTo>
                    <a:pt x="5127573" y="0"/>
                  </a:lnTo>
                  <a:lnTo>
                    <a:pt x="5125672" y="0"/>
                  </a:lnTo>
                  <a:lnTo>
                    <a:pt x="5123771" y="0"/>
                  </a:lnTo>
                  <a:lnTo>
                    <a:pt x="5121870" y="0"/>
                  </a:lnTo>
                  <a:lnTo>
                    <a:pt x="5119968" y="0"/>
                  </a:lnTo>
                  <a:lnTo>
                    <a:pt x="5118067" y="0"/>
                  </a:lnTo>
                  <a:lnTo>
                    <a:pt x="5116166" y="0"/>
                  </a:lnTo>
                  <a:lnTo>
                    <a:pt x="5114265" y="0"/>
                  </a:lnTo>
                  <a:lnTo>
                    <a:pt x="5112363" y="0"/>
                  </a:lnTo>
                  <a:lnTo>
                    <a:pt x="5110462" y="0"/>
                  </a:lnTo>
                  <a:lnTo>
                    <a:pt x="5108561" y="0"/>
                  </a:lnTo>
                  <a:lnTo>
                    <a:pt x="5106660" y="0"/>
                  </a:lnTo>
                  <a:lnTo>
                    <a:pt x="5104759" y="0"/>
                  </a:lnTo>
                  <a:lnTo>
                    <a:pt x="5102857" y="0"/>
                  </a:lnTo>
                  <a:lnTo>
                    <a:pt x="5100956" y="0"/>
                  </a:lnTo>
                  <a:lnTo>
                    <a:pt x="5099055" y="0"/>
                  </a:lnTo>
                  <a:lnTo>
                    <a:pt x="5097154" y="0"/>
                  </a:lnTo>
                  <a:lnTo>
                    <a:pt x="5095253" y="0"/>
                  </a:lnTo>
                  <a:lnTo>
                    <a:pt x="5093351" y="0"/>
                  </a:lnTo>
                  <a:lnTo>
                    <a:pt x="5091450" y="0"/>
                  </a:lnTo>
                  <a:lnTo>
                    <a:pt x="5089549" y="0"/>
                  </a:lnTo>
                  <a:lnTo>
                    <a:pt x="5087648" y="0"/>
                  </a:lnTo>
                  <a:lnTo>
                    <a:pt x="5085746" y="0"/>
                  </a:lnTo>
                  <a:lnTo>
                    <a:pt x="5083845" y="0"/>
                  </a:lnTo>
                  <a:lnTo>
                    <a:pt x="5081944" y="0"/>
                  </a:lnTo>
                  <a:lnTo>
                    <a:pt x="5080043" y="0"/>
                  </a:lnTo>
                  <a:lnTo>
                    <a:pt x="5078142" y="0"/>
                  </a:lnTo>
                  <a:lnTo>
                    <a:pt x="5076240" y="0"/>
                  </a:lnTo>
                  <a:lnTo>
                    <a:pt x="5074339" y="0"/>
                  </a:lnTo>
                  <a:lnTo>
                    <a:pt x="5072438" y="0"/>
                  </a:lnTo>
                  <a:lnTo>
                    <a:pt x="5070537" y="0"/>
                  </a:lnTo>
                  <a:lnTo>
                    <a:pt x="5068636" y="0"/>
                  </a:lnTo>
                  <a:lnTo>
                    <a:pt x="5066734" y="0"/>
                  </a:lnTo>
                  <a:lnTo>
                    <a:pt x="5064833" y="0"/>
                  </a:lnTo>
                  <a:lnTo>
                    <a:pt x="5062932" y="0"/>
                  </a:lnTo>
                  <a:lnTo>
                    <a:pt x="5061031" y="0"/>
                  </a:lnTo>
                  <a:lnTo>
                    <a:pt x="5059129" y="0"/>
                  </a:lnTo>
                  <a:lnTo>
                    <a:pt x="5057228" y="0"/>
                  </a:lnTo>
                  <a:lnTo>
                    <a:pt x="5055327" y="0"/>
                  </a:lnTo>
                  <a:lnTo>
                    <a:pt x="5053426" y="0"/>
                  </a:lnTo>
                  <a:lnTo>
                    <a:pt x="5051525" y="0"/>
                  </a:lnTo>
                  <a:lnTo>
                    <a:pt x="5049623" y="0"/>
                  </a:lnTo>
                  <a:lnTo>
                    <a:pt x="5047722" y="0"/>
                  </a:lnTo>
                  <a:lnTo>
                    <a:pt x="5045821" y="0"/>
                  </a:lnTo>
                  <a:lnTo>
                    <a:pt x="5043920" y="0"/>
                  </a:lnTo>
                  <a:lnTo>
                    <a:pt x="5042019" y="0"/>
                  </a:lnTo>
                  <a:lnTo>
                    <a:pt x="5040117" y="0"/>
                  </a:lnTo>
                  <a:lnTo>
                    <a:pt x="5038216" y="0"/>
                  </a:lnTo>
                  <a:lnTo>
                    <a:pt x="5036315" y="0"/>
                  </a:lnTo>
                  <a:lnTo>
                    <a:pt x="5034414" y="0"/>
                  </a:lnTo>
                  <a:lnTo>
                    <a:pt x="5032512" y="0"/>
                  </a:lnTo>
                  <a:lnTo>
                    <a:pt x="5030611" y="0"/>
                  </a:lnTo>
                  <a:lnTo>
                    <a:pt x="5028710" y="0"/>
                  </a:lnTo>
                  <a:lnTo>
                    <a:pt x="5026809" y="0"/>
                  </a:lnTo>
                  <a:lnTo>
                    <a:pt x="5024908" y="0"/>
                  </a:lnTo>
                  <a:lnTo>
                    <a:pt x="5023006" y="0"/>
                  </a:lnTo>
                  <a:lnTo>
                    <a:pt x="5021105" y="0"/>
                  </a:lnTo>
                  <a:lnTo>
                    <a:pt x="5019204" y="0"/>
                  </a:lnTo>
                  <a:lnTo>
                    <a:pt x="5017303" y="0"/>
                  </a:lnTo>
                  <a:lnTo>
                    <a:pt x="5015402" y="0"/>
                  </a:lnTo>
                  <a:lnTo>
                    <a:pt x="5013500" y="0"/>
                  </a:lnTo>
                  <a:lnTo>
                    <a:pt x="5011599" y="0"/>
                  </a:lnTo>
                  <a:lnTo>
                    <a:pt x="5009698" y="0"/>
                  </a:lnTo>
                  <a:lnTo>
                    <a:pt x="5007797" y="0"/>
                  </a:lnTo>
                  <a:lnTo>
                    <a:pt x="5005895" y="0"/>
                  </a:lnTo>
                  <a:lnTo>
                    <a:pt x="5003994" y="0"/>
                  </a:lnTo>
                  <a:lnTo>
                    <a:pt x="5002093" y="0"/>
                  </a:lnTo>
                  <a:lnTo>
                    <a:pt x="5000192" y="0"/>
                  </a:lnTo>
                  <a:lnTo>
                    <a:pt x="4998291" y="0"/>
                  </a:lnTo>
                  <a:lnTo>
                    <a:pt x="4996389" y="0"/>
                  </a:lnTo>
                  <a:lnTo>
                    <a:pt x="4994488" y="0"/>
                  </a:lnTo>
                  <a:lnTo>
                    <a:pt x="4992587" y="0"/>
                  </a:lnTo>
                  <a:lnTo>
                    <a:pt x="4990686" y="0"/>
                  </a:lnTo>
                  <a:lnTo>
                    <a:pt x="4988785" y="0"/>
                  </a:lnTo>
                  <a:lnTo>
                    <a:pt x="4986883" y="0"/>
                  </a:lnTo>
                  <a:lnTo>
                    <a:pt x="4984982" y="0"/>
                  </a:lnTo>
                  <a:lnTo>
                    <a:pt x="4983081" y="0"/>
                  </a:lnTo>
                  <a:lnTo>
                    <a:pt x="4981180" y="0"/>
                  </a:lnTo>
                  <a:lnTo>
                    <a:pt x="4979278" y="0"/>
                  </a:lnTo>
                  <a:lnTo>
                    <a:pt x="4977377" y="0"/>
                  </a:lnTo>
                  <a:lnTo>
                    <a:pt x="4975476" y="0"/>
                  </a:lnTo>
                  <a:lnTo>
                    <a:pt x="4973575" y="0"/>
                  </a:lnTo>
                  <a:lnTo>
                    <a:pt x="4971674" y="0"/>
                  </a:lnTo>
                  <a:lnTo>
                    <a:pt x="4969772" y="0"/>
                  </a:lnTo>
                  <a:lnTo>
                    <a:pt x="4967871" y="0"/>
                  </a:lnTo>
                  <a:lnTo>
                    <a:pt x="4965970" y="0"/>
                  </a:lnTo>
                  <a:lnTo>
                    <a:pt x="4964069" y="0"/>
                  </a:lnTo>
                  <a:lnTo>
                    <a:pt x="4962168" y="0"/>
                  </a:lnTo>
                  <a:lnTo>
                    <a:pt x="4960266" y="0"/>
                  </a:lnTo>
                  <a:lnTo>
                    <a:pt x="4958365" y="0"/>
                  </a:lnTo>
                  <a:lnTo>
                    <a:pt x="4956464" y="0"/>
                  </a:lnTo>
                  <a:lnTo>
                    <a:pt x="4954563" y="0"/>
                  </a:lnTo>
                  <a:lnTo>
                    <a:pt x="4952661" y="0"/>
                  </a:lnTo>
                  <a:lnTo>
                    <a:pt x="4950760" y="0"/>
                  </a:lnTo>
                  <a:lnTo>
                    <a:pt x="4948859" y="0"/>
                  </a:lnTo>
                  <a:lnTo>
                    <a:pt x="4946958" y="0"/>
                  </a:lnTo>
                  <a:lnTo>
                    <a:pt x="4945057" y="0"/>
                  </a:lnTo>
                  <a:lnTo>
                    <a:pt x="4943155" y="0"/>
                  </a:lnTo>
                  <a:lnTo>
                    <a:pt x="4941254" y="0"/>
                  </a:lnTo>
                  <a:lnTo>
                    <a:pt x="4939353" y="0"/>
                  </a:lnTo>
                  <a:lnTo>
                    <a:pt x="4937452" y="0"/>
                  </a:lnTo>
                  <a:lnTo>
                    <a:pt x="4935551" y="0"/>
                  </a:lnTo>
                  <a:lnTo>
                    <a:pt x="4933649" y="0"/>
                  </a:lnTo>
                  <a:lnTo>
                    <a:pt x="4931748" y="0"/>
                  </a:lnTo>
                  <a:lnTo>
                    <a:pt x="4929847" y="0"/>
                  </a:lnTo>
                  <a:lnTo>
                    <a:pt x="4927946" y="0"/>
                  </a:lnTo>
                  <a:lnTo>
                    <a:pt x="4926045" y="0"/>
                  </a:lnTo>
                  <a:lnTo>
                    <a:pt x="4924143" y="0"/>
                  </a:lnTo>
                  <a:lnTo>
                    <a:pt x="4922242" y="0"/>
                  </a:lnTo>
                  <a:lnTo>
                    <a:pt x="4920341" y="0"/>
                  </a:lnTo>
                  <a:lnTo>
                    <a:pt x="4918440" y="0"/>
                  </a:lnTo>
                  <a:lnTo>
                    <a:pt x="4916538" y="0"/>
                  </a:lnTo>
                  <a:lnTo>
                    <a:pt x="4914637" y="0"/>
                  </a:lnTo>
                  <a:lnTo>
                    <a:pt x="4912736" y="0"/>
                  </a:lnTo>
                  <a:lnTo>
                    <a:pt x="4910835" y="0"/>
                  </a:lnTo>
                  <a:lnTo>
                    <a:pt x="4908934" y="0"/>
                  </a:lnTo>
                  <a:lnTo>
                    <a:pt x="4907032" y="0"/>
                  </a:lnTo>
                  <a:lnTo>
                    <a:pt x="4905131" y="0"/>
                  </a:lnTo>
                  <a:lnTo>
                    <a:pt x="4903230" y="0"/>
                  </a:lnTo>
                  <a:lnTo>
                    <a:pt x="4901329" y="0"/>
                  </a:lnTo>
                  <a:lnTo>
                    <a:pt x="4899428" y="0"/>
                  </a:lnTo>
                  <a:lnTo>
                    <a:pt x="4897526" y="0"/>
                  </a:lnTo>
                  <a:lnTo>
                    <a:pt x="4895625" y="0"/>
                  </a:lnTo>
                  <a:lnTo>
                    <a:pt x="4893724" y="0"/>
                  </a:lnTo>
                  <a:lnTo>
                    <a:pt x="4891823" y="0"/>
                  </a:lnTo>
                  <a:lnTo>
                    <a:pt x="4889921" y="0"/>
                  </a:lnTo>
                  <a:lnTo>
                    <a:pt x="4888020" y="0"/>
                  </a:lnTo>
                  <a:lnTo>
                    <a:pt x="4886119" y="0"/>
                  </a:lnTo>
                  <a:lnTo>
                    <a:pt x="4884218" y="0"/>
                  </a:lnTo>
                  <a:lnTo>
                    <a:pt x="4882317" y="0"/>
                  </a:lnTo>
                  <a:lnTo>
                    <a:pt x="4880415" y="0"/>
                  </a:lnTo>
                  <a:lnTo>
                    <a:pt x="4878514" y="0"/>
                  </a:lnTo>
                  <a:lnTo>
                    <a:pt x="4876613" y="0"/>
                  </a:lnTo>
                  <a:lnTo>
                    <a:pt x="4874712" y="0"/>
                  </a:lnTo>
                  <a:lnTo>
                    <a:pt x="4872811" y="0"/>
                  </a:lnTo>
                  <a:lnTo>
                    <a:pt x="4870909" y="0"/>
                  </a:lnTo>
                  <a:lnTo>
                    <a:pt x="4869008" y="0"/>
                  </a:lnTo>
                  <a:lnTo>
                    <a:pt x="4867107" y="0"/>
                  </a:lnTo>
                  <a:lnTo>
                    <a:pt x="4865206" y="0"/>
                  </a:lnTo>
                  <a:lnTo>
                    <a:pt x="4863304" y="0"/>
                  </a:lnTo>
                  <a:lnTo>
                    <a:pt x="4861403" y="0"/>
                  </a:lnTo>
                  <a:lnTo>
                    <a:pt x="4859502" y="0"/>
                  </a:lnTo>
                  <a:lnTo>
                    <a:pt x="4857601" y="0"/>
                  </a:lnTo>
                  <a:lnTo>
                    <a:pt x="4855700" y="0"/>
                  </a:lnTo>
                  <a:lnTo>
                    <a:pt x="4853798" y="0"/>
                  </a:lnTo>
                  <a:lnTo>
                    <a:pt x="4851897" y="0"/>
                  </a:lnTo>
                  <a:lnTo>
                    <a:pt x="4849996" y="0"/>
                  </a:lnTo>
                  <a:lnTo>
                    <a:pt x="4848095" y="0"/>
                  </a:lnTo>
                  <a:lnTo>
                    <a:pt x="4846194" y="0"/>
                  </a:lnTo>
                  <a:lnTo>
                    <a:pt x="4844292" y="0"/>
                  </a:lnTo>
                  <a:lnTo>
                    <a:pt x="4842391" y="0"/>
                  </a:lnTo>
                  <a:lnTo>
                    <a:pt x="4840490" y="0"/>
                  </a:lnTo>
                  <a:lnTo>
                    <a:pt x="4838589" y="0"/>
                  </a:lnTo>
                  <a:lnTo>
                    <a:pt x="4836687" y="0"/>
                  </a:lnTo>
                  <a:lnTo>
                    <a:pt x="4834786" y="0"/>
                  </a:lnTo>
                  <a:lnTo>
                    <a:pt x="4832885" y="0"/>
                  </a:lnTo>
                  <a:lnTo>
                    <a:pt x="4830984" y="0"/>
                  </a:lnTo>
                  <a:lnTo>
                    <a:pt x="4829083" y="0"/>
                  </a:lnTo>
                  <a:lnTo>
                    <a:pt x="4827181" y="0"/>
                  </a:lnTo>
                  <a:lnTo>
                    <a:pt x="4825280" y="0"/>
                  </a:lnTo>
                  <a:lnTo>
                    <a:pt x="4823379" y="0"/>
                  </a:lnTo>
                  <a:lnTo>
                    <a:pt x="4821478" y="0"/>
                  </a:lnTo>
                  <a:lnTo>
                    <a:pt x="4819577" y="0"/>
                  </a:lnTo>
                  <a:lnTo>
                    <a:pt x="4817675" y="0"/>
                  </a:lnTo>
                  <a:lnTo>
                    <a:pt x="4815774" y="0"/>
                  </a:lnTo>
                  <a:lnTo>
                    <a:pt x="4813873" y="0"/>
                  </a:lnTo>
                  <a:lnTo>
                    <a:pt x="4811972" y="0"/>
                  </a:lnTo>
                  <a:lnTo>
                    <a:pt x="4810070" y="0"/>
                  </a:lnTo>
                  <a:lnTo>
                    <a:pt x="4808169" y="0"/>
                  </a:lnTo>
                  <a:lnTo>
                    <a:pt x="4806268" y="0"/>
                  </a:lnTo>
                  <a:lnTo>
                    <a:pt x="4804367" y="0"/>
                  </a:lnTo>
                  <a:lnTo>
                    <a:pt x="4802466" y="0"/>
                  </a:lnTo>
                  <a:lnTo>
                    <a:pt x="4800564" y="0"/>
                  </a:lnTo>
                  <a:lnTo>
                    <a:pt x="4798663" y="0"/>
                  </a:lnTo>
                  <a:lnTo>
                    <a:pt x="4796762" y="0"/>
                  </a:lnTo>
                  <a:lnTo>
                    <a:pt x="4794861" y="0"/>
                  </a:lnTo>
                  <a:lnTo>
                    <a:pt x="4792960" y="0"/>
                  </a:lnTo>
                  <a:lnTo>
                    <a:pt x="4791058" y="0"/>
                  </a:lnTo>
                  <a:lnTo>
                    <a:pt x="4789157" y="0"/>
                  </a:lnTo>
                  <a:lnTo>
                    <a:pt x="4787256" y="0"/>
                  </a:lnTo>
                  <a:lnTo>
                    <a:pt x="4785355" y="0"/>
                  </a:lnTo>
                  <a:lnTo>
                    <a:pt x="4783453" y="0"/>
                  </a:lnTo>
                  <a:lnTo>
                    <a:pt x="4781552" y="0"/>
                  </a:lnTo>
                  <a:lnTo>
                    <a:pt x="4779651" y="0"/>
                  </a:lnTo>
                  <a:lnTo>
                    <a:pt x="4777750" y="0"/>
                  </a:lnTo>
                  <a:lnTo>
                    <a:pt x="4775849" y="0"/>
                  </a:lnTo>
                  <a:lnTo>
                    <a:pt x="4773947" y="0"/>
                  </a:lnTo>
                  <a:lnTo>
                    <a:pt x="4772046" y="0"/>
                  </a:lnTo>
                  <a:lnTo>
                    <a:pt x="4770145" y="0"/>
                  </a:lnTo>
                  <a:lnTo>
                    <a:pt x="4768244" y="0"/>
                  </a:lnTo>
                  <a:lnTo>
                    <a:pt x="4766343" y="0"/>
                  </a:lnTo>
                  <a:lnTo>
                    <a:pt x="4764441" y="0"/>
                  </a:lnTo>
                  <a:lnTo>
                    <a:pt x="4762540" y="0"/>
                  </a:lnTo>
                  <a:lnTo>
                    <a:pt x="4760639" y="0"/>
                  </a:lnTo>
                  <a:lnTo>
                    <a:pt x="4758738" y="0"/>
                  </a:lnTo>
                  <a:lnTo>
                    <a:pt x="4756836" y="0"/>
                  </a:lnTo>
                  <a:lnTo>
                    <a:pt x="4754935" y="0"/>
                  </a:lnTo>
                  <a:lnTo>
                    <a:pt x="4753034" y="0"/>
                  </a:lnTo>
                  <a:lnTo>
                    <a:pt x="4751133" y="0"/>
                  </a:lnTo>
                  <a:lnTo>
                    <a:pt x="4749232" y="0"/>
                  </a:lnTo>
                  <a:lnTo>
                    <a:pt x="4747330" y="0"/>
                  </a:lnTo>
                  <a:lnTo>
                    <a:pt x="4745429" y="0"/>
                  </a:lnTo>
                  <a:lnTo>
                    <a:pt x="4743528" y="0"/>
                  </a:lnTo>
                  <a:lnTo>
                    <a:pt x="4741627" y="0"/>
                  </a:lnTo>
                  <a:lnTo>
                    <a:pt x="4739726" y="0"/>
                  </a:lnTo>
                  <a:lnTo>
                    <a:pt x="4737824" y="0"/>
                  </a:lnTo>
                  <a:lnTo>
                    <a:pt x="4735923" y="0"/>
                  </a:lnTo>
                  <a:lnTo>
                    <a:pt x="4734022" y="0"/>
                  </a:lnTo>
                  <a:lnTo>
                    <a:pt x="4732121" y="0"/>
                  </a:lnTo>
                  <a:lnTo>
                    <a:pt x="4730219" y="0"/>
                  </a:lnTo>
                  <a:lnTo>
                    <a:pt x="4728318" y="0"/>
                  </a:lnTo>
                  <a:lnTo>
                    <a:pt x="4726417" y="0"/>
                  </a:lnTo>
                  <a:lnTo>
                    <a:pt x="4724516" y="0"/>
                  </a:lnTo>
                  <a:lnTo>
                    <a:pt x="4722615" y="0"/>
                  </a:lnTo>
                  <a:lnTo>
                    <a:pt x="4720713" y="0"/>
                  </a:lnTo>
                  <a:lnTo>
                    <a:pt x="4718812" y="0"/>
                  </a:lnTo>
                  <a:lnTo>
                    <a:pt x="4716911" y="0"/>
                  </a:lnTo>
                  <a:lnTo>
                    <a:pt x="4715010" y="0"/>
                  </a:lnTo>
                  <a:lnTo>
                    <a:pt x="4713109" y="0"/>
                  </a:lnTo>
                  <a:lnTo>
                    <a:pt x="4711207" y="0"/>
                  </a:lnTo>
                  <a:lnTo>
                    <a:pt x="4709306" y="0"/>
                  </a:lnTo>
                  <a:lnTo>
                    <a:pt x="4707405" y="0"/>
                  </a:lnTo>
                  <a:lnTo>
                    <a:pt x="4705504" y="0"/>
                  </a:lnTo>
                  <a:lnTo>
                    <a:pt x="4703602" y="0"/>
                  </a:lnTo>
                  <a:lnTo>
                    <a:pt x="4701701" y="0"/>
                  </a:lnTo>
                  <a:lnTo>
                    <a:pt x="4699800" y="0"/>
                  </a:lnTo>
                  <a:lnTo>
                    <a:pt x="4697899" y="0"/>
                  </a:lnTo>
                  <a:lnTo>
                    <a:pt x="4695998" y="0"/>
                  </a:lnTo>
                  <a:lnTo>
                    <a:pt x="4694096" y="0"/>
                  </a:lnTo>
                  <a:lnTo>
                    <a:pt x="4692195" y="0"/>
                  </a:lnTo>
                  <a:lnTo>
                    <a:pt x="4690294" y="0"/>
                  </a:lnTo>
                  <a:lnTo>
                    <a:pt x="4688393" y="0"/>
                  </a:lnTo>
                  <a:lnTo>
                    <a:pt x="4686492" y="0"/>
                  </a:lnTo>
                  <a:lnTo>
                    <a:pt x="4684590" y="0"/>
                  </a:lnTo>
                  <a:lnTo>
                    <a:pt x="4682689" y="0"/>
                  </a:lnTo>
                  <a:lnTo>
                    <a:pt x="4680788" y="0"/>
                  </a:lnTo>
                  <a:lnTo>
                    <a:pt x="4678887" y="0"/>
                  </a:lnTo>
                  <a:lnTo>
                    <a:pt x="4676985" y="0"/>
                  </a:lnTo>
                  <a:lnTo>
                    <a:pt x="4675084" y="0"/>
                  </a:lnTo>
                  <a:lnTo>
                    <a:pt x="4673183" y="0"/>
                  </a:lnTo>
                  <a:lnTo>
                    <a:pt x="4671282" y="0"/>
                  </a:lnTo>
                  <a:lnTo>
                    <a:pt x="4669381" y="0"/>
                  </a:lnTo>
                  <a:lnTo>
                    <a:pt x="4667479" y="0"/>
                  </a:lnTo>
                  <a:lnTo>
                    <a:pt x="4665578" y="0"/>
                  </a:lnTo>
                  <a:lnTo>
                    <a:pt x="4663677" y="0"/>
                  </a:lnTo>
                  <a:lnTo>
                    <a:pt x="4661776" y="0"/>
                  </a:lnTo>
                  <a:lnTo>
                    <a:pt x="4659875" y="0"/>
                  </a:lnTo>
                  <a:lnTo>
                    <a:pt x="4657973" y="0"/>
                  </a:lnTo>
                  <a:lnTo>
                    <a:pt x="4656072" y="0"/>
                  </a:lnTo>
                  <a:lnTo>
                    <a:pt x="4654171" y="0"/>
                  </a:lnTo>
                  <a:lnTo>
                    <a:pt x="4652270" y="0"/>
                  </a:lnTo>
                  <a:lnTo>
                    <a:pt x="4650369" y="0"/>
                  </a:lnTo>
                  <a:lnTo>
                    <a:pt x="4648467" y="0"/>
                  </a:lnTo>
                  <a:lnTo>
                    <a:pt x="4646566" y="0"/>
                  </a:lnTo>
                  <a:lnTo>
                    <a:pt x="4644665" y="0"/>
                  </a:lnTo>
                  <a:lnTo>
                    <a:pt x="4642764" y="0"/>
                  </a:lnTo>
                  <a:lnTo>
                    <a:pt x="4640862" y="0"/>
                  </a:lnTo>
                  <a:lnTo>
                    <a:pt x="4638961" y="0"/>
                  </a:lnTo>
                  <a:lnTo>
                    <a:pt x="4637060" y="0"/>
                  </a:lnTo>
                  <a:lnTo>
                    <a:pt x="4635159" y="0"/>
                  </a:lnTo>
                  <a:lnTo>
                    <a:pt x="4633258" y="0"/>
                  </a:lnTo>
                  <a:lnTo>
                    <a:pt x="4631356" y="0"/>
                  </a:lnTo>
                  <a:lnTo>
                    <a:pt x="4629455" y="0"/>
                  </a:lnTo>
                  <a:lnTo>
                    <a:pt x="4627554" y="0"/>
                  </a:lnTo>
                  <a:lnTo>
                    <a:pt x="4625653" y="0"/>
                  </a:lnTo>
                  <a:lnTo>
                    <a:pt x="4623752" y="0"/>
                  </a:lnTo>
                  <a:lnTo>
                    <a:pt x="4621850" y="0"/>
                  </a:lnTo>
                  <a:lnTo>
                    <a:pt x="4619949" y="0"/>
                  </a:lnTo>
                  <a:lnTo>
                    <a:pt x="4618048" y="0"/>
                  </a:lnTo>
                  <a:lnTo>
                    <a:pt x="4616147" y="0"/>
                  </a:lnTo>
                  <a:lnTo>
                    <a:pt x="4614245" y="0"/>
                  </a:lnTo>
                  <a:lnTo>
                    <a:pt x="4612344" y="0"/>
                  </a:lnTo>
                  <a:lnTo>
                    <a:pt x="4610443" y="0"/>
                  </a:lnTo>
                  <a:lnTo>
                    <a:pt x="4608542" y="0"/>
                  </a:lnTo>
                  <a:lnTo>
                    <a:pt x="4606641" y="0"/>
                  </a:lnTo>
                  <a:lnTo>
                    <a:pt x="4604739" y="0"/>
                  </a:lnTo>
                  <a:lnTo>
                    <a:pt x="4602838" y="0"/>
                  </a:lnTo>
                  <a:lnTo>
                    <a:pt x="4600937" y="0"/>
                  </a:lnTo>
                  <a:lnTo>
                    <a:pt x="4599036" y="0"/>
                  </a:lnTo>
                  <a:lnTo>
                    <a:pt x="4597135" y="0"/>
                  </a:lnTo>
                  <a:lnTo>
                    <a:pt x="4595233" y="0"/>
                  </a:lnTo>
                  <a:lnTo>
                    <a:pt x="4593332" y="0"/>
                  </a:lnTo>
                  <a:lnTo>
                    <a:pt x="4591431" y="0"/>
                  </a:lnTo>
                  <a:lnTo>
                    <a:pt x="4589530" y="0"/>
                  </a:lnTo>
                  <a:lnTo>
                    <a:pt x="4587628" y="0"/>
                  </a:lnTo>
                  <a:lnTo>
                    <a:pt x="4585727" y="0"/>
                  </a:lnTo>
                  <a:lnTo>
                    <a:pt x="4583826" y="0"/>
                  </a:lnTo>
                  <a:lnTo>
                    <a:pt x="4581925" y="0"/>
                  </a:lnTo>
                  <a:lnTo>
                    <a:pt x="4580024" y="0"/>
                  </a:lnTo>
                  <a:lnTo>
                    <a:pt x="4578122" y="0"/>
                  </a:lnTo>
                  <a:lnTo>
                    <a:pt x="4576221" y="0"/>
                  </a:lnTo>
                  <a:lnTo>
                    <a:pt x="4574320" y="0"/>
                  </a:lnTo>
                  <a:lnTo>
                    <a:pt x="4572419" y="0"/>
                  </a:lnTo>
                  <a:lnTo>
                    <a:pt x="4570518" y="0"/>
                  </a:lnTo>
                  <a:lnTo>
                    <a:pt x="4568616" y="0"/>
                  </a:lnTo>
                  <a:lnTo>
                    <a:pt x="4566715" y="0"/>
                  </a:lnTo>
                  <a:lnTo>
                    <a:pt x="4564814" y="0"/>
                  </a:lnTo>
                  <a:lnTo>
                    <a:pt x="4562913" y="0"/>
                  </a:lnTo>
                  <a:lnTo>
                    <a:pt x="4561011" y="0"/>
                  </a:lnTo>
                  <a:lnTo>
                    <a:pt x="4559110" y="0"/>
                  </a:lnTo>
                  <a:lnTo>
                    <a:pt x="4557209" y="0"/>
                  </a:lnTo>
                  <a:lnTo>
                    <a:pt x="4555308" y="0"/>
                  </a:lnTo>
                  <a:lnTo>
                    <a:pt x="4553407" y="0"/>
                  </a:lnTo>
                  <a:lnTo>
                    <a:pt x="4551505" y="0"/>
                  </a:lnTo>
                  <a:lnTo>
                    <a:pt x="4549604" y="0"/>
                  </a:lnTo>
                  <a:lnTo>
                    <a:pt x="4547703" y="0"/>
                  </a:lnTo>
                  <a:lnTo>
                    <a:pt x="4545802" y="0"/>
                  </a:lnTo>
                  <a:lnTo>
                    <a:pt x="4543901" y="0"/>
                  </a:lnTo>
                  <a:lnTo>
                    <a:pt x="4541999" y="0"/>
                  </a:lnTo>
                  <a:lnTo>
                    <a:pt x="4540098" y="0"/>
                  </a:lnTo>
                  <a:lnTo>
                    <a:pt x="4538197" y="0"/>
                  </a:lnTo>
                  <a:lnTo>
                    <a:pt x="4536296" y="0"/>
                  </a:lnTo>
                  <a:lnTo>
                    <a:pt x="4534394" y="0"/>
                  </a:lnTo>
                  <a:lnTo>
                    <a:pt x="4532493" y="0"/>
                  </a:lnTo>
                  <a:lnTo>
                    <a:pt x="4530592" y="0"/>
                  </a:lnTo>
                  <a:lnTo>
                    <a:pt x="4528691" y="0"/>
                  </a:lnTo>
                  <a:lnTo>
                    <a:pt x="4526790" y="0"/>
                  </a:lnTo>
                  <a:lnTo>
                    <a:pt x="4524888" y="0"/>
                  </a:lnTo>
                  <a:lnTo>
                    <a:pt x="4522987" y="0"/>
                  </a:lnTo>
                  <a:lnTo>
                    <a:pt x="4521086" y="0"/>
                  </a:lnTo>
                  <a:lnTo>
                    <a:pt x="4519185" y="0"/>
                  </a:lnTo>
                  <a:lnTo>
                    <a:pt x="4517284" y="0"/>
                  </a:lnTo>
                  <a:lnTo>
                    <a:pt x="4515382" y="0"/>
                  </a:lnTo>
                  <a:lnTo>
                    <a:pt x="4513481" y="0"/>
                  </a:lnTo>
                  <a:lnTo>
                    <a:pt x="4511580" y="0"/>
                  </a:lnTo>
                  <a:lnTo>
                    <a:pt x="4509679" y="0"/>
                  </a:lnTo>
                  <a:lnTo>
                    <a:pt x="4507777" y="0"/>
                  </a:lnTo>
                  <a:lnTo>
                    <a:pt x="4505876" y="0"/>
                  </a:lnTo>
                  <a:lnTo>
                    <a:pt x="4503975" y="0"/>
                  </a:lnTo>
                  <a:lnTo>
                    <a:pt x="4502074" y="0"/>
                  </a:lnTo>
                  <a:lnTo>
                    <a:pt x="4500173" y="0"/>
                  </a:lnTo>
                  <a:lnTo>
                    <a:pt x="4498271" y="0"/>
                  </a:lnTo>
                  <a:lnTo>
                    <a:pt x="4496370" y="0"/>
                  </a:lnTo>
                  <a:lnTo>
                    <a:pt x="4494469" y="0"/>
                  </a:lnTo>
                  <a:lnTo>
                    <a:pt x="4492568" y="0"/>
                  </a:lnTo>
                  <a:lnTo>
                    <a:pt x="4490667" y="0"/>
                  </a:lnTo>
                  <a:lnTo>
                    <a:pt x="4488765" y="0"/>
                  </a:lnTo>
                  <a:lnTo>
                    <a:pt x="4486864" y="0"/>
                  </a:lnTo>
                  <a:lnTo>
                    <a:pt x="4484963" y="0"/>
                  </a:lnTo>
                  <a:lnTo>
                    <a:pt x="4483062" y="0"/>
                  </a:lnTo>
                  <a:lnTo>
                    <a:pt x="4481160" y="0"/>
                  </a:lnTo>
                  <a:lnTo>
                    <a:pt x="4479259" y="0"/>
                  </a:lnTo>
                  <a:lnTo>
                    <a:pt x="4477358" y="0"/>
                  </a:lnTo>
                  <a:lnTo>
                    <a:pt x="4475457" y="0"/>
                  </a:lnTo>
                  <a:lnTo>
                    <a:pt x="4473556" y="0"/>
                  </a:lnTo>
                  <a:lnTo>
                    <a:pt x="4471654" y="0"/>
                  </a:lnTo>
                  <a:lnTo>
                    <a:pt x="4469753" y="0"/>
                  </a:lnTo>
                  <a:lnTo>
                    <a:pt x="4467852" y="0"/>
                  </a:lnTo>
                  <a:lnTo>
                    <a:pt x="4465951" y="0"/>
                  </a:lnTo>
                  <a:lnTo>
                    <a:pt x="4464050" y="0"/>
                  </a:lnTo>
                  <a:lnTo>
                    <a:pt x="4462148" y="0"/>
                  </a:lnTo>
                  <a:lnTo>
                    <a:pt x="4460247" y="0"/>
                  </a:lnTo>
                  <a:lnTo>
                    <a:pt x="4458346" y="0"/>
                  </a:lnTo>
                  <a:lnTo>
                    <a:pt x="4456445" y="0"/>
                  </a:lnTo>
                  <a:lnTo>
                    <a:pt x="4454543" y="0"/>
                  </a:lnTo>
                  <a:lnTo>
                    <a:pt x="4452642" y="0"/>
                  </a:lnTo>
                  <a:lnTo>
                    <a:pt x="4450741" y="0"/>
                  </a:lnTo>
                  <a:lnTo>
                    <a:pt x="4448840" y="0"/>
                  </a:lnTo>
                  <a:lnTo>
                    <a:pt x="4446939" y="0"/>
                  </a:lnTo>
                  <a:lnTo>
                    <a:pt x="4445037" y="0"/>
                  </a:lnTo>
                  <a:lnTo>
                    <a:pt x="4443136" y="0"/>
                  </a:lnTo>
                  <a:lnTo>
                    <a:pt x="4441235" y="0"/>
                  </a:lnTo>
                  <a:lnTo>
                    <a:pt x="4439334" y="0"/>
                  </a:lnTo>
                  <a:lnTo>
                    <a:pt x="4437433" y="0"/>
                  </a:lnTo>
                  <a:lnTo>
                    <a:pt x="4435531" y="0"/>
                  </a:lnTo>
                  <a:lnTo>
                    <a:pt x="4433630" y="0"/>
                  </a:lnTo>
                  <a:lnTo>
                    <a:pt x="4431729" y="0"/>
                  </a:lnTo>
                  <a:lnTo>
                    <a:pt x="4429828" y="0"/>
                  </a:lnTo>
                  <a:lnTo>
                    <a:pt x="4427926" y="0"/>
                  </a:lnTo>
                  <a:lnTo>
                    <a:pt x="4426025" y="0"/>
                  </a:lnTo>
                  <a:lnTo>
                    <a:pt x="4424124" y="0"/>
                  </a:lnTo>
                  <a:lnTo>
                    <a:pt x="4422223" y="0"/>
                  </a:lnTo>
                  <a:lnTo>
                    <a:pt x="4420322" y="0"/>
                  </a:lnTo>
                  <a:lnTo>
                    <a:pt x="4418420" y="0"/>
                  </a:lnTo>
                  <a:lnTo>
                    <a:pt x="4416519" y="0"/>
                  </a:lnTo>
                  <a:lnTo>
                    <a:pt x="4414618" y="0"/>
                  </a:lnTo>
                  <a:lnTo>
                    <a:pt x="4412717" y="0"/>
                  </a:lnTo>
                  <a:lnTo>
                    <a:pt x="4410816" y="0"/>
                  </a:lnTo>
                  <a:lnTo>
                    <a:pt x="4408914" y="0"/>
                  </a:lnTo>
                  <a:lnTo>
                    <a:pt x="4407013" y="0"/>
                  </a:lnTo>
                  <a:lnTo>
                    <a:pt x="4405112" y="0"/>
                  </a:lnTo>
                  <a:lnTo>
                    <a:pt x="4403211" y="0"/>
                  </a:lnTo>
                  <a:lnTo>
                    <a:pt x="4401309" y="0"/>
                  </a:lnTo>
                  <a:lnTo>
                    <a:pt x="4399408" y="0"/>
                  </a:lnTo>
                  <a:lnTo>
                    <a:pt x="4397507" y="0"/>
                  </a:lnTo>
                  <a:lnTo>
                    <a:pt x="4395606" y="0"/>
                  </a:lnTo>
                  <a:lnTo>
                    <a:pt x="4393705" y="0"/>
                  </a:lnTo>
                  <a:lnTo>
                    <a:pt x="4391803" y="0"/>
                  </a:lnTo>
                  <a:lnTo>
                    <a:pt x="4389902" y="0"/>
                  </a:lnTo>
                  <a:lnTo>
                    <a:pt x="4388001" y="0"/>
                  </a:lnTo>
                  <a:lnTo>
                    <a:pt x="4386100" y="0"/>
                  </a:lnTo>
                  <a:lnTo>
                    <a:pt x="4384199" y="0"/>
                  </a:lnTo>
                  <a:lnTo>
                    <a:pt x="4382297" y="0"/>
                  </a:lnTo>
                  <a:lnTo>
                    <a:pt x="4380396" y="0"/>
                  </a:lnTo>
                  <a:lnTo>
                    <a:pt x="4378495" y="0"/>
                  </a:lnTo>
                  <a:lnTo>
                    <a:pt x="4376594" y="0"/>
                  </a:lnTo>
                  <a:lnTo>
                    <a:pt x="4374692" y="0"/>
                  </a:lnTo>
                  <a:lnTo>
                    <a:pt x="4372791" y="0"/>
                  </a:lnTo>
                  <a:lnTo>
                    <a:pt x="4370890" y="0"/>
                  </a:lnTo>
                  <a:lnTo>
                    <a:pt x="4368989" y="0"/>
                  </a:lnTo>
                  <a:lnTo>
                    <a:pt x="4367088" y="0"/>
                  </a:lnTo>
                  <a:lnTo>
                    <a:pt x="4365186" y="0"/>
                  </a:lnTo>
                  <a:lnTo>
                    <a:pt x="4363285" y="0"/>
                  </a:lnTo>
                  <a:lnTo>
                    <a:pt x="4361384" y="0"/>
                  </a:lnTo>
                  <a:lnTo>
                    <a:pt x="4359483" y="0"/>
                  </a:lnTo>
                  <a:lnTo>
                    <a:pt x="4357582" y="0"/>
                  </a:lnTo>
                  <a:lnTo>
                    <a:pt x="4355680" y="0"/>
                  </a:lnTo>
                  <a:lnTo>
                    <a:pt x="4353779" y="0"/>
                  </a:lnTo>
                  <a:lnTo>
                    <a:pt x="4351878" y="0"/>
                  </a:lnTo>
                  <a:lnTo>
                    <a:pt x="4349977" y="0"/>
                  </a:lnTo>
                  <a:lnTo>
                    <a:pt x="4348076" y="0"/>
                  </a:lnTo>
                  <a:lnTo>
                    <a:pt x="4346174" y="0"/>
                  </a:lnTo>
                  <a:lnTo>
                    <a:pt x="4344273" y="0"/>
                  </a:lnTo>
                  <a:lnTo>
                    <a:pt x="4342372" y="0"/>
                  </a:lnTo>
                  <a:lnTo>
                    <a:pt x="4340471" y="0"/>
                  </a:lnTo>
                  <a:lnTo>
                    <a:pt x="4338569" y="0"/>
                  </a:lnTo>
                  <a:lnTo>
                    <a:pt x="4336668" y="0"/>
                  </a:lnTo>
                  <a:lnTo>
                    <a:pt x="4334767" y="0"/>
                  </a:lnTo>
                  <a:lnTo>
                    <a:pt x="4332866" y="0"/>
                  </a:lnTo>
                  <a:lnTo>
                    <a:pt x="4330965" y="0"/>
                  </a:lnTo>
                  <a:lnTo>
                    <a:pt x="4329063" y="0"/>
                  </a:lnTo>
                  <a:lnTo>
                    <a:pt x="4327162" y="0"/>
                  </a:lnTo>
                  <a:lnTo>
                    <a:pt x="4325261" y="0"/>
                  </a:lnTo>
                  <a:lnTo>
                    <a:pt x="4323360" y="0"/>
                  </a:lnTo>
                  <a:lnTo>
                    <a:pt x="4321459" y="0"/>
                  </a:lnTo>
                  <a:lnTo>
                    <a:pt x="4319557" y="0"/>
                  </a:lnTo>
                  <a:lnTo>
                    <a:pt x="4317656" y="0"/>
                  </a:lnTo>
                  <a:lnTo>
                    <a:pt x="4315755" y="0"/>
                  </a:lnTo>
                  <a:lnTo>
                    <a:pt x="4313854" y="0"/>
                  </a:lnTo>
                  <a:lnTo>
                    <a:pt x="4311952" y="0"/>
                  </a:lnTo>
                  <a:lnTo>
                    <a:pt x="4310051" y="0"/>
                  </a:lnTo>
                  <a:lnTo>
                    <a:pt x="4308150" y="0"/>
                  </a:lnTo>
                  <a:lnTo>
                    <a:pt x="4306249" y="0"/>
                  </a:lnTo>
                  <a:lnTo>
                    <a:pt x="4304348" y="0"/>
                  </a:lnTo>
                  <a:lnTo>
                    <a:pt x="4302446" y="0"/>
                  </a:lnTo>
                  <a:lnTo>
                    <a:pt x="4300545" y="0"/>
                  </a:lnTo>
                  <a:lnTo>
                    <a:pt x="4298644" y="0"/>
                  </a:lnTo>
                  <a:lnTo>
                    <a:pt x="4296743" y="0"/>
                  </a:lnTo>
                  <a:lnTo>
                    <a:pt x="4294842" y="0"/>
                  </a:lnTo>
                  <a:lnTo>
                    <a:pt x="4292940" y="0"/>
                  </a:lnTo>
                  <a:lnTo>
                    <a:pt x="4291039" y="0"/>
                  </a:lnTo>
                  <a:lnTo>
                    <a:pt x="4289138" y="0"/>
                  </a:lnTo>
                  <a:lnTo>
                    <a:pt x="4287237" y="0"/>
                  </a:lnTo>
                  <a:lnTo>
                    <a:pt x="4285335" y="0"/>
                  </a:lnTo>
                  <a:lnTo>
                    <a:pt x="4283434" y="0"/>
                  </a:lnTo>
                  <a:lnTo>
                    <a:pt x="4281533" y="0"/>
                  </a:lnTo>
                  <a:lnTo>
                    <a:pt x="4279632" y="0"/>
                  </a:lnTo>
                  <a:lnTo>
                    <a:pt x="4277731" y="0"/>
                  </a:lnTo>
                  <a:lnTo>
                    <a:pt x="4275829" y="0"/>
                  </a:lnTo>
                  <a:lnTo>
                    <a:pt x="4273928" y="0"/>
                  </a:lnTo>
                  <a:lnTo>
                    <a:pt x="4272027" y="0"/>
                  </a:lnTo>
                  <a:lnTo>
                    <a:pt x="4270126" y="0"/>
                  </a:lnTo>
                  <a:lnTo>
                    <a:pt x="4268225" y="0"/>
                  </a:lnTo>
                  <a:lnTo>
                    <a:pt x="4266323" y="0"/>
                  </a:lnTo>
                  <a:lnTo>
                    <a:pt x="4264422" y="0"/>
                  </a:lnTo>
                  <a:lnTo>
                    <a:pt x="4262521" y="0"/>
                  </a:lnTo>
                  <a:lnTo>
                    <a:pt x="4260620" y="0"/>
                  </a:lnTo>
                  <a:lnTo>
                    <a:pt x="4258718" y="0"/>
                  </a:lnTo>
                  <a:lnTo>
                    <a:pt x="4256817" y="0"/>
                  </a:lnTo>
                  <a:lnTo>
                    <a:pt x="4254916" y="0"/>
                  </a:lnTo>
                  <a:lnTo>
                    <a:pt x="4253015" y="0"/>
                  </a:lnTo>
                  <a:lnTo>
                    <a:pt x="4251114" y="0"/>
                  </a:lnTo>
                  <a:lnTo>
                    <a:pt x="4249212" y="0"/>
                  </a:lnTo>
                  <a:lnTo>
                    <a:pt x="4247311" y="0"/>
                  </a:lnTo>
                  <a:lnTo>
                    <a:pt x="4245410" y="0"/>
                  </a:lnTo>
                  <a:lnTo>
                    <a:pt x="4243509" y="0"/>
                  </a:lnTo>
                  <a:lnTo>
                    <a:pt x="4241608" y="0"/>
                  </a:lnTo>
                  <a:lnTo>
                    <a:pt x="4239706" y="0"/>
                  </a:lnTo>
                  <a:lnTo>
                    <a:pt x="4237805" y="0"/>
                  </a:lnTo>
                  <a:lnTo>
                    <a:pt x="4235904" y="0"/>
                  </a:lnTo>
                  <a:lnTo>
                    <a:pt x="4234003" y="0"/>
                  </a:lnTo>
                  <a:lnTo>
                    <a:pt x="4232101" y="0"/>
                  </a:lnTo>
                  <a:lnTo>
                    <a:pt x="4230200" y="0"/>
                  </a:lnTo>
                  <a:lnTo>
                    <a:pt x="4228299" y="0"/>
                  </a:lnTo>
                  <a:lnTo>
                    <a:pt x="4226398" y="0"/>
                  </a:lnTo>
                  <a:lnTo>
                    <a:pt x="4224497" y="0"/>
                  </a:lnTo>
                  <a:lnTo>
                    <a:pt x="4222595" y="0"/>
                  </a:lnTo>
                  <a:lnTo>
                    <a:pt x="4220694" y="0"/>
                  </a:lnTo>
                  <a:lnTo>
                    <a:pt x="4218793" y="0"/>
                  </a:lnTo>
                  <a:lnTo>
                    <a:pt x="4216892" y="0"/>
                  </a:lnTo>
                  <a:lnTo>
                    <a:pt x="4214991" y="0"/>
                  </a:lnTo>
                  <a:lnTo>
                    <a:pt x="4213089" y="0"/>
                  </a:lnTo>
                  <a:lnTo>
                    <a:pt x="4211188" y="0"/>
                  </a:lnTo>
                  <a:lnTo>
                    <a:pt x="4209287" y="0"/>
                  </a:lnTo>
                  <a:lnTo>
                    <a:pt x="4207386" y="0"/>
                  </a:lnTo>
                  <a:lnTo>
                    <a:pt x="4205484" y="0"/>
                  </a:lnTo>
                  <a:lnTo>
                    <a:pt x="4203583" y="0"/>
                  </a:lnTo>
                  <a:lnTo>
                    <a:pt x="4201682" y="0"/>
                  </a:lnTo>
                  <a:lnTo>
                    <a:pt x="4199781" y="0"/>
                  </a:lnTo>
                  <a:lnTo>
                    <a:pt x="4197880" y="0"/>
                  </a:lnTo>
                  <a:lnTo>
                    <a:pt x="4195978" y="0"/>
                  </a:lnTo>
                  <a:lnTo>
                    <a:pt x="4194077" y="0"/>
                  </a:lnTo>
                  <a:lnTo>
                    <a:pt x="4192176" y="0"/>
                  </a:lnTo>
                  <a:lnTo>
                    <a:pt x="4190275" y="0"/>
                  </a:lnTo>
                  <a:lnTo>
                    <a:pt x="4188374" y="0"/>
                  </a:lnTo>
                  <a:lnTo>
                    <a:pt x="4186472" y="0"/>
                  </a:lnTo>
                  <a:lnTo>
                    <a:pt x="4184571" y="0"/>
                  </a:lnTo>
                  <a:lnTo>
                    <a:pt x="4182670" y="0"/>
                  </a:lnTo>
                  <a:lnTo>
                    <a:pt x="4180769" y="0"/>
                  </a:lnTo>
                  <a:lnTo>
                    <a:pt x="4178867" y="0"/>
                  </a:lnTo>
                  <a:lnTo>
                    <a:pt x="4176966" y="0"/>
                  </a:lnTo>
                  <a:lnTo>
                    <a:pt x="4175065" y="0"/>
                  </a:lnTo>
                  <a:lnTo>
                    <a:pt x="4173164" y="0"/>
                  </a:lnTo>
                  <a:lnTo>
                    <a:pt x="4171263" y="0"/>
                  </a:lnTo>
                  <a:lnTo>
                    <a:pt x="4169361" y="0"/>
                  </a:lnTo>
                  <a:lnTo>
                    <a:pt x="4167460" y="0"/>
                  </a:lnTo>
                  <a:lnTo>
                    <a:pt x="4165559" y="0"/>
                  </a:lnTo>
                  <a:lnTo>
                    <a:pt x="4163658" y="0"/>
                  </a:lnTo>
                  <a:lnTo>
                    <a:pt x="4161757" y="0"/>
                  </a:lnTo>
                  <a:lnTo>
                    <a:pt x="4159855" y="0"/>
                  </a:lnTo>
                  <a:lnTo>
                    <a:pt x="4157954" y="0"/>
                  </a:lnTo>
                  <a:lnTo>
                    <a:pt x="4156053" y="0"/>
                  </a:lnTo>
                  <a:lnTo>
                    <a:pt x="4154152" y="0"/>
                  </a:lnTo>
                  <a:lnTo>
                    <a:pt x="4152250" y="0"/>
                  </a:lnTo>
                  <a:lnTo>
                    <a:pt x="4150349" y="0"/>
                  </a:lnTo>
                  <a:lnTo>
                    <a:pt x="4148448" y="0"/>
                  </a:lnTo>
                  <a:lnTo>
                    <a:pt x="4146547" y="0"/>
                  </a:lnTo>
                  <a:lnTo>
                    <a:pt x="4144646" y="0"/>
                  </a:lnTo>
                  <a:lnTo>
                    <a:pt x="4142744" y="0"/>
                  </a:lnTo>
                  <a:lnTo>
                    <a:pt x="4140843" y="0"/>
                  </a:lnTo>
                  <a:lnTo>
                    <a:pt x="4138942" y="0"/>
                  </a:lnTo>
                  <a:lnTo>
                    <a:pt x="4137041" y="0"/>
                  </a:lnTo>
                  <a:lnTo>
                    <a:pt x="4135140" y="0"/>
                  </a:lnTo>
                  <a:lnTo>
                    <a:pt x="4133238" y="0"/>
                  </a:lnTo>
                  <a:lnTo>
                    <a:pt x="4131337" y="0"/>
                  </a:lnTo>
                  <a:lnTo>
                    <a:pt x="4129436" y="0"/>
                  </a:lnTo>
                  <a:lnTo>
                    <a:pt x="4127535" y="0"/>
                  </a:lnTo>
                  <a:lnTo>
                    <a:pt x="4125633" y="0"/>
                  </a:lnTo>
                  <a:lnTo>
                    <a:pt x="4123732" y="0"/>
                  </a:lnTo>
                  <a:lnTo>
                    <a:pt x="4121831" y="0"/>
                  </a:lnTo>
                  <a:lnTo>
                    <a:pt x="4119930" y="0"/>
                  </a:lnTo>
                  <a:lnTo>
                    <a:pt x="4118029" y="0"/>
                  </a:lnTo>
                  <a:lnTo>
                    <a:pt x="4116127" y="0"/>
                  </a:lnTo>
                  <a:lnTo>
                    <a:pt x="4114226" y="0"/>
                  </a:lnTo>
                  <a:lnTo>
                    <a:pt x="4112325" y="0"/>
                  </a:lnTo>
                  <a:lnTo>
                    <a:pt x="4110424" y="0"/>
                  </a:lnTo>
                  <a:lnTo>
                    <a:pt x="4108523" y="0"/>
                  </a:lnTo>
                  <a:lnTo>
                    <a:pt x="4106621" y="0"/>
                  </a:lnTo>
                  <a:lnTo>
                    <a:pt x="4104720" y="0"/>
                  </a:lnTo>
                  <a:lnTo>
                    <a:pt x="4102819" y="0"/>
                  </a:lnTo>
                  <a:lnTo>
                    <a:pt x="4100918" y="0"/>
                  </a:lnTo>
                  <a:lnTo>
                    <a:pt x="4099016" y="0"/>
                  </a:lnTo>
                  <a:lnTo>
                    <a:pt x="4097115" y="0"/>
                  </a:lnTo>
                  <a:lnTo>
                    <a:pt x="4095214" y="0"/>
                  </a:lnTo>
                  <a:lnTo>
                    <a:pt x="4093313" y="0"/>
                  </a:lnTo>
                  <a:lnTo>
                    <a:pt x="4091412" y="0"/>
                  </a:lnTo>
                  <a:lnTo>
                    <a:pt x="4089510" y="0"/>
                  </a:lnTo>
                  <a:lnTo>
                    <a:pt x="4087609" y="0"/>
                  </a:lnTo>
                  <a:lnTo>
                    <a:pt x="4085708" y="0"/>
                  </a:lnTo>
                  <a:lnTo>
                    <a:pt x="4083807" y="0"/>
                  </a:lnTo>
                  <a:lnTo>
                    <a:pt x="4081906" y="0"/>
                  </a:lnTo>
                  <a:lnTo>
                    <a:pt x="4080004" y="0"/>
                  </a:lnTo>
                  <a:lnTo>
                    <a:pt x="4078103" y="0"/>
                  </a:lnTo>
                  <a:lnTo>
                    <a:pt x="4076202" y="0"/>
                  </a:lnTo>
                  <a:lnTo>
                    <a:pt x="4074301" y="0"/>
                  </a:lnTo>
                  <a:lnTo>
                    <a:pt x="4072399" y="0"/>
                  </a:lnTo>
                  <a:lnTo>
                    <a:pt x="4070498" y="0"/>
                  </a:lnTo>
                  <a:lnTo>
                    <a:pt x="4068597" y="0"/>
                  </a:lnTo>
                  <a:lnTo>
                    <a:pt x="4066696" y="0"/>
                  </a:lnTo>
                  <a:lnTo>
                    <a:pt x="4064795" y="0"/>
                  </a:lnTo>
                  <a:lnTo>
                    <a:pt x="4062893" y="0"/>
                  </a:lnTo>
                  <a:lnTo>
                    <a:pt x="4060992" y="0"/>
                  </a:lnTo>
                  <a:lnTo>
                    <a:pt x="4059091" y="0"/>
                  </a:lnTo>
                  <a:lnTo>
                    <a:pt x="4057190" y="0"/>
                  </a:lnTo>
                  <a:lnTo>
                    <a:pt x="4055289" y="0"/>
                  </a:lnTo>
                  <a:lnTo>
                    <a:pt x="4053387" y="0"/>
                  </a:lnTo>
                  <a:lnTo>
                    <a:pt x="4051486" y="0"/>
                  </a:lnTo>
                  <a:lnTo>
                    <a:pt x="4049585" y="0"/>
                  </a:lnTo>
                  <a:lnTo>
                    <a:pt x="4047684" y="0"/>
                  </a:lnTo>
                  <a:lnTo>
                    <a:pt x="4045783" y="0"/>
                  </a:lnTo>
                  <a:lnTo>
                    <a:pt x="4043881" y="0"/>
                  </a:lnTo>
                  <a:lnTo>
                    <a:pt x="4041980" y="0"/>
                  </a:lnTo>
                  <a:lnTo>
                    <a:pt x="4040079" y="0"/>
                  </a:lnTo>
                  <a:lnTo>
                    <a:pt x="4038178" y="0"/>
                  </a:lnTo>
                  <a:lnTo>
                    <a:pt x="4036276" y="0"/>
                  </a:lnTo>
                  <a:lnTo>
                    <a:pt x="4034375" y="0"/>
                  </a:lnTo>
                  <a:lnTo>
                    <a:pt x="4032474" y="0"/>
                  </a:lnTo>
                  <a:lnTo>
                    <a:pt x="4030573" y="0"/>
                  </a:lnTo>
                  <a:lnTo>
                    <a:pt x="4028672" y="0"/>
                  </a:lnTo>
                  <a:lnTo>
                    <a:pt x="4026770" y="0"/>
                  </a:lnTo>
                  <a:lnTo>
                    <a:pt x="4024869" y="0"/>
                  </a:lnTo>
                  <a:lnTo>
                    <a:pt x="4022968" y="0"/>
                  </a:lnTo>
                  <a:lnTo>
                    <a:pt x="4021067" y="0"/>
                  </a:lnTo>
                  <a:lnTo>
                    <a:pt x="4019166" y="0"/>
                  </a:lnTo>
                  <a:lnTo>
                    <a:pt x="4017264" y="0"/>
                  </a:lnTo>
                  <a:lnTo>
                    <a:pt x="4015363" y="0"/>
                  </a:lnTo>
                  <a:lnTo>
                    <a:pt x="4013462" y="0"/>
                  </a:lnTo>
                  <a:lnTo>
                    <a:pt x="4011561" y="0"/>
                  </a:lnTo>
                  <a:lnTo>
                    <a:pt x="4009659" y="0"/>
                  </a:lnTo>
                  <a:lnTo>
                    <a:pt x="4007758" y="0"/>
                  </a:lnTo>
                  <a:lnTo>
                    <a:pt x="4005857" y="0"/>
                  </a:lnTo>
                  <a:lnTo>
                    <a:pt x="4003956" y="0"/>
                  </a:lnTo>
                  <a:lnTo>
                    <a:pt x="4002055" y="0"/>
                  </a:lnTo>
                  <a:lnTo>
                    <a:pt x="4000153" y="0"/>
                  </a:lnTo>
                  <a:lnTo>
                    <a:pt x="3998252" y="0"/>
                  </a:lnTo>
                  <a:lnTo>
                    <a:pt x="3996351" y="0"/>
                  </a:lnTo>
                  <a:lnTo>
                    <a:pt x="3994450" y="0"/>
                  </a:lnTo>
                  <a:lnTo>
                    <a:pt x="3992549" y="0"/>
                  </a:lnTo>
                  <a:lnTo>
                    <a:pt x="3990647" y="0"/>
                  </a:lnTo>
                  <a:lnTo>
                    <a:pt x="3988746" y="0"/>
                  </a:lnTo>
                  <a:lnTo>
                    <a:pt x="3986845" y="0"/>
                  </a:lnTo>
                  <a:lnTo>
                    <a:pt x="3984944" y="0"/>
                  </a:lnTo>
                  <a:lnTo>
                    <a:pt x="3983042" y="0"/>
                  </a:lnTo>
                  <a:lnTo>
                    <a:pt x="3981141" y="0"/>
                  </a:lnTo>
                  <a:lnTo>
                    <a:pt x="3979240" y="0"/>
                  </a:lnTo>
                  <a:lnTo>
                    <a:pt x="3977339" y="0"/>
                  </a:lnTo>
                  <a:lnTo>
                    <a:pt x="3975438" y="0"/>
                  </a:lnTo>
                  <a:lnTo>
                    <a:pt x="3973536" y="0"/>
                  </a:lnTo>
                  <a:lnTo>
                    <a:pt x="3971635" y="0"/>
                  </a:lnTo>
                  <a:lnTo>
                    <a:pt x="3969734" y="0"/>
                  </a:lnTo>
                  <a:lnTo>
                    <a:pt x="3967833" y="0"/>
                  </a:lnTo>
                  <a:lnTo>
                    <a:pt x="3965932" y="0"/>
                  </a:lnTo>
                  <a:lnTo>
                    <a:pt x="3964030" y="0"/>
                  </a:lnTo>
                  <a:lnTo>
                    <a:pt x="3962129" y="0"/>
                  </a:lnTo>
                  <a:lnTo>
                    <a:pt x="3960228" y="0"/>
                  </a:lnTo>
                  <a:lnTo>
                    <a:pt x="3958327" y="0"/>
                  </a:lnTo>
                  <a:lnTo>
                    <a:pt x="3956425" y="0"/>
                  </a:lnTo>
                  <a:lnTo>
                    <a:pt x="3954524" y="0"/>
                  </a:lnTo>
                  <a:lnTo>
                    <a:pt x="3952623" y="0"/>
                  </a:lnTo>
                  <a:lnTo>
                    <a:pt x="3950722" y="0"/>
                  </a:lnTo>
                  <a:lnTo>
                    <a:pt x="3948821" y="0"/>
                  </a:lnTo>
                  <a:lnTo>
                    <a:pt x="3946919" y="0"/>
                  </a:lnTo>
                  <a:lnTo>
                    <a:pt x="3945018" y="0"/>
                  </a:lnTo>
                  <a:lnTo>
                    <a:pt x="3943117" y="0"/>
                  </a:lnTo>
                  <a:lnTo>
                    <a:pt x="3941216" y="0"/>
                  </a:lnTo>
                  <a:lnTo>
                    <a:pt x="3939315" y="0"/>
                  </a:lnTo>
                  <a:lnTo>
                    <a:pt x="3937413" y="0"/>
                  </a:lnTo>
                  <a:lnTo>
                    <a:pt x="3935512" y="0"/>
                  </a:lnTo>
                  <a:lnTo>
                    <a:pt x="3933611" y="0"/>
                  </a:lnTo>
                  <a:lnTo>
                    <a:pt x="3931710" y="0"/>
                  </a:lnTo>
                  <a:lnTo>
                    <a:pt x="3929808" y="0"/>
                  </a:lnTo>
                  <a:lnTo>
                    <a:pt x="3927907" y="0"/>
                  </a:lnTo>
                  <a:lnTo>
                    <a:pt x="3926006" y="0"/>
                  </a:lnTo>
                  <a:lnTo>
                    <a:pt x="3924105" y="0"/>
                  </a:lnTo>
                  <a:lnTo>
                    <a:pt x="3922204" y="0"/>
                  </a:lnTo>
                  <a:lnTo>
                    <a:pt x="3920302" y="0"/>
                  </a:lnTo>
                  <a:lnTo>
                    <a:pt x="3918401" y="0"/>
                  </a:lnTo>
                  <a:lnTo>
                    <a:pt x="3916500" y="0"/>
                  </a:lnTo>
                  <a:lnTo>
                    <a:pt x="3914599" y="0"/>
                  </a:lnTo>
                  <a:lnTo>
                    <a:pt x="3912698" y="0"/>
                  </a:lnTo>
                  <a:lnTo>
                    <a:pt x="3910796" y="0"/>
                  </a:lnTo>
                  <a:lnTo>
                    <a:pt x="3908895" y="0"/>
                  </a:lnTo>
                  <a:lnTo>
                    <a:pt x="3906994" y="0"/>
                  </a:lnTo>
                  <a:lnTo>
                    <a:pt x="3905093" y="0"/>
                  </a:lnTo>
                  <a:lnTo>
                    <a:pt x="3903191" y="0"/>
                  </a:lnTo>
                  <a:lnTo>
                    <a:pt x="3901290" y="0"/>
                  </a:lnTo>
                  <a:lnTo>
                    <a:pt x="3899389" y="0"/>
                  </a:lnTo>
                  <a:lnTo>
                    <a:pt x="3897488" y="0"/>
                  </a:lnTo>
                  <a:lnTo>
                    <a:pt x="3895587" y="0"/>
                  </a:lnTo>
                  <a:lnTo>
                    <a:pt x="3893685" y="0"/>
                  </a:lnTo>
                  <a:lnTo>
                    <a:pt x="3891784" y="0"/>
                  </a:lnTo>
                  <a:lnTo>
                    <a:pt x="3889883" y="0"/>
                  </a:lnTo>
                  <a:lnTo>
                    <a:pt x="3887982" y="0"/>
                  </a:lnTo>
                  <a:lnTo>
                    <a:pt x="3886081" y="0"/>
                  </a:lnTo>
                  <a:lnTo>
                    <a:pt x="3884179" y="0"/>
                  </a:lnTo>
                  <a:lnTo>
                    <a:pt x="3882278" y="0"/>
                  </a:lnTo>
                  <a:lnTo>
                    <a:pt x="3880377" y="0"/>
                  </a:lnTo>
                  <a:lnTo>
                    <a:pt x="3878476" y="0"/>
                  </a:lnTo>
                  <a:lnTo>
                    <a:pt x="3876574" y="0"/>
                  </a:lnTo>
                  <a:lnTo>
                    <a:pt x="3874673" y="0"/>
                  </a:lnTo>
                  <a:lnTo>
                    <a:pt x="3872772" y="0"/>
                  </a:lnTo>
                  <a:lnTo>
                    <a:pt x="3870871" y="0"/>
                  </a:lnTo>
                  <a:lnTo>
                    <a:pt x="3868970" y="0"/>
                  </a:lnTo>
                  <a:lnTo>
                    <a:pt x="3867068" y="0"/>
                  </a:lnTo>
                  <a:lnTo>
                    <a:pt x="3865167" y="0"/>
                  </a:lnTo>
                  <a:lnTo>
                    <a:pt x="3863266" y="0"/>
                  </a:lnTo>
                  <a:lnTo>
                    <a:pt x="3861365" y="0"/>
                  </a:lnTo>
                  <a:lnTo>
                    <a:pt x="3859464" y="0"/>
                  </a:lnTo>
                  <a:lnTo>
                    <a:pt x="3857562" y="0"/>
                  </a:lnTo>
                  <a:lnTo>
                    <a:pt x="3855661" y="0"/>
                  </a:lnTo>
                  <a:lnTo>
                    <a:pt x="3853760" y="0"/>
                  </a:lnTo>
                  <a:lnTo>
                    <a:pt x="3851859" y="0"/>
                  </a:lnTo>
                  <a:lnTo>
                    <a:pt x="3849957" y="0"/>
                  </a:lnTo>
                  <a:lnTo>
                    <a:pt x="3848056" y="0"/>
                  </a:lnTo>
                  <a:lnTo>
                    <a:pt x="3846155" y="0"/>
                  </a:lnTo>
                  <a:lnTo>
                    <a:pt x="3844254" y="0"/>
                  </a:lnTo>
                  <a:lnTo>
                    <a:pt x="3842353" y="0"/>
                  </a:lnTo>
                  <a:lnTo>
                    <a:pt x="3840451" y="0"/>
                  </a:lnTo>
                  <a:lnTo>
                    <a:pt x="3838550" y="0"/>
                  </a:lnTo>
                  <a:lnTo>
                    <a:pt x="3836649" y="0"/>
                  </a:lnTo>
                  <a:lnTo>
                    <a:pt x="3834748" y="0"/>
                  </a:lnTo>
                  <a:lnTo>
                    <a:pt x="3832847" y="0"/>
                  </a:lnTo>
                  <a:lnTo>
                    <a:pt x="3830945" y="0"/>
                  </a:lnTo>
                  <a:lnTo>
                    <a:pt x="3829044" y="0"/>
                  </a:lnTo>
                  <a:lnTo>
                    <a:pt x="3827143" y="0"/>
                  </a:lnTo>
                  <a:lnTo>
                    <a:pt x="3825242" y="0"/>
                  </a:lnTo>
                  <a:lnTo>
                    <a:pt x="3823340" y="0"/>
                  </a:lnTo>
                  <a:lnTo>
                    <a:pt x="3821439" y="0"/>
                  </a:lnTo>
                  <a:lnTo>
                    <a:pt x="3819538" y="0"/>
                  </a:lnTo>
                  <a:lnTo>
                    <a:pt x="3817637" y="0"/>
                  </a:lnTo>
                  <a:lnTo>
                    <a:pt x="3815736" y="0"/>
                  </a:lnTo>
                  <a:lnTo>
                    <a:pt x="3813834" y="0"/>
                  </a:lnTo>
                  <a:lnTo>
                    <a:pt x="3811933" y="0"/>
                  </a:lnTo>
                  <a:lnTo>
                    <a:pt x="3810032" y="0"/>
                  </a:lnTo>
                  <a:lnTo>
                    <a:pt x="3808131" y="0"/>
                  </a:lnTo>
                  <a:lnTo>
                    <a:pt x="3806230" y="0"/>
                  </a:lnTo>
                  <a:lnTo>
                    <a:pt x="3804328" y="0"/>
                  </a:lnTo>
                  <a:lnTo>
                    <a:pt x="3802427" y="0"/>
                  </a:lnTo>
                  <a:lnTo>
                    <a:pt x="3800526" y="0"/>
                  </a:lnTo>
                  <a:lnTo>
                    <a:pt x="3798625" y="0"/>
                  </a:lnTo>
                  <a:lnTo>
                    <a:pt x="3796723" y="0"/>
                  </a:lnTo>
                  <a:lnTo>
                    <a:pt x="3794822" y="0"/>
                  </a:lnTo>
                  <a:lnTo>
                    <a:pt x="3792921" y="0"/>
                  </a:lnTo>
                  <a:lnTo>
                    <a:pt x="3791020" y="0"/>
                  </a:lnTo>
                  <a:lnTo>
                    <a:pt x="3789119" y="0"/>
                  </a:lnTo>
                  <a:lnTo>
                    <a:pt x="3787217" y="0"/>
                  </a:lnTo>
                  <a:lnTo>
                    <a:pt x="3785316" y="0"/>
                  </a:lnTo>
                  <a:lnTo>
                    <a:pt x="3783415" y="0"/>
                  </a:lnTo>
                  <a:lnTo>
                    <a:pt x="3781514" y="0"/>
                  </a:lnTo>
                  <a:lnTo>
                    <a:pt x="3779613" y="0"/>
                  </a:lnTo>
                  <a:lnTo>
                    <a:pt x="3777711" y="0"/>
                  </a:lnTo>
                  <a:lnTo>
                    <a:pt x="3775810" y="0"/>
                  </a:lnTo>
                  <a:lnTo>
                    <a:pt x="3773909" y="0"/>
                  </a:lnTo>
                  <a:lnTo>
                    <a:pt x="3772008" y="0"/>
                  </a:lnTo>
                  <a:lnTo>
                    <a:pt x="3770107" y="0"/>
                  </a:lnTo>
                  <a:lnTo>
                    <a:pt x="3768205" y="0"/>
                  </a:lnTo>
                  <a:lnTo>
                    <a:pt x="3766304" y="0"/>
                  </a:lnTo>
                  <a:lnTo>
                    <a:pt x="3764403" y="0"/>
                  </a:lnTo>
                  <a:lnTo>
                    <a:pt x="3762502" y="0"/>
                  </a:lnTo>
                  <a:lnTo>
                    <a:pt x="3760600" y="0"/>
                  </a:lnTo>
                  <a:lnTo>
                    <a:pt x="3758699" y="0"/>
                  </a:lnTo>
                  <a:lnTo>
                    <a:pt x="3756798" y="0"/>
                  </a:lnTo>
                  <a:lnTo>
                    <a:pt x="3754897" y="0"/>
                  </a:lnTo>
                  <a:lnTo>
                    <a:pt x="3752996" y="0"/>
                  </a:lnTo>
                  <a:lnTo>
                    <a:pt x="3751094" y="0"/>
                  </a:lnTo>
                  <a:lnTo>
                    <a:pt x="3749193" y="0"/>
                  </a:lnTo>
                  <a:lnTo>
                    <a:pt x="3747292" y="0"/>
                  </a:lnTo>
                  <a:lnTo>
                    <a:pt x="3745391" y="0"/>
                  </a:lnTo>
                  <a:lnTo>
                    <a:pt x="3743490" y="0"/>
                  </a:lnTo>
                  <a:lnTo>
                    <a:pt x="3741588" y="0"/>
                  </a:lnTo>
                  <a:lnTo>
                    <a:pt x="3739687" y="0"/>
                  </a:lnTo>
                  <a:lnTo>
                    <a:pt x="3737786" y="0"/>
                  </a:lnTo>
                  <a:lnTo>
                    <a:pt x="3735885" y="0"/>
                  </a:lnTo>
                  <a:lnTo>
                    <a:pt x="3733983" y="0"/>
                  </a:lnTo>
                  <a:lnTo>
                    <a:pt x="3732082" y="0"/>
                  </a:lnTo>
                  <a:lnTo>
                    <a:pt x="3730181" y="0"/>
                  </a:lnTo>
                  <a:lnTo>
                    <a:pt x="3728280" y="0"/>
                  </a:lnTo>
                  <a:lnTo>
                    <a:pt x="3726379" y="0"/>
                  </a:lnTo>
                  <a:lnTo>
                    <a:pt x="3724477" y="0"/>
                  </a:lnTo>
                  <a:lnTo>
                    <a:pt x="3722576" y="0"/>
                  </a:lnTo>
                  <a:lnTo>
                    <a:pt x="3720675" y="0"/>
                  </a:lnTo>
                  <a:lnTo>
                    <a:pt x="3718774" y="0"/>
                  </a:lnTo>
                  <a:lnTo>
                    <a:pt x="3716873" y="0"/>
                  </a:lnTo>
                  <a:lnTo>
                    <a:pt x="3714971" y="0"/>
                  </a:lnTo>
                  <a:lnTo>
                    <a:pt x="3713070" y="0"/>
                  </a:lnTo>
                  <a:lnTo>
                    <a:pt x="3711169" y="0"/>
                  </a:lnTo>
                  <a:lnTo>
                    <a:pt x="3709268" y="0"/>
                  </a:lnTo>
                  <a:lnTo>
                    <a:pt x="3707366" y="0"/>
                  </a:lnTo>
                  <a:lnTo>
                    <a:pt x="3705465" y="0"/>
                  </a:lnTo>
                  <a:lnTo>
                    <a:pt x="3703564" y="0"/>
                  </a:lnTo>
                  <a:lnTo>
                    <a:pt x="3701663" y="0"/>
                  </a:lnTo>
                  <a:lnTo>
                    <a:pt x="3699762" y="0"/>
                  </a:lnTo>
                  <a:lnTo>
                    <a:pt x="3697860" y="0"/>
                  </a:lnTo>
                  <a:lnTo>
                    <a:pt x="3695959" y="0"/>
                  </a:lnTo>
                  <a:lnTo>
                    <a:pt x="3694058" y="0"/>
                  </a:lnTo>
                  <a:lnTo>
                    <a:pt x="3692157" y="0"/>
                  </a:lnTo>
                  <a:lnTo>
                    <a:pt x="3690256" y="0"/>
                  </a:lnTo>
                  <a:lnTo>
                    <a:pt x="3688354" y="0"/>
                  </a:lnTo>
                  <a:lnTo>
                    <a:pt x="3686453" y="0"/>
                  </a:lnTo>
                  <a:lnTo>
                    <a:pt x="3684552" y="0"/>
                  </a:lnTo>
                  <a:lnTo>
                    <a:pt x="3682651" y="0"/>
                  </a:lnTo>
                  <a:lnTo>
                    <a:pt x="3680749" y="0"/>
                  </a:lnTo>
                  <a:lnTo>
                    <a:pt x="3678848" y="0"/>
                  </a:lnTo>
                  <a:lnTo>
                    <a:pt x="3676947" y="0"/>
                  </a:lnTo>
                  <a:lnTo>
                    <a:pt x="3675046" y="0"/>
                  </a:lnTo>
                  <a:lnTo>
                    <a:pt x="3673145" y="0"/>
                  </a:lnTo>
                  <a:lnTo>
                    <a:pt x="3671243" y="0"/>
                  </a:lnTo>
                  <a:lnTo>
                    <a:pt x="3669342" y="0"/>
                  </a:lnTo>
                  <a:lnTo>
                    <a:pt x="3667441" y="0"/>
                  </a:lnTo>
                  <a:lnTo>
                    <a:pt x="3665540" y="0"/>
                  </a:lnTo>
                  <a:lnTo>
                    <a:pt x="3663639" y="0"/>
                  </a:lnTo>
                  <a:lnTo>
                    <a:pt x="3661737" y="0"/>
                  </a:lnTo>
                  <a:lnTo>
                    <a:pt x="3659836" y="0"/>
                  </a:lnTo>
                  <a:lnTo>
                    <a:pt x="3657935" y="0"/>
                  </a:lnTo>
                  <a:lnTo>
                    <a:pt x="3656034" y="0"/>
                  </a:lnTo>
                  <a:lnTo>
                    <a:pt x="3654132" y="0"/>
                  </a:lnTo>
                  <a:lnTo>
                    <a:pt x="3652231" y="0"/>
                  </a:lnTo>
                  <a:lnTo>
                    <a:pt x="3650330" y="0"/>
                  </a:lnTo>
                  <a:lnTo>
                    <a:pt x="3648429" y="0"/>
                  </a:lnTo>
                  <a:lnTo>
                    <a:pt x="3646528" y="0"/>
                  </a:lnTo>
                  <a:lnTo>
                    <a:pt x="3644626" y="0"/>
                  </a:lnTo>
                  <a:lnTo>
                    <a:pt x="3642725" y="0"/>
                  </a:lnTo>
                  <a:lnTo>
                    <a:pt x="3640824" y="0"/>
                  </a:lnTo>
                  <a:lnTo>
                    <a:pt x="3638923" y="0"/>
                  </a:lnTo>
                  <a:lnTo>
                    <a:pt x="3637022" y="0"/>
                  </a:lnTo>
                  <a:lnTo>
                    <a:pt x="3635120" y="0"/>
                  </a:lnTo>
                  <a:lnTo>
                    <a:pt x="3633219" y="0"/>
                  </a:lnTo>
                  <a:lnTo>
                    <a:pt x="3631318" y="0"/>
                  </a:lnTo>
                  <a:lnTo>
                    <a:pt x="3629417" y="0"/>
                  </a:lnTo>
                  <a:lnTo>
                    <a:pt x="3627515" y="0"/>
                  </a:lnTo>
                  <a:lnTo>
                    <a:pt x="3625614" y="0"/>
                  </a:lnTo>
                  <a:lnTo>
                    <a:pt x="3623713" y="0"/>
                  </a:lnTo>
                  <a:lnTo>
                    <a:pt x="3621812" y="0"/>
                  </a:lnTo>
                  <a:lnTo>
                    <a:pt x="3619911" y="0"/>
                  </a:lnTo>
                  <a:lnTo>
                    <a:pt x="3618009" y="0"/>
                  </a:lnTo>
                  <a:lnTo>
                    <a:pt x="3616108" y="0"/>
                  </a:lnTo>
                  <a:lnTo>
                    <a:pt x="3614207" y="0"/>
                  </a:lnTo>
                  <a:lnTo>
                    <a:pt x="3612306" y="0"/>
                  </a:lnTo>
                  <a:lnTo>
                    <a:pt x="3610405" y="0"/>
                  </a:lnTo>
                  <a:lnTo>
                    <a:pt x="3608503" y="0"/>
                  </a:lnTo>
                  <a:lnTo>
                    <a:pt x="3606602" y="0"/>
                  </a:lnTo>
                  <a:lnTo>
                    <a:pt x="3604701" y="0"/>
                  </a:lnTo>
                  <a:lnTo>
                    <a:pt x="3602800" y="0"/>
                  </a:lnTo>
                  <a:lnTo>
                    <a:pt x="3600898" y="0"/>
                  </a:lnTo>
                  <a:lnTo>
                    <a:pt x="3598997" y="0"/>
                  </a:lnTo>
                  <a:lnTo>
                    <a:pt x="3597096" y="0"/>
                  </a:lnTo>
                  <a:lnTo>
                    <a:pt x="3595195" y="0"/>
                  </a:lnTo>
                  <a:lnTo>
                    <a:pt x="3593294" y="0"/>
                  </a:lnTo>
                  <a:lnTo>
                    <a:pt x="3591392" y="0"/>
                  </a:lnTo>
                  <a:lnTo>
                    <a:pt x="3589491" y="0"/>
                  </a:lnTo>
                  <a:lnTo>
                    <a:pt x="3587590" y="0"/>
                  </a:lnTo>
                  <a:lnTo>
                    <a:pt x="3585689" y="0"/>
                  </a:lnTo>
                  <a:lnTo>
                    <a:pt x="3583788" y="0"/>
                  </a:lnTo>
                  <a:lnTo>
                    <a:pt x="3581886" y="0"/>
                  </a:lnTo>
                  <a:lnTo>
                    <a:pt x="3579985" y="0"/>
                  </a:lnTo>
                  <a:lnTo>
                    <a:pt x="3578084" y="0"/>
                  </a:lnTo>
                  <a:lnTo>
                    <a:pt x="3576183" y="0"/>
                  </a:lnTo>
                  <a:lnTo>
                    <a:pt x="3574281" y="0"/>
                  </a:lnTo>
                  <a:lnTo>
                    <a:pt x="3572380" y="0"/>
                  </a:lnTo>
                  <a:lnTo>
                    <a:pt x="3570479" y="0"/>
                  </a:lnTo>
                  <a:lnTo>
                    <a:pt x="3568578" y="0"/>
                  </a:lnTo>
                  <a:lnTo>
                    <a:pt x="3566677" y="0"/>
                  </a:lnTo>
                  <a:lnTo>
                    <a:pt x="3564775" y="0"/>
                  </a:lnTo>
                  <a:lnTo>
                    <a:pt x="3562874" y="0"/>
                  </a:lnTo>
                  <a:lnTo>
                    <a:pt x="3560973" y="0"/>
                  </a:lnTo>
                  <a:lnTo>
                    <a:pt x="3559072" y="0"/>
                  </a:lnTo>
                  <a:lnTo>
                    <a:pt x="3557171" y="0"/>
                  </a:lnTo>
                  <a:lnTo>
                    <a:pt x="3555269" y="0"/>
                  </a:lnTo>
                  <a:lnTo>
                    <a:pt x="3553368" y="0"/>
                  </a:lnTo>
                  <a:lnTo>
                    <a:pt x="3551467" y="0"/>
                  </a:lnTo>
                  <a:lnTo>
                    <a:pt x="3549566" y="0"/>
                  </a:lnTo>
                  <a:lnTo>
                    <a:pt x="3547664" y="0"/>
                  </a:lnTo>
                  <a:lnTo>
                    <a:pt x="3545763" y="0"/>
                  </a:lnTo>
                  <a:lnTo>
                    <a:pt x="3543862" y="0"/>
                  </a:lnTo>
                  <a:lnTo>
                    <a:pt x="3541961" y="0"/>
                  </a:lnTo>
                  <a:lnTo>
                    <a:pt x="3540060" y="0"/>
                  </a:lnTo>
                  <a:lnTo>
                    <a:pt x="3538158" y="0"/>
                  </a:lnTo>
                  <a:lnTo>
                    <a:pt x="3536257" y="0"/>
                  </a:lnTo>
                  <a:lnTo>
                    <a:pt x="3534356" y="0"/>
                  </a:lnTo>
                  <a:lnTo>
                    <a:pt x="3532455" y="0"/>
                  </a:lnTo>
                  <a:lnTo>
                    <a:pt x="3530554" y="0"/>
                  </a:lnTo>
                  <a:lnTo>
                    <a:pt x="3528652" y="0"/>
                  </a:lnTo>
                  <a:lnTo>
                    <a:pt x="3526751" y="0"/>
                  </a:lnTo>
                  <a:lnTo>
                    <a:pt x="3524850" y="0"/>
                  </a:lnTo>
                  <a:lnTo>
                    <a:pt x="3522949" y="0"/>
                  </a:lnTo>
                  <a:lnTo>
                    <a:pt x="3521047" y="0"/>
                  </a:lnTo>
                  <a:lnTo>
                    <a:pt x="3519146" y="0"/>
                  </a:lnTo>
                  <a:lnTo>
                    <a:pt x="3517245" y="0"/>
                  </a:lnTo>
                  <a:lnTo>
                    <a:pt x="3515344" y="0"/>
                  </a:lnTo>
                  <a:lnTo>
                    <a:pt x="3513443" y="0"/>
                  </a:lnTo>
                  <a:lnTo>
                    <a:pt x="3511541" y="0"/>
                  </a:lnTo>
                  <a:lnTo>
                    <a:pt x="3509640" y="0"/>
                  </a:lnTo>
                  <a:lnTo>
                    <a:pt x="3507739" y="0"/>
                  </a:lnTo>
                  <a:lnTo>
                    <a:pt x="3505838" y="0"/>
                  </a:lnTo>
                  <a:lnTo>
                    <a:pt x="3503937" y="0"/>
                  </a:lnTo>
                  <a:lnTo>
                    <a:pt x="3502035" y="0"/>
                  </a:lnTo>
                  <a:lnTo>
                    <a:pt x="3500134" y="0"/>
                  </a:lnTo>
                  <a:lnTo>
                    <a:pt x="3498233" y="0"/>
                  </a:lnTo>
                  <a:lnTo>
                    <a:pt x="3496332" y="0"/>
                  </a:lnTo>
                  <a:lnTo>
                    <a:pt x="3494430" y="0"/>
                  </a:lnTo>
                  <a:lnTo>
                    <a:pt x="3492529" y="0"/>
                  </a:lnTo>
                  <a:lnTo>
                    <a:pt x="3490628" y="0"/>
                  </a:lnTo>
                  <a:lnTo>
                    <a:pt x="3488727" y="0"/>
                  </a:lnTo>
                  <a:lnTo>
                    <a:pt x="3486826" y="0"/>
                  </a:lnTo>
                  <a:lnTo>
                    <a:pt x="3484924" y="0"/>
                  </a:lnTo>
                  <a:lnTo>
                    <a:pt x="3483023" y="0"/>
                  </a:lnTo>
                  <a:lnTo>
                    <a:pt x="3481122" y="0"/>
                  </a:lnTo>
                  <a:lnTo>
                    <a:pt x="3479221" y="0"/>
                  </a:lnTo>
                  <a:lnTo>
                    <a:pt x="3477320" y="0"/>
                  </a:lnTo>
                  <a:lnTo>
                    <a:pt x="3475418" y="0"/>
                  </a:lnTo>
                  <a:lnTo>
                    <a:pt x="3473517" y="0"/>
                  </a:lnTo>
                  <a:lnTo>
                    <a:pt x="3471616" y="0"/>
                  </a:lnTo>
                  <a:lnTo>
                    <a:pt x="3469715" y="0"/>
                  </a:lnTo>
                  <a:lnTo>
                    <a:pt x="3467814" y="0"/>
                  </a:lnTo>
                  <a:lnTo>
                    <a:pt x="3465912" y="0"/>
                  </a:lnTo>
                  <a:lnTo>
                    <a:pt x="3464011" y="0"/>
                  </a:lnTo>
                  <a:lnTo>
                    <a:pt x="3462110" y="0"/>
                  </a:lnTo>
                  <a:lnTo>
                    <a:pt x="3460209" y="0"/>
                  </a:lnTo>
                  <a:lnTo>
                    <a:pt x="3458307" y="0"/>
                  </a:lnTo>
                  <a:lnTo>
                    <a:pt x="3456406" y="0"/>
                  </a:lnTo>
                  <a:lnTo>
                    <a:pt x="3454505" y="0"/>
                  </a:lnTo>
                  <a:lnTo>
                    <a:pt x="3452604" y="0"/>
                  </a:lnTo>
                  <a:lnTo>
                    <a:pt x="3450703" y="0"/>
                  </a:lnTo>
                  <a:lnTo>
                    <a:pt x="3448801" y="0"/>
                  </a:lnTo>
                  <a:lnTo>
                    <a:pt x="3446900" y="0"/>
                  </a:lnTo>
                  <a:lnTo>
                    <a:pt x="3444999" y="0"/>
                  </a:lnTo>
                  <a:lnTo>
                    <a:pt x="3443098" y="0"/>
                  </a:lnTo>
                  <a:lnTo>
                    <a:pt x="3441197" y="0"/>
                  </a:lnTo>
                  <a:lnTo>
                    <a:pt x="3439295" y="0"/>
                  </a:lnTo>
                  <a:lnTo>
                    <a:pt x="3437394" y="0"/>
                  </a:lnTo>
                  <a:lnTo>
                    <a:pt x="3435493" y="0"/>
                  </a:lnTo>
                  <a:lnTo>
                    <a:pt x="3433592" y="0"/>
                  </a:lnTo>
                  <a:lnTo>
                    <a:pt x="3431690" y="0"/>
                  </a:lnTo>
                  <a:lnTo>
                    <a:pt x="3429789" y="0"/>
                  </a:lnTo>
                  <a:lnTo>
                    <a:pt x="3427888" y="0"/>
                  </a:lnTo>
                  <a:lnTo>
                    <a:pt x="3425987" y="0"/>
                  </a:lnTo>
                  <a:lnTo>
                    <a:pt x="3424086" y="0"/>
                  </a:lnTo>
                  <a:lnTo>
                    <a:pt x="3422184" y="0"/>
                  </a:lnTo>
                  <a:lnTo>
                    <a:pt x="3420283" y="0"/>
                  </a:lnTo>
                  <a:lnTo>
                    <a:pt x="3418382" y="0"/>
                  </a:lnTo>
                  <a:lnTo>
                    <a:pt x="3416481" y="0"/>
                  </a:lnTo>
                  <a:lnTo>
                    <a:pt x="3414580" y="0"/>
                  </a:lnTo>
                  <a:lnTo>
                    <a:pt x="3412678" y="0"/>
                  </a:lnTo>
                  <a:lnTo>
                    <a:pt x="3410777" y="0"/>
                  </a:lnTo>
                  <a:lnTo>
                    <a:pt x="3408876" y="0"/>
                  </a:lnTo>
                  <a:lnTo>
                    <a:pt x="3406975" y="0"/>
                  </a:lnTo>
                  <a:lnTo>
                    <a:pt x="3405073" y="0"/>
                  </a:lnTo>
                  <a:lnTo>
                    <a:pt x="3403172" y="0"/>
                  </a:lnTo>
                  <a:lnTo>
                    <a:pt x="3401271" y="0"/>
                  </a:lnTo>
                  <a:lnTo>
                    <a:pt x="3399370" y="0"/>
                  </a:lnTo>
                  <a:lnTo>
                    <a:pt x="3397469" y="0"/>
                  </a:lnTo>
                  <a:lnTo>
                    <a:pt x="3395567" y="0"/>
                  </a:lnTo>
                  <a:lnTo>
                    <a:pt x="3393666" y="0"/>
                  </a:lnTo>
                  <a:lnTo>
                    <a:pt x="3391765" y="0"/>
                  </a:lnTo>
                  <a:lnTo>
                    <a:pt x="3389864" y="0"/>
                  </a:lnTo>
                  <a:lnTo>
                    <a:pt x="3387963" y="0"/>
                  </a:lnTo>
                  <a:lnTo>
                    <a:pt x="3386061" y="0"/>
                  </a:lnTo>
                  <a:lnTo>
                    <a:pt x="3384160" y="0"/>
                  </a:lnTo>
                  <a:lnTo>
                    <a:pt x="3382259" y="0"/>
                  </a:lnTo>
                  <a:lnTo>
                    <a:pt x="3380358" y="0"/>
                  </a:lnTo>
                  <a:lnTo>
                    <a:pt x="3378456" y="0"/>
                  </a:lnTo>
                  <a:lnTo>
                    <a:pt x="3376555" y="0"/>
                  </a:lnTo>
                  <a:lnTo>
                    <a:pt x="3374654" y="0"/>
                  </a:lnTo>
                  <a:lnTo>
                    <a:pt x="3372753" y="0"/>
                  </a:lnTo>
                  <a:lnTo>
                    <a:pt x="3370852" y="0"/>
                  </a:lnTo>
                  <a:lnTo>
                    <a:pt x="3368950" y="0"/>
                  </a:lnTo>
                  <a:lnTo>
                    <a:pt x="3367049" y="0"/>
                  </a:lnTo>
                  <a:lnTo>
                    <a:pt x="3365148" y="0"/>
                  </a:lnTo>
                  <a:lnTo>
                    <a:pt x="3363247" y="0"/>
                  </a:lnTo>
                  <a:lnTo>
                    <a:pt x="3361346" y="0"/>
                  </a:lnTo>
                  <a:lnTo>
                    <a:pt x="3359444" y="0"/>
                  </a:lnTo>
                  <a:lnTo>
                    <a:pt x="3357543" y="0"/>
                  </a:lnTo>
                  <a:lnTo>
                    <a:pt x="3355642" y="0"/>
                  </a:lnTo>
                  <a:lnTo>
                    <a:pt x="3353741" y="0"/>
                  </a:lnTo>
                  <a:lnTo>
                    <a:pt x="3351839" y="0"/>
                  </a:lnTo>
                  <a:lnTo>
                    <a:pt x="3349938" y="0"/>
                  </a:lnTo>
                  <a:lnTo>
                    <a:pt x="3348037" y="0"/>
                  </a:lnTo>
                  <a:lnTo>
                    <a:pt x="3346136" y="0"/>
                  </a:lnTo>
                  <a:lnTo>
                    <a:pt x="3344235" y="0"/>
                  </a:lnTo>
                  <a:lnTo>
                    <a:pt x="3342333" y="0"/>
                  </a:lnTo>
                  <a:lnTo>
                    <a:pt x="3340432" y="0"/>
                  </a:lnTo>
                  <a:lnTo>
                    <a:pt x="3338531" y="0"/>
                  </a:lnTo>
                  <a:lnTo>
                    <a:pt x="3336630" y="0"/>
                  </a:lnTo>
                  <a:lnTo>
                    <a:pt x="3334729" y="0"/>
                  </a:lnTo>
                  <a:lnTo>
                    <a:pt x="3332827" y="0"/>
                  </a:lnTo>
                  <a:lnTo>
                    <a:pt x="3330926" y="0"/>
                  </a:lnTo>
                  <a:lnTo>
                    <a:pt x="3329025" y="0"/>
                  </a:lnTo>
                  <a:lnTo>
                    <a:pt x="3327124" y="0"/>
                  </a:lnTo>
                  <a:lnTo>
                    <a:pt x="3325222" y="0"/>
                  </a:lnTo>
                  <a:lnTo>
                    <a:pt x="3323321" y="0"/>
                  </a:lnTo>
                  <a:lnTo>
                    <a:pt x="3321420" y="0"/>
                  </a:lnTo>
                  <a:lnTo>
                    <a:pt x="3319519" y="0"/>
                  </a:lnTo>
                  <a:lnTo>
                    <a:pt x="3317618" y="0"/>
                  </a:lnTo>
                  <a:lnTo>
                    <a:pt x="3315716" y="0"/>
                  </a:lnTo>
                  <a:lnTo>
                    <a:pt x="3313815" y="0"/>
                  </a:lnTo>
                  <a:lnTo>
                    <a:pt x="3311914" y="0"/>
                  </a:lnTo>
                  <a:lnTo>
                    <a:pt x="3310013" y="0"/>
                  </a:lnTo>
                  <a:lnTo>
                    <a:pt x="3308112" y="0"/>
                  </a:lnTo>
                  <a:lnTo>
                    <a:pt x="3306210" y="0"/>
                  </a:lnTo>
                  <a:lnTo>
                    <a:pt x="3304309" y="0"/>
                  </a:lnTo>
                  <a:lnTo>
                    <a:pt x="3302408" y="0"/>
                  </a:lnTo>
                  <a:lnTo>
                    <a:pt x="3300507" y="0"/>
                  </a:lnTo>
                  <a:lnTo>
                    <a:pt x="3298605" y="0"/>
                  </a:lnTo>
                  <a:lnTo>
                    <a:pt x="3296704" y="0"/>
                  </a:lnTo>
                  <a:lnTo>
                    <a:pt x="3294803" y="0"/>
                  </a:lnTo>
                  <a:lnTo>
                    <a:pt x="3292902" y="0"/>
                  </a:lnTo>
                  <a:lnTo>
                    <a:pt x="3291001" y="0"/>
                  </a:lnTo>
                  <a:lnTo>
                    <a:pt x="3289099" y="0"/>
                  </a:lnTo>
                  <a:lnTo>
                    <a:pt x="3287198" y="0"/>
                  </a:lnTo>
                  <a:lnTo>
                    <a:pt x="3285297" y="0"/>
                  </a:lnTo>
                  <a:lnTo>
                    <a:pt x="3283396" y="0"/>
                  </a:lnTo>
                  <a:lnTo>
                    <a:pt x="3281495" y="0"/>
                  </a:lnTo>
                  <a:lnTo>
                    <a:pt x="3279593" y="0"/>
                  </a:lnTo>
                  <a:lnTo>
                    <a:pt x="3277692" y="0"/>
                  </a:lnTo>
                  <a:lnTo>
                    <a:pt x="3275791" y="0"/>
                  </a:lnTo>
                  <a:lnTo>
                    <a:pt x="3273890" y="0"/>
                  </a:lnTo>
                  <a:lnTo>
                    <a:pt x="3271988" y="0"/>
                  </a:lnTo>
                  <a:lnTo>
                    <a:pt x="3270087" y="0"/>
                  </a:lnTo>
                  <a:lnTo>
                    <a:pt x="3268186" y="0"/>
                  </a:lnTo>
                  <a:lnTo>
                    <a:pt x="3266285" y="0"/>
                  </a:lnTo>
                  <a:lnTo>
                    <a:pt x="3264384" y="0"/>
                  </a:lnTo>
                  <a:lnTo>
                    <a:pt x="3262482" y="0"/>
                  </a:lnTo>
                  <a:lnTo>
                    <a:pt x="3260581" y="0"/>
                  </a:lnTo>
                  <a:lnTo>
                    <a:pt x="3258680" y="0"/>
                  </a:lnTo>
                  <a:lnTo>
                    <a:pt x="3256779" y="0"/>
                  </a:lnTo>
                  <a:lnTo>
                    <a:pt x="3254878" y="0"/>
                  </a:lnTo>
                  <a:lnTo>
                    <a:pt x="3252976" y="0"/>
                  </a:lnTo>
                  <a:lnTo>
                    <a:pt x="3251075" y="0"/>
                  </a:lnTo>
                  <a:lnTo>
                    <a:pt x="3249174" y="0"/>
                  </a:lnTo>
                  <a:lnTo>
                    <a:pt x="3247273" y="0"/>
                  </a:lnTo>
                  <a:lnTo>
                    <a:pt x="3245371" y="0"/>
                  </a:lnTo>
                  <a:lnTo>
                    <a:pt x="3243470" y="0"/>
                  </a:lnTo>
                  <a:lnTo>
                    <a:pt x="3241569" y="0"/>
                  </a:lnTo>
                  <a:lnTo>
                    <a:pt x="3239668" y="0"/>
                  </a:lnTo>
                  <a:lnTo>
                    <a:pt x="3237767" y="0"/>
                  </a:lnTo>
                  <a:lnTo>
                    <a:pt x="3235865" y="0"/>
                  </a:lnTo>
                  <a:lnTo>
                    <a:pt x="3233964" y="0"/>
                  </a:lnTo>
                  <a:lnTo>
                    <a:pt x="3232063" y="0"/>
                  </a:lnTo>
                  <a:lnTo>
                    <a:pt x="3230162" y="0"/>
                  </a:lnTo>
                  <a:lnTo>
                    <a:pt x="3228261" y="0"/>
                  </a:lnTo>
                  <a:lnTo>
                    <a:pt x="3226359" y="0"/>
                  </a:lnTo>
                  <a:lnTo>
                    <a:pt x="3224458" y="0"/>
                  </a:lnTo>
                  <a:lnTo>
                    <a:pt x="3222557" y="0"/>
                  </a:lnTo>
                  <a:lnTo>
                    <a:pt x="3220656" y="0"/>
                  </a:lnTo>
                  <a:lnTo>
                    <a:pt x="3218754" y="0"/>
                  </a:lnTo>
                  <a:lnTo>
                    <a:pt x="3216853" y="0"/>
                  </a:lnTo>
                  <a:lnTo>
                    <a:pt x="3214952" y="0"/>
                  </a:lnTo>
                  <a:lnTo>
                    <a:pt x="3213051" y="0"/>
                  </a:lnTo>
                  <a:lnTo>
                    <a:pt x="3211150" y="0"/>
                  </a:lnTo>
                  <a:lnTo>
                    <a:pt x="3209248" y="0"/>
                  </a:lnTo>
                  <a:lnTo>
                    <a:pt x="3207347" y="0"/>
                  </a:lnTo>
                  <a:lnTo>
                    <a:pt x="3205446" y="0"/>
                  </a:lnTo>
                  <a:lnTo>
                    <a:pt x="3203545" y="0"/>
                  </a:lnTo>
                  <a:lnTo>
                    <a:pt x="3201644" y="0"/>
                  </a:lnTo>
                  <a:lnTo>
                    <a:pt x="3199742" y="0"/>
                  </a:lnTo>
                  <a:lnTo>
                    <a:pt x="3197841" y="0"/>
                  </a:lnTo>
                  <a:lnTo>
                    <a:pt x="3195940" y="0"/>
                  </a:lnTo>
                  <a:lnTo>
                    <a:pt x="3194039" y="0"/>
                  </a:lnTo>
                  <a:lnTo>
                    <a:pt x="3192138" y="0"/>
                  </a:lnTo>
                  <a:lnTo>
                    <a:pt x="3190236" y="0"/>
                  </a:lnTo>
                  <a:lnTo>
                    <a:pt x="3188335" y="0"/>
                  </a:lnTo>
                  <a:lnTo>
                    <a:pt x="3186434" y="0"/>
                  </a:lnTo>
                  <a:lnTo>
                    <a:pt x="3184533" y="0"/>
                  </a:lnTo>
                  <a:lnTo>
                    <a:pt x="3182631" y="0"/>
                  </a:lnTo>
                  <a:lnTo>
                    <a:pt x="3180730" y="0"/>
                  </a:lnTo>
                  <a:lnTo>
                    <a:pt x="3178829" y="0"/>
                  </a:lnTo>
                  <a:lnTo>
                    <a:pt x="3176928" y="0"/>
                  </a:lnTo>
                  <a:lnTo>
                    <a:pt x="3175027" y="0"/>
                  </a:lnTo>
                  <a:lnTo>
                    <a:pt x="3173125" y="0"/>
                  </a:lnTo>
                  <a:lnTo>
                    <a:pt x="3171224" y="0"/>
                  </a:lnTo>
                  <a:lnTo>
                    <a:pt x="3169323" y="0"/>
                  </a:lnTo>
                  <a:lnTo>
                    <a:pt x="3167422" y="0"/>
                  </a:lnTo>
                  <a:lnTo>
                    <a:pt x="3165521" y="0"/>
                  </a:lnTo>
                  <a:lnTo>
                    <a:pt x="3163619" y="0"/>
                  </a:lnTo>
                  <a:lnTo>
                    <a:pt x="3161718" y="0"/>
                  </a:lnTo>
                  <a:lnTo>
                    <a:pt x="3159817" y="0"/>
                  </a:lnTo>
                  <a:lnTo>
                    <a:pt x="3157916" y="0"/>
                  </a:lnTo>
                  <a:lnTo>
                    <a:pt x="3156014" y="0"/>
                  </a:lnTo>
                  <a:lnTo>
                    <a:pt x="3154113" y="0"/>
                  </a:lnTo>
                  <a:lnTo>
                    <a:pt x="3152212" y="0"/>
                  </a:lnTo>
                  <a:lnTo>
                    <a:pt x="3150311" y="0"/>
                  </a:lnTo>
                  <a:lnTo>
                    <a:pt x="3148410" y="0"/>
                  </a:lnTo>
                  <a:lnTo>
                    <a:pt x="3146508" y="0"/>
                  </a:lnTo>
                  <a:lnTo>
                    <a:pt x="3144607" y="0"/>
                  </a:lnTo>
                  <a:lnTo>
                    <a:pt x="3142706" y="0"/>
                  </a:lnTo>
                  <a:lnTo>
                    <a:pt x="3140805" y="0"/>
                  </a:lnTo>
                  <a:lnTo>
                    <a:pt x="3138904" y="0"/>
                  </a:lnTo>
                  <a:lnTo>
                    <a:pt x="3137002" y="0"/>
                  </a:lnTo>
                  <a:lnTo>
                    <a:pt x="3135101" y="0"/>
                  </a:lnTo>
                  <a:lnTo>
                    <a:pt x="3133200" y="0"/>
                  </a:lnTo>
                  <a:lnTo>
                    <a:pt x="3131299" y="0"/>
                  </a:lnTo>
                  <a:lnTo>
                    <a:pt x="3129397" y="0"/>
                  </a:lnTo>
                  <a:lnTo>
                    <a:pt x="3127496" y="0"/>
                  </a:lnTo>
                  <a:lnTo>
                    <a:pt x="3125595" y="0"/>
                  </a:lnTo>
                  <a:lnTo>
                    <a:pt x="3123694" y="0"/>
                  </a:lnTo>
                  <a:lnTo>
                    <a:pt x="3121793" y="0"/>
                  </a:lnTo>
                  <a:lnTo>
                    <a:pt x="3119891" y="0"/>
                  </a:lnTo>
                  <a:lnTo>
                    <a:pt x="3117990" y="0"/>
                  </a:lnTo>
                  <a:lnTo>
                    <a:pt x="3116089" y="0"/>
                  </a:lnTo>
                  <a:lnTo>
                    <a:pt x="3114188" y="0"/>
                  </a:lnTo>
                  <a:lnTo>
                    <a:pt x="3112287" y="0"/>
                  </a:lnTo>
                  <a:lnTo>
                    <a:pt x="3110385" y="0"/>
                  </a:lnTo>
                  <a:lnTo>
                    <a:pt x="3108484" y="0"/>
                  </a:lnTo>
                  <a:lnTo>
                    <a:pt x="3106583" y="0"/>
                  </a:lnTo>
                  <a:lnTo>
                    <a:pt x="3104682" y="0"/>
                  </a:lnTo>
                  <a:lnTo>
                    <a:pt x="3102780" y="0"/>
                  </a:lnTo>
                  <a:lnTo>
                    <a:pt x="3100879" y="0"/>
                  </a:lnTo>
                  <a:lnTo>
                    <a:pt x="3098978" y="0"/>
                  </a:lnTo>
                  <a:lnTo>
                    <a:pt x="3097077" y="0"/>
                  </a:lnTo>
                  <a:lnTo>
                    <a:pt x="3095176" y="0"/>
                  </a:lnTo>
                  <a:lnTo>
                    <a:pt x="3093274" y="0"/>
                  </a:lnTo>
                  <a:lnTo>
                    <a:pt x="3091373" y="0"/>
                  </a:lnTo>
                  <a:lnTo>
                    <a:pt x="3089472" y="0"/>
                  </a:lnTo>
                  <a:lnTo>
                    <a:pt x="3087571" y="0"/>
                  </a:lnTo>
                  <a:lnTo>
                    <a:pt x="3085670" y="0"/>
                  </a:lnTo>
                  <a:lnTo>
                    <a:pt x="3083768" y="0"/>
                  </a:lnTo>
                  <a:lnTo>
                    <a:pt x="3081867" y="0"/>
                  </a:lnTo>
                  <a:lnTo>
                    <a:pt x="3079966" y="0"/>
                  </a:lnTo>
                  <a:lnTo>
                    <a:pt x="3078065" y="0"/>
                  </a:lnTo>
                  <a:lnTo>
                    <a:pt x="3076163" y="0"/>
                  </a:lnTo>
                  <a:lnTo>
                    <a:pt x="3074262" y="0"/>
                  </a:lnTo>
                  <a:lnTo>
                    <a:pt x="3072361" y="0"/>
                  </a:lnTo>
                  <a:lnTo>
                    <a:pt x="3070460" y="0"/>
                  </a:lnTo>
                  <a:lnTo>
                    <a:pt x="3068559" y="0"/>
                  </a:lnTo>
                  <a:lnTo>
                    <a:pt x="3066657" y="0"/>
                  </a:lnTo>
                  <a:lnTo>
                    <a:pt x="3064756" y="0"/>
                  </a:lnTo>
                  <a:lnTo>
                    <a:pt x="3062855" y="0"/>
                  </a:lnTo>
                  <a:lnTo>
                    <a:pt x="3060954" y="0"/>
                  </a:lnTo>
                  <a:lnTo>
                    <a:pt x="3059053" y="0"/>
                  </a:lnTo>
                  <a:lnTo>
                    <a:pt x="3057151" y="0"/>
                  </a:lnTo>
                  <a:lnTo>
                    <a:pt x="3055250" y="0"/>
                  </a:lnTo>
                  <a:lnTo>
                    <a:pt x="3053349" y="0"/>
                  </a:lnTo>
                  <a:lnTo>
                    <a:pt x="3051448" y="0"/>
                  </a:lnTo>
                  <a:lnTo>
                    <a:pt x="3049546" y="0"/>
                  </a:lnTo>
                  <a:lnTo>
                    <a:pt x="3047645" y="0"/>
                  </a:lnTo>
                  <a:lnTo>
                    <a:pt x="3045744" y="0"/>
                  </a:lnTo>
                  <a:lnTo>
                    <a:pt x="3043843" y="0"/>
                  </a:lnTo>
                  <a:lnTo>
                    <a:pt x="3041942" y="0"/>
                  </a:lnTo>
                  <a:lnTo>
                    <a:pt x="3040040" y="0"/>
                  </a:lnTo>
                  <a:lnTo>
                    <a:pt x="3038139" y="0"/>
                  </a:lnTo>
                  <a:lnTo>
                    <a:pt x="3036238" y="0"/>
                  </a:lnTo>
                  <a:lnTo>
                    <a:pt x="3034337" y="0"/>
                  </a:lnTo>
                  <a:lnTo>
                    <a:pt x="3032436" y="0"/>
                  </a:lnTo>
                  <a:lnTo>
                    <a:pt x="3030534" y="0"/>
                  </a:lnTo>
                  <a:lnTo>
                    <a:pt x="3028633" y="0"/>
                  </a:lnTo>
                  <a:lnTo>
                    <a:pt x="3026732" y="0"/>
                  </a:lnTo>
                  <a:lnTo>
                    <a:pt x="3024831" y="0"/>
                  </a:lnTo>
                  <a:lnTo>
                    <a:pt x="3022929" y="0"/>
                  </a:lnTo>
                  <a:lnTo>
                    <a:pt x="3021028" y="0"/>
                  </a:lnTo>
                  <a:lnTo>
                    <a:pt x="3019127" y="0"/>
                  </a:lnTo>
                  <a:lnTo>
                    <a:pt x="3017226" y="0"/>
                  </a:lnTo>
                  <a:lnTo>
                    <a:pt x="3015325" y="0"/>
                  </a:lnTo>
                  <a:lnTo>
                    <a:pt x="3013423" y="0"/>
                  </a:lnTo>
                  <a:lnTo>
                    <a:pt x="3011522" y="0"/>
                  </a:lnTo>
                  <a:lnTo>
                    <a:pt x="3009621" y="0"/>
                  </a:lnTo>
                  <a:lnTo>
                    <a:pt x="3007720" y="0"/>
                  </a:lnTo>
                  <a:lnTo>
                    <a:pt x="3005819" y="0"/>
                  </a:lnTo>
                  <a:lnTo>
                    <a:pt x="3003917" y="0"/>
                  </a:lnTo>
                  <a:lnTo>
                    <a:pt x="3002016" y="0"/>
                  </a:lnTo>
                  <a:lnTo>
                    <a:pt x="3000115" y="0"/>
                  </a:lnTo>
                  <a:lnTo>
                    <a:pt x="2998214" y="0"/>
                  </a:lnTo>
                  <a:lnTo>
                    <a:pt x="2996312" y="0"/>
                  </a:lnTo>
                  <a:lnTo>
                    <a:pt x="2994411" y="0"/>
                  </a:lnTo>
                  <a:lnTo>
                    <a:pt x="2992510" y="0"/>
                  </a:lnTo>
                  <a:lnTo>
                    <a:pt x="2990609" y="0"/>
                  </a:lnTo>
                  <a:lnTo>
                    <a:pt x="2988708" y="0"/>
                  </a:lnTo>
                  <a:lnTo>
                    <a:pt x="2986806" y="0"/>
                  </a:lnTo>
                  <a:lnTo>
                    <a:pt x="2984905" y="0"/>
                  </a:lnTo>
                  <a:lnTo>
                    <a:pt x="2983004" y="0"/>
                  </a:lnTo>
                  <a:lnTo>
                    <a:pt x="2981103" y="0"/>
                  </a:lnTo>
                  <a:lnTo>
                    <a:pt x="2979202" y="0"/>
                  </a:lnTo>
                  <a:lnTo>
                    <a:pt x="2977300" y="0"/>
                  </a:lnTo>
                  <a:lnTo>
                    <a:pt x="2975399" y="0"/>
                  </a:lnTo>
                  <a:lnTo>
                    <a:pt x="2973498" y="0"/>
                  </a:lnTo>
                  <a:lnTo>
                    <a:pt x="2971597" y="0"/>
                  </a:lnTo>
                  <a:lnTo>
                    <a:pt x="2969695" y="0"/>
                  </a:lnTo>
                  <a:lnTo>
                    <a:pt x="2967794" y="0"/>
                  </a:lnTo>
                  <a:lnTo>
                    <a:pt x="2965893" y="0"/>
                  </a:lnTo>
                  <a:lnTo>
                    <a:pt x="2963992" y="0"/>
                  </a:lnTo>
                  <a:lnTo>
                    <a:pt x="2962091" y="0"/>
                  </a:lnTo>
                  <a:lnTo>
                    <a:pt x="2960189" y="0"/>
                  </a:lnTo>
                  <a:lnTo>
                    <a:pt x="2958288" y="0"/>
                  </a:lnTo>
                  <a:lnTo>
                    <a:pt x="2956387" y="0"/>
                  </a:lnTo>
                  <a:lnTo>
                    <a:pt x="2954486" y="0"/>
                  </a:lnTo>
                  <a:lnTo>
                    <a:pt x="2952585" y="0"/>
                  </a:lnTo>
                  <a:lnTo>
                    <a:pt x="2950683" y="0"/>
                  </a:lnTo>
                  <a:lnTo>
                    <a:pt x="2948782" y="0"/>
                  </a:lnTo>
                  <a:lnTo>
                    <a:pt x="2946881" y="0"/>
                  </a:lnTo>
                  <a:lnTo>
                    <a:pt x="2944980" y="0"/>
                  </a:lnTo>
                  <a:lnTo>
                    <a:pt x="2943078" y="0"/>
                  </a:lnTo>
                  <a:lnTo>
                    <a:pt x="2941177" y="0"/>
                  </a:lnTo>
                  <a:lnTo>
                    <a:pt x="2939276" y="0"/>
                  </a:lnTo>
                  <a:lnTo>
                    <a:pt x="2937375" y="0"/>
                  </a:lnTo>
                  <a:lnTo>
                    <a:pt x="2935474" y="0"/>
                  </a:lnTo>
                  <a:lnTo>
                    <a:pt x="2933572" y="0"/>
                  </a:lnTo>
                  <a:lnTo>
                    <a:pt x="2931671" y="0"/>
                  </a:lnTo>
                  <a:lnTo>
                    <a:pt x="2929770" y="0"/>
                  </a:lnTo>
                  <a:lnTo>
                    <a:pt x="2927869" y="0"/>
                  </a:lnTo>
                  <a:lnTo>
                    <a:pt x="2925968" y="0"/>
                  </a:lnTo>
                  <a:lnTo>
                    <a:pt x="2924066" y="0"/>
                  </a:lnTo>
                  <a:lnTo>
                    <a:pt x="2922165" y="0"/>
                  </a:lnTo>
                  <a:lnTo>
                    <a:pt x="2920264" y="0"/>
                  </a:lnTo>
                  <a:lnTo>
                    <a:pt x="2918363" y="0"/>
                  </a:lnTo>
                  <a:lnTo>
                    <a:pt x="2916461" y="0"/>
                  </a:lnTo>
                  <a:lnTo>
                    <a:pt x="2914560" y="0"/>
                  </a:lnTo>
                  <a:lnTo>
                    <a:pt x="2912659" y="0"/>
                  </a:lnTo>
                  <a:lnTo>
                    <a:pt x="2910758" y="0"/>
                  </a:lnTo>
                  <a:lnTo>
                    <a:pt x="2908857" y="0"/>
                  </a:lnTo>
                  <a:lnTo>
                    <a:pt x="2906955" y="0"/>
                  </a:lnTo>
                  <a:lnTo>
                    <a:pt x="2905054" y="0"/>
                  </a:lnTo>
                  <a:lnTo>
                    <a:pt x="2903153" y="0"/>
                  </a:lnTo>
                  <a:lnTo>
                    <a:pt x="2901252" y="0"/>
                  </a:lnTo>
                  <a:lnTo>
                    <a:pt x="2899351" y="0"/>
                  </a:lnTo>
                  <a:lnTo>
                    <a:pt x="2897449" y="0"/>
                  </a:lnTo>
                  <a:lnTo>
                    <a:pt x="2895548" y="0"/>
                  </a:lnTo>
                  <a:lnTo>
                    <a:pt x="2893647" y="0"/>
                  </a:lnTo>
                  <a:lnTo>
                    <a:pt x="2891746" y="0"/>
                  </a:lnTo>
                  <a:lnTo>
                    <a:pt x="2889845" y="0"/>
                  </a:lnTo>
                  <a:lnTo>
                    <a:pt x="2887943" y="0"/>
                  </a:lnTo>
                  <a:lnTo>
                    <a:pt x="2886042" y="0"/>
                  </a:lnTo>
                  <a:lnTo>
                    <a:pt x="2884141" y="0"/>
                  </a:lnTo>
                  <a:lnTo>
                    <a:pt x="2882240" y="0"/>
                  </a:lnTo>
                  <a:lnTo>
                    <a:pt x="2880338" y="0"/>
                  </a:lnTo>
                  <a:lnTo>
                    <a:pt x="2878437" y="0"/>
                  </a:lnTo>
                  <a:lnTo>
                    <a:pt x="2876536" y="0"/>
                  </a:lnTo>
                  <a:lnTo>
                    <a:pt x="2874635" y="0"/>
                  </a:lnTo>
                  <a:lnTo>
                    <a:pt x="2872734" y="0"/>
                  </a:lnTo>
                  <a:lnTo>
                    <a:pt x="2870832" y="0"/>
                  </a:lnTo>
                  <a:lnTo>
                    <a:pt x="2868931" y="0"/>
                  </a:lnTo>
                  <a:lnTo>
                    <a:pt x="2867030" y="0"/>
                  </a:lnTo>
                  <a:lnTo>
                    <a:pt x="2865129" y="0"/>
                  </a:lnTo>
                  <a:lnTo>
                    <a:pt x="2863228" y="0"/>
                  </a:lnTo>
                  <a:lnTo>
                    <a:pt x="2861326" y="0"/>
                  </a:lnTo>
                  <a:lnTo>
                    <a:pt x="2859425" y="0"/>
                  </a:lnTo>
                  <a:lnTo>
                    <a:pt x="2857524" y="0"/>
                  </a:lnTo>
                  <a:lnTo>
                    <a:pt x="2855623" y="0"/>
                  </a:lnTo>
                  <a:lnTo>
                    <a:pt x="2853721" y="0"/>
                  </a:lnTo>
                  <a:lnTo>
                    <a:pt x="2851820" y="0"/>
                  </a:lnTo>
                  <a:lnTo>
                    <a:pt x="2849919" y="0"/>
                  </a:lnTo>
                  <a:lnTo>
                    <a:pt x="2848018" y="0"/>
                  </a:lnTo>
                  <a:lnTo>
                    <a:pt x="2846117" y="0"/>
                  </a:lnTo>
                  <a:lnTo>
                    <a:pt x="2844215" y="0"/>
                  </a:lnTo>
                  <a:lnTo>
                    <a:pt x="2842314" y="0"/>
                  </a:lnTo>
                  <a:lnTo>
                    <a:pt x="2840413" y="0"/>
                  </a:lnTo>
                  <a:lnTo>
                    <a:pt x="2838512" y="0"/>
                  </a:lnTo>
                  <a:lnTo>
                    <a:pt x="2836611" y="0"/>
                  </a:lnTo>
                  <a:lnTo>
                    <a:pt x="2834709" y="0"/>
                  </a:lnTo>
                  <a:lnTo>
                    <a:pt x="2832808" y="0"/>
                  </a:lnTo>
                  <a:lnTo>
                    <a:pt x="2830907" y="0"/>
                  </a:lnTo>
                  <a:lnTo>
                    <a:pt x="2829006" y="0"/>
                  </a:lnTo>
                  <a:lnTo>
                    <a:pt x="2827104" y="0"/>
                  </a:lnTo>
                  <a:lnTo>
                    <a:pt x="2825203" y="0"/>
                  </a:lnTo>
                  <a:lnTo>
                    <a:pt x="2823302" y="0"/>
                  </a:lnTo>
                  <a:lnTo>
                    <a:pt x="2821401" y="0"/>
                  </a:lnTo>
                  <a:lnTo>
                    <a:pt x="2819500" y="0"/>
                  </a:lnTo>
                  <a:lnTo>
                    <a:pt x="2817598" y="0"/>
                  </a:lnTo>
                  <a:lnTo>
                    <a:pt x="2815697" y="0"/>
                  </a:lnTo>
                  <a:lnTo>
                    <a:pt x="2813796" y="0"/>
                  </a:lnTo>
                  <a:lnTo>
                    <a:pt x="2811895" y="0"/>
                  </a:lnTo>
                  <a:lnTo>
                    <a:pt x="2809994" y="0"/>
                  </a:lnTo>
                  <a:lnTo>
                    <a:pt x="2808092" y="0"/>
                  </a:lnTo>
                  <a:lnTo>
                    <a:pt x="2806191" y="0"/>
                  </a:lnTo>
                  <a:lnTo>
                    <a:pt x="2804290" y="0"/>
                  </a:lnTo>
                  <a:lnTo>
                    <a:pt x="2802389" y="0"/>
                  </a:lnTo>
                  <a:lnTo>
                    <a:pt x="2800487" y="0"/>
                  </a:lnTo>
                  <a:lnTo>
                    <a:pt x="2798586" y="0"/>
                  </a:lnTo>
                  <a:lnTo>
                    <a:pt x="2796685" y="0"/>
                  </a:lnTo>
                  <a:lnTo>
                    <a:pt x="2794784" y="0"/>
                  </a:lnTo>
                  <a:lnTo>
                    <a:pt x="2792883" y="0"/>
                  </a:lnTo>
                  <a:lnTo>
                    <a:pt x="2790981" y="0"/>
                  </a:lnTo>
                  <a:lnTo>
                    <a:pt x="2789080" y="0"/>
                  </a:lnTo>
                  <a:lnTo>
                    <a:pt x="2787179" y="0"/>
                  </a:lnTo>
                  <a:lnTo>
                    <a:pt x="2785278" y="0"/>
                  </a:lnTo>
                  <a:lnTo>
                    <a:pt x="2783377" y="0"/>
                  </a:lnTo>
                  <a:lnTo>
                    <a:pt x="2781475" y="0"/>
                  </a:lnTo>
                  <a:lnTo>
                    <a:pt x="2779574" y="0"/>
                  </a:lnTo>
                  <a:lnTo>
                    <a:pt x="2777673" y="0"/>
                  </a:lnTo>
                  <a:lnTo>
                    <a:pt x="2775772" y="0"/>
                  </a:lnTo>
                  <a:lnTo>
                    <a:pt x="2773870" y="0"/>
                  </a:lnTo>
                  <a:lnTo>
                    <a:pt x="2771969" y="0"/>
                  </a:lnTo>
                  <a:lnTo>
                    <a:pt x="2770068" y="0"/>
                  </a:lnTo>
                  <a:lnTo>
                    <a:pt x="2768167" y="0"/>
                  </a:lnTo>
                  <a:lnTo>
                    <a:pt x="2766266" y="0"/>
                  </a:lnTo>
                  <a:lnTo>
                    <a:pt x="2764364" y="0"/>
                  </a:lnTo>
                  <a:lnTo>
                    <a:pt x="2762463" y="0"/>
                  </a:lnTo>
                  <a:lnTo>
                    <a:pt x="2760562" y="0"/>
                  </a:lnTo>
                  <a:lnTo>
                    <a:pt x="2758661" y="0"/>
                  </a:lnTo>
                  <a:lnTo>
                    <a:pt x="2756760" y="0"/>
                  </a:lnTo>
                  <a:lnTo>
                    <a:pt x="2754858" y="0"/>
                  </a:lnTo>
                  <a:lnTo>
                    <a:pt x="2752957" y="0"/>
                  </a:lnTo>
                  <a:lnTo>
                    <a:pt x="2751056" y="0"/>
                  </a:lnTo>
                  <a:lnTo>
                    <a:pt x="2749155" y="0"/>
                  </a:lnTo>
                  <a:lnTo>
                    <a:pt x="2747253" y="0"/>
                  </a:lnTo>
                  <a:lnTo>
                    <a:pt x="2745352" y="0"/>
                  </a:lnTo>
                  <a:lnTo>
                    <a:pt x="2743451" y="0"/>
                  </a:lnTo>
                  <a:lnTo>
                    <a:pt x="2741550" y="0"/>
                  </a:lnTo>
                  <a:lnTo>
                    <a:pt x="2739649" y="0"/>
                  </a:lnTo>
                  <a:lnTo>
                    <a:pt x="2737747" y="0"/>
                  </a:lnTo>
                  <a:lnTo>
                    <a:pt x="2735846" y="0"/>
                  </a:lnTo>
                  <a:lnTo>
                    <a:pt x="2733945" y="0"/>
                  </a:lnTo>
                  <a:lnTo>
                    <a:pt x="2732044" y="0"/>
                  </a:lnTo>
                  <a:lnTo>
                    <a:pt x="2730143" y="0"/>
                  </a:lnTo>
                  <a:lnTo>
                    <a:pt x="2728241" y="0"/>
                  </a:lnTo>
                  <a:lnTo>
                    <a:pt x="2726340" y="0"/>
                  </a:lnTo>
                  <a:lnTo>
                    <a:pt x="2724439" y="0"/>
                  </a:lnTo>
                  <a:lnTo>
                    <a:pt x="2722538" y="0"/>
                  </a:lnTo>
                  <a:lnTo>
                    <a:pt x="2720636" y="0"/>
                  </a:lnTo>
                  <a:lnTo>
                    <a:pt x="2718735" y="0"/>
                  </a:lnTo>
                  <a:lnTo>
                    <a:pt x="2716834" y="0"/>
                  </a:lnTo>
                  <a:lnTo>
                    <a:pt x="2714933" y="0"/>
                  </a:lnTo>
                  <a:lnTo>
                    <a:pt x="2713032" y="0"/>
                  </a:lnTo>
                  <a:lnTo>
                    <a:pt x="2711130" y="0"/>
                  </a:lnTo>
                  <a:lnTo>
                    <a:pt x="2709229" y="0"/>
                  </a:lnTo>
                  <a:lnTo>
                    <a:pt x="2707328" y="0"/>
                  </a:lnTo>
                  <a:lnTo>
                    <a:pt x="2705427" y="0"/>
                  </a:lnTo>
                  <a:lnTo>
                    <a:pt x="2703526" y="0"/>
                  </a:lnTo>
                  <a:lnTo>
                    <a:pt x="2701624" y="0"/>
                  </a:lnTo>
                  <a:lnTo>
                    <a:pt x="2699723" y="0"/>
                  </a:lnTo>
                  <a:lnTo>
                    <a:pt x="2697822" y="0"/>
                  </a:lnTo>
                  <a:lnTo>
                    <a:pt x="2695921" y="0"/>
                  </a:lnTo>
                  <a:lnTo>
                    <a:pt x="2694019" y="0"/>
                  </a:lnTo>
                  <a:lnTo>
                    <a:pt x="2692118" y="0"/>
                  </a:lnTo>
                  <a:lnTo>
                    <a:pt x="2690217" y="0"/>
                  </a:lnTo>
                  <a:lnTo>
                    <a:pt x="2688316" y="0"/>
                  </a:lnTo>
                  <a:lnTo>
                    <a:pt x="2686415" y="0"/>
                  </a:lnTo>
                  <a:lnTo>
                    <a:pt x="2684513" y="0"/>
                  </a:lnTo>
                  <a:lnTo>
                    <a:pt x="2682612" y="0"/>
                  </a:lnTo>
                  <a:lnTo>
                    <a:pt x="2680711" y="0"/>
                  </a:lnTo>
                  <a:lnTo>
                    <a:pt x="2678810" y="0"/>
                  </a:lnTo>
                  <a:lnTo>
                    <a:pt x="2676909" y="0"/>
                  </a:lnTo>
                  <a:lnTo>
                    <a:pt x="2675007" y="0"/>
                  </a:lnTo>
                  <a:lnTo>
                    <a:pt x="2673106" y="0"/>
                  </a:lnTo>
                  <a:lnTo>
                    <a:pt x="2671205" y="0"/>
                  </a:lnTo>
                  <a:lnTo>
                    <a:pt x="2669304" y="0"/>
                  </a:lnTo>
                  <a:lnTo>
                    <a:pt x="2667402" y="0"/>
                  </a:lnTo>
                  <a:lnTo>
                    <a:pt x="2665501" y="0"/>
                  </a:lnTo>
                  <a:lnTo>
                    <a:pt x="2663600" y="0"/>
                  </a:lnTo>
                  <a:lnTo>
                    <a:pt x="2661699" y="0"/>
                  </a:lnTo>
                  <a:lnTo>
                    <a:pt x="2659798" y="0"/>
                  </a:lnTo>
                  <a:lnTo>
                    <a:pt x="2657896" y="0"/>
                  </a:lnTo>
                  <a:lnTo>
                    <a:pt x="2655995" y="0"/>
                  </a:lnTo>
                  <a:lnTo>
                    <a:pt x="2654094" y="0"/>
                  </a:lnTo>
                  <a:lnTo>
                    <a:pt x="2652193" y="0"/>
                  </a:lnTo>
                  <a:lnTo>
                    <a:pt x="2650292" y="0"/>
                  </a:lnTo>
                  <a:lnTo>
                    <a:pt x="2648390" y="0"/>
                  </a:lnTo>
                  <a:lnTo>
                    <a:pt x="2646489" y="0"/>
                  </a:lnTo>
                  <a:lnTo>
                    <a:pt x="2644588" y="0"/>
                  </a:lnTo>
                  <a:lnTo>
                    <a:pt x="2642687" y="0"/>
                  </a:lnTo>
                  <a:lnTo>
                    <a:pt x="2640785" y="0"/>
                  </a:lnTo>
                  <a:lnTo>
                    <a:pt x="2638884" y="0"/>
                  </a:lnTo>
                  <a:lnTo>
                    <a:pt x="2636983" y="0"/>
                  </a:lnTo>
                  <a:lnTo>
                    <a:pt x="2635082" y="0"/>
                  </a:lnTo>
                  <a:lnTo>
                    <a:pt x="2633181" y="0"/>
                  </a:lnTo>
                  <a:lnTo>
                    <a:pt x="2631279" y="0"/>
                  </a:lnTo>
                  <a:lnTo>
                    <a:pt x="2629378" y="0"/>
                  </a:lnTo>
                  <a:lnTo>
                    <a:pt x="2627477" y="0"/>
                  </a:lnTo>
                  <a:lnTo>
                    <a:pt x="2625576" y="0"/>
                  </a:lnTo>
                  <a:lnTo>
                    <a:pt x="2623675" y="0"/>
                  </a:lnTo>
                  <a:lnTo>
                    <a:pt x="2621773" y="0"/>
                  </a:lnTo>
                  <a:lnTo>
                    <a:pt x="2619872" y="0"/>
                  </a:lnTo>
                  <a:lnTo>
                    <a:pt x="2617971" y="0"/>
                  </a:lnTo>
                  <a:lnTo>
                    <a:pt x="2616070" y="0"/>
                  </a:lnTo>
                  <a:lnTo>
                    <a:pt x="2614169" y="0"/>
                  </a:lnTo>
                  <a:lnTo>
                    <a:pt x="2612267" y="0"/>
                  </a:lnTo>
                  <a:lnTo>
                    <a:pt x="2610366" y="0"/>
                  </a:lnTo>
                  <a:lnTo>
                    <a:pt x="2608465" y="0"/>
                  </a:lnTo>
                  <a:lnTo>
                    <a:pt x="2606564" y="0"/>
                  </a:lnTo>
                  <a:lnTo>
                    <a:pt x="2604662" y="0"/>
                  </a:lnTo>
                  <a:lnTo>
                    <a:pt x="2602761" y="0"/>
                  </a:lnTo>
                  <a:lnTo>
                    <a:pt x="2600860" y="0"/>
                  </a:lnTo>
                  <a:lnTo>
                    <a:pt x="2598959" y="0"/>
                  </a:lnTo>
                  <a:lnTo>
                    <a:pt x="2597058" y="0"/>
                  </a:lnTo>
                  <a:lnTo>
                    <a:pt x="2595156" y="0"/>
                  </a:lnTo>
                  <a:lnTo>
                    <a:pt x="2593255" y="0"/>
                  </a:lnTo>
                  <a:lnTo>
                    <a:pt x="2591354" y="0"/>
                  </a:lnTo>
                  <a:lnTo>
                    <a:pt x="2589453" y="0"/>
                  </a:lnTo>
                  <a:lnTo>
                    <a:pt x="2587552" y="0"/>
                  </a:lnTo>
                  <a:lnTo>
                    <a:pt x="2585650" y="0"/>
                  </a:lnTo>
                  <a:lnTo>
                    <a:pt x="2583749" y="0"/>
                  </a:lnTo>
                  <a:lnTo>
                    <a:pt x="2581848" y="0"/>
                  </a:lnTo>
                  <a:lnTo>
                    <a:pt x="2579947" y="0"/>
                  </a:lnTo>
                  <a:lnTo>
                    <a:pt x="2578045" y="0"/>
                  </a:lnTo>
                  <a:lnTo>
                    <a:pt x="2576144" y="0"/>
                  </a:lnTo>
                  <a:lnTo>
                    <a:pt x="2574243" y="0"/>
                  </a:lnTo>
                  <a:lnTo>
                    <a:pt x="2572342" y="0"/>
                  </a:lnTo>
                  <a:lnTo>
                    <a:pt x="2570441" y="0"/>
                  </a:lnTo>
                  <a:lnTo>
                    <a:pt x="2568539" y="0"/>
                  </a:lnTo>
                  <a:lnTo>
                    <a:pt x="2566638" y="0"/>
                  </a:lnTo>
                  <a:lnTo>
                    <a:pt x="2564737" y="0"/>
                  </a:lnTo>
                  <a:lnTo>
                    <a:pt x="2562836" y="0"/>
                  </a:lnTo>
                  <a:lnTo>
                    <a:pt x="2560935" y="0"/>
                  </a:lnTo>
                  <a:lnTo>
                    <a:pt x="2559033" y="0"/>
                  </a:lnTo>
                  <a:lnTo>
                    <a:pt x="2557132" y="0"/>
                  </a:lnTo>
                  <a:lnTo>
                    <a:pt x="2555231" y="0"/>
                  </a:lnTo>
                  <a:lnTo>
                    <a:pt x="2553330" y="0"/>
                  </a:lnTo>
                  <a:lnTo>
                    <a:pt x="2551428" y="0"/>
                  </a:lnTo>
                  <a:lnTo>
                    <a:pt x="2549527" y="0"/>
                  </a:lnTo>
                  <a:lnTo>
                    <a:pt x="2547626" y="0"/>
                  </a:lnTo>
                  <a:lnTo>
                    <a:pt x="2545725" y="0"/>
                  </a:lnTo>
                  <a:lnTo>
                    <a:pt x="2543824" y="0"/>
                  </a:lnTo>
                  <a:lnTo>
                    <a:pt x="2541922" y="0"/>
                  </a:lnTo>
                  <a:lnTo>
                    <a:pt x="2540021" y="0"/>
                  </a:lnTo>
                  <a:lnTo>
                    <a:pt x="2538120" y="0"/>
                  </a:lnTo>
                  <a:lnTo>
                    <a:pt x="2536219" y="0"/>
                  </a:lnTo>
                  <a:lnTo>
                    <a:pt x="2534318" y="0"/>
                  </a:lnTo>
                  <a:lnTo>
                    <a:pt x="2532416" y="0"/>
                  </a:lnTo>
                  <a:lnTo>
                    <a:pt x="2530515" y="0"/>
                  </a:lnTo>
                  <a:lnTo>
                    <a:pt x="2528614" y="0"/>
                  </a:lnTo>
                  <a:lnTo>
                    <a:pt x="2526713" y="0"/>
                  </a:lnTo>
                  <a:lnTo>
                    <a:pt x="2524811" y="0"/>
                  </a:lnTo>
                  <a:lnTo>
                    <a:pt x="2522910" y="0"/>
                  </a:lnTo>
                  <a:lnTo>
                    <a:pt x="2521009" y="0"/>
                  </a:lnTo>
                  <a:lnTo>
                    <a:pt x="2519108" y="0"/>
                  </a:lnTo>
                  <a:lnTo>
                    <a:pt x="2517207" y="0"/>
                  </a:lnTo>
                  <a:lnTo>
                    <a:pt x="2515305" y="0"/>
                  </a:lnTo>
                  <a:lnTo>
                    <a:pt x="2513404" y="0"/>
                  </a:lnTo>
                  <a:lnTo>
                    <a:pt x="2511503" y="0"/>
                  </a:lnTo>
                  <a:lnTo>
                    <a:pt x="2509602" y="0"/>
                  </a:lnTo>
                  <a:lnTo>
                    <a:pt x="2507701" y="0"/>
                  </a:lnTo>
                  <a:lnTo>
                    <a:pt x="2505799" y="0"/>
                  </a:lnTo>
                  <a:lnTo>
                    <a:pt x="2503898" y="0"/>
                  </a:lnTo>
                  <a:lnTo>
                    <a:pt x="2501997" y="0"/>
                  </a:lnTo>
                  <a:lnTo>
                    <a:pt x="2500096" y="0"/>
                  </a:lnTo>
                  <a:lnTo>
                    <a:pt x="2498194" y="0"/>
                  </a:lnTo>
                  <a:lnTo>
                    <a:pt x="2496293" y="0"/>
                  </a:lnTo>
                  <a:lnTo>
                    <a:pt x="2494392" y="0"/>
                  </a:lnTo>
                  <a:lnTo>
                    <a:pt x="2492491" y="0"/>
                  </a:lnTo>
                  <a:lnTo>
                    <a:pt x="2490590" y="0"/>
                  </a:lnTo>
                  <a:lnTo>
                    <a:pt x="2488688" y="0"/>
                  </a:lnTo>
                  <a:lnTo>
                    <a:pt x="2486787" y="0"/>
                  </a:lnTo>
                  <a:lnTo>
                    <a:pt x="2484886" y="0"/>
                  </a:lnTo>
                  <a:lnTo>
                    <a:pt x="2482985" y="0"/>
                  </a:lnTo>
                  <a:lnTo>
                    <a:pt x="2481084" y="0"/>
                  </a:lnTo>
                  <a:lnTo>
                    <a:pt x="2479182" y="0"/>
                  </a:lnTo>
                  <a:lnTo>
                    <a:pt x="2477281" y="0"/>
                  </a:lnTo>
                  <a:lnTo>
                    <a:pt x="2475380" y="0"/>
                  </a:lnTo>
                  <a:lnTo>
                    <a:pt x="2473479" y="0"/>
                  </a:lnTo>
                  <a:lnTo>
                    <a:pt x="2471577" y="0"/>
                  </a:lnTo>
                  <a:lnTo>
                    <a:pt x="2469676" y="0"/>
                  </a:lnTo>
                  <a:lnTo>
                    <a:pt x="2467775" y="0"/>
                  </a:lnTo>
                  <a:lnTo>
                    <a:pt x="2465874" y="0"/>
                  </a:lnTo>
                  <a:lnTo>
                    <a:pt x="2463973" y="0"/>
                  </a:lnTo>
                  <a:lnTo>
                    <a:pt x="2462071" y="0"/>
                  </a:lnTo>
                  <a:lnTo>
                    <a:pt x="2460170" y="0"/>
                  </a:lnTo>
                  <a:lnTo>
                    <a:pt x="2458269" y="0"/>
                  </a:lnTo>
                  <a:lnTo>
                    <a:pt x="2456368" y="0"/>
                  </a:lnTo>
                  <a:lnTo>
                    <a:pt x="2454467" y="0"/>
                  </a:lnTo>
                  <a:lnTo>
                    <a:pt x="2452565" y="0"/>
                  </a:lnTo>
                  <a:lnTo>
                    <a:pt x="2450664" y="0"/>
                  </a:lnTo>
                  <a:lnTo>
                    <a:pt x="2448763" y="0"/>
                  </a:lnTo>
                  <a:lnTo>
                    <a:pt x="2446862" y="0"/>
                  </a:lnTo>
                  <a:lnTo>
                    <a:pt x="2444960" y="0"/>
                  </a:lnTo>
                  <a:lnTo>
                    <a:pt x="2443059" y="0"/>
                  </a:lnTo>
                  <a:lnTo>
                    <a:pt x="2441158" y="0"/>
                  </a:lnTo>
                  <a:lnTo>
                    <a:pt x="2439257" y="0"/>
                  </a:lnTo>
                  <a:lnTo>
                    <a:pt x="2437356" y="0"/>
                  </a:lnTo>
                  <a:lnTo>
                    <a:pt x="2435454" y="0"/>
                  </a:lnTo>
                  <a:lnTo>
                    <a:pt x="2433553" y="0"/>
                  </a:lnTo>
                  <a:lnTo>
                    <a:pt x="2431652" y="0"/>
                  </a:lnTo>
                  <a:lnTo>
                    <a:pt x="2429751" y="0"/>
                  </a:lnTo>
                  <a:lnTo>
                    <a:pt x="2427850" y="0"/>
                  </a:lnTo>
                  <a:lnTo>
                    <a:pt x="2425948" y="0"/>
                  </a:lnTo>
                  <a:lnTo>
                    <a:pt x="2424047" y="0"/>
                  </a:lnTo>
                  <a:lnTo>
                    <a:pt x="2422146" y="0"/>
                  </a:lnTo>
                  <a:lnTo>
                    <a:pt x="2420245" y="0"/>
                  </a:lnTo>
                  <a:lnTo>
                    <a:pt x="2418343" y="0"/>
                  </a:lnTo>
                  <a:lnTo>
                    <a:pt x="2416442" y="0"/>
                  </a:lnTo>
                  <a:lnTo>
                    <a:pt x="2414541" y="0"/>
                  </a:lnTo>
                  <a:lnTo>
                    <a:pt x="2412640" y="0"/>
                  </a:lnTo>
                  <a:lnTo>
                    <a:pt x="2410739" y="0"/>
                  </a:lnTo>
                  <a:lnTo>
                    <a:pt x="2408837" y="0"/>
                  </a:lnTo>
                  <a:lnTo>
                    <a:pt x="2406936" y="0"/>
                  </a:lnTo>
                  <a:lnTo>
                    <a:pt x="2405035" y="0"/>
                  </a:lnTo>
                  <a:lnTo>
                    <a:pt x="2403134" y="0"/>
                  </a:lnTo>
                  <a:lnTo>
                    <a:pt x="2401233" y="0"/>
                  </a:lnTo>
                  <a:lnTo>
                    <a:pt x="2399331" y="0"/>
                  </a:lnTo>
                  <a:lnTo>
                    <a:pt x="2397430" y="0"/>
                  </a:lnTo>
                  <a:lnTo>
                    <a:pt x="2395529" y="0"/>
                  </a:lnTo>
                  <a:lnTo>
                    <a:pt x="2393628" y="0"/>
                  </a:lnTo>
                  <a:lnTo>
                    <a:pt x="2391726" y="0"/>
                  </a:lnTo>
                  <a:lnTo>
                    <a:pt x="2389825" y="0"/>
                  </a:lnTo>
                  <a:lnTo>
                    <a:pt x="2387924" y="0"/>
                  </a:lnTo>
                  <a:lnTo>
                    <a:pt x="2386023" y="0"/>
                  </a:lnTo>
                  <a:lnTo>
                    <a:pt x="2384122" y="0"/>
                  </a:lnTo>
                  <a:lnTo>
                    <a:pt x="2382220" y="0"/>
                  </a:lnTo>
                  <a:lnTo>
                    <a:pt x="2380319" y="0"/>
                  </a:lnTo>
                  <a:lnTo>
                    <a:pt x="2378418" y="0"/>
                  </a:lnTo>
                  <a:lnTo>
                    <a:pt x="2376517" y="0"/>
                  </a:lnTo>
                  <a:lnTo>
                    <a:pt x="2374616" y="0"/>
                  </a:lnTo>
                  <a:lnTo>
                    <a:pt x="2372714" y="0"/>
                  </a:lnTo>
                  <a:lnTo>
                    <a:pt x="2370813" y="0"/>
                  </a:lnTo>
                  <a:lnTo>
                    <a:pt x="2368912" y="0"/>
                  </a:lnTo>
                  <a:lnTo>
                    <a:pt x="2367011" y="0"/>
                  </a:lnTo>
                  <a:lnTo>
                    <a:pt x="2365109" y="0"/>
                  </a:lnTo>
                  <a:lnTo>
                    <a:pt x="2363208" y="0"/>
                  </a:lnTo>
                  <a:lnTo>
                    <a:pt x="2361307" y="0"/>
                  </a:lnTo>
                  <a:lnTo>
                    <a:pt x="2359406" y="0"/>
                  </a:lnTo>
                  <a:lnTo>
                    <a:pt x="2357505" y="0"/>
                  </a:lnTo>
                  <a:lnTo>
                    <a:pt x="2355603" y="0"/>
                  </a:lnTo>
                  <a:lnTo>
                    <a:pt x="2353702" y="0"/>
                  </a:lnTo>
                  <a:lnTo>
                    <a:pt x="2351801" y="0"/>
                  </a:lnTo>
                  <a:lnTo>
                    <a:pt x="2349900" y="0"/>
                  </a:lnTo>
                  <a:lnTo>
                    <a:pt x="2347999" y="0"/>
                  </a:lnTo>
                  <a:lnTo>
                    <a:pt x="2346097" y="0"/>
                  </a:lnTo>
                  <a:lnTo>
                    <a:pt x="2344196" y="0"/>
                  </a:lnTo>
                  <a:lnTo>
                    <a:pt x="2342295" y="0"/>
                  </a:lnTo>
                  <a:lnTo>
                    <a:pt x="2340394" y="0"/>
                  </a:lnTo>
                  <a:lnTo>
                    <a:pt x="2338492" y="0"/>
                  </a:lnTo>
                  <a:lnTo>
                    <a:pt x="2336591" y="0"/>
                  </a:lnTo>
                  <a:lnTo>
                    <a:pt x="2334690" y="0"/>
                  </a:lnTo>
                  <a:lnTo>
                    <a:pt x="2332789" y="0"/>
                  </a:lnTo>
                  <a:lnTo>
                    <a:pt x="2330888" y="0"/>
                  </a:lnTo>
                  <a:lnTo>
                    <a:pt x="2328986" y="0"/>
                  </a:lnTo>
                  <a:lnTo>
                    <a:pt x="2327085" y="0"/>
                  </a:lnTo>
                  <a:lnTo>
                    <a:pt x="2325184" y="0"/>
                  </a:lnTo>
                  <a:lnTo>
                    <a:pt x="2323283" y="0"/>
                  </a:lnTo>
                  <a:lnTo>
                    <a:pt x="2321382" y="0"/>
                  </a:lnTo>
                  <a:lnTo>
                    <a:pt x="2319480" y="0"/>
                  </a:lnTo>
                  <a:lnTo>
                    <a:pt x="2317579" y="0"/>
                  </a:lnTo>
                  <a:lnTo>
                    <a:pt x="2315678" y="0"/>
                  </a:lnTo>
                  <a:lnTo>
                    <a:pt x="2313777" y="0"/>
                  </a:lnTo>
                  <a:lnTo>
                    <a:pt x="2311876" y="0"/>
                  </a:lnTo>
                  <a:lnTo>
                    <a:pt x="2309974" y="0"/>
                  </a:lnTo>
                  <a:lnTo>
                    <a:pt x="2308073" y="0"/>
                  </a:lnTo>
                  <a:lnTo>
                    <a:pt x="2306172" y="0"/>
                  </a:lnTo>
                  <a:lnTo>
                    <a:pt x="2304271" y="0"/>
                  </a:lnTo>
                  <a:lnTo>
                    <a:pt x="2302369" y="0"/>
                  </a:lnTo>
                  <a:lnTo>
                    <a:pt x="2300468" y="0"/>
                  </a:lnTo>
                  <a:lnTo>
                    <a:pt x="2298567" y="0"/>
                  </a:lnTo>
                  <a:lnTo>
                    <a:pt x="2296666" y="0"/>
                  </a:lnTo>
                  <a:lnTo>
                    <a:pt x="2294765" y="0"/>
                  </a:lnTo>
                  <a:lnTo>
                    <a:pt x="2292863" y="0"/>
                  </a:lnTo>
                  <a:lnTo>
                    <a:pt x="2290962" y="0"/>
                  </a:lnTo>
                  <a:lnTo>
                    <a:pt x="2289061" y="0"/>
                  </a:lnTo>
                  <a:lnTo>
                    <a:pt x="2287160" y="0"/>
                  </a:lnTo>
                  <a:lnTo>
                    <a:pt x="2285259" y="0"/>
                  </a:lnTo>
                  <a:lnTo>
                    <a:pt x="2283357" y="0"/>
                  </a:lnTo>
                  <a:lnTo>
                    <a:pt x="2281456" y="0"/>
                  </a:lnTo>
                  <a:lnTo>
                    <a:pt x="2279555" y="0"/>
                  </a:lnTo>
                  <a:lnTo>
                    <a:pt x="2277654" y="0"/>
                  </a:lnTo>
                  <a:lnTo>
                    <a:pt x="2275752" y="0"/>
                  </a:lnTo>
                  <a:lnTo>
                    <a:pt x="2273851" y="0"/>
                  </a:lnTo>
                  <a:lnTo>
                    <a:pt x="2271950" y="0"/>
                  </a:lnTo>
                  <a:lnTo>
                    <a:pt x="2270049" y="0"/>
                  </a:lnTo>
                  <a:lnTo>
                    <a:pt x="2268148" y="0"/>
                  </a:lnTo>
                  <a:lnTo>
                    <a:pt x="2266246" y="0"/>
                  </a:lnTo>
                  <a:lnTo>
                    <a:pt x="2264345" y="0"/>
                  </a:lnTo>
                  <a:lnTo>
                    <a:pt x="2262444" y="0"/>
                  </a:lnTo>
                  <a:lnTo>
                    <a:pt x="2260543" y="0"/>
                  </a:lnTo>
                  <a:lnTo>
                    <a:pt x="2258642" y="0"/>
                  </a:lnTo>
                  <a:lnTo>
                    <a:pt x="2256740" y="0"/>
                  </a:lnTo>
                  <a:lnTo>
                    <a:pt x="2254839" y="0"/>
                  </a:lnTo>
                  <a:lnTo>
                    <a:pt x="2252938" y="0"/>
                  </a:lnTo>
                  <a:lnTo>
                    <a:pt x="2251037" y="0"/>
                  </a:lnTo>
                  <a:lnTo>
                    <a:pt x="2249135" y="0"/>
                  </a:lnTo>
                  <a:lnTo>
                    <a:pt x="2247234" y="0"/>
                  </a:lnTo>
                  <a:lnTo>
                    <a:pt x="2245333" y="0"/>
                  </a:lnTo>
                  <a:lnTo>
                    <a:pt x="2243432" y="0"/>
                  </a:lnTo>
                  <a:lnTo>
                    <a:pt x="2241531" y="0"/>
                  </a:lnTo>
                  <a:lnTo>
                    <a:pt x="2239629" y="0"/>
                  </a:lnTo>
                  <a:lnTo>
                    <a:pt x="2237728" y="0"/>
                  </a:lnTo>
                  <a:lnTo>
                    <a:pt x="2235827" y="0"/>
                  </a:lnTo>
                  <a:lnTo>
                    <a:pt x="2233926" y="0"/>
                  </a:lnTo>
                  <a:lnTo>
                    <a:pt x="2232025" y="0"/>
                  </a:lnTo>
                  <a:lnTo>
                    <a:pt x="2230123" y="0"/>
                  </a:lnTo>
                  <a:lnTo>
                    <a:pt x="2228222" y="0"/>
                  </a:lnTo>
                  <a:lnTo>
                    <a:pt x="2226321" y="0"/>
                  </a:lnTo>
                  <a:lnTo>
                    <a:pt x="2224420" y="0"/>
                  </a:lnTo>
                  <a:lnTo>
                    <a:pt x="2222518" y="0"/>
                  </a:lnTo>
                  <a:lnTo>
                    <a:pt x="2220617" y="0"/>
                  </a:lnTo>
                  <a:lnTo>
                    <a:pt x="2218716" y="0"/>
                  </a:lnTo>
                  <a:lnTo>
                    <a:pt x="2216815" y="0"/>
                  </a:lnTo>
                  <a:lnTo>
                    <a:pt x="2214914" y="0"/>
                  </a:lnTo>
                  <a:lnTo>
                    <a:pt x="2213012" y="0"/>
                  </a:lnTo>
                  <a:lnTo>
                    <a:pt x="2211111" y="0"/>
                  </a:lnTo>
                  <a:lnTo>
                    <a:pt x="2209210" y="0"/>
                  </a:lnTo>
                  <a:lnTo>
                    <a:pt x="2207309" y="0"/>
                  </a:lnTo>
                  <a:lnTo>
                    <a:pt x="2205408" y="0"/>
                  </a:lnTo>
                  <a:lnTo>
                    <a:pt x="2203506" y="0"/>
                  </a:lnTo>
                  <a:lnTo>
                    <a:pt x="2201605" y="0"/>
                  </a:lnTo>
                  <a:lnTo>
                    <a:pt x="2199704" y="0"/>
                  </a:lnTo>
                  <a:lnTo>
                    <a:pt x="2197803" y="0"/>
                  </a:lnTo>
                  <a:lnTo>
                    <a:pt x="2195901" y="0"/>
                  </a:lnTo>
                  <a:lnTo>
                    <a:pt x="2194000" y="0"/>
                  </a:lnTo>
                  <a:lnTo>
                    <a:pt x="2192099" y="0"/>
                  </a:lnTo>
                  <a:lnTo>
                    <a:pt x="2190198" y="0"/>
                  </a:lnTo>
                  <a:lnTo>
                    <a:pt x="2188297" y="0"/>
                  </a:lnTo>
                  <a:lnTo>
                    <a:pt x="2186395" y="0"/>
                  </a:lnTo>
                  <a:lnTo>
                    <a:pt x="2184494" y="0"/>
                  </a:lnTo>
                  <a:lnTo>
                    <a:pt x="2182593" y="0"/>
                  </a:lnTo>
                  <a:lnTo>
                    <a:pt x="2180692" y="0"/>
                  </a:lnTo>
                  <a:lnTo>
                    <a:pt x="2178791" y="0"/>
                  </a:lnTo>
                  <a:lnTo>
                    <a:pt x="2176889" y="0"/>
                  </a:lnTo>
                  <a:lnTo>
                    <a:pt x="2174988" y="0"/>
                  </a:lnTo>
                  <a:lnTo>
                    <a:pt x="2173087" y="0"/>
                  </a:lnTo>
                  <a:lnTo>
                    <a:pt x="2171186" y="0"/>
                  </a:lnTo>
                  <a:lnTo>
                    <a:pt x="2169284" y="0"/>
                  </a:lnTo>
                  <a:lnTo>
                    <a:pt x="2167383" y="0"/>
                  </a:lnTo>
                  <a:lnTo>
                    <a:pt x="2165482" y="0"/>
                  </a:lnTo>
                  <a:lnTo>
                    <a:pt x="2163581" y="0"/>
                  </a:lnTo>
                  <a:lnTo>
                    <a:pt x="2161680" y="0"/>
                  </a:lnTo>
                  <a:lnTo>
                    <a:pt x="2159778" y="0"/>
                  </a:lnTo>
                  <a:lnTo>
                    <a:pt x="2157877" y="0"/>
                  </a:lnTo>
                  <a:lnTo>
                    <a:pt x="2155976" y="0"/>
                  </a:lnTo>
                  <a:lnTo>
                    <a:pt x="2154075" y="0"/>
                  </a:lnTo>
                  <a:lnTo>
                    <a:pt x="2152174" y="0"/>
                  </a:lnTo>
                  <a:lnTo>
                    <a:pt x="2150272" y="0"/>
                  </a:lnTo>
                  <a:lnTo>
                    <a:pt x="2148371" y="0"/>
                  </a:lnTo>
                  <a:lnTo>
                    <a:pt x="2146470" y="0"/>
                  </a:lnTo>
                  <a:lnTo>
                    <a:pt x="2144569" y="0"/>
                  </a:lnTo>
                  <a:lnTo>
                    <a:pt x="2142667" y="0"/>
                  </a:lnTo>
                  <a:lnTo>
                    <a:pt x="2140766" y="0"/>
                  </a:lnTo>
                  <a:lnTo>
                    <a:pt x="2138865" y="0"/>
                  </a:lnTo>
                  <a:lnTo>
                    <a:pt x="2136964" y="0"/>
                  </a:lnTo>
                  <a:lnTo>
                    <a:pt x="2135063" y="0"/>
                  </a:lnTo>
                  <a:lnTo>
                    <a:pt x="2133161" y="0"/>
                  </a:lnTo>
                  <a:lnTo>
                    <a:pt x="2131260" y="0"/>
                  </a:lnTo>
                  <a:lnTo>
                    <a:pt x="2129359" y="0"/>
                  </a:lnTo>
                  <a:lnTo>
                    <a:pt x="2127458" y="0"/>
                  </a:lnTo>
                  <a:lnTo>
                    <a:pt x="2125557" y="0"/>
                  </a:lnTo>
                  <a:lnTo>
                    <a:pt x="2123655" y="0"/>
                  </a:lnTo>
                  <a:lnTo>
                    <a:pt x="2121754" y="0"/>
                  </a:lnTo>
                  <a:lnTo>
                    <a:pt x="2119853" y="0"/>
                  </a:lnTo>
                  <a:lnTo>
                    <a:pt x="2117952" y="0"/>
                  </a:lnTo>
                  <a:lnTo>
                    <a:pt x="2116050" y="0"/>
                  </a:lnTo>
                  <a:lnTo>
                    <a:pt x="2114149" y="0"/>
                  </a:lnTo>
                  <a:lnTo>
                    <a:pt x="2112248" y="0"/>
                  </a:lnTo>
                  <a:lnTo>
                    <a:pt x="2110347" y="0"/>
                  </a:lnTo>
                  <a:lnTo>
                    <a:pt x="2108446" y="0"/>
                  </a:lnTo>
                  <a:lnTo>
                    <a:pt x="2106544" y="0"/>
                  </a:lnTo>
                  <a:lnTo>
                    <a:pt x="2104643" y="0"/>
                  </a:lnTo>
                  <a:lnTo>
                    <a:pt x="2102742" y="0"/>
                  </a:lnTo>
                  <a:lnTo>
                    <a:pt x="2100841" y="0"/>
                  </a:lnTo>
                  <a:lnTo>
                    <a:pt x="2098940" y="0"/>
                  </a:lnTo>
                  <a:lnTo>
                    <a:pt x="2097038" y="0"/>
                  </a:lnTo>
                  <a:lnTo>
                    <a:pt x="2095137" y="0"/>
                  </a:lnTo>
                  <a:lnTo>
                    <a:pt x="2093236" y="0"/>
                  </a:lnTo>
                  <a:lnTo>
                    <a:pt x="2091335" y="0"/>
                  </a:lnTo>
                  <a:lnTo>
                    <a:pt x="2089433" y="0"/>
                  </a:lnTo>
                  <a:lnTo>
                    <a:pt x="2087532" y="0"/>
                  </a:lnTo>
                  <a:lnTo>
                    <a:pt x="2085631" y="0"/>
                  </a:lnTo>
                  <a:lnTo>
                    <a:pt x="2083730" y="0"/>
                  </a:lnTo>
                  <a:lnTo>
                    <a:pt x="2081829" y="0"/>
                  </a:lnTo>
                  <a:lnTo>
                    <a:pt x="2079927" y="0"/>
                  </a:lnTo>
                  <a:lnTo>
                    <a:pt x="2078026" y="0"/>
                  </a:lnTo>
                  <a:lnTo>
                    <a:pt x="2076125" y="0"/>
                  </a:lnTo>
                  <a:lnTo>
                    <a:pt x="2074224" y="0"/>
                  </a:lnTo>
                  <a:lnTo>
                    <a:pt x="2072323" y="0"/>
                  </a:lnTo>
                  <a:lnTo>
                    <a:pt x="2070421" y="0"/>
                  </a:lnTo>
                  <a:lnTo>
                    <a:pt x="2068520" y="0"/>
                  </a:lnTo>
                  <a:lnTo>
                    <a:pt x="2066619" y="0"/>
                  </a:lnTo>
                  <a:lnTo>
                    <a:pt x="2064718" y="0"/>
                  </a:lnTo>
                  <a:lnTo>
                    <a:pt x="2062816" y="0"/>
                  </a:lnTo>
                  <a:lnTo>
                    <a:pt x="2060915" y="0"/>
                  </a:lnTo>
                  <a:lnTo>
                    <a:pt x="2059014" y="0"/>
                  </a:lnTo>
                  <a:lnTo>
                    <a:pt x="2057113" y="0"/>
                  </a:lnTo>
                  <a:lnTo>
                    <a:pt x="2055212" y="0"/>
                  </a:lnTo>
                  <a:lnTo>
                    <a:pt x="2053310" y="0"/>
                  </a:lnTo>
                  <a:lnTo>
                    <a:pt x="2051409" y="0"/>
                  </a:lnTo>
                  <a:lnTo>
                    <a:pt x="2049508" y="0"/>
                  </a:lnTo>
                  <a:lnTo>
                    <a:pt x="2047607" y="0"/>
                  </a:lnTo>
                  <a:lnTo>
                    <a:pt x="2045706" y="0"/>
                  </a:lnTo>
                  <a:lnTo>
                    <a:pt x="2043804" y="0"/>
                  </a:lnTo>
                  <a:lnTo>
                    <a:pt x="2041903" y="0"/>
                  </a:lnTo>
                  <a:lnTo>
                    <a:pt x="2040002" y="0"/>
                  </a:lnTo>
                  <a:lnTo>
                    <a:pt x="2038101" y="0"/>
                  </a:lnTo>
                  <a:lnTo>
                    <a:pt x="2036199" y="0"/>
                  </a:lnTo>
                  <a:lnTo>
                    <a:pt x="2034298" y="0"/>
                  </a:lnTo>
                  <a:lnTo>
                    <a:pt x="2032397" y="0"/>
                  </a:lnTo>
                  <a:lnTo>
                    <a:pt x="2030496" y="0"/>
                  </a:lnTo>
                  <a:lnTo>
                    <a:pt x="2028595" y="0"/>
                  </a:lnTo>
                  <a:lnTo>
                    <a:pt x="2026693" y="0"/>
                  </a:lnTo>
                  <a:lnTo>
                    <a:pt x="2024792" y="0"/>
                  </a:lnTo>
                  <a:lnTo>
                    <a:pt x="2022891" y="0"/>
                  </a:lnTo>
                  <a:lnTo>
                    <a:pt x="2020990" y="0"/>
                  </a:lnTo>
                  <a:lnTo>
                    <a:pt x="2019089" y="0"/>
                  </a:lnTo>
                  <a:lnTo>
                    <a:pt x="2017187" y="0"/>
                  </a:lnTo>
                  <a:lnTo>
                    <a:pt x="2015286" y="0"/>
                  </a:lnTo>
                  <a:lnTo>
                    <a:pt x="2013385" y="0"/>
                  </a:lnTo>
                  <a:lnTo>
                    <a:pt x="2011484" y="0"/>
                  </a:lnTo>
                  <a:lnTo>
                    <a:pt x="2009583" y="0"/>
                  </a:lnTo>
                  <a:lnTo>
                    <a:pt x="2007681" y="0"/>
                  </a:lnTo>
                  <a:lnTo>
                    <a:pt x="2005780" y="0"/>
                  </a:lnTo>
                  <a:lnTo>
                    <a:pt x="2003879" y="0"/>
                  </a:lnTo>
                  <a:lnTo>
                    <a:pt x="2001978" y="0"/>
                  </a:lnTo>
                  <a:lnTo>
                    <a:pt x="2000076" y="0"/>
                  </a:lnTo>
                  <a:lnTo>
                    <a:pt x="1998175" y="0"/>
                  </a:lnTo>
                  <a:lnTo>
                    <a:pt x="1996274" y="0"/>
                  </a:lnTo>
                  <a:lnTo>
                    <a:pt x="1994373" y="0"/>
                  </a:lnTo>
                  <a:lnTo>
                    <a:pt x="1992472" y="0"/>
                  </a:lnTo>
                  <a:lnTo>
                    <a:pt x="1990570" y="0"/>
                  </a:lnTo>
                  <a:lnTo>
                    <a:pt x="1988669" y="0"/>
                  </a:lnTo>
                  <a:lnTo>
                    <a:pt x="1986768" y="0"/>
                  </a:lnTo>
                  <a:lnTo>
                    <a:pt x="1984867" y="0"/>
                  </a:lnTo>
                  <a:lnTo>
                    <a:pt x="1982966" y="0"/>
                  </a:lnTo>
                  <a:lnTo>
                    <a:pt x="1981064" y="0"/>
                  </a:lnTo>
                  <a:lnTo>
                    <a:pt x="1979163" y="0"/>
                  </a:lnTo>
                  <a:lnTo>
                    <a:pt x="1977262" y="0"/>
                  </a:lnTo>
                  <a:lnTo>
                    <a:pt x="1975361" y="0"/>
                  </a:lnTo>
                  <a:lnTo>
                    <a:pt x="1973459" y="0"/>
                  </a:lnTo>
                  <a:lnTo>
                    <a:pt x="1971558" y="0"/>
                  </a:lnTo>
                  <a:lnTo>
                    <a:pt x="1969657" y="0"/>
                  </a:lnTo>
                  <a:lnTo>
                    <a:pt x="1967756" y="0"/>
                  </a:lnTo>
                  <a:lnTo>
                    <a:pt x="1965855" y="0"/>
                  </a:lnTo>
                  <a:lnTo>
                    <a:pt x="1963953" y="0"/>
                  </a:lnTo>
                  <a:lnTo>
                    <a:pt x="1962052" y="0"/>
                  </a:lnTo>
                  <a:lnTo>
                    <a:pt x="1960151" y="0"/>
                  </a:lnTo>
                  <a:lnTo>
                    <a:pt x="1958250" y="0"/>
                  </a:lnTo>
                  <a:lnTo>
                    <a:pt x="1956349" y="0"/>
                  </a:lnTo>
                  <a:lnTo>
                    <a:pt x="1954447" y="0"/>
                  </a:lnTo>
                  <a:lnTo>
                    <a:pt x="1952546" y="0"/>
                  </a:lnTo>
                  <a:lnTo>
                    <a:pt x="1950645" y="0"/>
                  </a:lnTo>
                  <a:lnTo>
                    <a:pt x="1948744" y="0"/>
                  </a:lnTo>
                  <a:lnTo>
                    <a:pt x="1946842" y="0"/>
                  </a:lnTo>
                  <a:lnTo>
                    <a:pt x="1944941" y="0"/>
                  </a:lnTo>
                  <a:lnTo>
                    <a:pt x="1943040" y="0"/>
                  </a:lnTo>
                  <a:lnTo>
                    <a:pt x="1941139" y="0"/>
                  </a:lnTo>
                  <a:lnTo>
                    <a:pt x="1939238" y="0"/>
                  </a:lnTo>
                  <a:lnTo>
                    <a:pt x="1937336" y="0"/>
                  </a:lnTo>
                  <a:lnTo>
                    <a:pt x="1935435" y="0"/>
                  </a:lnTo>
                  <a:lnTo>
                    <a:pt x="1933534" y="0"/>
                  </a:lnTo>
                  <a:lnTo>
                    <a:pt x="1931633" y="0"/>
                  </a:lnTo>
                  <a:lnTo>
                    <a:pt x="1929732" y="0"/>
                  </a:lnTo>
                  <a:lnTo>
                    <a:pt x="1927830" y="0"/>
                  </a:lnTo>
                  <a:lnTo>
                    <a:pt x="1925929" y="0"/>
                  </a:lnTo>
                  <a:lnTo>
                    <a:pt x="1924028" y="0"/>
                  </a:lnTo>
                  <a:lnTo>
                    <a:pt x="1922127" y="0"/>
                  </a:lnTo>
                  <a:lnTo>
                    <a:pt x="1920225" y="0"/>
                  </a:lnTo>
                  <a:lnTo>
                    <a:pt x="1918324" y="0"/>
                  </a:lnTo>
                  <a:lnTo>
                    <a:pt x="1916423" y="0"/>
                  </a:lnTo>
                  <a:lnTo>
                    <a:pt x="1914522" y="0"/>
                  </a:lnTo>
                  <a:lnTo>
                    <a:pt x="1912621" y="0"/>
                  </a:lnTo>
                  <a:lnTo>
                    <a:pt x="1910719" y="0"/>
                  </a:lnTo>
                  <a:lnTo>
                    <a:pt x="1908818" y="0"/>
                  </a:lnTo>
                  <a:lnTo>
                    <a:pt x="1906917" y="0"/>
                  </a:lnTo>
                  <a:lnTo>
                    <a:pt x="1905016" y="0"/>
                  </a:lnTo>
                  <a:lnTo>
                    <a:pt x="1903115" y="0"/>
                  </a:lnTo>
                  <a:lnTo>
                    <a:pt x="1901213" y="0"/>
                  </a:lnTo>
                  <a:lnTo>
                    <a:pt x="1899312" y="0"/>
                  </a:lnTo>
                  <a:lnTo>
                    <a:pt x="1897411" y="0"/>
                  </a:lnTo>
                  <a:lnTo>
                    <a:pt x="1895510" y="0"/>
                  </a:lnTo>
                  <a:lnTo>
                    <a:pt x="1893608" y="0"/>
                  </a:lnTo>
                  <a:lnTo>
                    <a:pt x="1891707" y="0"/>
                  </a:lnTo>
                  <a:lnTo>
                    <a:pt x="1889806" y="0"/>
                  </a:lnTo>
                  <a:lnTo>
                    <a:pt x="1887905" y="0"/>
                  </a:lnTo>
                  <a:lnTo>
                    <a:pt x="1886004" y="0"/>
                  </a:lnTo>
                  <a:lnTo>
                    <a:pt x="1884102" y="0"/>
                  </a:lnTo>
                  <a:lnTo>
                    <a:pt x="1882201" y="0"/>
                  </a:lnTo>
                  <a:lnTo>
                    <a:pt x="1880300" y="0"/>
                  </a:lnTo>
                  <a:lnTo>
                    <a:pt x="1878399" y="0"/>
                  </a:lnTo>
                  <a:lnTo>
                    <a:pt x="1876498" y="0"/>
                  </a:lnTo>
                  <a:lnTo>
                    <a:pt x="1874596" y="0"/>
                  </a:lnTo>
                  <a:lnTo>
                    <a:pt x="1872695" y="0"/>
                  </a:lnTo>
                  <a:lnTo>
                    <a:pt x="1870794" y="0"/>
                  </a:lnTo>
                  <a:lnTo>
                    <a:pt x="1868893" y="0"/>
                  </a:lnTo>
                  <a:lnTo>
                    <a:pt x="1866991" y="0"/>
                  </a:lnTo>
                  <a:lnTo>
                    <a:pt x="1865090" y="0"/>
                  </a:lnTo>
                  <a:lnTo>
                    <a:pt x="1863189" y="0"/>
                  </a:lnTo>
                  <a:lnTo>
                    <a:pt x="1861288" y="0"/>
                  </a:lnTo>
                  <a:lnTo>
                    <a:pt x="1859387" y="0"/>
                  </a:lnTo>
                  <a:lnTo>
                    <a:pt x="1857485" y="0"/>
                  </a:lnTo>
                  <a:lnTo>
                    <a:pt x="1855584" y="0"/>
                  </a:lnTo>
                  <a:lnTo>
                    <a:pt x="1853683" y="0"/>
                  </a:lnTo>
                  <a:lnTo>
                    <a:pt x="1851782" y="0"/>
                  </a:lnTo>
                  <a:lnTo>
                    <a:pt x="1849881" y="0"/>
                  </a:lnTo>
                  <a:lnTo>
                    <a:pt x="1847979" y="0"/>
                  </a:lnTo>
                  <a:lnTo>
                    <a:pt x="1846078" y="0"/>
                  </a:lnTo>
                  <a:lnTo>
                    <a:pt x="1844177" y="0"/>
                  </a:lnTo>
                  <a:lnTo>
                    <a:pt x="1842276" y="0"/>
                  </a:lnTo>
                  <a:lnTo>
                    <a:pt x="1840374" y="0"/>
                  </a:lnTo>
                  <a:lnTo>
                    <a:pt x="1838473" y="0"/>
                  </a:lnTo>
                  <a:lnTo>
                    <a:pt x="1836572" y="0"/>
                  </a:lnTo>
                  <a:lnTo>
                    <a:pt x="1834671" y="0"/>
                  </a:lnTo>
                  <a:lnTo>
                    <a:pt x="1832770" y="0"/>
                  </a:lnTo>
                  <a:lnTo>
                    <a:pt x="1830868" y="0"/>
                  </a:lnTo>
                  <a:lnTo>
                    <a:pt x="1828967" y="0"/>
                  </a:lnTo>
                  <a:lnTo>
                    <a:pt x="1827066" y="0"/>
                  </a:lnTo>
                  <a:lnTo>
                    <a:pt x="1825165" y="0"/>
                  </a:lnTo>
                  <a:lnTo>
                    <a:pt x="1823264" y="0"/>
                  </a:lnTo>
                  <a:lnTo>
                    <a:pt x="1821362" y="0"/>
                  </a:lnTo>
                  <a:lnTo>
                    <a:pt x="1819461" y="0"/>
                  </a:lnTo>
                  <a:lnTo>
                    <a:pt x="1817560" y="0"/>
                  </a:lnTo>
                  <a:lnTo>
                    <a:pt x="1815659" y="0"/>
                  </a:lnTo>
                  <a:lnTo>
                    <a:pt x="1813757" y="0"/>
                  </a:lnTo>
                  <a:lnTo>
                    <a:pt x="1811856" y="0"/>
                  </a:lnTo>
                  <a:lnTo>
                    <a:pt x="1809955" y="0"/>
                  </a:lnTo>
                  <a:lnTo>
                    <a:pt x="1808054" y="0"/>
                  </a:lnTo>
                  <a:lnTo>
                    <a:pt x="1806153" y="0"/>
                  </a:lnTo>
                  <a:lnTo>
                    <a:pt x="1804251" y="0"/>
                  </a:lnTo>
                  <a:lnTo>
                    <a:pt x="1802350" y="0"/>
                  </a:lnTo>
                  <a:lnTo>
                    <a:pt x="1800449" y="0"/>
                  </a:lnTo>
                  <a:lnTo>
                    <a:pt x="1798548" y="0"/>
                  </a:lnTo>
                  <a:lnTo>
                    <a:pt x="1796647" y="0"/>
                  </a:lnTo>
                  <a:lnTo>
                    <a:pt x="1794745" y="0"/>
                  </a:lnTo>
                  <a:lnTo>
                    <a:pt x="1792844" y="0"/>
                  </a:lnTo>
                  <a:lnTo>
                    <a:pt x="1790943" y="0"/>
                  </a:lnTo>
                  <a:lnTo>
                    <a:pt x="1789042" y="0"/>
                  </a:lnTo>
                  <a:lnTo>
                    <a:pt x="1787140" y="0"/>
                  </a:lnTo>
                  <a:lnTo>
                    <a:pt x="1785239" y="0"/>
                  </a:lnTo>
                  <a:lnTo>
                    <a:pt x="1783338" y="0"/>
                  </a:lnTo>
                  <a:lnTo>
                    <a:pt x="1781437" y="0"/>
                  </a:lnTo>
                  <a:lnTo>
                    <a:pt x="1779536" y="0"/>
                  </a:lnTo>
                  <a:lnTo>
                    <a:pt x="1777634" y="0"/>
                  </a:lnTo>
                  <a:lnTo>
                    <a:pt x="1775733" y="0"/>
                  </a:lnTo>
                  <a:lnTo>
                    <a:pt x="1773832" y="0"/>
                  </a:lnTo>
                  <a:lnTo>
                    <a:pt x="1771931" y="0"/>
                  </a:lnTo>
                  <a:lnTo>
                    <a:pt x="1770030" y="0"/>
                  </a:lnTo>
                  <a:lnTo>
                    <a:pt x="1768128" y="0"/>
                  </a:lnTo>
                  <a:lnTo>
                    <a:pt x="1766227" y="0"/>
                  </a:lnTo>
                  <a:lnTo>
                    <a:pt x="1764326" y="0"/>
                  </a:lnTo>
                  <a:lnTo>
                    <a:pt x="1762425" y="0"/>
                  </a:lnTo>
                  <a:lnTo>
                    <a:pt x="1760523" y="0"/>
                  </a:lnTo>
                  <a:lnTo>
                    <a:pt x="1758622" y="0"/>
                  </a:lnTo>
                  <a:lnTo>
                    <a:pt x="1756721" y="0"/>
                  </a:lnTo>
                  <a:lnTo>
                    <a:pt x="1754820" y="0"/>
                  </a:lnTo>
                  <a:lnTo>
                    <a:pt x="1752919" y="0"/>
                  </a:lnTo>
                  <a:lnTo>
                    <a:pt x="1751017" y="0"/>
                  </a:lnTo>
                  <a:lnTo>
                    <a:pt x="1749116" y="0"/>
                  </a:lnTo>
                  <a:lnTo>
                    <a:pt x="1747215" y="0"/>
                  </a:lnTo>
                  <a:lnTo>
                    <a:pt x="1745314" y="0"/>
                  </a:lnTo>
                  <a:lnTo>
                    <a:pt x="1743413" y="0"/>
                  </a:lnTo>
                  <a:lnTo>
                    <a:pt x="1741511" y="0"/>
                  </a:lnTo>
                  <a:lnTo>
                    <a:pt x="1739610" y="0"/>
                  </a:lnTo>
                  <a:lnTo>
                    <a:pt x="1737709" y="0"/>
                  </a:lnTo>
                  <a:lnTo>
                    <a:pt x="1735808" y="0"/>
                  </a:lnTo>
                  <a:lnTo>
                    <a:pt x="1733907" y="0"/>
                  </a:lnTo>
                  <a:lnTo>
                    <a:pt x="1732005" y="0"/>
                  </a:lnTo>
                  <a:lnTo>
                    <a:pt x="1730104" y="0"/>
                  </a:lnTo>
                  <a:lnTo>
                    <a:pt x="1728203" y="0"/>
                  </a:lnTo>
                  <a:lnTo>
                    <a:pt x="1726302" y="0"/>
                  </a:lnTo>
                  <a:lnTo>
                    <a:pt x="1724400" y="0"/>
                  </a:lnTo>
                  <a:lnTo>
                    <a:pt x="1722499" y="0"/>
                  </a:lnTo>
                  <a:lnTo>
                    <a:pt x="1720598" y="0"/>
                  </a:lnTo>
                  <a:lnTo>
                    <a:pt x="1718697" y="0"/>
                  </a:lnTo>
                  <a:lnTo>
                    <a:pt x="1716796" y="0"/>
                  </a:lnTo>
                  <a:lnTo>
                    <a:pt x="1714894" y="0"/>
                  </a:lnTo>
                  <a:lnTo>
                    <a:pt x="1712993" y="0"/>
                  </a:lnTo>
                  <a:lnTo>
                    <a:pt x="1711092" y="0"/>
                  </a:lnTo>
                  <a:lnTo>
                    <a:pt x="1709191" y="0"/>
                  </a:lnTo>
                  <a:lnTo>
                    <a:pt x="1707290" y="0"/>
                  </a:lnTo>
                  <a:lnTo>
                    <a:pt x="1705388" y="0"/>
                  </a:lnTo>
                  <a:lnTo>
                    <a:pt x="1703487" y="0"/>
                  </a:lnTo>
                  <a:lnTo>
                    <a:pt x="1701586" y="0"/>
                  </a:lnTo>
                  <a:lnTo>
                    <a:pt x="1699685" y="0"/>
                  </a:lnTo>
                  <a:lnTo>
                    <a:pt x="1697783" y="0"/>
                  </a:lnTo>
                  <a:lnTo>
                    <a:pt x="1695882" y="0"/>
                  </a:lnTo>
                  <a:lnTo>
                    <a:pt x="1693981" y="0"/>
                  </a:lnTo>
                  <a:lnTo>
                    <a:pt x="1692080" y="0"/>
                  </a:lnTo>
                  <a:lnTo>
                    <a:pt x="1690179" y="0"/>
                  </a:lnTo>
                  <a:lnTo>
                    <a:pt x="1688277" y="0"/>
                  </a:lnTo>
                  <a:lnTo>
                    <a:pt x="1686376" y="0"/>
                  </a:lnTo>
                  <a:lnTo>
                    <a:pt x="1684475" y="0"/>
                  </a:lnTo>
                  <a:lnTo>
                    <a:pt x="1682574" y="0"/>
                  </a:lnTo>
                  <a:lnTo>
                    <a:pt x="1680673" y="0"/>
                  </a:lnTo>
                  <a:lnTo>
                    <a:pt x="1678771" y="0"/>
                  </a:lnTo>
                  <a:lnTo>
                    <a:pt x="1676870" y="0"/>
                  </a:lnTo>
                  <a:lnTo>
                    <a:pt x="1674969" y="0"/>
                  </a:lnTo>
                  <a:lnTo>
                    <a:pt x="1673068" y="0"/>
                  </a:lnTo>
                  <a:lnTo>
                    <a:pt x="1671166" y="0"/>
                  </a:lnTo>
                  <a:lnTo>
                    <a:pt x="1669265" y="0"/>
                  </a:lnTo>
                  <a:lnTo>
                    <a:pt x="1667364" y="0"/>
                  </a:lnTo>
                  <a:lnTo>
                    <a:pt x="1665463" y="0"/>
                  </a:lnTo>
                  <a:lnTo>
                    <a:pt x="1663562" y="0"/>
                  </a:lnTo>
                  <a:lnTo>
                    <a:pt x="1661660" y="0"/>
                  </a:lnTo>
                  <a:lnTo>
                    <a:pt x="1659759" y="0"/>
                  </a:lnTo>
                  <a:lnTo>
                    <a:pt x="1657858" y="0"/>
                  </a:lnTo>
                  <a:lnTo>
                    <a:pt x="1655957" y="0"/>
                  </a:lnTo>
                  <a:lnTo>
                    <a:pt x="1654056" y="0"/>
                  </a:lnTo>
                  <a:lnTo>
                    <a:pt x="1652154" y="0"/>
                  </a:lnTo>
                  <a:lnTo>
                    <a:pt x="1650253" y="0"/>
                  </a:lnTo>
                  <a:lnTo>
                    <a:pt x="1648352" y="0"/>
                  </a:lnTo>
                  <a:lnTo>
                    <a:pt x="1646451" y="0"/>
                  </a:lnTo>
                  <a:lnTo>
                    <a:pt x="1644549" y="0"/>
                  </a:lnTo>
                  <a:lnTo>
                    <a:pt x="1642648" y="0"/>
                  </a:lnTo>
                  <a:lnTo>
                    <a:pt x="1640747" y="0"/>
                  </a:lnTo>
                  <a:lnTo>
                    <a:pt x="1638846" y="0"/>
                  </a:lnTo>
                  <a:lnTo>
                    <a:pt x="1636945" y="0"/>
                  </a:lnTo>
                  <a:lnTo>
                    <a:pt x="1635043" y="0"/>
                  </a:lnTo>
                  <a:lnTo>
                    <a:pt x="1633142" y="0"/>
                  </a:lnTo>
                  <a:lnTo>
                    <a:pt x="1631241" y="0"/>
                  </a:lnTo>
                  <a:lnTo>
                    <a:pt x="1629340" y="0"/>
                  </a:lnTo>
                  <a:lnTo>
                    <a:pt x="1627439" y="0"/>
                  </a:lnTo>
                  <a:lnTo>
                    <a:pt x="1625537" y="0"/>
                  </a:lnTo>
                  <a:lnTo>
                    <a:pt x="1623636" y="0"/>
                  </a:lnTo>
                  <a:lnTo>
                    <a:pt x="1621735" y="0"/>
                  </a:lnTo>
                  <a:lnTo>
                    <a:pt x="1619834" y="0"/>
                  </a:lnTo>
                  <a:lnTo>
                    <a:pt x="1617932" y="0"/>
                  </a:lnTo>
                  <a:lnTo>
                    <a:pt x="1616031" y="0"/>
                  </a:lnTo>
                  <a:lnTo>
                    <a:pt x="1614130" y="0"/>
                  </a:lnTo>
                  <a:lnTo>
                    <a:pt x="1612229" y="0"/>
                  </a:lnTo>
                  <a:lnTo>
                    <a:pt x="1610328" y="0"/>
                  </a:lnTo>
                  <a:lnTo>
                    <a:pt x="1608426" y="0"/>
                  </a:lnTo>
                  <a:lnTo>
                    <a:pt x="1606525" y="0"/>
                  </a:lnTo>
                  <a:lnTo>
                    <a:pt x="1604624" y="0"/>
                  </a:lnTo>
                  <a:lnTo>
                    <a:pt x="1602723" y="0"/>
                  </a:lnTo>
                  <a:lnTo>
                    <a:pt x="1600822" y="0"/>
                  </a:lnTo>
                  <a:lnTo>
                    <a:pt x="1598920" y="0"/>
                  </a:lnTo>
                  <a:lnTo>
                    <a:pt x="1597019" y="0"/>
                  </a:lnTo>
                  <a:lnTo>
                    <a:pt x="1595118" y="0"/>
                  </a:lnTo>
                  <a:lnTo>
                    <a:pt x="1593217" y="0"/>
                  </a:lnTo>
                  <a:lnTo>
                    <a:pt x="1591315" y="0"/>
                  </a:lnTo>
                  <a:lnTo>
                    <a:pt x="1589414" y="0"/>
                  </a:lnTo>
                  <a:lnTo>
                    <a:pt x="1587513" y="0"/>
                  </a:lnTo>
                  <a:lnTo>
                    <a:pt x="1585612" y="0"/>
                  </a:lnTo>
                  <a:lnTo>
                    <a:pt x="1583711" y="0"/>
                  </a:lnTo>
                  <a:lnTo>
                    <a:pt x="1581809" y="0"/>
                  </a:lnTo>
                  <a:lnTo>
                    <a:pt x="1579908" y="0"/>
                  </a:lnTo>
                  <a:lnTo>
                    <a:pt x="1578007" y="0"/>
                  </a:lnTo>
                  <a:lnTo>
                    <a:pt x="1576106" y="0"/>
                  </a:lnTo>
                  <a:lnTo>
                    <a:pt x="1574205" y="0"/>
                  </a:lnTo>
                  <a:lnTo>
                    <a:pt x="1572303" y="0"/>
                  </a:lnTo>
                  <a:lnTo>
                    <a:pt x="1570402" y="0"/>
                  </a:lnTo>
                  <a:lnTo>
                    <a:pt x="1568501" y="0"/>
                  </a:lnTo>
                  <a:lnTo>
                    <a:pt x="1566600" y="0"/>
                  </a:lnTo>
                  <a:lnTo>
                    <a:pt x="1564698" y="0"/>
                  </a:lnTo>
                  <a:lnTo>
                    <a:pt x="1562797" y="0"/>
                  </a:lnTo>
                  <a:lnTo>
                    <a:pt x="1560896" y="0"/>
                  </a:lnTo>
                  <a:lnTo>
                    <a:pt x="1558995" y="0"/>
                  </a:lnTo>
                  <a:lnTo>
                    <a:pt x="1557094" y="0"/>
                  </a:lnTo>
                  <a:lnTo>
                    <a:pt x="1555192" y="0"/>
                  </a:lnTo>
                  <a:lnTo>
                    <a:pt x="1553291" y="0"/>
                  </a:lnTo>
                  <a:lnTo>
                    <a:pt x="1551390" y="0"/>
                  </a:lnTo>
                  <a:lnTo>
                    <a:pt x="1549489" y="0"/>
                  </a:lnTo>
                  <a:lnTo>
                    <a:pt x="1547588" y="0"/>
                  </a:lnTo>
                  <a:lnTo>
                    <a:pt x="1545686" y="0"/>
                  </a:lnTo>
                  <a:lnTo>
                    <a:pt x="1543785" y="0"/>
                  </a:lnTo>
                  <a:lnTo>
                    <a:pt x="1541884" y="0"/>
                  </a:lnTo>
                  <a:lnTo>
                    <a:pt x="1539983" y="0"/>
                  </a:lnTo>
                  <a:lnTo>
                    <a:pt x="1538081" y="0"/>
                  </a:lnTo>
                  <a:lnTo>
                    <a:pt x="1536180" y="0"/>
                  </a:lnTo>
                  <a:lnTo>
                    <a:pt x="1534279" y="0"/>
                  </a:lnTo>
                  <a:lnTo>
                    <a:pt x="1532378" y="0"/>
                  </a:lnTo>
                  <a:lnTo>
                    <a:pt x="1530477" y="0"/>
                  </a:lnTo>
                  <a:lnTo>
                    <a:pt x="1528575" y="0"/>
                  </a:lnTo>
                  <a:lnTo>
                    <a:pt x="1526674" y="0"/>
                  </a:lnTo>
                  <a:lnTo>
                    <a:pt x="1524773" y="0"/>
                  </a:lnTo>
                  <a:lnTo>
                    <a:pt x="1522872" y="0"/>
                  </a:lnTo>
                  <a:lnTo>
                    <a:pt x="1520971" y="0"/>
                  </a:lnTo>
                  <a:lnTo>
                    <a:pt x="1519069" y="0"/>
                  </a:lnTo>
                  <a:lnTo>
                    <a:pt x="1517168" y="0"/>
                  </a:lnTo>
                  <a:lnTo>
                    <a:pt x="1515267" y="0"/>
                  </a:lnTo>
                  <a:lnTo>
                    <a:pt x="1513366" y="0"/>
                  </a:lnTo>
                  <a:lnTo>
                    <a:pt x="1511464" y="0"/>
                  </a:lnTo>
                  <a:lnTo>
                    <a:pt x="1509563" y="0"/>
                  </a:lnTo>
                  <a:lnTo>
                    <a:pt x="1507662" y="0"/>
                  </a:lnTo>
                  <a:lnTo>
                    <a:pt x="1505761" y="0"/>
                  </a:lnTo>
                  <a:lnTo>
                    <a:pt x="1503860" y="0"/>
                  </a:lnTo>
                  <a:lnTo>
                    <a:pt x="1501958" y="0"/>
                  </a:lnTo>
                  <a:lnTo>
                    <a:pt x="1500057" y="0"/>
                  </a:lnTo>
                  <a:lnTo>
                    <a:pt x="1498156" y="0"/>
                  </a:lnTo>
                  <a:lnTo>
                    <a:pt x="1496255" y="0"/>
                  </a:lnTo>
                  <a:lnTo>
                    <a:pt x="1494354" y="0"/>
                  </a:lnTo>
                  <a:lnTo>
                    <a:pt x="1492452" y="0"/>
                  </a:lnTo>
                  <a:lnTo>
                    <a:pt x="1490551" y="0"/>
                  </a:lnTo>
                  <a:lnTo>
                    <a:pt x="1488650" y="0"/>
                  </a:lnTo>
                  <a:lnTo>
                    <a:pt x="1486749" y="0"/>
                  </a:lnTo>
                  <a:lnTo>
                    <a:pt x="1484847" y="0"/>
                  </a:lnTo>
                  <a:lnTo>
                    <a:pt x="1482946" y="0"/>
                  </a:lnTo>
                  <a:lnTo>
                    <a:pt x="1481045" y="0"/>
                  </a:lnTo>
                  <a:lnTo>
                    <a:pt x="1479144" y="0"/>
                  </a:lnTo>
                  <a:lnTo>
                    <a:pt x="1477243" y="0"/>
                  </a:lnTo>
                  <a:lnTo>
                    <a:pt x="1475341" y="0"/>
                  </a:lnTo>
                  <a:lnTo>
                    <a:pt x="1473440" y="0"/>
                  </a:lnTo>
                  <a:lnTo>
                    <a:pt x="1471539" y="0"/>
                  </a:lnTo>
                  <a:lnTo>
                    <a:pt x="1469638" y="0"/>
                  </a:lnTo>
                  <a:lnTo>
                    <a:pt x="1467737" y="0"/>
                  </a:lnTo>
                  <a:lnTo>
                    <a:pt x="1465835" y="0"/>
                  </a:lnTo>
                  <a:lnTo>
                    <a:pt x="1463934" y="0"/>
                  </a:lnTo>
                  <a:lnTo>
                    <a:pt x="1462033" y="0"/>
                  </a:lnTo>
                  <a:lnTo>
                    <a:pt x="1460132" y="0"/>
                  </a:lnTo>
                  <a:lnTo>
                    <a:pt x="1458230" y="0"/>
                  </a:lnTo>
                  <a:lnTo>
                    <a:pt x="1456329" y="0"/>
                  </a:lnTo>
                  <a:lnTo>
                    <a:pt x="1454428" y="0"/>
                  </a:lnTo>
                  <a:lnTo>
                    <a:pt x="1452527" y="0"/>
                  </a:lnTo>
                  <a:lnTo>
                    <a:pt x="1450626" y="0"/>
                  </a:lnTo>
                  <a:lnTo>
                    <a:pt x="1448724" y="0"/>
                  </a:lnTo>
                  <a:lnTo>
                    <a:pt x="1446823" y="0"/>
                  </a:lnTo>
                  <a:lnTo>
                    <a:pt x="1444922" y="0"/>
                  </a:lnTo>
                  <a:lnTo>
                    <a:pt x="1443021" y="0"/>
                  </a:lnTo>
                  <a:lnTo>
                    <a:pt x="1441120" y="0"/>
                  </a:lnTo>
                  <a:lnTo>
                    <a:pt x="1439218" y="0"/>
                  </a:lnTo>
                  <a:lnTo>
                    <a:pt x="1437317" y="0"/>
                  </a:lnTo>
                  <a:lnTo>
                    <a:pt x="1435416" y="0"/>
                  </a:lnTo>
                  <a:lnTo>
                    <a:pt x="1433515" y="0"/>
                  </a:lnTo>
                  <a:lnTo>
                    <a:pt x="1431614" y="0"/>
                  </a:lnTo>
                  <a:lnTo>
                    <a:pt x="1429712" y="0"/>
                  </a:lnTo>
                  <a:lnTo>
                    <a:pt x="1427811" y="0"/>
                  </a:lnTo>
                  <a:lnTo>
                    <a:pt x="1425910" y="0"/>
                  </a:lnTo>
                  <a:lnTo>
                    <a:pt x="1424009" y="0"/>
                  </a:lnTo>
                  <a:lnTo>
                    <a:pt x="1422107" y="0"/>
                  </a:lnTo>
                  <a:lnTo>
                    <a:pt x="1420206" y="0"/>
                  </a:lnTo>
                  <a:lnTo>
                    <a:pt x="1418305" y="0"/>
                  </a:lnTo>
                  <a:lnTo>
                    <a:pt x="1416404" y="0"/>
                  </a:lnTo>
                  <a:lnTo>
                    <a:pt x="1414503" y="0"/>
                  </a:lnTo>
                  <a:lnTo>
                    <a:pt x="1412601" y="0"/>
                  </a:lnTo>
                  <a:lnTo>
                    <a:pt x="1410700" y="0"/>
                  </a:lnTo>
                  <a:lnTo>
                    <a:pt x="1408799" y="0"/>
                  </a:lnTo>
                  <a:lnTo>
                    <a:pt x="1406898" y="0"/>
                  </a:lnTo>
                  <a:lnTo>
                    <a:pt x="1404997" y="0"/>
                  </a:lnTo>
                  <a:lnTo>
                    <a:pt x="1403095" y="0"/>
                  </a:lnTo>
                  <a:lnTo>
                    <a:pt x="1401194" y="0"/>
                  </a:lnTo>
                  <a:lnTo>
                    <a:pt x="1399293" y="0"/>
                  </a:lnTo>
                  <a:lnTo>
                    <a:pt x="1397392" y="0"/>
                  </a:lnTo>
                  <a:lnTo>
                    <a:pt x="1395490" y="0"/>
                  </a:lnTo>
                  <a:lnTo>
                    <a:pt x="1393589" y="0"/>
                  </a:lnTo>
                  <a:lnTo>
                    <a:pt x="1391688" y="0"/>
                  </a:lnTo>
                  <a:lnTo>
                    <a:pt x="1389787" y="0"/>
                  </a:lnTo>
                  <a:lnTo>
                    <a:pt x="1387886" y="0"/>
                  </a:lnTo>
                  <a:lnTo>
                    <a:pt x="1385984" y="0"/>
                  </a:lnTo>
                  <a:lnTo>
                    <a:pt x="1384083" y="0"/>
                  </a:lnTo>
                  <a:lnTo>
                    <a:pt x="1382182" y="0"/>
                  </a:lnTo>
                  <a:lnTo>
                    <a:pt x="1380281" y="0"/>
                  </a:lnTo>
                  <a:lnTo>
                    <a:pt x="1378380" y="0"/>
                  </a:lnTo>
                  <a:lnTo>
                    <a:pt x="1376478" y="0"/>
                  </a:lnTo>
                  <a:lnTo>
                    <a:pt x="1374577" y="0"/>
                  </a:lnTo>
                  <a:lnTo>
                    <a:pt x="1372676" y="0"/>
                  </a:lnTo>
                  <a:lnTo>
                    <a:pt x="1370775" y="0"/>
                  </a:lnTo>
                  <a:lnTo>
                    <a:pt x="1368873" y="0"/>
                  </a:lnTo>
                  <a:lnTo>
                    <a:pt x="1366972" y="0"/>
                  </a:lnTo>
                  <a:lnTo>
                    <a:pt x="1365071" y="0"/>
                  </a:lnTo>
                  <a:lnTo>
                    <a:pt x="1363170" y="0"/>
                  </a:lnTo>
                  <a:lnTo>
                    <a:pt x="1361269" y="0"/>
                  </a:lnTo>
                  <a:lnTo>
                    <a:pt x="1359367" y="0"/>
                  </a:lnTo>
                  <a:lnTo>
                    <a:pt x="1357466" y="0"/>
                  </a:lnTo>
                  <a:lnTo>
                    <a:pt x="1355565" y="0"/>
                  </a:lnTo>
                  <a:lnTo>
                    <a:pt x="1353664" y="0"/>
                  </a:lnTo>
                  <a:lnTo>
                    <a:pt x="1351763" y="0"/>
                  </a:lnTo>
                  <a:lnTo>
                    <a:pt x="1349861" y="0"/>
                  </a:lnTo>
                  <a:lnTo>
                    <a:pt x="1347960" y="0"/>
                  </a:lnTo>
                  <a:lnTo>
                    <a:pt x="1346059" y="0"/>
                  </a:lnTo>
                  <a:lnTo>
                    <a:pt x="1344158" y="0"/>
                  </a:lnTo>
                  <a:lnTo>
                    <a:pt x="1342256" y="0"/>
                  </a:lnTo>
                  <a:lnTo>
                    <a:pt x="1340355" y="0"/>
                  </a:lnTo>
                  <a:lnTo>
                    <a:pt x="1338454" y="0"/>
                  </a:lnTo>
                  <a:lnTo>
                    <a:pt x="1336553" y="0"/>
                  </a:lnTo>
                  <a:lnTo>
                    <a:pt x="1334652" y="0"/>
                  </a:lnTo>
                  <a:lnTo>
                    <a:pt x="1332750" y="0"/>
                  </a:lnTo>
                  <a:lnTo>
                    <a:pt x="1330849" y="0"/>
                  </a:lnTo>
                  <a:lnTo>
                    <a:pt x="1328948" y="0"/>
                  </a:lnTo>
                  <a:lnTo>
                    <a:pt x="1327047" y="0"/>
                  </a:lnTo>
                  <a:lnTo>
                    <a:pt x="1325146" y="0"/>
                  </a:lnTo>
                  <a:lnTo>
                    <a:pt x="1323244" y="0"/>
                  </a:lnTo>
                  <a:lnTo>
                    <a:pt x="1321343" y="0"/>
                  </a:lnTo>
                  <a:lnTo>
                    <a:pt x="1319442" y="0"/>
                  </a:lnTo>
                  <a:lnTo>
                    <a:pt x="1317541" y="0"/>
                  </a:lnTo>
                  <a:lnTo>
                    <a:pt x="1315639" y="0"/>
                  </a:lnTo>
                  <a:lnTo>
                    <a:pt x="1313738" y="0"/>
                  </a:lnTo>
                  <a:lnTo>
                    <a:pt x="1311837" y="0"/>
                  </a:lnTo>
                  <a:lnTo>
                    <a:pt x="1309936" y="0"/>
                  </a:lnTo>
                  <a:lnTo>
                    <a:pt x="1308035" y="0"/>
                  </a:lnTo>
                  <a:lnTo>
                    <a:pt x="1306133" y="0"/>
                  </a:lnTo>
                  <a:lnTo>
                    <a:pt x="1304232" y="0"/>
                  </a:lnTo>
                  <a:lnTo>
                    <a:pt x="1302331" y="0"/>
                  </a:lnTo>
                  <a:lnTo>
                    <a:pt x="1300430" y="0"/>
                  </a:lnTo>
                  <a:lnTo>
                    <a:pt x="1298529" y="0"/>
                  </a:lnTo>
                  <a:lnTo>
                    <a:pt x="1296627" y="0"/>
                  </a:lnTo>
                  <a:lnTo>
                    <a:pt x="1294726" y="0"/>
                  </a:lnTo>
                  <a:lnTo>
                    <a:pt x="1292825" y="0"/>
                  </a:lnTo>
                  <a:lnTo>
                    <a:pt x="1290924" y="0"/>
                  </a:lnTo>
                  <a:lnTo>
                    <a:pt x="1289022" y="0"/>
                  </a:lnTo>
                  <a:lnTo>
                    <a:pt x="1287121" y="0"/>
                  </a:lnTo>
                  <a:lnTo>
                    <a:pt x="1285220" y="0"/>
                  </a:lnTo>
                  <a:lnTo>
                    <a:pt x="1283319" y="0"/>
                  </a:lnTo>
                  <a:lnTo>
                    <a:pt x="1281418" y="0"/>
                  </a:lnTo>
                  <a:lnTo>
                    <a:pt x="1279516" y="0"/>
                  </a:lnTo>
                  <a:lnTo>
                    <a:pt x="1277615" y="0"/>
                  </a:lnTo>
                  <a:lnTo>
                    <a:pt x="1275714" y="0"/>
                  </a:lnTo>
                  <a:lnTo>
                    <a:pt x="1273813" y="0"/>
                  </a:lnTo>
                  <a:lnTo>
                    <a:pt x="1271912" y="0"/>
                  </a:lnTo>
                  <a:lnTo>
                    <a:pt x="1270010" y="0"/>
                  </a:lnTo>
                  <a:lnTo>
                    <a:pt x="1268109" y="0"/>
                  </a:lnTo>
                  <a:lnTo>
                    <a:pt x="1266208" y="0"/>
                  </a:lnTo>
                  <a:lnTo>
                    <a:pt x="1264307" y="0"/>
                  </a:lnTo>
                  <a:lnTo>
                    <a:pt x="1262405" y="0"/>
                  </a:lnTo>
                  <a:lnTo>
                    <a:pt x="1260504" y="0"/>
                  </a:lnTo>
                  <a:lnTo>
                    <a:pt x="1258603" y="0"/>
                  </a:lnTo>
                  <a:lnTo>
                    <a:pt x="1256702" y="0"/>
                  </a:lnTo>
                  <a:lnTo>
                    <a:pt x="1254801" y="0"/>
                  </a:lnTo>
                  <a:lnTo>
                    <a:pt x="1252899" y="0"/>
                  </a:lnTo>
                  <a:lnTo>
                    <a:pt x="1250998" y="0"/>
                  </a:lnTo>
                  <a:lnTo>
                    <a:pt x="1249097" y="0"/>
                  </a:lnTo>
                  <a:lnTo>
                    <a:pt x="1247196" y="0"/>
                  </a:lnTo>
                  <a:lnTo>
                    <a:pt x="1245295" y="0"/>
                  </a:lnTo>
                  <a:lnTo>
                    <a:pt x="1243393" y="0"/>
                  </a:lnTo>
                  <a:lnTo>
                    <a:pt x="1241492" y="0"/>
                  </a:lnTo>
                  <a:lnTo>
                    <a:pt x="1239591" y="0"/>
                  </a:lnTo>
                  <a:lnTo>
                    <a:pt x="1237690" y="0"/>
                  </a:lnTo>
                  <a:lnTo>
                    <a:pt x="1235788" y="0"/>
                  </a:lnTo>
                  <a:lnTo>
                    <a:pt x="1233887" y="0"/>
                  </a:lnTo>
                  <a:lnTo>
                    <a:pt x="1231986" y="0"/>
                  </a:lnTo>
                  <a:lnTo>
                    <a:pt x="1230085" y="0"/>
                  </a:lnTo>
                  <a:lnTo>
                    <a:pt x="1228184" y="0"/>
                  </a:lnTo>
                  <a:lnTo>
                    <a:pt x="1226282" y="0"/>
                  </a:lnTo>
                  <a:lnTo>
                    <a:pt x="1224381" y="0"/>
                  </a:lnTo>
                  <a:lnTo>
                    <a:pt x="1222480" y="0"/>
                  </a:lnTo>
                  <a:lnTo>
                    <a:pt x="1220579" y="0"/>
                  </a:lnTo>
                  <a:lnTo>
                    <a:pt x="1218678" y="0"/>
                  </a:lnTo>
                  <a:lnTo>
                    <a:pt x="1216776" y="0"/>
                  </a:lnTo>
                  <a:lnTo>
                    <a:pt x="1214875" y="0"/>
                  </a:lnTo>
                  <a:lnTo>
                    <a:pt x="1212974" y="0"/>
                  </a:lnTo>
                  <a:lnTo>
                    <a:pt x="1211073" y="0"/>
                  </a:lnTo>
                  <a:lnTo>
                    <a:pt x="1209171" y="0"/>
                  </a:lnTo>
                  <a:lnTo>
                    <a:pt x="1207270" y="0"/>
                  </a:lnTo>
                  <a:lnTo>
                    <a:pt x="1205369" y="0"/>
                  </a:lnTo>
                  <a:lnTo>
                    <a:pt x="1203468" y="0"/>
                  </a:lnTo>
                  <a:lnTo>
                    <a:pt x="1201567" y="0"/>
                  </a:lnTo>
                  <a:lnTo>
                    <a:pt x="1199665" y="0"/>
                  </a:lnTo>
                  <a:lnTo>
                    <a:pt x="1197764" y="0"/>
                  </a:lnTo>
                  <a:lnTo>
                    <a:pt x="1195863" y="0"/>
                  </a:lnTo>
                  <a:lnTo>
                    <a:pt x="1193962" y="0"/>
                  </a:lnTo>
                  <a:lnTo>
                    <a:pt x="1192061" y="0"/>
                  </a:lnTo>
                  <a:lnTo>
                    <a:pt x="1190159" y="0"/>
                  </a:lnTo>
                  <a:lnTo>
                    <a:pt x="1188258" y="0"/>
                  </a:lnTo>
                  <a:lnTo>
                    <a:pt x="1186357" y="0"/>
                  </a:lnTo>
                  <a:lnTo>
                    <a:pt x="1184456" y="0"/>
                  </a:lnTo>
                  <a:lnTo>
                    <a:pt x="1182554" y="0"/>
                  </a:lnTo>
                  <a:lnTo>
                    <a:pt x="1180653" y="0"/>
                  </a:lnTo>
                  <a:lnTo>
                    <a:pt x="1178752" y="0"/>
                  </a:lnTo>
                  <a:lnTo>
                    <a:pt x="1176851" y="0"/>
                  </a:lnTo>
                  <a:lnTo>
                    <a:pt x="1174950" y="0"/>
                  </a:lnTo>
                  <a:lnTo>
                    <a:pt x="1173048" y="0"/>
                  </a:lnTo>
                  <a:lnTo>
                    <a:pt x="1171147" y="0"/>
                  </a:lnTo>
                  <a:lnTo>
                    <a:pt x="1169246" y="0"/>
                  </a:lnTo>
                  <a:lnTo>
                    <a:pt x="1167345" y="0"/>
                  </a:lnTo>
                  <a:lnTo>
                    <a:pt x="1165444" y="0"/>
                  </a:lnTo>
                  <a:lnTo>
                    <a:pt x="1163542" y="0"/>
                  </a:lnTo>
                  <a:lnTo>
                    <a:pt x="1161641" y="0"/>
                  </a:lnTo>
                  <a:lnTo>
                    <a:pt x="1159740" y="0"/>
                  </a:lnTo>
                  <a:lnTo>
                    <a:pt x="1157839" y="0"/>
                  </a:lnTo>
                  <a:lnTo>
                    <a:pt x="1155938" y="0"/>
                  </a:lnTo>
                  <a:lnTo>
                    <a:pt x="1154036" y="0"/>
                  </a:lnTo>
                  <a:lnTo>
                    <a:pt x="1152135" y="0"/>
                  </a:lnTo>
                  <a:lnTo>
                    <a:pt x="1150234" y="0"/>
                  </a:lnTo>
                  <a:lnTo>
                    <a:pt x="1148333" y="0"/>
                  </a:lnTo>
                  <a:lnTo>
                    <a:pt x="1146431" y="0"/>
                  </a:lnTo>
                  <a:lnTo>
                    <a:pt x="1144530" y="0"/>
                  </a:lnTo>
                  <a:lnTo>
                    <a:pt x="1142629" y="0"/>
                  </a:lnTo>
                  <a:lnTo>
                    <a:pt x="1140728" y="0"/>
                  </a:lnTo>
                  <a:lnTo>
                    <a:pt x="1138827" y="0"/>
                  </a:lnTo>
                  <a:lnTo>
                    <a:pt x="1136925" y="0"/>
                  </a:lnTo>
                  <a:lnTo>
                    <a:pt x="1135024" y="0"/>
                  </a:lnTo>
                  <a:lnTo>
                    <a:pt x="1133123" y="0"/>
                  </a:lnTo>
                  <a:lnTo>
                    <a:pt x="1131222" y="0"/>
                  </a:lnTo>
                  <a:lnTo>
                    <a:pt x="1129321" y="0"/>
                  </a:lnTo>
                  <a:lnTo>
                    <a:pt x="1127419" y="0"/>
                  </a:lnTo>
                  <a:lnTo>
                    <a:pt x="1125518" y="0"/>
                  </a:lnTo>
                  <a:lnTo>
                    <a:pt x="1123617" y="0"/>
                  </a:lnTo>
                  <a:lnTo>
                    <a:pt x="1121716" y="0"/>
                  </a:lnTo>
                  <a:lnTo>
                    <a:pt x="1119814" y="0"/>
                  </a:lnTo>
                  <a:lnTo>
                    <a:pt x="1117913" y="0"/>
                  </a:lnTo>
                  <a:lnTo>
                    <a:pt x="1116012" y="0"/>
                  </a:lnTo>
                  <a:lnTo>
                    <a:pt x="1114111" y="0"/>
                  </a:lnTo>
                  <a:lnTo>
                    <a:pt x="1112210" y="0"/>
                  </a:lnTo>
                  <a:lnTo>
                    <a:pt x="1110308" y="0"/>
                  </a:lnTo>
                  <a:lnTo>
                    <a:pt x="1108407" y="0"/>
                  </a:lnTo>
                  <a:lnTo>
                    <a:pt x="1106506" y="0"/>
                  </a:lnTo>
                  <a:lnTo>
                    <a:pt x="1104605" y="0"/>
                  </a:lnTo>
                  <a:lnTo>
                    <a:pt x="1102704" y="0"/>
                  </a:lnTo>
                  <a:lnTo>
                    <a:pt x="1100802" y="0"/>
                  </a:lnTo>
                  <a:lnTo>
                    <a:pt x="1098901" y="0"/>
                  </a:lnTo>
                  <a:lnTo>
                    <a:pt x="1097000" y="0"/>
                  </a:lnTo>
                  <a:lnTo>
                    <a:pt x="1095099" y="0"/>
                  </a:lnTo>
                  <a:lnTo>
                    <a:pt x="1093197" y="0"/>
                  </a:lnTo>
                  <a:lnTo>
                    <a:pt x="1091296" y="0"/>
                  </a:lnTo>
                  <a:lnTo>
                    <a:pt x="1089395" y="0"/>
                  </a:lnTo>
                  <a:lnTo>
                    <a:pt x="1087494" y="0"/>
                  </a:lnTo>
                  <a:lnTo>
                    <a:pt x="1085593" y="0"/>
                  </a:lnTo>
                  <a:lnTo>
                    <a:pt x="1083691" y="0"/>
                  </a:lnTo>
                  <a:lnTo>
                    <a:pt x="1081790" y="0"/>
                  </a:lnTo>
                  <a:lnTo>
                    <a:pt x="1079889" y="0"/>
                  </a:lnTo>
                  <a:lnTo>
                    <a:pt x="1077988" y="0"/>
                  </a:lnTo>
                  <a:lnTo>
                    <a:pt x="1076087" y="0"/>
                  </a:lnTo>
                  <a:lnTo>
                    <a:pt x="1074185" y="0"/>
                  </a:lnTo>
                  <a:lnTo>
                    <a:pt x="1072284" y="0"/>
                  </a:lnTo>
                  <a:lnTo>
                    <a:pt x="1070383" y="0"/>
                  </a:lnTo>
                  <a:lnTo>
                    <a:pt x="1068482" y="0"/>
                  </a:lnTo>
                  <a:lnTo>
                    <a:pt x="1066580" y="0"/>
                  </a:lnTo>
                  <a:lnTo>
                    <a:pt x="1064679" y="0"/>
                  </a:lnTo>
                  <a:lnTo>
                    <a:pt x="1062778" y="0"/>
                  </a:lnTo>
                  <a:lnTo>
                    <a:pt x="1060877" y="0"/>
                  </a:lnTo>
                  <a:lnTo>
                    <a:pt x="1058976" y="0"/>
                  </a:lnTo>
                  <a:lnTo>
                    <a:pt x="1057074" y="0"/>
                  </a:lnTo>
                  <a:lnTo>
                    <a:pt x="1055173" y="0"/>
                  </a:lnTo>
                  <a:lnTo>
                    <a:pt x="1053272" y="0"/>
                  </a:lnTo>
                  <a:lnTo>
                    <a:pt x="1051371" y="0"/>
                  </a:lnTo>
                  <a:lnTo>
                    <a:pt x="1049470" y="0"/>
                  </a:lnTo>
                  <a:lnTo>
                    <a:pt x="1047568" y="0"/>
                  </a:lnTo>
                  <a:lnTo>
                    <a:pt x="1045667" y="0"/>
                  </a:lnTo>
                  <a:lnTo>
                    <a:pt x="1043766" y="0"/>
                  </a:lnTo>
                  <a:lnTo>
                    <a:pt x="1041865" y="0"/>
                  </a:lnTo>
                  <a:lnTo>
                    <a:pt x="1039963" y="0"/>
                  </a:lnTo>
                  <a:lnTo>
                    <a:pt x="1038062" y="0"/>
                  </a:lnTo>
                  <a:lnTo>
                    <a:pt x="1036161" y="0"/>
                  </a:lnTo>
                  <a:lnTo>
                    <a:pt x="1034260" y="0"/>
                  </a:lnTo>
                  <a:lnTo>
                    <a:pt x="1032359" y="0"/>
                  </a:lnTo>
                  <a:lnTo>
                    <a:pt x="1030457" y="0"/>
                  </a:lnTo>
                  <a:lnTo>
                    <a:pt x="1028556" y="0"/>
                  </a:lnTo>
                  <a:lnTo>
                    <a:pt x="1026655" y="0"/>
                  </a:lnTo>
                  <a:lnTo>
                    <a:pt x="1024754" y="0"/>
                  </a:lnTo>
                  <a:lnTo>
                    <a:pt x="1022853" y="0"/>
                  </a:lnTo>
                  <a:lnTo>
                    <a:pt x="1020951" y="0"/>
                  </a:lnTo>
                  <a:lnTo>
                    <a:pt x="1019050" y="0"/>
                  </a:lnTo>
                  <a:lnTo>
                    <a:pt x="1017149" y="0"/>
                  </a:lnTo>
                  <a:lnTo>
                    <a:pt x="1015248" y="0"/>
                  </a:lnTo>
                  <a:lnTo>
                    <a:pt x="1013346" y="0"/>
                  </a:lnTo>
                  <a:lnTo>
                    <a:pt x="1011445" y="0"/>
                  </a:lnTo>
                  <a:lnTo>
                    <a:pt x="1009544" y="0"/>
                  </a:lnTo>
                  <a:lnTo>
                    <a:pt x="1007643" y="0"/>
                  </a:lnTo>
                  <a:lnTo>
                    <a:pt x="1005742" y="0"/>
                  </a:lnTo>
                  <a:lnTo>
                    <a:pt x="1003840" y="0"/>
                  </a:lnTo>
                  <a:lnTo>
                    <a:pt x="1001939" y="0"/>
                  </a:lnTo>
                  <a:lnTo>
                    <a:pt x="1000038" y="0"/>
                  </a:lnTo>
                  <a:lnTo>
                    <a:pt x="998137" y="0"/>
                  </a:lnTo>
                  <a:lnTo>
                    <a:pt x="996236" y="0"/>
                  </a:lnTo>
                  <a:lnTo>
                    <a:pt x="994334" y="0"/>
                  </a:lnTo>
                  <a:lnTo>
                    <a:pt x="992433" y="0"/>
                  </a:lnTo>
                  <a:lnTo>
                    <a:pt x="990532" y="0"/>
                  </a:lnTo>
                  <a:lnTo>
                    <a:pt x="988631" y="0"/>
                  </a:lnTo>
                  <a:lnTo>
                    <a:pt x="986729" y="0"/>
                  </a:lnTo>
                  <a:lnTo>
                    <a:pt x="984828" y="0"/>
                  </a:lnTo>
                  <a:lnTo>
                    <a:pt x="982927" y="0"/>
                  </a:lnTo>
                  <a:lnTo>
                    <a:pt x="981026" y="0"/>
                  </a:lnTo>
                  <a:lnTo>
                    <a:pt x="979125" y="0"/>
                  </a:lnTo>
                  <a:lnTo>
                    <a:pt x="977223" y="0"/>
                  </a:lnTo>
                  <a:lnTo>
                    <a:pt x="975322" y="0"/>
                  </a:lnTo>
                  <a:lnTo>
                    <a:pt x="973421" y="0"/>
                  </a:lnTo>
                  <a:lnTo>
                    <a:pt x="971520" y="0"/>
                  </a:lnTo>
                  <a:lnTo>
                    <a:pt x="969619" y="0"/>
                  </a:lnTo>
                  <a:lnTo>
                    <a:pt x="967717" y="0"/>
                  </a:lnTo>
                  <a:lnTo>
                    <a:pt x="965816" y="0"/>
                  </a:lnTo>
                  <a:lnTo>
                    <a:pt x="963915" y="0"/>
                  </a:lnTo>
                  <a:lnTo>
                    <a:pt x="962014" y="0"/>
                  </a:lnTo>
                  <a:lnTo>
                    <a:pt x="960112" y="0"/>
                  </a:lnTo>
                  <a:lnTo>
                    <a:pt x="958211" y="0"/>
                  </a:lnTo>
                  <a:lnTo>
                    <a:pt x="956310" y="0"/>
                  </a:lnTo>
                  <a:lnTo>
                    <a:pt x="954409" y="0"/>
                  </a:lnTo>
                  <a:lnTo>
                    <a:pt x="952508" y="0"/>
                  </a:lnTo>
                  <a:lnTo>
                    <a:pt x="950606" y="0"/>
                  </a:lnTo>
                  <a:lnTo>
                    <a:pt x="948705" y="0"/>
                  </a:lnTo>
                  <a:lnTo>
                    <a:pt x="946804" y="0"/>
                  </a:lnTo>
                  <a:lnTo>
                    <a:pt x="944903" y="0"/>
                  </a:lnTo>
                  <a:lnTo>
                    <a:pt x="943002" y="0"/>
                  </a:lnTo>
                  <a:lnTo>
                    <a:pt x="941100" y="0"/>
                  </a:lnTo>
                  <a:lnTo>
                    <a:pt x="939199" y="0"/>
                  </a:lnTo>
                  <a:lnTo>
                    <a:pt x="937298" y="0"/>
                  </a:lnTo>
                  <a:lnTo>
                    <a:pt x="935397" y="0"/>
                  </a:lnTo>
                  <a:lnTo>
                    <a:pt x="933495" y="0"/>
                  </a:lnTo>
                  <a:lnTo>
                    <a:pt x="931594" y="0"/>
                  </a:lnTo>
                  <a:lnTo>
                    <a:pt x="929693" y="0"/>
                  </a:lnTo>
                  <a:lnTo>
                    <a:pt x="927792" y="0"/>
                  </a:lnTo>
                  <a:lnTo>
                    <a:pt x="925891" y="0"/>
                  </a:lnTo>
                  <a:lnTo>
                    <a:pt x="923989" y="0"/>
                  </a:lnTo>
                  <a:lnTo>
                    <a:pt x="922088" y="0"/>
                  </a:lnTo>
                  <a:lnTo>
                    <a:pt x="920187" y="0"/>
                  </a:lnTo>
                  <a:lnTo>
                    <a:pt x="918286" y="0"/>
                  </a:lnTo>
                  <a:lnTo>
                    <a:pt x="916385" y="0"/>
                  </a:lnTo>
                  <a:lnTo>
                    <a:pt x="914483" y="0"/>
                  </a:lnTo>
                  <a:lnTo>
                    <a:pt x="912582" y="0"/>
                  </a:lnTo>
                  <a:lnTo>
                    <a:pt x="910681" y="0"/>
                  </a:lnTo>
                  <a:lnTo>
                    <a:pt x="908780" y="0"/>
                  </a:lnTo>
                  <a:lnTo>
                    <a:pt x="906878" y="0"/>
                  </a:lnTo>
                  <a:lnTo>
                    <a:pt x="904977" y="0"/>
                  </a:lnTo>
                  <a:lnTo>
                    <a:pt x="903076" y="0"/>
                  </a:lnTo>
                  <a:lnTo>
                    <a:pt x="901175" y="0"/>
                  </a:lnTo>
                  <a:lnTo>
                    <a:pt x="899274" y="0"/>
                  </a:lnTo>
                  <a:lnTo>
                    <a:pt x="897372" y="0"/>
                  </a:lnTo>
                  <a:lnTo>
                    <a:pt x="895471" y="0"/>
                  </a:lnTo>
                  <a:lnTo>
                    <a:pt x="893570" y="0"/>
                  </a:lnTo>
                  <a:lnTo>
                    <a:pt x="891669" y="0"/>
                  </a:lnTo>
                  <a:lnTo>
                    <a:pt x="889768" y="0"/>
                  </a:lnTo>
                  <a:lnTo>
                    <a:pt x="887866" y="0"/>
                  </a:lnTo>
                  <a:lnTo>
                    <a:pt x="885965" y="0"/>
                  </a:lnTo>
                  <a:lnTo>
                    <a:pt x="884064" y="0"/>
                  </a:lnTo>
                  <a:lnTo>
                    <a:pt x="882163" y="0"/>
                  </a:lnTo>
                  <a:lnTo>
                    <a:pt x="880261" y="0"/>
                  </a:lnTo>
                  <a:lnTo>
                    <a:pt x="878360" y="0"/>
                  </a:lnTo>
                  <a:lnTo>
                    <a:pt x="876459" y="0"/>
                  </a:lnTo>
                  <a:lnTo>
                    <a:pt x="874558" y="0"/>
                  </a:lnTo>
                  <a:lnTo>
                    <a:pt x="872657" y="0"/>
                  </a:lnTo>
                  <a:lnTo>
                    <a:pt x="870755" y="0"/>
                  </a:lnTo>
                  <a:lnTo>
                    <a:pt x="868854" y="0"/>
                  </a:lnTo>
                  <a:lnTo>
                    <a:pt x="866953" y="0"/>
                  </a:lnTo>
                  <a:lnTo>
                    <a:pt x="865052" y="0"/>
                  </a:lnTo>
                  <a:lnTo>
                    <a:pt x="863151" y="0"/>
                  </a:lnTo>
                  <a:lnTo>
                    <a:pt x="861249" y="0"/>
                  </a:lnTo>
                  <a:lnTo>
                    <a:pt x="859348" y="0"/>
                  </a:lnTo>
                  <a:lnTo>
                    <a:pt x="857447" y="0"/>
                  </a:lnTo>
                  <a:lnTo>
                    <a:pt x="855546" y="0"/>
                  </a:lnTo>
                  <a:lnTo>
                    <a:pt x="853645" y="0"/>
                  </a:lnTo>
                  <a:lnTo>
                    <a:pt x="851743" y="0"/>
                  </a:lnTo>
                  <a:lnTo>
                    <a:pt x="849842" y="0"/>
                  </a:lnTo>
                  <a:lnTo>
                    <a:pt x="847941" y="0"/>
                  </a:lnTo>
                  <a:lnTo>
                    <a:pt x="846040" y="0"/>
                  </a:lnTo>
                  <a:lnTo>
                    <a:pt x="844138" y="0"/>
                  </a:lnTo>
                  <a:lnTo>
                    <a:pt x="842237" y="0"/>
                  </a:lnTo>
                  <a:lnTo>
                    <a:pt x="840336" y="0"/>
                  </a:lnTo>
                  <a:lnTo>
                    <a:pt x="838435" y="0"/>
                  </a:lnTo>
                  <a:lnTo>
                    <a:pt x="836534" y="0"/>
                  </a:lnTo>
                  <a:lnTo>
                    <a:pt x="834632" y="0"/>
                  </a:lnTo>
                  <a:lnTo>
                    <a:pt x="832731" y="0"/>
                  </a:lnTo>
                  <a:lnTo>
                    <a:pt x="830830" y="0"/>
                  </a:lnTo>
                  <a:lnTo>
                    <a:pt x="828929" y="0"/>
                  </a:lnTo>
                  <a:lnTo>
                    <a:pt x="827028" y="0"/>
                  </a:lnTo>
                  <a:lnTo>
                    <a:pt x="825126" y="0"/>
                  </a:lnTo>
                  <a:lnTo>
                    <a:pt x="823225" y="0"/>
                  </a:lnTo>
                  <a:lnTo>
                    <a:pt x="821324" y="0"/>
                  </a:lnTo>
                  <a:lnTo>
                    <a:pt x="819423" y="0"/>
                  </a:lnTo>
                  <a:lnTo>
                    <a:pt x="817521" y="0"/>
                  </a:lnTo>
                  <a:lnTo>
                    <a:pt x="815620" y="0"/>
                  </a:lnTo>
                  <a:lnTo>
                    <a:pt x="813719" y="0"/>
                  </a:lnTo>
                  <a:lnTo>
                    <a:pt x="811818" y="0"/>
                  </a:lnTo>
                  <a:lnTo>
                    <a:pt x="809917" y="0"/>
                  </a:lnTo>
                  <a:lnTo>
                    <a:pt x="808015" y="0"/>
                  </a:lnTo>
                  <a:lnTo>
                    <a:pt x="806114" y="0"/>
                  </a:lnTo>
                  <a:lnTo>
                    <a:pt x="804213" y="0"/>
                  </a:lnTo>
                  <a:lnTo>
                    <a:pt x="802312" y="0"/>
                  </a:lnTo>
                  <a:lnTo>
                    <a:pt x="800411" y="0"/>
                  </a:lnTo>
                  <a:lnTo>
                    <a:pt x="798509" y="0"/>
                  </a:lnTo>
                  <a:lnTo>
                    <a:pt x="796608" y="0"/>
                  </a:lnTo>
                  <a:lnTo>
                    <a:pt x="794707" y="0"/>
                  </a:lnTo>
                  <a:lnTo>
                    <a:pt x="792806" y="0"/>
                  </a:lnTo>
                  <a:lnTo>
                    <a:pt x="790904" y="0"/>
                  </a:lnTo>
                  <a:lnTo>
                    <a:pt x="789003" y="0"/>
                  </a:lnTo>
                  <a:lnTo>
                    <a:pt x="787102" y="0"/>
                  </a:lnTo>
                  <a:lnTo>
                    <a:pt x="785201" y="0"/>
                  </a:lnTo>
                  <a:lnTo>
                    <a:pt x="783300" y="0"/>
                  </a:lnTo>
                  <a:lnTo>
                    <a:pt x="781398" y="0"/>
                  </a:lnTo>
                  <a:lnTo>
                    <a:pt x="779497" y="0"/>
                  </a:lnTo>
                  <a:lnTo>
                    <a:pt x="777596" y="0"/>
                  </a:lnTo>
                  <a:lnTo>
                    <a:pt x="775695" y="0"/>
                  </a:lnTo>
                  <a:lnTo>
                    <a:pt x="773794" y="0"/>
                  </a:lnTo>
                  <a:lnTo>
                    <a:pt x="771892" y="0"/>
                  </a:lnTo>
                  <a:lnTo>
                    <a:pt x="769991" y="0"/>
                  </a:lnTo>
                  <a:lnTo>
                    <a:pt x="768090" y="0"/>
                  </a:lnTo>
                  <a:lnTo>
                    <a:pt x="766189" y="0"/>
                  </a:lnTo>
                  <a:lnTo>
                    <a:pt x="764287" y="0"/>
                  </a:lnTo>
                  <a:lnTo>
                    <a:pt x="762386" y="0"/>
                  </a:lnTo>
                  <a:lnTo>
                    <a:pt x="760485" y="0"/>
                  </a:lnTo>
                  <a:lnTo>
                    <a:pt x="758584" y="0"/>
                  </a:lnTo>
                  <a:lnTo>
                    <a:pt x="756683" y="0"/>
                  </a:lnTo>
                  <a:lnTo>
                    <a:pt x="754781" y="0"/>
                  </a:lnTo>
                  <a:lnTo>
                    <a:pt x="752880" y="0"/>
                  </a:lnTo>
                  <a:lnTo>
                    <a:pt x="750979" y="0"/>
                  </a:lnTo>
                  <a:lnTo>
                    <a:pt x="749078" y="0"/>
                  </a:lnTo>
                  <a:lnTo>
                    <a:pt x="747177" y="0"/>
                  </a:lnTo>
                  <a:lnTo>
                    <a:pt x="745275" y="0"/>
                  </a:lnTo>
                  <a:lnTo>
                    <a:pt x="743374" y="0"/>
                  </a:lnTo>
                  <a:lnTo>
                    <a:pt x="741473" y="0"/>
                  </a:lnTo>
                  <a:lnTo>
                    <a:pt x="739572" y="0"/>
                  </a:lnTo>
                  <a:lnTo>
                    <a:pt x="737670" y="0"/>
                  </a:lnTo>
                  <a:lnTo>
                    <a:pt x="735769" y="0"/>
                  </a:lnTo>
                  <a:lnTo>
                    <a:pt x="733868" y="0"/>
                  </a:lnTo>
                  <a:lnTo>
                    <a:pt x="731967" y="0"/>
                  </a:lnTo>
                  <a:lnTo>
                    <a:pt x="730066" y="0"/>
                  </a:lnTo>
                  <a:lnTo>
                    <a:pt x="728164" y="0"/>
                  </a:lnTo>
                  <a:lnTo>
                    <a:pt x="726263" y="0"/>
                  </a:lnTo>
                  <a:lnTo>
                    <a:pt x="724362" y="0"/>
                  </a:lnTo>
                  <a:lnTo>
                    <a:pt x="722461" y="0"/>
                  </a:lnTo>
                  <a:lnTo>
                    <a:pt x="720560" y="0"/>
                  </a:lnTo>
                  <a:lnTo>
                    <a:pt x="718658" y="0"/>
                  </a:lnTo>
                  <a:lnTo>
                    <a:pt x="716757" y="0"/>
                  </a:lnTo>
                  <a:lnTo>
                    <a:pt x="714856" y="0"/>
                  </a:lnTo>
                  <a:lnTo>
                    <a:pt x="712955" y="0"/>
                  </a:lnTo>
                  <a:lnTo>
                    <a:pt x="711053" y="0"/>
                  </a:lnTo>
                  <a:lnTo>
                    <a:pt x="709152" y="0"/>
                  </a:lnTo>
                  <a:lnTo>
                    <a:pt x="707251" y="0"/>
                  </a:lnTo>
                  <a:lnTo>
                    <a:pt x="705350" y="0"/>
                  </a:lnTo>
                  <a:lnTo>
                    <a:pt x="703449" y="0"/>
                  </a:lnTo>
                  <a:lnTo>
                    <a:pt x="701547" y="0"/>
                  </a:lnTo>
                  <a:lnTo>
                    <a:pt x="699646" y="0"/>
                  </a:lnTo>
                  <a:lnTo>
                    <a:pt x="697745" y="0"/>
                  </a:lnTo>
                  <a:lnTo>
                    <a:pt x="695844" y="0"/>
                  </a:lnTo>
                  <a:lnTo>
                    <a:pt x="693943" y="0"/>
                  </a:lnTo>
                  <a:lnTo>
                    <a:pt x="692041" y="0"/>
                  </a:lnTo>
                  <a:lnTo>
                    <a:pt x="690140" y="0"/>
                  </a:lnTo>
                  <a:lnTo>
                    <a:pt x="688239" y="0"/>
                  </a:lnTo>
                  <a:lnTo>
                    <a:pt x="686338" y="0"/>
                  </a:lnTo>
                  <a:lnTo>
                    <a:pt x="684436" y="0"/>
                  </a:lnTo>
                  <a:lnTo>
                    <a:pt x="682535" y="0"/>
                  </a:lnTo>
                  <a:lnTo>
                    <a:pt x="680634" y="0"/>
                  </a:lnTo>
                  <a:lnTo>
                    <a:pt x="678733" y="0"/>
                  </a:lnTo>
                  <a:lnTo>
                    <a:pt x="676832" y="0"/>
                  </a:lnTo>
                  <a:lnTo>
                    <a:pt x="674930" y="0"/>
                  </a:lnTo>
                  <a:lnTo>
                    <a:pt x="673029" y="0"/>
                  </a:lnTo>
                  <a:lnTo>
                    <a:pt x="671128" y="0"/>
                  </a:lnTo>
                  <a:lnTo>
                    <a:pt x="669227" y="0"/>
                  </a:lnTo>
                  <a:lnTo>
                    <a:pt x="667326" y="0"/>
                  </a:lnTo>
                  <a:lnTo>
                    <a:pt x="665424" y="0"/>
                  </a:lnTo>
                  <a:lnTo>
                    <a:pt x="663523" y="0"/>
                  </a:lnTo>
                  <a:lnTo>
                    <a:pt x="661622" y="0"/>
                  </a:lnTo>
                  <a:lnTo>
                    <a:pt x="659721" y="0"/>
                  </a:lnTo>
                  <a:lnTo>
                    <a:pt x="657819" y="0"/>
                  </a:lnTo>
                  <a:lnTo>
                    <a:pt x="655918" y="0"/>
                  </a:lnTo>
                  <a:lnTo>
                    <a:pt x="654017" y="0"/>
                  </a:lnTo>
                  <a:lnTo>
                    <a:pt x="652116" y="0"/>
                  </a:lnTo>
                  <a:lnTo>
                    <a:pt x="650215" y="0"/>
                  </a:lnTo>
                  <a:lnTo>
                    <a:pt x="648313" y="0"/>
                  </a:lnTo>
                  <a:lnTo>
                    <a:pt x="646412" y="0"/>
                  </a:lnTo>
                  <a:lnTo>
                    <a:pt x="644511" y="0"/>
                  </a:lnTo>
                  <a:lnTo>
                    <a:pt x="642610" y="0"/>
                  </a:lnTo>
                  <a:lnTo>
                    <a:pt x="640709" y="0"/>
                  </a:lnTo>
                  <a:lnTo>
                    <a:pt x="638807" y="0"/>
                  </a:lnTo>
                  <a:lnTo>
                    <a:pt x="636906" y="0"/>
                  </a:lnTo>
                  <a:lnTo>
                    <a:pt x="635005" y="0"/>
                  </a:lnTo>
                  <a:lnTo>
                    <a:pt x="633104" y="0"/>
                  </a:lnTo>
                  <a:lnTo>
                    <a:pt x="631202" y="0"/>
                  </a:lnTo>
                  <a:lnTo>
                    <a:pt x="629301" y="0"/>
                  </a:lnTo>
                  <a:lnTo>
                    <a:pt x="627400" y="0"/>
                  </a:lnTo>
                  <a:lnTo>
                    <a:pt x="625499" y="0"/>
                  </a:lnTo>
                  <a:lnTo>
                    <a:pt x="623598" y="0"/>
                  </a:lnTo>
                  <a:lnTo>
                    <a:pt x="621696" y="0"/>
                  </a:lnTo>
                  <a:lnTo>
                    <a:pt x="619795" y="0"/>
                  </a:lnTo>
                  <a:lnTo>
                    <a:pt x="617894" y="0"/>
                  </a:lnTo>
                  <a:lnTo>
                    <a:pt x="615993" y="0"/>
                  </a:lnTo>
                  <a:lnTo>
                    <a:pt x="614092" y="0"/>
                  </a:lnTo>
                  <a:lnTo>
                    <a:pt x="612190" y="0"/>
                  </a:lnTo>
                  <a:lnTo>
                    <a:pt x="610289" y="0"/>
                  </a:lnTo>
                  <a:lnTo>
                    <a:pt x="608388" y="0"/>
                  </a:lnTo>
                  <a:lnTo>
                    <a:pt x="606487" y="0"/>
                  </a:lnTo>
                  <a:lnTo>
                    <a:pt x="604585" y="0"/>
                  </a:lnTo>
                  <a:lnTo>
                    <a:pt x="602684" y="0"/>
                  </a:lnTo>
                  <a:lnTo>
                    <a:pt x="600783" y="0"/>
                  </a:lnTo>
                  <a:lnTo>
                    <a:pt x="598882" y="0"/>
                  </a:lnTo>
                  <a:lnTo>
                    <a:pt x="596981" y="0"/>
                  </a:lnTo>
                  <a:lnTo>
                    <a:pt x="595079" y="0"/>
                  </a:lnTo>
                  <a:lnTo>
                    <a:pt x="593178" y="0"/>
                  </a:lnTo>
                  <a:lnTo>
                    <a:pt x="591277" y="0"/>
                  </a:lnTo>
                  <a:lnTo>
                    <a:pt x="589376" y="0"/>
                  </a:lnTo>
                  <a:lnTo>
                    <a:pt x="587475" y="0"/>
                  </a:lnTo>
                  <a:lnTo>
                    <a:pt x="585573" y="0"/>
                  </a:lnTo>
                  <a:lnTo>
                    <a:pt x="583672" y="0"/>
                  </a:lnTo>
                  <a:lnTo>
                    <a:pt x="581771" y="0"/>
                  </a:lnTo>
                  <a:lnTo>
                    <a:pt x="579870" y="0"/>
                  </a:lnTo>
                  <a:lnTo>
                    <a:pt x="577969" y="0"/>
                  </a:lnTo>
                  <a:lnTo>
                    <a:pt x="576067" y="0"/>
                  </a:lnTo>
                  <a:lnTo>
                    <a:pt x="574166" y="0"/>
                  </a:lnTo>
                  <a:lnTo>
                    <a:pt x="572265" y="0"/>
                  </a:lnTo>
                  <a:lnTo>
                    <a:pt x="570364" y="0"/>
                  </a:lnTo>
                  <a:lnTo>
                    <a:pt x="568462" y="0"/>
                  </a:lnTo>
                  <a:lnTo>
                    <a:pt x="566561" y="0"/>
                  </a:lnTo>
                  <a:lnTo>
                    <a:pt x="564660" y="0"/>
                  </a:lnTo>
                  <a:lnTo>
                    <a:pt x="562759" y="0"/>
                  </a:lnTo>
                  <a:lnTo>
                    <a:pt x="560858" y="0"/>
                  </a:lnTo>
                  <a:lnTo>
                    <a:pt x="558956" y="0"/>
                  </a:lnTo>
                  <a:lnTo>
                    <a:pt x="557055" y="0"/>
                  </a:lnTo>
                  <a:lnTo>
                    <a:pt x="555154" y="0"/>
                  </a:lnTo>
                  <a:lnTo>
                    <a:pt x="553253" y="0"/>
                  </a:lnTo>
                  <a:lnTo>
                    <a:pt x="551352" y="0"/>
                  </a:lnTo>
                  <a:lnTo>
                    <a:pt x="549450" y="0"/>
                  </a:lnTo>
                  <a:lnTo>
                    <a:pt x="547549" y="0"/>
                  </a:lnTo>
                  <a:lnTo>
                    <a:pt x="545648" y="0"/>
                  </a:lnTo>
                  <a:lnTo>
                    <a:pt x="543747" y="0"/>
                  </a:lnTo>
                  <a:lnTo>
                    <a:pt x="541845" y="0"/>
                  </a:lnTo>
                  <a:lnTo>
                    <a:pt x="539944" y="0"/>
                  </a:lnTo>
                  <a:lnTo>
                    <a:pt x="538043" y="0"/>
                  </a:lnTo>
                  <a:lnTo>
                    <a:pt x="536142" y="0"/>
                  </a:lnTo>
                  <a:lnTo>
                    <a:pt x="534241" y="0"/>
                  </a:lnTo>
                  <a:lnTo>
                    <a:pt x="532339" y="0"/>
                  </a:lnTo>
                  <a:lnTo>
                    <a:pt x="530438" y="0"/>
                  </a:lnTo>
                  <a:lnTo>
                    <a:pt x="528537" y="0"/>
                  </a:lnTo>
                  <a:lnTo>
                    <a:pt x="526636" y="0"/>
                  </a:lnTo>
                  <a:lnTo>
                    <a:pt x="524735" y="0"/>
                  </a:lnTo>
                  <a:lnTo>
                    <a:pt x="522833" y="0"/>
                  </a:lnTo>
                  <a:lnTo>
                    <a:pt x="520932" y="0"/>
                  </a:lnTo>
                  <a:lnTo>
                    <a:pt x="519031" y="0"/>
                  </a:lnTo>
                  <a:lnTo>
                    <a:pt x="517130" y="0"/>
                  </a:lnTo>
                  <a:lnTo>
                    <a:pt x="515228" y="0"/>
                  </a:lnTo>
                  <a:lnTo>
                    <a:pt x="513327" y="0"/>
                  </a:lnTo>
                  <a:lnTo>
                    <a:pt x="511426" y="0"/>
                  </a:lnTo>
                  <a:lnTo>
                    <a:pt x="509525" y="0"/>
                  </a:lnTo>
                  <a:lnTo>
                    <a:pt x="507624" y="0"/>
                  </a:lnTo>
                  <a:lnTo>
                    <a:pt x="505722" y="0"/>
                  </a:lnTo>
                  <a:lnTo>
                    <a:pt x="503821" y="0"/>
                  </a:lnTo>
                  <a:lnTo>
                    <a:pt x="501920" y="0"/>
                  </a:lnTo>
                  <a:lnTo>
                    <a:pt x="500019" y="0"/>
                  </a:lnTo>
                  <a:lnTo>
                    <a:pt x="498118" y="0"/>
                  </a:lnTo>
                  <a:lnTo>
                    <a:pt x="496216" y="0"/>
                  </a:lnTo>
                  <a:lnTo>
                    <a:pt x="494315" y="0"/>
                  </a:lnTo>
                  <a:lnTo>
                    <a:pt x="492414" y="0"/>
                  </a:lnTo>
                  <a:lnTo>
                    <a:pt x="490513" y="0"/>
                  </a:lnTo>
                  <a:lnTo>
                    <a:pt x="488611" y="0"/>
                  </a:lnTo>
                  <a:lnTo>
                    <a:pt x="486710" y="0"/>
                  </a:lnTo>
                  <a:lnTo>
                    <a:pt x="484809" y="0"/>
                  </a:lnTo>
                  <a:lnTo>
                    <a:pt x="482908" y="0"/>
                  </a:lnTo>
                  <a:lnTo>
                    <a:pt x="481007" y="0"/>
                  </a:lnTo>
                  <a:lnTo>
                    <a:pt x="479105" y="0"/>
                  </a:lnTo>
                  <a:lnTo>
                    <a:pt x="477204" y="0"/>
                  </a:lnTo>
                  <a:lnTo>
                    <a:pt x="475303" y="0"/>
                  </a:lnTo>
                  <a:lnTo>
                    <a:pt x="473402" y="0"/>
                  </a:lnTo>
                  <a:lnTo>
                    <a:pt x="471501" y="0"/>
                  </a:lnTo>
                  <a:lnTo>
                    <a:pt x="469599" y="0"/>
                  </a:lnTo>
                  <a:lnTo>
                    <a:pt x="467698" y="0"/>
                  </a:lnTo>
                  <a:lnTo>
                    <a:pt x="465797" y="0"/>
                  </a:lnTo>
                  <a:lnTo>
                    <a:pt x="463896" y="0"/>
                  </a:lnTo>
                  <a:lnTo>
                    <a:pt x="461994" y="0"/>
                  </a:lnTo>
                  <a:lnTo>
                    <a:pt x="460093" y="0"/>
                  </a:lnTo>
                  <a:lnTo>
                    <a:pt x="458192" y="0"/>
                  </a:lnTo>
                  <a:lnTo>
                    <a:pt x="456291" y="0"/>
                  </a:lnTo>
                  <a:lnTo>
                    <a:pt x="454390" y="0"/>
                  </a:lnTo>
                  <a:lnTo>
                    <a:pt x="452488" y="0"/>
                  </a:lnTo>
                  <a:lnTo>
                    <a:pt x="450587" y="0"/>
                  </a:lnTo>
                  <a:lnTo>
                    <a:pt x="448686" y="0"/>
                  </a:lnTo>
                  <a:lnTo>
                    <a:pt x="446785" y="0"/>
                  </a:lnTo>
                  <a:lnTo>
                    <a:pt x="444884" y="0"/>
                  </a:lnTo>
                  <a:lnTo>
                    <a:pt x="442982" y="0"/>
                  </a:lnTo>
                  <a:lnTo>
                    <a:pt x="441081" y="0"/>
                  </a:lnTo>
                  <a:lnTo>
                    <a:pt x="439180" y="0"/>
                  </a:lnTo>
                  <a:lnTo>
                    <a:pt x="437279" y="0"/>
                  </a:lnTo>
                  <a:lnTo>
                    <a:pt x="435377" y="0"/>
                  </a:lnTo>
                  <a:lnTo>
                    <a:pt x="433476" y="0"/>
                  </a:lnTo>
                  <a:lnTo>
                    <a:pt x="431575" y="0"/>
                  </a:lnTo>
                  <a:lnTo>
                    <a:pt x="429674" y="0"/>
                  </a:lnTo>
                  <a:lnTo>
                    <a:pt x="427773" y="0"/>
                  </a:lnTo>
                  <a:lnTo>
                    <a:pt x="425871" y="0"/>
                  </a:lnTo>
                  <a:lnTo>
                    <a:pt x="423970" y="0"/>
                  </a:lnTo>
                  <a:lnTo>
                    <a:pt x="422069" y="0"/>
                  </a:lnTo>
                  <a:lnTo>
                    <a:pt x="420168" y="0"/>
                  </a:lnTo>
                  <a:lnTo>
                    <a:pt x="418267" y="0"/>
                  </a:lnTo>
                  <a:lnTo>
                    <a:pt x="416365" y="0"/>
                  </a:lnTo>
                  <a:lnTo>
                    <a:pt x="414464" y="0"/>
                  </a:lnTo>
                  <a:lnTo>
                    <a:pt x="412563" y="0"/>
                  </a:lnTo>
                  <a:lnTo>
                    <a:pt x="410662" y="0"/>
                  </a:lnTo>
                  <a:lnTo>
                    <a:pt x="408760" y="0"/>
                  </a:lnTo>
                  <a:lnTo>
                    <a:pt x="406859" y="0"/>
                  </a:lnTo>
                  <a:lnTo>
                    <a:pt x="404958" y="0"/>
                  </a:lnTo>
                  <a:lnTo>
                    <a:pt x="403057" y="0"/>
                  </a:lnTo>
                  <a:lnTo>
                    <a:pt x="401156" y="0"/>
                  </a:lnTo>
                  <a:lnTo>
                    <a:pt x="399254" y="0"/>
                  </a:lnTo>
                  <a:lnTo>
                    <a:pt x="397353" y="0"/>
                  </a:lnTo>
                  <a:lnTo>
                    <a:pt x="395452" y="0"/>
                  </a:lnTo>
                  <a:lnTo>
                    <a:pt x="393551" y="0"/>
                  </a:lnTo>
                  <a:lnTo>
                    <a:pt x="391650" y="0"/>
                  </a:lnTo>
                  <a:lnTo>
                    <a:pt x="389748" y="0"/>
                  </a:lnTo>
                  <a:lnTo>
                    <a:pt x="387847" y="0"/>
                  </a:lnTo>
                  <a:lnTo>
                    <a:pt x="385946" y="0"/>
                  </a:lnTo>
                  <a:lnTo>
                    <a:pt x="384045" y="0"/>
                  </a:lnTo>
                  <a:lnTo>
                    <a:pt x="382143" y="0"/>
                  </a:lnTo>
                  <a:lnTo>
                    <a:pt x="380242" y="0"/>
                  </a:lnTo>
                  <a:lnTo>
                    <a:pt x="378341" y="0"/>
                  </a:lnTo>
                  <a:lnTo>
                    <a:pt x="376440" y="0"/>
                  </a:lnTo>
                  <a:lnTo>
                    <a:pt x="374539" y="0"/>
                  </a:lnTo>
                  <a:lnTo>
                    <a:pt x="372637" y="0"/>
                  </a:lnTo>
                  <a:lnTo>
                    <a:pt x="370736" y="0"/>
                  </a:lnTo>
                  <a:lnTo>
                    <a:pt x="368835" y="0"/>
                  </a:lnTo>
                  <a:lnTo>
                    <a:pt x="366934" y="0"/>
                  </a:lnTo>
                  <a:lnTo>
                    <a:pt x="365033" y="0"/>
                  </a:lnTo>
                  <a:lnTo>
                    <a:pt x="363131" y="0"/>
                  </a:lnTo>
                  <a:lnTo>
                    <a:pt x="361230" y="0"/>
                  </a:lnTo>
                  <a:lnTo>
                    <a:pt x="359329" y="0"/>
                  </a:lnTo>
                  <a:lnTo>
                    <a:pt x="357428" y="0"/>
                  </a:lnTo>
                  <a:lnTo>
                    <a:pt x="355526" y="0"/>
                  </a:lnTo>
                  <a:lnTo>
                    <a:pt x="353625" y="0"/>
                  </a:lnTo>
                  <a:lnTo>
                    <a:pt x="351724" y="0"/>
                  </a:lnTo>
                  <a:lnTo>
                    <a:pt x="349823" y="0"/>
                  </a:lnTo>
                  <a:lnTo>
                    <a:pt x="347922" y="0"/>
                  </a:lnTo>
                  <a:lnTo>
                    <a:pt x="346020" y="0"/>
                  </a:lnTo>
                  <a:lnTo>
                    <a:pt x="344119" y="0"/>
                  </a:lnTo>
                  <a:lnTo>
                    <a:pt x="342218" y="0"/>
                  </a:lnTo>
                  <a:lnTo>
                    <a:pt x="340317" y="0"/>
                  </a:lnTo>
                  <a:lnTo>
                    <a:pt x="338416" y="0"/>
                  </a:lnTo>
                  <a:lnTo>
                    <a:pt x="336514" y="0"/>
                  </a:lnTo>
                  <a:lnTo>
                    <a:pt x="334613" y="0"/>
                  </a:lnTo>
                  <a:lnTo>
                    <a:pt x="332712" y="0"/>
                  </a:lnTo>
                  <a:lnTo>
                    <a:pt x="330811" y="0"/>
                  </a:lnTo>
                  <a:lnTo>
                    <a:pt x="328909" y="0"/>
                  </a:lnTo>
                  <a:lnTo>
                    <a:pt x="327008" y="0"/>
                  </a:lnTo>
                  <a:lnTo>
                    <a:pt x="325107" y="0"/>
                  </a:lnTo>
                  <a:lnTo>
                    <a:pt x="323206" y="0"/>
                  </a:lnTo>
                  <a:lnTo>
                    <a:pt x="321305" y="0"/>
                  </a:lnTo>
                  <a:lnTo>
                    <a:pt x="319403" y="0"/>
                  </a:lnTo>
                  <a:lnTo>
                    <a:pt x="317502" y="0"/>
                  </a:lnTo>
                  <a:lnTo>
                    <a:pt x="315601" y="0"/>
                  </a:lnTo>
                  <a:lnTo>
                    <a:pt x="313700" y="0"/>
                  </a:lnTo>
                  <a:lnTo>
                    <a:pt x="311799" y="0"/>
                  </a:lnTo>
                  <a:lnTo>
                    <a:pt x="309897" y="0"/>
                  </a:lnTo>
                  <a:lnTo>
                    <a:pt x="307996" y="0"/>
                  </a:lnTo>
                  <a:lnTo>
                    <a:pt x="306095" y="0"/>
                  </a:lnTo>
                  <a:lnTo>
                    <a:pt x="304194" y="0"/>
                  </a:lnTo>
                  <a:lnTo>
                    <a:pt x="302292" y="0"/>
                  </a:lnTo>
                  <a:lnTo>
                    <a:pt x="300391" y="0"/>
                  </a:lnTo>
                  <a:lnTo>
                    <a:pt x="298490" y="0"/>
                  </a:lnTo>
                  <a:lnTo>
                    <a:pt x="296589" y="0"/>
                  </a:lnTo>
                  <a:lnTo>
                    <a:pt x="294688" y="0"/>
                  </a:lnTo>
                  <a:lnTo>
                    <a:pt x="292786" y="0"/>
                  </a:lnTo>
                  <a:lnTo>
                    <a:pt x="290885" y="0"/>
                  </a:lnTo>
                  <a:lnTo>
                    <a:pt x="288984" y="0"/>
                  </a:lnTo>
                  <a:lnTo>
                    <a:pt x="287083" y="0"/>
                  </a:lnTo>
                  <a:lnTo>
                    <a:pt x="285182" y="0"/>
                  </a:lnTo>
                  <a:lnTo>
                    <a:pt x="283280" y="0"/>
                  </a:lnTo>
                  <a:lnTo>
                    <a:pt x="281379" y="0"/>
                  </a:lnTo>
                  <a:lnTo>
                    <a:pt x="279478" y="0"/>
                  </a:lnTo>
                  <a:lnTo>
                    <a:pt x="277577" y="0"/>
                  </a:lnTo>
                  <a:lnTo>
                    <a:pt x="275676" y="0"/>
                  </a:lnTo>
                  <a:lnTo>
                    <a:pt x="273774" y="0"/>
                  </a:lnTo>
                  <a:lnTo>
                    <a:pt x="271873" y="0"/>
                  </a:lnTo>
                  <a:lnTo>
                    <a:pt x="269972" y="0"/>
                  </a:lnTo>
                  <a:lnTo>
                    <a:pt x="268071" y="0"/>
                  </a:lnTo>
                  <a:lnTo>
                    <a:pt x="266169" y="0"/>
                  </a:lnTo>
                  <a:lnTo>
                    <a:pt x="264268" y="0"/>
                  </a:lnTo>
                  <a:lnTo>
                    <a:pt x="262367" y="0"/>
                  </a:lnTo>
                  <a:lnTo>
                    <a:pt x="260466" y="0"/>
                  </a:lnTo>
                  <a:lnTo>
                    <a:pt x="258565" y="0"/>
                  </a:lnTo>
                  <a:lnTo>
                    <a:pt x="256663" y="0"/>
                  </a:lnTo>
                  <a:lnTo>
                    <a:pt x="254762" y="0"/>
                  </a:lnTo>
                  <a:lnTo>
                    <a:pt x="252861" y="0"/>
                  </a:lnTo>
                  <a:lnTo>
                    <a:pt x="250960" y="0"/>
                  </a:lnTo>
                  <a:lnTo>
                    <a:pt x="249059" y="0"/>
                  </a:lnTo>
                  <a:lnTo>
                    <a:pt x="247157" y="0"/>
                  </a:lnTo>
                  <a:lnTo>
                    <a:pt x="245256" y="0"/>
                  </a:lnTo>
                  <a:lnTo>
                    <a:pt x="243355" y="0"/>
                  </a:lnTo>
                  <a:lnTo>
                    <a:pt x="241454" y="0"/>
                  </a:lnTo>
                  <a:lnTo>
                    <a:pt x="239552" y="0"/>
                  </a:lnTo>
                  <a:lnTo>
                    <a:pt x="237651" y="0"/>
                  </a:lnTo>
                  <a:lnTo>
                    <a:pt x="235750" y="0"/>
                  </a:lnTo>
                  <a:lnTo>
                    <a:pt x="233849" y="0"/>
                  </a:lnTo>
                  <a:lnTo>
                    <a:pt x="231948" y="0"/>
                  </a:lnTo>
                  <a:lnTo>
                    <a:pt x="230046" y="0"/>
                  </a:lnTo>
                  <a:lnTo>
                    <a:pt x="228145" y="0"/>
                  </a:lnTo>
                  <a:lnTo>
                    <a:pt x="226244" y="0"/>
                  </a:lnTo>
                  <a:lnTo>
                    <a:pt x="224343" y="0"/>
                  </a:lnTo>
                  <a:lnTo>
                    <a:pt x="222442" y="0"/>
                  </a:lnTo>
                  <a:lnTo>
                    <a:pt x="220540" y="0"/>
                  </a:lnTo>
                  <a:lnTo>
                    <a:pt x="218639" y="0"/>
                  </a:lnTo>
                  <a:lnTo>
                    <a:pt x="216738" y="0"/>
                  </a:lnTo>
                  <a:lnTo>
                    <a:pt x="214837" y="0"/>
                  </a:lnTo>
                  <a:lnTo>
                    <a:pt x="212935" y="0"/>
                  </a:lnTo>
                  <a:lnTo>
                    <a:pt x="211034" y="0"/>
                  </a:lnTo>
                  <a:lnTo>
                    <a:pt x="209133" y="0"/>
                  </a:lnTo>
                  <a:lnTo>
                    <a:pt x="207232" y="0"/>
                  </a:lnTo>
                  <a:lnTo>
                    <a:pt x="205331" y="0"/>
                  </a:lnTo>
                  <a:lnTo>
                    <a:pt x="203429" y="0"/>
                  </a:lnTo>
                  <a:lnTo>
                    <a:pt x="201528" y="0"/>
                  </a:lnTo>
                  <a:lnTo>
                    <a:pt x="199627" y="0"/>
                  </a:lnTo>
                  <a:lnTo>
                    <a:pt x="197726" y="0"/>
                  </a:lnTo>
                  <a:lnTo>
                    <a:pt x="195825" y="0"/>
                  </a:lnTo>
                  <a:lnTo>
                    <a:pt x="193923" y="0"/>
                  </a:lnTo>
                  <a:lnTo>
                    <a:pt x="192022" y="0"/>
                  </a:lnTo>
                  <a:lnTo>
                    <a:pt x="190121" y="0"/>
                  </a:lnTo>
                  <a:lnTo>
                    <a:pt x="188220" y="0"/>
                  </a:lnTo>
                  <a:lnTo>
                    <a:pt x="186318" y="0"/>
                  </a:lnTo>
                  <a:lnTo>
                    <a:pt x="184417" y="0"/>
                  </a:lnTo>
                  <a:lnTo>
                    <a:pt x="182516" y="0"/>
                  </a:lnTo>
                  <a:lnTo>
                    <a:pt x="180615" y="0"/>
                  </a:lnTo>
                  <a:lnTo>
                    <a:pt x="178714" y="0"/>
                  </a:lnTo>
                  <a:lnTo>
                    <a:pt x="176812" y="0"/>
                  </a:lnTo>
                  <a:lnTo>
                    <a:pt x="174911" y="0"/>
                  </a:lnTo>
                  <a:lnTo>
                    <a:pt x="173010" y="0"/>
                  </a:lnTo>
                  <a:lnTo>
                    <a:pt x="171109" y="0"/>
                  </a:lnTo>
                  <a:lnTo>
                    <a:pt x="169208" y="0"/>
                  </a:lnTo>
                  <a:lnTo>
                    <a:pt x="167306" y="0"/>
                  </a:lnTo>
                  <a:lnTo>
                    <a:pt x="165405" y="0"/>
                  </a:lnTo>
                  <a:lnTo>
                    <a:pt x="163504" y="0"/>
                  </a:lnTo>
                  <a:lnTo>
                    <a:pt x="161603" y="0"/>
                  </a:lnTo>
                  <a:lnTo>
                    <a:pt x="159701" y="0"/>
                  </a:lnTo>
                  <a:lnTo>
                    <a:pt x="157800" y="0"/>
                  </a:lnTo>
                  <a:lnTo>
                    <a:pt x="155899" y="0"/>
                  </a:lnTo>
                  <a:lnTo>
                    <a:pt x="153998" y="0"/>
                  </a:lnTo>
                  <a:lnTo>
                    <a:pt x="152097" y="0"/>
                  </a:lnTo>
                  <a:lnTo>
                    <a:pt x="150195" y="0"/>
                  </a:lnTo>
                  <a:lnTo>
                    <a:pt x="148294" y="0"/>
                  </a:lnTo>
                  <a:lnTo>
                    <a:pt x="146393" y="0"/>
                  </a:lnTo>
                  <a:lnTo>
                    <a:pt x="144492" y="0"/>
                  </a:lnTo>
                  <a:lnTo>
                    <a:pt x="142591" y="0"/>
                  </a:lnTo>
                  <a:lnTo>
                    <a:pt x="140689" y="0"/>
                  </a:lnTo>
                  <a:lnTo>
                    <a:pt x="138788" y="0"/>
                  </a:lnTo>
                  <a:lnTo>
                    <a:pt x="136887" y="0"/>
                  </a:lnTo>
                  <a:lnTo>
                    <a:pt x="134986" y="0"/>
                  </a:lnTo>
                  <a:lnTo>
                    <a:pt x="133084" y="0"/>
                  </a:lnTo>
                  <a:lnTo>
                    <a:pt x="131183" y="0"/>
                  </a:lnTo>
                  <a:lnTo>
                    <a:pt x="129282" y="0"/>
                  </a:lnTo>
                  <a:lnTo>
                    <a:pt x="127381" y="0"/>
                  </a:lnTo>
                  <a:lnTo>
                    <a:pt x="125480" y="0"/>
                  </a:lnTo>
                  <a:lnTo>
                    <a:pt x="123578" y="0"/>
                  </a:lnTo>
                  <a:lnTo>
                    <a:pt x="121677" y="0"/>
                  </a:lnTo>
                  <a:lnTo>
                    <a:pt x="119776" y="0"/>
                  </a:lnTo>
                  <a:lnTo>
                    <a:pt x="117875" y="0"/>
                  </a:lnTo>
                  <a:lnTo>
                    <a:pt x="115974" y="0"/>
                  </a:lnTo>
                  <a:lnTo>
                    <a:pt x="114072" y="0"/>
                  </a:lnTo>
                  <a:lnTo>
                    <a:pt x="112171" y="0"/>
                  </a:lnTo>
                  <a:lnTo>
                    <a:pt x="110270" y="0"/>
                  </a:lnTo>
                  <a:lnTo>
                    <a:pt x="108369" y="0"/>
                  </a:lnTo>
                  <a:lnTo>
                    <a:pt x="106467" y="0"/>
                  </a:lnTo>
                  <a:lnTo>
                    <a:pt x="104566" y="0"/>
                  </a:lnTo>
                  <a:lnTo>
                    <a:pt x="102665" y="0"/>
                  </a:lnTo>
                  <a:lnTo>
                    <a:pt x="100764" y="0"/>
                  </a:lnTo>
                  <a:lnTo>
                    <a:pt x="98863" y="0"/>
                  </a:lnTo>
                  <a:lnTo>
                    <a:pt x="96961" y="0"/>
                  </a:lnTo>
                  <a:lnTo>
                    <a:pt x="95060" y="0"/>
                  </a:lnTo>
                  <a:lnTo>
                    <a:pt x="93159" y="0"/>
                  </a:lnTo>
                  <a:lnTo>
                    <a:pt x="91258" y="0"/>
                  </a:lnTo>
                  <a:lnTo>
                    <a:pt x="89357" y="0"/>
                  </a:lnTo>
                  <a:lnTo>
                    <a:pt x="87455" y="0"/>
                  </a:lnTo>
                  <a:lnTo>
                    <a:pt x="85554" y="0"/>
                  </a:lnTo>
                  <a:lnTo>
                    <a:pt x="83653" y="0"/>
                  </a:lnTo>
                  <a:lnTo>
                    <a:pt x="81752" y="0"/>
                  </a:lnTo>
                  <a:lnTo>
                    <a:pt x="79850" y="0"/>
                  </a:lnTo>
                  <a:lnTo>
                    <a:pt x="77949" y="0"/>
                  </a:lnTo>
                  <a:lnTo>
                    <a:pt x="76048" y="0"/>
                  </a:lnTo>
                  <a:lnTo>
                    <a:pt x="74147" y="0"/>
                  </a:lnTo>
                  <a:lnTo>
                    <a:pt x="72246" y="0"/>
                  </a:lnTo>
                  <a:lnTo>
                    <a:pt x="70344" y="0"/>
                  </a:lnTo>
                  <a:lnTo>
                    <a:pt x="68443" y="0"/>
                  </a:lnTo>
                  <a:lnTo>
                    <a:pt x="66542" y="0"/>
                  </a:lnTo>
                  <a:lnTo>
                    <a:pt x="64641" y="0"/>
                  </a:lnTo>
                  <a:lnTo>
                    <a:pt x="62740" y="0"/>
                  </a:lnTo>
                  <a:lnTo>
                    <a:pt x="60838" y="0"/>
                  </a:lnTo>
                  <a:lnTo>
                    <a:pt x="58937" y="0"/>
                  </a:lnTo>
                  <a:lnTo>
                    <a:pt x="57036" y="0"/>
                  </a:lnTo>
                  <a:lnTo>
                    <a:pt x="55135" y="0"/>
                  </a:lnTo>
                  <a:lnTo>
                    <a:pt x="53233" y="0"/>
                  </a:lnTo>
                  <a:lnTo>
                    <a:pt x="51332" y="0"/>
                  </a:lnTo>
                  <a:lnTo>
                    <a:pt x="49431" y="0"/>
                  </a:lnTo>
                  <a:lnTo>
                    <a:pt x="47530" y="0"/>
                  </a:lnTo>
                  <a:lnTo>
                    <a:pt x="45629" y="0"/>
                  </a:lnTo>
                  <a:lnTo>
                    <a:pt x="43727" y="0"/>
                  </a:lnTo>
                  <a:lnTo>
                    <a:pt x="41826" y="0"/>
                  </a:lnTo>
                  <a:lnTo>
                    <a:pt x="39925" y="0"/>
                  </a:lnTo>
                  <a:lnTo>
                    <a:pt x="38024" y="0"/>
                  </a:lnTo>
                  <a:lnTo>
                    <a:pt x="36123" y="0"/>
                  </a:lnTo>
                  <a:lnTo>
                    <a:pt x="34221" y="0"/>
                  </a:lnTo>
                  <a:lnTo>
                    <a:pt x="32320" y="0"/>
                  </a:lnTo>
                  <a:lnTo>
                    <a:pt x="30419" y="0"/>
                  </a:lnTo>
                  <a:lnTo>
                    <a:pt x="28518" y="0"/>
                  </a:lnTo>
                  <a:lnTo>
                    <a:pt x="26616" y="0"/>
                  </a:lnTo>
                  <a:lnTo>
                    <a:pt x="24715" y="0"/>
                  </a:lnTo>
                  <a:lnTo>
                    <a:pt x="22814" y="0"/>
                  </a:lnTo>
                  <a:lnTo>
                    <a:pt x="20913" y="0"/>
                  </a:lnTo>
                  <a:lnTo>
                    <a:pt x="19012" y="0"/>
                  </a:lnTo>
                  <a:lnTo>
                    <a:pt x="17110" y="0"/>
                  </a:lnTo>
                  <a:lnTo>
                    <a:pt x="15209" y="0"/>
                  </a:lnTo>
                  <a:lnTo>
                    <a:pt x="13308" y="0"/>
                  </a:lnTo>
                  <a:lnTo>
                    <a:pt x="11407" y="0"/>
                  </a:lnTo>
                  <a:lnTo>
                    <a:pt x="9506" y="0"/>
                  </a:lnTo>
                  <a:lnTo>
                    <a:pt x="7604" y="0"/>
                  </a:lnTo>
                  <a:lnTo>
                    <a:pt x="5703" y="0"/>
                  </a:lnTo>
                  <a:lnTo>
                    <a:pt x="3802" y="0"/>
                  </a:lnTo>
                  <a:lnTo>
                    <a:pt x="1901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444934" y="1854889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  <a:lnTo>
                    <a:pt x="855356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444934" y="145504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tx64"/>
            <p:cNvSpPr/>
            <p:nvPr/>
          </p:nvSpPr>
          <p:spPr>
            <a:xfrm>
              <a:off x="311199" y="3046711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311199" y="2378134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311199" y="1714087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311199" y="1043927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311199" y="376824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</a:t>
              </a:r>
            </a:p>
          </p:txBody>
        </p:sp>
        <p:sp>
          <p:nvSpPr>
            <p:cNvPr id="69" name="pl69"/>
            <p:cNvSpPr/>
            <p:nvPr/>
          </p:nvSpPr>
          <p:spPr>
            <a:xfrm>
              <a:off x="410140" y="308903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10140" y="242192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410140" y="175482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410140" y="108772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410140" y="42061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44934" y="3262477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 rot="-5400000">
              <a:off x="69822" y="1649932"/>
              <a:ext cx="246930" cy="1081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obs</a:t>
              </a:r>
            </a:p>
          </p:txBody>
        </p:sp>
        <p:sp>
          <p:nvSpPr>
            <p:cNvPr id="76" name="rc76"/>
            <p:cNvSpPr/>
            <p:nvPr/>
          </p:nvSpPr>
          <p:spPr>
            <a:xfrm>
              <a:off x="444934" y="3262477"/>
              <a:ext cx="855356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448152" y="6323927"/>
              <a:ext cx="21714" cy="55522"/>
            </a:xfrm>
            <a:custGeom>
              <a:avLst/>
              <a:pathLst>
                <a:path w="21714" h="55522">
                  <a:moveTo>
                    <a:pt x="0" y="55522"/>
                  </a:moveTo>
                  <a:lnTo>
                    <a:pt x="584" y="41925"/>
                  </a:lnTo>
                  <a:lnTo>
                    <a:pt x="2485" y="22467"/>
                  </a:lnTo>
                  <a:lnTo>
                    <a:pt x="4387" y="20864"/>
                  </a:lnTo>
                  <a:lnTo>
                    <a:pt x="6288" y="19358"/>
                  </a:lnTo>
                  <a:lnTo>
                    <a:pt x="8189" y="0"/>
                  </a:lnTo>
                  <a:lnTo>
                    <a:pt x="10090" y="18922"/>
                  </a:lnTo>
                  <a:lnTo>
                    <a:pt x="11992" y="18187"/>
                  </a:lnTo>
                  <a:lnTo>
                    <a:pt x="13893" y="13790"/>
                  </a:lnTo>
                  <a:lnTo>
                    <a:pt x="15794" y="8678"/>
                  </a:lnTo>
                  <a:lnTo>
                    <a:pt x="17695" y="40346"/>
                  </a:lnTo>
                  <a:lnTo>
                    <a:pt x="19596" y="51607"/>
                  </a:lnTo>
                  <a:lnTo>
                    <a:pt x="21498" y="52345"/>
                  </a:lnTo>
                  <a:lnTo>
                    <a:pt x="21714" y="5552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497044" y="6226952"/>
              <a:ext cx="62157" cy="152497"/>
            </a:xfrm>
            <a:custGeom>
              <a:avLst/>
              <a:pathLst>
                <a:path w="62157" h="152497">
                  <a:moveTo>
                    <a:pt x="0" y="152497"/>
                  </a:moveTo>
                  <a:lnTo>
                    <a:pt x="1124" y="121461"/>
                  </a:lnTo>
                  <a:lnTo>
                    <a:pt x="3025" y="132970"/>
                  </a:lnTo>
                  <a:lnTo>
                    <a:pt x="4927" y="114202"/>
                  </a:lnTo>
                  <a:lnTo>
                    <a:pt x="6828" y="111940"/>
                  </a:lnTo>
                  <a:lnTo>
                    <a:pt x="8729" y="63179"/>
                  </a:lnTo>
                  <a:lnTo>
                    <a:pt x="10630" y="71614"/>
                  </a:lnTo>
                  <a:lnTo>
                    <a:pt x="12531" y="55746"/>
                  </a:lnTo>
                  <a:lnTo>
                    <a:pt x="14433" y="51268"/>
                  </a:lnTo>
                  <a:lnTo>
                    <a:pt x="16334" y="77073"/>
                  </a:lnTo>
                  <a:lnTo>
                    <a:pt x="18235" y="90388"/>
                  </a:lnTo>
                  <a:lnTo>
                    <a:pt x="20136" y="89049"/>
                  </a:lnTo>
                  <a:lnTo>
                    <a:pt x="22037" y="92042"/>
                  </a:lnTo>
                  <a:lnTo>
                    <a:pt x="23939" y="65737"/>
                  </a:lnTo>
                  <a:lnTo>
                    <a:pt x="25840" y="30808"/>
                  </a:lnTo>
                  <a:lnTo>
                    <a:pt x="27741" y="9882"/>
                  </a:lnTo>
                  <a:lnTo>
                    <a:pt x="29642" y="50399"/>
                  </a:lnTo>
                  <a:lnTo>
                    <a:pt x="31544" y="56822"/>
                  </a:lnTo>
                  <a:lnTo>
                    <a:pt x="33445" y="26676"/>
                  </a:lnTo>
                  <a:lnTo>
                    <a:pt x="35346" y="0"/>
                  </a:lnTo>
                  <a:lnTo>
                    <a:pt x="37247" y="57714"/>
                  </a:lnTo>
                  <a:lnTo>
                    <a:pt x="39148" y="67568"/>
                  </a:lnTo>
                  <a:lnTo>
                    <a:pt x="41050" y="68921"/>
                  </a:lnTo>
                  <a:lnTo>
                    <a:pt x="42951" y="33157"/>
                  </a:lnTo>
                  <a:lnTo>
                    <a:pt x="44852" y="85860"/>
                  </a:lnTo>
                  <a:lnTo>
                    <a:pt x="46753" y="100786"/>
                  </a:lnTo>
                  <a:lnTo>
                    <a:pt x="48654" y="135437"/>
                  </a:lnTo>
                  <a:lnTo>
                    <a:pt x="50556" y="122017"/>
                  </a:lnTo>
                  <a:lnTo>
                    <a:pt x="52457" y="105556"/>
                  </a:lnTo>
                  <a:lnTo>
                    <a:pt x="54358" y="145952"/>
                  </a:lnTo>
                  <a:lnTo>
                    <a:pt x="56259" y="133721"/>
                  </a:lnTo>
                  <a:lnTo>
                    <a:pt x="58161" y="130358"/>
                  </a:lnTo>
                  <a:lnTo>
                    <a:pt x="60062" y="125107"/>
                  </a:lnTo>
                  <a:lnTo>
                    <a:pt x="61963" y="147598"/>
                  </a:lnTo>
                  <a:lnTo>
                    <a:pt x="62157" y="15249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64707" y="6373040"/>
              <a:ext cx="6388" cy="6409"/>
            </a:xfrm>
            <a:custGeom>
              <a:avLst/>
              <a:pathLst>
                <a:path w="6388" h="6409">
                  <a:moveTo>
                    <a:pt x="0" y="6409"/>
                  </a:moveTo>
                  <a:lnTo>
                    <a:pt x="4" y="6397"/>
                  </a:lnTo>
                  <a:lnTo>
                    <a:pt x="1905" y="0"/>
                  </a:lnTo>
                  <a:lnTo>
                    <a:pt x="3806" y="4716"/>
                  </a:lnTo>
                  <a:lnTo>
                    <a:pt x="5707" y="1598"/>
                  </a:lnTo>
                  <a:lnTo>
                    <a:pt x="6388" y="640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600123" y="6368327"/>
              <a:ext cx="2962" cy="11122"/>
            </a:xfrm>
            <a:custGeom>
              <a:avLst/>
              <a:pathLst>
                <a:path w="2962" h="11122">
                  <a:moveTo>
                    <a:pt x="0" y="11122"/>
                  </a:moveTo>
                  <a:lnTo>
                    <a:pt x="710" y="0"/>
                  </a:lnTo>
                  <a:lnTo>
                    <a:pt x="2612" y="6110"/>
                  </a:lnTo>
                  <a:lnTo>
                    <a:pt x="2962" y="1112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623420" y="6376061"/>
              <a:ext cx="538" cy="3388"/>
            </a:xfrm>
            <a:custGeom>
              <a:avLst/>
              <a:pathLst>
                <a:path w="538" h="3388">
                  <a:moveTo>
                    <a:pt x="0" y="3388"/>
                  </a:moveTo>
                  <a:lnTo>
                    <a:pt x="227" y="0"/>
                  </a:lnTo>
                  <a:lnTo>
                    <a:pt x="538" y="338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626586" y="6320041"/>
              <a:ext cx="19540" cy="59409"/>
            </a:xfrm>
            <a:custGeom>
              <a:avLst/>
              <a:pathLst>
                <a:path w="19540" h="59409">
                  <a:moveTo>
                    <a:pt x="0" y="59409"/>
                  </a:moveTo>
                  <a:lnTo>
                    <a:pt x="865" y="44903"/>
                  </a:lnTo>
                  <a:lnTo>
                    <a:pt x="2766" y="7602"/>
                  </a:lnTo>
                  <a:lnTo>
                    <a:pt x="4667" y="14276"/>
                  </a:lnTo>
                  <a:lnTo>
                    <a:pt x="6568" y="340"/>
                  </a:lnTo>
                  <a:lnTo>
                    <a:pt x="8470" y="17217"/>
                  </a:lnTo>
                  <a:lnTo>
                    <a:pt x="10371" y="49295"/>
                  </a:lnTo>
                  <a:lnTo>
                    <a:pt x="12272" y="0"/>
                  </a:lnTo>
                  <a:lnTo>
                    <a:pt x="14173" y="19477"/>
                  </a:lnTo>
                  <a:lnTo>
                    <a:pt x="16074" y="47467"/>
                  </a:lnTo>
                  <a:lnTo>
                    <a:pt x="17976" y="26219"/>
                  </a:lnTo>
                  <a:lnTo>
                    <a:pt x="19540" y="5940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646638" y="6309144"/>
              <a:ext cx="4258" cy="70305"/>
            </a:xfrm>
            <a:custGeom>
              <a:avLst/>
              <a:pathLst>
                <a:path w="4258" h="70305">
                  <a:moveTo>
                    <a:pt x="0" y="70305"/>
                  </a:moveTo>
                  <a:lnTo>
                    <a:pt x="1725" y="0"/>
                  </a:lnTo>
                  <a:lnTo>
                    <a:pt x="3627" y="61671"/>
                  </a:lnTo>
                  <a:lnTo>
                    <a:pt x="4258" y="7030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653126" y="6362417"/>
              <a:ext cx="2736" cy="17032"/>
            </a:xfrm>
            <a:custGeom>
              <a:avLst/>
              <a:pathLst>
                <a:path w="2736" h="17032">
                  <a:moveTo>
                    <a:pt x="0" y="17032"/>
                  </a:moveTo>
                  <a:lnTo>
                    <a:pt x="941" y="0"/>
                  </a:lnTo>
                  <a:lnTo>
                    <a:pt x="2736" y="1703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656017" y="6329471"/>
              <a:ext cx="13848" cy="49978"/>
            </a:xfrm>
            <a:custGeom>
              <a:avLst/>
              <a:pathLst>
                <a:path w="13848" h="49978">
                  <a:moveTo>
                    <a:pt x="0" y="49978"/>
                  </a:moveTo>
                  <a:lnTo>
                    <a:pt x="1853" y="10884"/>
                  </a:lnTo>
                  <a:lnTo>
                    <a:pt x="3754" y="22120"/>
                  </a:lnTo>
                  <a:lnTo>
                    <a:pt x="5655" y="8399"/>
                  </a:lnTo>
                  <a:lnTo>
                    <a:pt x="7556" y="0"/>
                  </a:lnTo>
                  <a:lnTo>
                    <a:pt x="9458" y="17670"/>
                  </a:lnTo>
                  <a:lnTo>
                    <a:pt x="11359" y="12187"/>
                  </a:lnTo>
                  <a:lnTo>
                    <a:pt x="13260" y="49110"/>
                  </a:lnTo>
                  <a:lnTo>
                    <a:pt x="13848" y="4997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671769" y="6375143"/>
              <a:ext cx="1794" cy="4306"/>
            </a:xfrm>
            <a:custGeom>
              <a:avLst/>
              <a:pathLst>
                <a:path w="1794" h="4306">
                  <a:moveTo>
                    <a:pt x="0" y="4306"/>
                  </a:moveTo>
                  <a:lnTo>
                    <a:pt x="1311" y="0"/>
                  </a:lnTo>
                  <a:lnTo>
                    <a:pt x="1794" y="430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681560" y="6330687"/>
              <a:ext cx="11907" cy="48762"/>
            </a:xfrm>
            <a:custGeom>
              <a:avLst/>
              <a:pathLst>
                <a:path w="11907" h="48762">
                  <a:moveTo>
                    <a:pt x="0" y="48762"/>
                  </a:moveTo>
                  <a:lnTo>
                    <a:pt x="1026" y="36144"/>
                  </a:lnTo>
                  <a:lnTo>
                    <a:pt x="2927" y="46519"/>
                  </a:lnTo>
                  <a:lnTo>
                    <a:pt x="4828" y="15655"/>
                  </a:lnTo>
                  <a:lnTo>
                    <a:pt x="6729" y="0"/>
                  </a:lnTo>
                  <a:lnTo>
                    <a:pt x="8630" y="5799"/>
                  </a:lnTo>
                  <a:lnTo>
                    <a:pt x="10532" y="22882"/>
                  </a:lnTo>
                  <a:lnTo>
                    <a:pt x="11907" y="4876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695168" y="6373327"/>
              <a:ext cx="1179" cy="6122"/>
            </a:xfrm>
            <a:custGeom>
              <a:avLst/>
              <a:pathLst>
                <a:path w="1179" h="6122">
                  <a:moveTo>
                    <a:pt x="0" y="6122"/>
                  </a:moveTo>
                  <a:lnTo>
                    <a:pt x="726" y="0"/>
                  </a:lnTo>
                  <a:lnTo>
                    <a:pt x="1179" y="612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705336" y="6374219"/>
              <a:ext cx="2291" cy="5230"/>
            </a:xfrm>
            <a:custGeom>
              <a:avLst/>
              <a:pathLst>
                <a:path w="2291" h="5230">
                  <a:moveTo>
                    <a:pt x="0" y="5230"/>
                  </a:moveTo>
                  <a:lnTo>
                    <a:pt x="64" y="4167"/>
                  </a:lnTo>
                  <a:lnTo>
                    <a:pt x="1965" y="0"/>
                  </a:lnTo>
                  <a:lnTo>
                    <a:pt x="2291" y="523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713822" y="6328873"/>
              <a:ext cx="16957" cy="50576"/>
            </a:xfrm>
            <a:custGeom>
              <a:avLst/>
              <a:pathLst>
                <a:path w="16957" h="50576">
                  <a:moveTo>
                    <a:pt x="0" y="50576"/>
                  </a:moveTo>
                  <a:lnTo>
                    <a:pt x="1084" y="27185"/>
                  </a:lnTo>
                  <a:lnTo>
                    <a:pt x="2985" y="34659"/>
                  </a:lnTo>
                  <a:lnTo>
                    <a:pt x="4886" y="45988"/>
                  </a:lnTo>
                  <a:lnTo>
                    <a:pt x="6787" y="44199"/>
                  </a:lnTo>
                  <a:lnTo>
                    <a:pt x="8689" y="14628"/>
                  </a:lnTo>
                  <a:lnTo>
                    <a:pt x="10590" y="0"/>
                  </a:lnTo>
                  <a:lnTo>
                    <a:pt x="12491" y="24019"/>
                  </a:lnTo>
                  <a:lnTo>
                    <a:pt x="14392" y="28585"/>
                  </a:lnTo>
                  <a:lnTo>
                    <a:pt x="16293" y="42651"/>
                  </a:lnTo>
                  <a:lnTo>
                    <a:pt x="16957" y="5057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755479" y="6287418"/>
              <a:ext cx="17826" cy="92031"/>
            </a:xfrm>
            <a:custGeom>
              <a:avLst/>
              <a:pathLst>
                <a:path w="17826" h="92031">
                  <a:moveTo>
                    <a:pt x="0" y="92031"/>
                  </a:moveTo>
                  <a:lnTo>
                    <a:pt x="1253" y="67422"/>
                  </a:lnTo>
                  <a:lnTo>
                    <a:pt x="3155" y="74168"/>
                  </a:lnTo>
                  <a:lnTo>
                    <a:pt x="5056" y="39362"/>
                  </a:lnTo>
                  <a:lnTo>
                    <a:pt x="6957" y="14320"/>
                  </a:lnTo>
                  <a:lnTo>
                    <a:pt x="8858" y="5770"/>
                  </a:lnTo>
                  <a:lnTo>
                    <a:pt x="10759" y="0"/>
                  </a:lnTo>
                  <a:lnTo>
                    <a:pt x="12661" y="44706"/>
                  </a:lnTo>
                  <a:lnTo>
                    <a:pt x="14562" y="55890"/>
                  </a:lnTo>
                  <a:lnTo>
                    <a:pt x="16463" y="65724"/>
                  </a:lnTo>
                  <a:lnTo>
                    <a:pt x="17826" y="9203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775041" y="6373340"/>
              <a:ext cx="1177" cy="6109"/>
            </a:xfrm>
            <a:custGeom>
              <a:avLst/>
              <a:pathLst>
                <a:path w="1177" h="6109">
                  <a:moveTo>
                    <a:pt x="0" y="6109"/>
                  </a:moveTo>
                  <a:lnTo>
                    <a:pt x="704" y="0"/>
                  </a:lnTo>
                  <a:lnTo>
                    <a:pt x="1177" y="610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779264" y="6376216"/>
              <a:ext cx="506" cy="3233"/>
            </a:xfrm>
            <a:custGeom>
              <a:avLst/>
              <a:pathLst>
                <a:path w="506" h="3233">
                  <a:moveTo>
                    <a:pt x="0" y="3233"/>
                  </a:moveTo>
                  <a:lnTo>
                    <a:pt x="283" y="0"/>
                  </a:lnTo>
                  <a:lnTo>
                    <a:pt x="506" y="323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788163" y="6371042"/>
              <a:ext cx="1469" cy="8407"/>
            </a:xfrm>
            <a:custGeom>
              <a:avLst/>
              <a:pathLst>
                <a:path w="1469" h="8407">
                  <a:moveTo>
                    <a:pt x="0" y="8407"/>
                  </a:moveTo>
                  <a:lnTo>
                    <a:pt x="890" y="0"/>
                  </a:lnTo>
                  <a:lnTo>
                    <a:pt x="1469" y="840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799262" y="6374983"/>
              <a:ext cx="2563" cy="4466"/>
            </a:xfrm>
            <a:custGeom>
              <a:avLst/>
              <a:pathLst>
                <a:path w="2563" h="4466">
                  <a:moveTo>
                    <a:pt x="0" y="4466"/>
                  </a:moveTo>
                  <a:lnTo>
                    <a:pt x="1198" y="0"/>
                  </a:lnTo>
                  <a:lnTo>
                    <a:pt x="2563" y="446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805471" y="6370038"/>
              <a:ext cx="6403" cy="9411"/>
            </a:xfrm>
            <a:custGeom>
              <a:avLst/>
              <a:pathLst>
                <a:path w="6403" h="9411">
                  <a:moveTo>
                    <a:pt x="0" y="9411"/>
                  </a:moveTo>
                  <a:lnTo>
                    <a:pt x="694" y="5348"/>
                  </a:lnTo>
                  <a:lnTo>
                    <a:pt x="2595" y="1242"/>
                  </a:lnTo>
                  <a:lnTo>
                    <a:pt x="4496" y="0"/>
                  </a:lnTo>
                  <a:lnTo>
                    <a:pt x="6397" y="9330"/>
                  </a:lnTo>
                  <a:lnTo>
                    <a:pt x="6403" y="941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819207" y="6327299"/>
              <a:ext cx="13824" cy="52150"/>
            </a:xfrm>
            <a:custGeom>
              <a:avLst/>
              <a:pathLst>
                <a:path w="13824" h="52150">
                  <a:moveTo>
                    <a:pt x="0" y="52150"/>
                  </a:moveTo>
                  <a:lnTo>
                    <a:pt x="266" y="48157"/>
                  </a:lnTo>
                  <a:lnTo>
                    <a:pt x="2167" y="34899"/>
                  </a:lnTo>
                  <a:lnTo>
                    <a:pt x="4068" y="34733"/>
                  </a:lnTo>
                  <a:lnTo>
                    <a:pt x="5970" y="15075"/>
                  </a:lnTo>
                  <a:lnTo>
                    <a:pt x="7871" y="0"/>
                  </a:lnTo>
                  <a:lnTo>
                    <a:pt x="9772" y="1763"/>
                  </a:lnTo>
                  <a:lnTo>
                    <a:pt x="11673" y="20755"/>
                  </a:lnTo>
                  <a:lnTo>
                    <a:pt x="13575" y="50834"/>
                  </a:lnTo>
                  <a:lnTo>
                    <a:pt x="13824" y="5215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906993" y="6365729"/>
              <a:ext cx="4103" cy="13720"/>
            </a:xfrm>
            <a:custGeom>
              <a:avLst/>
              <a:pathLst>
                <a:path w="4103" h="13720">
                  <a:moveTo>
                    <a:pt x="0" y="13720"/>
                  </a:moveTo>
                  <a:lnTo>
                    <a:pt x="1837" y="0"/>
                  </a:lnTo>
                  <a:lnTo>
                    <a:pt x="3738" y="8227"/>
                  </a:lnTo>
                  <a:lnTo>
                    <a:pt x="4103" y="1372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998738" y="6234350"/>
              <a:ext cx="35456" cy="145099"/>
            </a:xfrm>
            <a:custGeom>
              <a:avLst/>
              <a:pathLst>
                <a:path w="35456" h="145099">
                  <a:moveTo>
                    <a:pt x="0" y="145099"/>
                  </a:moveTo>
                  <a:lnTo>
                    <a:pt x="1350" y="133767"/>
                  </a:lnTo>
                  <a:lnTo>
                    <a:pt x="3252" y="121899"/>
                  </a:lnTo>
                  <a:lnTo>
                    <a:pt x="5153" y="86712"/>
                  </a:lnTo>
                  <a:lnTo>
                    <a:pt x="7054" y="97166"/>
                  </a:lnTo>
                  <a:lnTo>
                    <a:pt x="8955" y="55680"/>
                  </a:lnTo>
                  <a:lnTo>
                    <a:pt x="10856" y="57803"/>
                  </a:lnTo>
                  <a:lnTo>
                    <a:pt x="12758" y="0"/>
                  </a:lnTo>
                  <a:lnTo>
                    <a:pt x="14659" y="17322"/>
                  </a:lnTo>
                  <a:lnTo>
                    <a:pt x="16560" y="35067"/>
                  </a:lnTo>
                  <a:lnTo>
                    <a:pt x="18461" y="34806"/>
                  </a:lnTo>
                  <a:lnTo>
                    <a:pt x="20363" y="19278"/>
                  </a:lnTo>
                  <a:lnTo>
                    <a:pt x="22264" y="10014"/>
                  </a:lnTo>
                  <a:lnTo>
                    <a:pt x="24165" y="47935"/>
                  </a:lnTo>
                  <a:lnTo>
                    <a:pt x="26066" y="55015"/>
                  </a:lnTo>
                  <a:lnTo>
                    <a:pt x="27967" y="71737"/>
                  </a:lnTo>
                  <a:lnTo>
                    <a:pt x="29869" y="91843"/>
                  </a:lnTo>
                  <a:lnTo>
                    <a:pt x="31770" y="101831"/>
                  </a:lnTo>
                  <a:lnTo>
                    <a:pt x="33671" y="138926"/>
                  </a:lnTo>
                  <a:lnTo>
                    <a:pt x="35456" y="14509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1034344" y="6357151"/>
              <a:ext cx="3359" cy="22298"/>
            </a:xfrm>
            <a:custGeom>
              <a:avLst/>
              <a:pathLst>
                <a:path w="3359" h="22298">
                  <a:moveTo>
                    <a:pt x="0" y="22298"/>
                  </a:moveTo>
                  <a:lnTo>
                    <a:pt x="1867" y="0"/>
                  </a:lnTo>
                  <a:lnTo>
                    <a:pt x="3359" y="2229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1072234" y="6364750"/>
              <a:ext cx="6429" cy="14699"/>
            </a:xfrm>
            <a:custGeom>
              <a:avLst/>
              <a:pathLst>
                <a:path w="6429" h="14699">
                  <a:moveTo>
                    <a:pt x="0" y="14699"/>
                  </a:moveTo>
                  <a:lnTo>
                    <a:pt x="100" y="12748"/>
                  </a:lnTo>
                  <a:lnTo>
                    <a:pt x="2002" y="6455"/>
                  </a:lnTo>
                  <a:lnTo>
                    <a:pt x="3903" y="0"/>
                  </a:lnTo>
                  <a:lnTo>
                    <a:pt x="5804" y="10113"/>
                  </a:lnTo>
                  <a:lnTo>
                    <a:pt x="6429" y="1469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1080377" y="6271944"/>
              <a:ext cx="38939" cy="107505"/>
            </a:xfrm>
            <a:custGeom>
              <a:avLst/>
              <a:pathLst>
                <a:path w="38939" h="107505">
                  <a:moveTo>
                    <a:pt x="0" y="107505"/>
                  </a:moveTo>
                  <a:lnTo>
                    <a:pt x="1463" y="76148"/>
                  </a:lnTo>
                  <a:lnTo>
                    <a:pt x="3365" y="78775"/>
                  </a:lnTo>
                  <a:lnTo>
                    <a:pt x="5266" y="99048"/>
                  </a:lnTo>
                  <a:lnTo>
                    <a:pt x="7167" y="100012"/>
                  </a:lnTo>
                  <a:lnTo>
                    <a:pt x="9068" y="91083"/>
                  </a:lnTo>
                  <a:lnTo>
                    <a:pt x="10970" y="17065"/>
                  </a:lnTo>
                  <a:lnTo>
                    <a:pt x="12871" y="2410"/>
                  </a:lnTo>
                  <a:lnTo>
                    <a:pt x="14772" y="0"/>
                  </a:lnTo>
                  <a:lnTo>
                    <a:pt x="16673" y="47084"/>
                  </a:lnTo>
                  <a:lnTo>
                    <a:pt x="18574" y="43726"/>
                  </a:lnTo>
                  <a:lnTo>
                    <a:pt x="20476" y="59813"/>
                  </a:lnTo>
                  <a:lnTo>
                    <a:pt x="22377" y="50464"/>
                  </a:lnTo>
                  <a:lnTo>
                    <a:pt x="24278" y="78545"/>
                  </a:lnTo>
                  <a:lnTo>
                    <a:pt x="26179" y="80477"/>
                  </a:lnTo>
                  <a:lnTo>
                    <a:pt x="28080" y="83371"/>
                  </a:lnTo>
                  <a:lnTo>
                    <a:pt x="29982" y="89223"/>
                  </a:lnTo>
                  <a:lnTo>
                    <a:pt x="31883" y="55618"/>
                  </a:lnTo>
                  <a:lnTo>
                    <a:pt x="33784" y="95837"/>
                  </a:lnTo>
                  <a:lnTo>
                    <a:pt x="35685" y="88211"/>
                  </a:lnTo>
                  <a:lnTo>
                    <a:pt x="37587" y="84284"/>
                  </a:lnTo>
                  <a:lnTo>
                    <a:pt x="38939" y="10750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1120441" y="6357746"/>
              <a:ext cx="3629" cy="21703"/>
            </a:xfrm>
            <a:custGeom>
              <a:avLst/>
              <a:pathLst>
                <a:path w="3629" h="21703">
                  <a:moveTo>
                    <a:pt x="0" y="21703"/>
                  </a:moveTo>
                  <a:lnTo>
                    <a:pt x="1325" y="0"/>
                  </a:lnTo>
                  <a:lnTo>
                    <a:pt x="3226" y="15434"/>
                  </a:lnTo>
                  <a:lnTo>
                    <a:pt x="3629" y="2170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1160948" y="6371112"/>
              <a:ext cx="3477" cy="8337"/>
            </a:xfrm>
            <a:custGeom>
              <a:avLst/>
              <a:pathLst>
                <a:path w="3477" h="8337">
                  <a:moveTo>
                    <a:pt x="0" y="8337"/>
                  </a:moveTo>
                  <a:lnTo>
                    <a:pt x="743" y="933"/>
                  </a:lnTo>
                  <a:lnTo>
                    <a:pt x="2645" y="0"/>
                  </a:lnTo>
                  <a:lnTo>
                    <a:pt x="3477" y="833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1192586" y="6366829"/>
              <a:ext cx="2454" cy="12620"/>
            </a:xfrm>
            <a:custGeom>
              <a:avLst/>
              <a:pathLst>
                <a:path w="2454" h="12620">
                  <a:moveTo>
                    <a:pt x="0" y="12620"/>
                  </a:moveTo>
                  <a:lnTo>
                    <a:pt x="1426" y="0"/>
                  </a:lnTo>
                  <a:lnTo>
                    <a:pt x="2454" y="1262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1196738" y="3848677"/>
              <a:ext cx="5722681" cy="2530772"/>
            </a:xfrm>
            <a:custGeom>
              <a:avLst/>
              <a:pathLst>
                <a:path w="5722681" h="2530772">
                  <a:moveTo>
                    <a:pt x="0" y="2530772"/>
                  </a:moveTo>
                  <a:lnTo>
                    <a:pt x="1077" y="2516761"/>
                  </a:lnTo>
                  <a:lnTo>
                    <a:pt x="2978" y="2511643"/>
                  </a:lnTo>
                  <a:lnTo>
                    <a:pt x="4879" y="2515584"/>
                  </a:lnTo>
                  <a:lnTo>
                    <a:pt x="6780" y="2469255"/>
                  </a:lnTo>
                  <a:lnTo>
                    <a:pt x="8682" y="2504597"/>
                  </a:lnTo>
                  <a:lnTo>
                    <a:pt x="10583" y="2486866"/>
                  </a:lnTo>
                  <a:lnTo>
                    <a:pt x="12484" y="2460843"/>
                  </a:lnTo>
                  <a:lnTo>
                    <a:pt x="14385" y="2454935"/>
                  </a:lnTo>
                  <a:lnTo>
                    <a:pt x="16286" y="2439333"/>
                  </a:lnTo>
                  <a:lnTo>
                    <a:pt x="18188" y="2444246"/>
                  </a:lnTo>
                  <a:lnTo>
                    <a:pt x="20089" y="2482834"/>
                  </a:lnTo>
                  <a:lnTo>
                    <a:pt x="21990" y="2467385"/>
                  </a:lnTo>
                  <a:lnTo>
                    <a:pt x="23891" y="2454981"/>
                  </a:lnTo>
                  <a:lnTo>
                    <a:pt x="25793" y="2423714"/>
                  </a:lnTo>
                  <a:lnTo>
                    <a:pt x="27694" y="2442574"/>
                  </a:lnTo>
                  <a:lnTo>
                    <a:pt x="29595" y="2419808"/>
                  </a:lnTo>
                  <a:lnTo>
                    <a:pt x="31496" y="2418812"/>
                  </a:lnTo>
                  <a:lnTo>
                    <a:pt x="33397" y="2392980"/>
                  </a:lnTo>
                  <a:lnTo>
                    <a:pt x="35299" y="2391252"/>
                  </a:lnTo>
                  <a:lnTo>
                    <a:pt x="37200" y="2338432"/>
                  </a:lnTo>
                  <a:lnTo>
                    <a:pt x="39101" y="2327288"/>
                  </a:lnTo>
                  <a:lnTo>
                    <a:pt x="41002" y="2330471"/>
                  </a:lnTo>
                  <a:lnTo>
                    <a:pt x="42903" y="2288605"/>
                  </a:lnTo>
                  <a:lnTo>
                    <a:pt x="44805" y="2336726"/>
                  </a:lnTo>
                  <a:lnTo>
                    <a:pt x="46706" y="2293189"/>
                  </a:lnTo>
                  <a:lnTo>
                    <a:pt x="48607" y="2316036"/>
                  </a:lnTo>
                  <a:lnTo>
                    <a:pt x="50508" y="2302651"/>
                  </a:lnTo>
                  <a:lnTo>
                    <a:pt x="52410" y="2261707"/>
                  </a:lnTo>
                  <a:lnTo>
                    <a:pt x="54311" y="2333025"/>
                  </a:lnTo>
                  <a:lnTo>
                    <a:pt x="56212" y="2300073"/>
                  </a:lnTo>
                  <a:lnTo>
                    <a:pt x="58113" y="2300089"/>
                  </a:lnTo>
                  <a:lnTo>
                    <a:pt x="60014" y="2311032"/>
                  </a:lnTo>
                  <a:lnTo>
                    <a:pt x="61916" y="2285237"/>
                  </a:lnTo>
                  <a:lnTo>
                    <a:pt x="63817" y="2352917"/>
                  </a:lnTo>
                  <a:lnTo>
                    <a:pt x="65718" y="2325568"/>
                  </a:lnTo>
                  <a:lnTo>
                    <a:pt x="67619" y="2341263"/>
                  </a:lnTo>
                  <a:lnTo>
                    <a:pt x="69520" y="2417554"/>
                  </a:lnTo>
                  <a:lnTo>
                    <a:pt x="71422" y="2419300"/>
                  </a:lnTo>
                  <a:lnTo>
                    <a:pt x="73323" y="2419355"/>
                  </a:lnTo>
                  <a:lnTo>
                    <a:pt x="75224" y="2405193"/>
                  </a:lnTo>
                  <a:lnTo>
                    <a:pt x="77125" y="2404634"/>
                  </a:lnTo>
                  <a:lnTo>
                    <a:pt x="79027" y="2464084"/>
                  </a:lnTo>
                  <a:lnTo>
                    <a:pt x="80928" y="2438529"/>
                  </a:lnTo>
                  <a:lnTo>
                    <a:pt x="82829" y="2441385"/>
                  </a:lnTo>
                  <a:lnTo>
                    <a:pt x="84730" y="2379295"/>
                  </a:lnTo>
                  <a:lnTo>
                    <a:pt x="86631" y="2388377"/>
                  </a:lnTo>
                  <a:lnTo>
                    <a:pt x="88533" y="2374389"/>
                  </a:lnTo>
                  <a:lnTo>
                    <a:pt x="90434" y="2375822"/>
                  </a:lnTo>
                  <a:lnTo>
                    <a:pt x="92335" y="2404951"/>
                  </a:lnTo>
                  <a:lnTo>
                    <a:pt x="94236" y="2370239"/>
                  </a:lnTo>
                  <a:lnTo>
                    <a:pt x="96137" y="2371976"/>
                  </a:lnTo>
                  <a:lnTo>
                    <a:pt x="98039" y="2361554"/>
                  </a:lnTo>
                  <a:lnTo>
                    <a:pt x="99940" y="2363801"/>
                  </a:lnTo>
                  <a:lnTo>
                    <a:pt x="101841" y="2382881"/>
                  </a:lnTo>
                  <a:lnTo>
                    <a:pt x="103742" y="2350582"/>
                  </a:lnTo>
                  <a:lnTo>
                    <a:pt x="105644" y="2386002"/>
                  </a:lnTo>
                  <a:lnTo>
                    <a:pt x="107545" y="2377784"/>
                  </a:lnTo>
                  <a:lnTo>
                    <a:pt x="109446" y="2363527"/>
                  </a:lnTo>
                  <a:lnTo>
                    <a:pt x="111347" y="2364787"/>
                  </a:lnTo>
                  <a:lnTo>
                    <a:pt x="113248" y="2344644"/>
                  </a:lnTo>
                  <a:lnTo>
                    <a:pt x="115150" y="2335758"/>
                  </a:lnTo>
                  <a:lnTo>
                    <a:pt x="117051" y="2310437"/>
                  </a:lnTo>
                  <a:lnTo>
                    <a:pt x="118952" y="2306323"/>
                  </a:lnTo>
                  <a:lnTo>
                    <a:pt x="120853" y="2276437"/>
                  </a:lnTo>
                  <a:lnTo>
                    <a:pt x="122754" y="2301278"/>
                  </a:lnTo>
                  <a:lnTo>
                    <a:pt x="124656" y="2346341"/>
                  </a:lnTo>
                  <a:lnTo>
                    <a:pt x="126557" y="2375212"/>
                  </a:lnTo>
                  <a:lnTo>
                    <a:pt x="128458" y="2416689"/>
                  </a:lnTo>
                  <a:lnTo>
                    <a:pt x="130359" y="2397495"/>
                  </a:lnTo>
                  <a:lnTo>
                    <a:pt x="132261" y="2436194"/>
                  </a:lnTo>
                  <a:lnTo>
                    <a:pt x="134162" y="2464246"/>
                  </a:lnTo>
                  <a:lnTo>
                    <a:pt x="136063" y="2471121"/>
                  </a:lnTo>
                  <a:lnTo>
                    <a:pt x="137964" y="2483265"/>
                  </a:lnTo>
                  <a:lnTo>
                    <a:pt x="139865" y="2468743"/>
                  </a:lnTo>
                  <a:lnTo>
                    <a:pt x="141767" y="2515788"/>
                  </a:lnTo>
                  <a:lnTo>
                    <a:pt x="143668" y="2530716"/>
                  </a:lnTo>
                  <a:lnTo>
                    <a:pt x="145569" y="2498045"/>
                  </a:lnTo>
                  <a:lnTo>
                    <a:pt x="147470" y="2501845"/>
                  </a:lnTo>
                  <a:lnTo>
                    <a:pt x="149371" y="2473121"/>
                  </a:lnTo>
                  <a:lnTo>
                    <a:pt x="151273" y="2459234"/>
                  </a:lnTo>
                  <a:lnTo>
                    <a:pt x="153174" y="2466612"/>
                  </a:lnTo>
                  <a:lnTo>
                    <a:pt x="155075" y="2451712"/>
                  </a:lnTo>
                  <a:lnTo>
                    <a:pt x="156976" y="2457886"/>
                  </a:lnTo>
                  <a:lnTo>
                    <a:pt x="158878" y="2454590"/>
                  </a:lnTo>
                  <a:lnTo>
                    <a:pt x="160779" y="2480617"/>
                  </a:lnTo>
                  <a:lnTo>
                    <a:pt x="162680" y="2475363"/>
                  </a:lnTo>
                  <a:lnTo>
                    <a:pt x="164581" y="2467269"/>
                  </a:lnTo>
                  <a:lnTo>
                    <a:pt x="166482" y="2459489"/>
                  </a:lnTo>
                  <a:lnTo>
                    <a:pt x="168384" y="2444062"/>
                  </a:lnTo>
                  <a:lnTo>
                    <a:pt x="170285" y="2442287"/>
                  </a:lnTo>
                  <a:lnTo>
                    <a:pt x="172186" y="2419047"/>
                  </a:lnTo>
                  <a:lnTo>
                    <a:pt x="174087" y="2478201"/>
                  </a:lnTo>
                  <a:lnTo>
                    <a:pt x="175988" y="2464122"/>
                  </a:lnTo>
                  <a:lnTo>
                    <a:pt x="177890" y="2446568"/>
                  </a:lnTo>
                  <a:lnTo>
                    <a:pt x="179791" y="2459188"/>
                  </a:lnTo>
                  <a:lnTo>
                    <a:pt x="181692" y="2459883"/>
                  </a:lnTo>
                  <a:lnTo>
                    <a:pt x="183593" y="2482634"/>
                  </a:lnTo>
                  <a:lnTo>
                    <a:pt x="185495" y="2492834"/>
                  </a:lnTo>
                  <a:lnTo>
                    <a:pt x="187396" y="2507737"/>
                  </a:lnTo>
                  <a:lnTo>
                    <a:pt x="189297" y="2489461"/>
                  </a:lnTo>
                  <a:lnTo>
                    <a:pt x="191198" y="2422354"/>
                  </a:lnTo>
                  <a:lnTo>
                    <a:pt x="193099" y="2426629"/>
                  </a:lnTo>
                  <a:lnTo>
                    <a:pt x="195001" y="2367117"/>
                  </a:lnTo>
                  <a:lnTo>
                    <a:pt x="196902" y="2326633"/>
                  </a:lnTo>
                  <a:lnTo>
                    <a:pt x="198803" y="2332010"/>
                  </a:lnTo>
                  <a:lnTo>
                    <a:pt x="200704" y="2367186"/>
                  </a:lnTo>
                  <a:lnTo>
                    <a:pt x="202605" y="2424646"/>
                  </a:lnTo>
                  <a:lnTo>
                    <a:pt x="204507" y="2434288"/>
                  </a:lnTo>
                  <a:lnTo>
                    <a:pt x="206408" y="2439733"/>
                  </a:lnTo>
                  <a:lnTo>
                    <a:pt x="208309" y="2437069"/>
                  </a:lnTo>
                  <a:lnTo>
                    <a:pt x="210210" y="2419264"/>
                  </a:lnTo>
                  <a:lnTo>
                    <a:pt x="212112" y="2413945"/>
                  </a:lnTo>
                  <a:lnTo>
                    <a:pt x="214013" y="2417549"/>
                  </a:lnTo>
                  <a:lnTo>
                    <a:pt x="215914" y="2438117"/>
                  </a:lnTo>
                  <a:lnTo>
                    <a:pt x="217815" y="2453480"/>
                  </a:lnTo>
                  <a:lnTo>
                    <a:pt x="219716" y="2483778"/>
                  </a:lnTo>
                  <a:lnTo>
                    <a:pt x="221618" y="2493853"/>
                  </a:lnTo>
                  <a:lnTo>
                    <a:pt x="223519" y="2503116"/>
                  </a:lnTo>
                  <a:lnTo>
                    <a:pt x="225420" y="2496916"/>
                  </a:lnTo>
                  <a:lnTo>
                    <a:pt x="227321" y="2503466"/>
                  </a:lnTo>
                  <a:lnTo>
                    <a:pt x="229222" y="2467058"/>
                  </a:lnTo>
                  <a:lnTo>
                    <a:pt x="231124" y="2446335"/>
                  </a:lnTo>
                  <a:lnTo>
                    <a:pt x="233025" y="2477771"/>
                  </a:lnTo>
                  <a:lnTo>
                    <a:pt x="234926" y="2439570"/>
                  </a:lnTo>
                  <a:lnTo>
                    <a:pt x="236827" y="2425968"/>
                  </a:lnTo>
                  <a:lnTo>
                    <a:pt x="238729" y="2444342"/>
                  </a:lnTo>
                  <a:lnTo>
                    <a:pt x="240630" y="2451056"/>
                  </a:lnTo>
                  <a:lnTo>
                    <a:pt x="242531" y="2465309"/>
                  </a:lnTo>
                  <a:lnTo>
                    <a:pt x="244432" y="2468438"/>
                  </a:lnTo>
                  <a:lnTo>
                    <a:pt x="246333" y="2461202"/>
                  </a:lnTo>
                  <a:lnTo>
                    <a:pt x="248235" y="2449584"/>
                  </a:lnTo>
                  <a:lnTo>
                    <a:pt x="250136" y="2453522"/>
                  </a:lnTo>
                  <a:lnTo>
                    <a:pt x="252037" y="2433794"/>
                  </a:lnTo>
                  <a:lnTo>
                    <a:pt x="253938" y="2422213"/>
                  </a:lnTo>
                  <a:lnTo>
                    <a:pt x="255839" y="2422707"/>
                  </a:lnTo>
                  <a:lnTo>
                    <a:pt x="257741" y="2408816"/>
                  </a:lnTo>
                  <a:lnTo>
                    <a:pt x="259642" y="2408339"/>
                  </a:lnTo>
                  <a:lnTo>
                    <a:pt x="261543" y="2411421"/>
                  </a:lnTo>
                  <a:lnTo>
                    <a:pt x="263444" y="2447293"/>
                  </a:lnTo>
                  <a:lnTo>
                    <a:pt x="265346" y="2445249"/>
                  </a:lnTo>
                  <a:lnTo>
                    <a:pt x="267247" y="2429934"/>
                  </a:lnTo>
                  <a:lnTo>
                    <a:pt x="269148" y="2406725"/>
                  </a:lnTo>
                  <a:lnTo>
                    <a:pt x="271049" y="2371563"/>
                  </a:lnTo>
                  <a:lnTo>
                    <a:pt x="272950" y="2352739"/>
                  </a:lnTo>
                  <a:lnTo>
                    <a:pt x="274852" y="2349827"/>
                  </a:lnTo>
                  <a:lnTo>
                    <a:pt x="276753" y="2347936"/>
                  </a:lnTo>
                  <a:lnTo>
                    <a:pt x="278654" y="2321998"/>
                  </a:lnTo>
                  <a:lnTo>
                    <a:pt x="280555" y="2340023"/>
                  </a:lnTo>
                  <a:lnTo>
                    <a:pt x="282456" y="2339228"/>
                  </a:lnTo>
                  <a:lnTo>
                    <a:pt x="284358" y="2325573"/>
                  </a:lnTo>
                  <a:lnTo>
                    <a:pt x="286259" y="2351415"/>
                  </a:lnTo>
                  <a:lnTo>
                    <a:pt x="288160" y="2336241"/>
                  </a:lnTo>
                  <a:lnTo>
                    <a:pt x="290061" y="2352220"/>
                  </a:lnTo>
                  <a:lnTo>
                    <a:pt x="291962" y="2359217"/>
                  </a:lnTo>
                  <a:lnTo>
                    <a:pt x="293864" y="2375321"/>
                  </a:lnTo>
                  <a:lnTo>
                    <a:pt x="295765" y="2390127"/>
                  </a:lnTo>
                  <a:lnTo>
                    <a:pt x="297666" y="2398281"/>
                  </a:lnTo>
                  <a:lnTo>
                    <a:pt x="299567" y="2408314"/>
                  </a:lnTo>
                  <a:lnTo>
                    <a:pt x="301469" y="2428274"/>
                  </a:lnTo>
                  <a:lnTo>
                    <a:pt x="303370" y="2439484"/>
                  </a:lnTo>
                  <a:lnTo>
                    <a:pt x="305271" y="2426313"/>
                  </a:lnTo>
                  <a:lnTo>
                    <a:pt x="307172" y="2469005"/>
                  </a:lnTo>
                  <a:lnTo>
                    <a:pt x="309073" y="2463099"/>
                  </a:lnTo>
                  <a:lnTo>
                    <a:pt x="310975" y="2466942"/>
                  </a:lnTo>
                  <a:lnTo>
                    <a:pt x="312876" y="2485518"/>
                  </a:lnTo>
                  <a:lnTo>
                    <a:pt x="314777" y="2451371"/>
                  </a:lnTo>
                  <a:lnTo>
                    <a:pt x="316678" y="2451186"/>
                  </a:lnTo>
                  <a:lnTo>
                    <a:pt x="318579" y="2444166"/>
                  </a:lnTo>
                  <a:lnTo>
                    <a:pt x="320481" y="2456977"/>
                  </a:lnTo>
                  <a:lnTo>
                    <a:pt x="322382" y="2483590"/>
                  </a:lnTo>
                  <a:lnTo>
                    <a:pt x="324283" y="2490684"/>
                  </a:lnTo>
                  <a:lnTo>
                    <a:pt x="326184" y="2484573"/>
                  </a:lnTo>
                  <a:lnTo>
                    <a:pt x="328086" y="2485207"/>
                  </a:lnTo>
                  <a:lnTo>
                    <a:pt x="329987" y="2457424"/>
                  </a:lnTo>
                  <a:lnTo>
                    <a:pt x="331888" y="2471699"/>
                  </a:lnTo>
                  <a:lnTo>
                    <a:pt x="333789" y="2443648"/>
                  </a:lnTo>
                  <a:lnTo>
                    <a:pt x="335690" y="2391684"/>
                  </a:lnTo>
                  <a:lnTo>
                    <a:pt x="337592" y="2383396"/>
                  </a:lnTo>
                  <a:lnTo>
                    <a:pt x="339493" y="2386092"/>
                  </a:lnTo>
                  <a:lnTo>
                    <a:pt x="341394" y="2376643"/>
                  </a:lnTo>
                  <a:lnTo>
                    <a:pt x="343295" y="2334704"/>
                  </a:lnTo>
                  <a:lnTo>
                    <a:pt x="345196" y="2319967"/>
                  </a:lnTo>
                  <a:lnTo>
                    <a:pt x="347098" y="2317435"/>
                  </a:lnTo>
                  <a:lnTo>
                    <a:pt x="348999" y="2357398"/>
                  </a:lnTo>
                  <a:lnTo>
                    <a:pt x="350900" y="2374517"/>
                  </a:lnTo>
                  <a:lnTo>
                    <a:pt x="352801" y="2352911"/>
                  </a:lnTo>
                  <a:lnTo>
                    <a:pt x="354703" y="2329275"/>
                  </a:lnTo>
                  <a:lnTo>
                    <a:pt x="356604" y="2335247"/>
                  </a:lnTo>
                  <a:lnTo>
                    <a:pt x="358505" y="2365345"/>
                  </a:lnTo>
                  <a:lnTo>
                    <a:pt x="360406" y="2366048"/>
                  </a:lnTo>
                  <a:lnTo>
                    <a:pt x="362307" y="2345910"/>
                  </a:lnTo>
                  <a:lnTo>
                    <a:pt x="364209" y="2334493"/>
                  </a:lnTo>
                  <a:lnTo>
                    <a:pt x="366110" y="2355071"/>
                  </a:lnTo>
                  <a:lnTo>
                    <a:pt x="368011" y="2380382"/>
                  </a:lnTo>
                  <a:lnTo>
                    <a:pt x="369912" y="2353563"/>
                  </a:lnTo>
                  <a:lnTo>
                    <a:pt x="371813" y="2362474"/>
                  </a:lnTo>
                  <a:lnTo>
                    <a:pt x="373715" y="2353212"/>
                  </a:lnTo>
                  <a:lnTo>
                    <a:pt x="375616" y="2356347"/>
                  </a:lnTo>
                  <a:lnTo>
                    <a:pt x="377517" y="2360478"/>
                  </a:lnTo>
                  <a:lnTo>
                    <a:pt x="379418" y="2368060"/>
                  </a:lnTo>
                  <a:lnTo>
                    <a:pt x="381320" y="2362269"/>
                  </a:lnTo>
                  <a:lnTo>
                    <a:pt x="383221" y="2318502"/>
                  </a:lnTo>
                  <a:lnTo>
                    <a:pt x="385122" y="2290564"/>
                  </a:lnTo>
                  <a:lnTo>
                    <a:pt x="387023" y="2312067"/>
                  </a:lnTo>
                  <a:lnTo>
                    <a:pt x="388924" y="2319019"/>
                  </a:lnTo>
                  <a:lnTo>
                    <a:pt x="390826" y="2307407"/>
                  </a:lnTo>
                  <a:lnTo>
                    <a:pt x="392727" y="2312371"/>
                  </a:lnTo>
                  <a:lnTo>
                    <a:pt x="394628" y="2347106"/>
                  </a:lnTo>
                  <a:lnTo>
                    <a:pt x="396529" y="2350998"/>
                  </a:lnTo>
                  <a:lnTo>
                    <a:pt x="398430" y="2353215"/>
                  </a:lnTo>
                  <a:lnTo>
                    <a:pt x="400332" y="2359147"/>
                  </a:lnTo>
                  <a:lnTo>
                    <a:pt x="402233" y="2345795"/>
                  </a:lnTo>
                  <a:lnTo>
                    <a:pt x="404134" y="2350374"/>
                  </a:lnTo>
                  <a:lnTo>
                    <a:pt x="406035" y="2354031"/>
                  </a:lnTo>
                  <a:lnTo>
                    <a:pt x="407937" y="2356642"/>
                  </a:lnTo>
                  <a:lnTo>
                    <a:pt x="409838" y="2357340"/>
                  </a:lnTo>
                  <a:lnTo>
                    <a:pt x="411739" y="2345250"/>
                  </a:lnTo>
                  <a:lnTo>
                    <a:pt x="413640" y="2343612"/>
                  </a:lnTo>
                  <a:lnTo>
                    <a:pt x="415541" y="2360005"/>
                  </a:lnTo>
                  <a:lnTo>
                    <a:pt x="417443" y="2366200"/>
                  </a:lnTo>
                  <a:lnTo>
                    <a:pt x="419344" y="2345733"/>
                  </a:lnTo>
                  <a:lnTo>
                    <a:pt x="421245" y="2343886"/>
                  </a:lnTo>
                  <a:lnTo>
                    <a:pt x="423146" y="2345638"/>
                  </a:lnTo>
                  <a:lnTo>
                    <a:pt x="425047" y="2335026"/>
                  </a:lnTo>
                  <a:lnTo>
                    <a:pt x="426949" y="2321530"/>
                  </a:lnTo>
                  <a:lnTo>
                    <a:pt x="428850" y="2309877"/>
                  </a:lnTo>
                  <a:lnTo>
                    <a:pt x="430751" y="2380835"/>
                  </a:lnTo>
                  <a:lnTo>
                    <a:pt x="432652" y="2383438"/>
                  </a:lnTo>
                  <a:lnTo>
                    <a:pt x="434554" y="2402631"/>
                  </a:lnTo>
                  <a:lnTo>
                    <a:pt x="436455" y="2399231"/>
                  </a:lnTo>
                  <a:lnTo>
                    <a:pt x="438356" y="2367659"/>
                  </a:lnTo>
                  <a:lnTo>
                    <a:pt x="440257" y="2316457"/>
                  </a:lnTo>
                  <a:lnTo>
                    <a:pt x="442158" y="2299800"/>
                  </a:lnTo>
                  <a:lnTo>
                    <a:pt x="444060" y="2284466"/>
                  </a:lnTo>
                  <a:lnTo>
                    <a:pt x="445961" y="2271127"/>
                  </a:lnTo>
                  <a:lnTo>
                    <a:pt x="447862" y="2263627"/>
                  </a:lnTo>
                  <a:lnTo>
                    <a:pt x="449763" y="2270184"/>
                  </a:lnTo>
                  <a:lnTo>
                    <a:pt x="451664" y="2246715"/>
                  </a:lnTo>
                  <a:lnTo>
                    <a:pt x="453566" y="2279790"/>
                  </a:lnTo>
                  <a:lnTo>
                    <a:pt x="455467" y="2320705"/>
                  </a:lnTo>
                  <a:lnTo>
                    <a:pt x="457368" y="2299796"/>
                  </a:lnTo>
                  <a:lnTo>
                    <a:pt x="459269" y="2273612"/>
                  </a:lnTo>
                  <a:lnTo>
                    <a:pt x="461171" y="2264281"/>
                  </a:lnTo>
                  <a:lnTo>
                    <a:pt x="463072" y="2284802"/>
                  </a:lnTo>
                  <a:lnTo>
                    <a:pt x="464973" y="2247090"/>
                  </a:lnTo>
                  <a:lnTo>
                    <a:pt x="466874" y="2222859"/>
                  </a:lnTo>
                  <a:lnTo>
                    <a:pt x="468775" y="2259185"/>
                  </a:lnTo>
                  <a:lnTo>
                    <a:pt x="470677" y="2256084"/>
                  </a:lnTo>
                  <a:lnTo>
                    <a:pt x="472578" y="2293651"/>
                  </a:lnTo>
                  <a:lnTo>
                    <a:pt x="474479" y="2303195"/>
                  </a:lnTo>
                  <a:lnTo>
                    <a:pt x="476380" y="2297955"/>
                  </a:lnTo>
                  <a:lnTo>
                    <a:pt x="478281" y="2248774"/>
                  </a:lnTo>
                  <a:lnTo>
                    <a:pt x="480183" y="2288643"/>
                  </a:lnTo>
                  <a:lnTo>
                    <a:pt x="482084" y="2365693"/>
                  </a:lnTo>
                  <a:lnTo>
                    <a:pt x="483985" y="2394430"/>
                  </a:lnTo>
                  <a:lnTo>
                    <a:pt x="485886" y="2382105"/>
                  </a:lnTo>
                  <a:lnTo>
                    <a:pt x="487788" y="2430738"/>
                  </a:lnTo>
                  <a:lnTo>
                    <a:pt x="489689" y="2416734"/>
                  </a:lnTo>
                  <a:lnTo>
                    <a:pt x="491590" y="2426305"/>
                  </a:lnTo>
                  <a:lnTo>
                    <a:pt x="493491" y="1794648"/>
                  </a:lnTo>
                  <a:lnTo>
                    <a:pt x="495392" y="1823167"/>
                  </a:lnTo>
                  <a:lnTo>
                    <a:pt x="497294" y="1805320"/>
                  </a:lnTo>
                  <a:lnTo>
                    <a:pt x="499195" y="1763561"/>
                  </a:lnTo>
                  <a:lnTo>
                    <a:pt x="501096" y="1741135"/>
                  </a:lnTo>
                  <a:lnTo>
                    <a:pt x="502997" y="1709702"/>
                  </a:lnTo>
                  <a:lnTo>
                    <a:pt x="504898" y="1625365"/>
                  </a:lnTo>
                  <a:lnTo>
                    <a:pt x="506800" y="1691424"/>
                  </a:lnTo>
                  <a:lnTo>
                    <a:pt x="508701" y="1626327"/>
                  </a:lnTo>
                  <a:lnTo>
                    <a:pt x="510602" y="1670694"/>
                  </a:lnTo>
                  <a:lnTo>
                    <a:pt x="512503" y="1682678"/>
                  </a:lnTo>
                  <a:lnTo>
                    <a:pt x="514405" y="1739991"/>
                  </a:lnTo>
                  <a:lnTo>
                    <a:pt x="516306" y="1796448"/>
                  </a:lnTo>
                  <a:lnTo>
                    <a:pt x="518207" y="1813886"/>
                  </a:lnTo>
                  <a:lnTo>
                    <a:pt x="520108" y="1816728"/>
                  </a:lnTo>
                  <a:lnTo>
                    <a:pt x="522009" y="1867011"/>
                  </a:lnTo>
                  <a:lnTo>
                    <a:pt x="523911" y="1811909"/>
                  </a:lnTo>
                  <a:lnTo>
                    <a:pt x="525812" y="1826408"/>
                  </a:lnTo>
                  <a:lnTo>
                    <a:pt x="527713" y="1843135"/>
                  </a:lnTo>
                  <a:lnTo>
                    <a:pt x="529614" y="1975489"/>
                  </a:lnTo>
                  <a:lnTo>
                    <a:pt x="531515" y="1993006"/>
                  </a:lnTo>
                  <a:lnTo>
                    <a:pt x="533417" y="2042137"/>
                  </a:lnTo>
                  <a:lnTo>
                    <a:pt x="535318" y="2077880"/>
                  </a:lnTo>
                  <a:lnTo>
                    <a:pt x="537219" y="2059697"/>
                  </a:lnTo>
                  <a:lnTo>
                    <a:pt x="539120" y="2055948"/>
                  </a:lnTo>
                  <a:lnTo>
                    <a:pt x="541022" y="2053890"/>
                  </a:lnTo>
                  <a:lnTo>
                    <a:pt x="542923" y="2068064"/>
                  </a:lnTo>
                  <a:lnTo>
                    <a:pt x="544824" y="2019061"/>
                  </a:lnTo>
                  <a:lnTo>
                    <a:pt x="546725" y="2063256"/>
                  </a:lnTo>
                  <a:lnTo>
                    <a:pt x="548626" y="2123387"/>
                  </a:lnTo>
                  <a:lnTo>
                    <a:pt x="550528" y="2109743"/>
                  </a:lnTo>
                  <a:lnTo>
                    <a:pt x="552429" y="2122246"/>
                  </a:lnTo>
                  <a:lnTo>
                    <a:pt x="554330" y="2175064"/>
                  </a:lnTo>
                  <a:lnTo>
                    <a:pt x="556231" y="2204998"/>
                  </a:lnTo>
                  <a:lnTo>
                    <a:pt x="558132" y="2213843"/>
                  </a:lnTo>
                  <a:lnTo>
                    <a:pt x="560034" y="2255505"/>
                  </a:lnTo>
                  <a:lnTo>
                    <a:pt x="561935" y="2257615"/>
                  </a:lnTo>
                  <a:lnTo>
                    <a:pt x="563836" y="2266276"/>
                  </a:lnTo>
                  <a:lnTo>
                    <a:pt x="565737" y="2234825"/>
                  </a:lnTo>
                  <a:lnTo>
                    <a:pt x="567638" y="2229397"/>
                  </a:lnTo>
                  <a:lnTo>
                    <a:pt x="569540" y="2208182"/>
                  </a:lnTo>
                  <a:lnTo>
                    <a:pt x="571441" y="2166887"/>
                  </a:lnTo>
                  <a:lnTo>
                    <a:pt x="573342" y="2163638"/>
                  </a:lnTo>
                  <a:lnTo>
                    <a:pt x="575243" y="2128319"/>
                  </a:lnTo>
                  <a:lnTo>
                    <a:pt x="577145" y="2085924"/>
                  </a:lnTo>
                  <a:lnTo>
                    <a:pt x="579046" y="2031307"/>
                  </a:lnTo>
                  <a:lnTo>
                    <a:pt x="580947" y="1991274"/>
                  </a:lnTo>
                  <a:lnTo>
                    <a:pt x="582848" y="1966933"/>
                  </a:lnTo>
                  <a:lnTo>
                    <a:pt x="584749" y="2036717"/>
                  </a:lnTo>
                  <a:lnTo>
                    <a:pt x="586651" y="2056522"/>
                  </a:lnTo>
                  <a:lnTo>
                    <a:pt x="588552" y="2104124"/>
                  </a:lnTo>
                  <a:lnTo>
                    <a:pt x="590453" y="1997025"/>
                  </a:lnTo>
                  <a:lnTo>
                    <a:pt x="592354" y="2002031"/>
                  </a:lnTo>
                  <a:lnTo>
                    <a:pt x="594255" y="2022127"/>
                  </a:lnTo>
                  <a:lnTo>
                    <a:pt x="596157" y="2089980"/>
                  </a:lnTo>
                  <a:lnTo>
                    <a:pt x="598058" y="2090998"/>
                  </a:lnTo>
                  <a:lnTo>
                    <a:pt x="599959" y="2128121"/>
                  </a:lnTo>
                  <a:lnTo>
                    <a:pt x="601860" y="2133069"/>
                  </a:lnTo>
                  <a:lnTo>
                    <a:pt x="603762" y="2109968"/>
                  </a:lnTo>
                  <a:lnTo>
                    <a:pt x="605663" y="2082743"/>
                  </a:lnTo>
                  <a:lnTo>
                    <a:pt x="607564" y="1980588"/>
                  </a:lnTo>
                  <a:lnTo>
                    <a:pt x="609465" y="1954998"/>
                  </a:lnTo>
                  <a:lnTo>
                    <a:pt x="611366" y="2010183"/>
                  </a:lnTo>
                  <a:lnTo>
                    <a:pt x="613268" y="2027197"/>
                  </a:lnTo>
                  <a:lnTo>
                    <a:pt x="615169" y="2140433"/>
                  </a:lnTo>
                  <a:lnTo>
                    <a:pt x="617070" y="2097894"/>
                  </a:lnTo>
                  <a:lnTo>
                    <a:pt x="618971" y="2074927"/>
                  </a:lnTo>
                  <a:lnTo>
                    <a:pt x="620872" y="2166715"/>
                  </a:lnTo>
                  <a:lnTo>
                    <a:pt x="622774" y="2127847"/>
                  </a:lnTo>
                  <a:lnTo>
                    <a:pt x="624675" y="2028890"/>
                  </a:lnTo>
                  <a:lnTo>
                    <a:pt x="626576" y="1990918"/>
                  </a:lnTo>
                  <a:lnTo>
                    <a:pt x="628477" y="1987045"/>
                  </a:lnTo>
                  <a:lnTo>
                    <a:pt x="630379" y="1960509"/>
                  </a:lnTo>
                  <a:lnTo>
                    <a:pt x="632280" y="1996795"/>
                  </a:lnTo>
                  <a:lnTo>
                    <a:pt x="634181" y="2065932"/>
                  </a:lnTo>
                  <a:lnTo>
                    <a:pt x="636082" y="2072507"/>
                  </a:lnTo>
                  <a:lnTo>
                    <a:pt x="637983" y="2092490"/>
                  </a:lnTo>
                  <a:lnTo>
                    <a:pt x="639885" y="2150278"/>
                  </a:lnTo>
                  <a:lnTo>
                    <a:pt x="641786" y="2022627"/>
                  </a:lnTo>
                  <a:lnTo>
                    <a:pt x="643687" y="2005684"/>
                  </a:lnTo>
                  <a:lnTo>
                    <a:pt x="645588" y="1980464"/>
                  </a:lnTo>
                  <a:lnTo>
                    <a:pt x="647489" y="1935645"/>
                  </a:lnTo>
                  <a:lnTo>
                    <a:pt x="649391" y="1986742"/>
                  </a:lnTo>
                  <a:lnTo>
                    <a:pt x="651292" y="1989724"/>
                  </a:lnTo>
                  <a:lnTo>
                    <a:pt x="653193" y="2024798"/>
                  </a:lnTo>
                  <a:lnTo>
                    <a:pt x="655094" y="2077017"/>
                  </a:lnTo>
                  <a:lnTo>
                    <a:pt x="656996" y="2025850"/>
                  </a:lnTo>
                  <a:lnTo>
                    <a:pt x="658897" y="2031482"/>
                  </a:lnTo>
                  <a:lnTo>
                    <a:pt x="660798" y="1973471"/>
                  </a:lnTo>
                  <a:lnTo>
                    <a:pt x="662699" y="1802205"/>
                  </a:lnTo>
                  <a:lnTo>
                    <a:pt x="664600" y="1765721"/>
                  </a:lnTo>
                  <a:lnTo>
                    <a:pt x="666502" y="1543826"/>
                  </a:lnTo>
                  <a:lnTo>
                    <a:pt x="668403" y="1382711"/>
                  </a:lnTo>
                  <a:lnTo>
                    <a:pt x="670304" y="1428885"/>
                  </a:lnTo>
                  <a:lnTo>
                    <a:pt x="672205" y="1284484"/>
                  </a:lnTo>
                  <a:lnTo>
                    <a:pt x="674106" y="1175509"/>
                  </a:lnTo>
                  <a:lnTo>
                    <a:pt x="676008" y="1059919"/>
                  </a:lnTo>
                  <a:lnTo>
                    <a:pt x="677909" y="946211"/>
                  </a:lnTo>
                  <a:lnTo>
                    <a:pt x="679810" y="953970"/>
                  </a:lnTo>
                  <a:lnTo>
                    <a:pt x="681711" y="831210"/>
                  </a:lnTo>
                  <a:lnTo>
                    <a:pt x="683613" y="939921"/>
                  </a:lnTo>
                  <a:lnTo>
                    <a:pt x="685514" y="941278"/>
                  </a:lnTo>
                  <a:lnTo>
                    <a:pt x="687415" y="928576"/>
                  </a:lnTo>
                  <a:lnTo>
                    <a:pt x="689316" y="1062795"/>
                  </a:lnTo>
                  <a:lnTo>
                    <a:pt x="691217" y="1123967"/>
                  </a:lnTo>
                  <a:lnTo>
                    <a:pt x="693119" y="1178473"/>
                  </a:lnTo>
                  <a:lnTo>
                    <a:pt x="695020" y="1183659"/>
                  </a:lnTo>
                  <a:lnTo>
                    <a:pt x="696921" y="1228330"/>
                  </a:lnTo>
                  <a:lnTo>
                    <a:pt x="698822" y="1218629"/>
                  </a:lnTo>
                  <a:lnTo>
                    <a:pt x="700723" y="1208372"/>
                  </a:lnTo>
                  <a:lnTo>
                    <a:pt x="702625" y="1198534"/>
                  </a:lnTo>
                  <a:lnTo>
                    <a:pt x="704526" y="1190966"/>
                  </a:lnTo>
                  <a:lnTo>
                    <a:pt x="706427" y="1183558"/>
                  </a:lnTo>
                  <a:lnTo>
                    <a:pt x="708328" y="1161153"/>
                  </a:lnTo>
                  <a:lnTo>
                    <a:pt x="710230" y="1193687"/>
                  </a:lnTo>
                  <a:lnTo>
                    <a:pt x="712131" y="1118999"/>
                  </a:lnTo>
                  <a:lnTo>
                    <a:pt x="714032" y="1191206"/>
                  </a:lnTo>
                  <a:lnTo>
                    <a:pt x="715933" y="1196127"/>
                  </a:lnTo>
                  <a:lnTo>
                    <a:pt x="717834" y="1208075"/>
                  </a:lnTo>
                  <a:lnTo>
                    <a:pt x="719736" y="1286675"/>
                  </a:lnTo>
                  <a:lnTo>
                    <a:pt x="721637" y="1279079"/>
                  </a:lnTo>
                  <a:lnTo>
                    <a:pt x="723538" y="1363490"/>
                  </a:lnTo>
                  <a:lnTo>
                    <a:pt x="725439" y="1441135"/>
                  </a:lnTo>
                  <a:lnTo>
                    <a:pt x="727340" y="1539005"/>
                  </a:lnTo>
                  <a:lnTo>
                    <a:pt x="729242" y="1673736"/>
                  </a:lnTo>
                  <a:lnTo>
                    <a:pt x="731143" y="1793370"/>
                  </a:lnTo>
                  <a:lnTo>
                    <a:pt x="733044" y="1804723"/>
                  </a:lnTo>
                  <a:lnTo>
                    <a:pt x="734945" y="1850923"/>
                  </a:lnTo>
                  <a:lnTo>
                    <a:pt x="736847" y="1892291"/>
                  </a:lnTo>
                  <a:lnTo>
                    <a:pt x="738748" y="1922812"/>
                  </a:lnTo>
                  <a:lnTo>
                    <a:pt x="740649" y="1969058"/>
                  </a:lnTo>
                  <a:lnTo>
                    <a:pt x="742550" y="1837391"/>
                  </a:lnTo>
                  <a:lnTo>
                    <a:pt x="744451" y="1841075"/>
                  </a:lnTo>
                  <a:lnTo>
                    <a:pt x="746353" y="1791075"/>
                  </a:lnTo>
                  <a:lnTo>
                    <a:pt x="748254" y="1741905"/>
                  </a:lnTo>
                  <a:lnTo>
                    <a:pt x="750155" y="1700284"/>
                  </a:lnTo>
                  <a:lnTo>
                    <a:pt x="752056" y="1666917"/>
                  </a:lnTo>
                  <a:lnTo>
                    <a:pt x="753957" y="1701530"/>
                  </a:lnTo>
                  <a:lnTo>
                    <a:pt x="755859" y="1818325"/>
                  </a:lnTo>
                  <a:lnTo>
                    <a:pt x="757760" y="1908771"/>
                  </a:lnTo>
                  <a:lnTo>
                    <a:pt x="759661" y="2001035"/>
                  </a:lnTo>
                  <a:lnTo>
                    <a:pt x="761562" y="2018454"/>
                  </a:lnTo>
                  <a:lnTo>
                    <a:pt x="763464" y="2039057"/>
                  </a:lnTo>
                  <a:lnTo>
                    <a:pt x="765365" y="2016453"/>
                  </a:lnTo>
                  <a:lnTo>
                    <a:pt x="767266" y="2025851"/>
                  </a:lnTo>
                  <a:lnTo>
                    <a:pt x="769167" y="2099858"/>
                  </a:lnTo>
                  <a:lnTo>
                    <a:pt x="771068" y="2100722"/>
                  </a:lnTo>
                  <a:lnTo>
                    <a:pt x="772970" y="2112799"/>
                  </a:lnTo>
                  <a:lnTo>
                    <a:pt x="774871" y="2105815"/>
                  </a:lnTo>
                  <a:lnTo>
                    <a:pt x="776772" y="2094833"/>
                  </a:lnTo>
                  <a:lnTo>
                    <a:pt x="778673" y="2083774"/>
                  </a:lnTo>
                  <a:lnTo>
                    <a:pt x="780574" y="2104783"/>
                  </a:lnTo>
                  <a:lnTo>
                    <a:pt x="782476" y="2083460"/>
                  </a:lnTo>
                  <a:lnTo>
                    <a:pt x="784377" y="2137094"/>
                  </a:lnTo>
                  <a:lnTo>
                    <a:pt x="786278" y="2171819"/>
                  </a:lnTo>
                  <a:lnTo>
                    <a:pt x="788179" y="2180793"/>
                  </a:lnTo>
                  <a:lnTo>
                    <a:pt x="790081" y="2064028"/>
                  </a:lnTo>
                  <a:lnTo>
                    <a:pt x="791982" y="2034744"/>
                  </a:lnTo>
                  <a:lnTo>
                    <a:pt x="793883" y="2014998"/>
                  </a:lnTo>
                  <a:lnTo>
                    <a:pt x="795784" y="2052607"/>
                  </a:lnTo>
                  <a:lnTo>
                    <a:pt x="797685" y="2081734"/>
                  </a:lnTo>
                  <a:lnTo>
                    <a:pt x="799587" y="2207672"/>
                  </a:lnTo>
                  <a:lnTo>
                    <a:pt x="801488" y="2192987"/>
                  </a:lnTo>
                  <a:lnTo>
                    <a:pt x="803389" y="2158713"/>
                  </a:lnTo>
                  <a:lnTo>
                    <a:pt x="805290" y="2019812"/>
                  </a:lnTo>
                  <a:lnTo>
                    <a:pt x="807191" y="1899551"/>
                  </a:lnTo>
                  <a:lnTo>
                    <a:pt x="809093" y="1854387"/>
                  </a:lnTo>
                  <a:lnTo>
                    <a:pt x="810994" y="1793390"/>
                  </a:lnTo>
                  <a:lnTo>
                    <a:pt x="812895" y="1764721"/>
                  </a:lnTo>
                  <a:lnTo>
                    <a:pt x="814796" y="1854422"/>
                  </a:lnTo>
                  <a:lnTo>
                    <a:pt x="816698" y="1905180"/>
                  </a:lnTo>
                  <a:lnTo>
                    <a:pt x="818599" y="1979868"/>
                  </a:lnTo>
                  <a:lnTo>
                    <a:pt x="820500" y="1988414"/>
                  </a:lnTo>
                  <a:lnTo>
                    <a:pt x="822401" y="1997406"/>
                  </a:lnTo>
                  <a:lnTo>
                    <a:pt x="824302" y="2012026"/>
                  </a:lnTo>
                  <a:lnTo>
                    <a:pt x="826204" y="2100720"/>
                  </a:lnTo>
                  <a:lnTo>
                    <a:pt x="828105" y="2192068"/>
                  </a:lnTo>
                  <a:lnTo>
                    <a:pt x="830006" y="2095628"/>
                  </a:lnTo>
                  <a:lnTo>
                    <a:pt x="831907" y="2032176"/>
                  </a:lnTo>
                  <a:lnTo>
                    <a:pt x="833808" y="2020097"/>
                  </a:lnTo>
                  <a:lnTo>
                    <a:pt x="835710" y="2015146"/>
                  </a:lnTo>
                  <a:lnTo>
                    <a:pt x="837611" y="1981466"/>
                  </a:lnTo>
                  <a:lnTo>
                    <a:pt x="839512" y="1964053"/>
                  </a:lnTo>
                  <a:lnTo>
                    <a:pt x="841413" y="1945894"/>
                  </a:lnTo>
                  <a:lnTo>
                    <a:pt x="843315" y="1998098"/>
                  </a:lnTo>
                  <a:lnTo>
                    <a:pt x="845216" y="1999941"/>
                  </a:lnTo>
                  <a:lnTo>
                    <a:pt x="847117" y="1979598"/>
                  </a:lnTo>
                  <a:lnTo>
                    <a:pt x="849018" y="2024822"/>
                  </a:lnTo>
                  <a:lnTo>
                    <a:pt x="850919" y="2043290"/>
                  </a:lnTo>
                  <a:lnTo>
                    <a:pt x="852821" y="2076338"/>
                  </a:lnTo>
                  <a:lnTo>
                    <a:pt x="854722" y="2085911"/>
                  </a:lnTo>
                  <a:lnTo>
                    <a:pt x="856623" y="2086764"/>
                  </a:lnTo>
                  <a:lnTo>
                    <a:pt x="858524" y="2040992"/>
                  </a:lnTo>
                  <a:lnTo>
                    <a:pt x="860425" y="2077384"/>
                  </a:lnTo>
                  <a:lnTo>
                    <a:pt x="862327" y="2066217"/>
                  </a:lnTo>
                  <a:lnTo>
                    <a:pt x="864228" y="2066466"/>
                  </a:lnTo>
                  <a:lnTo>
                    <a:pt x="866129" y="2079038"/>
                  </a:lnTo>
                  <a:lnTo>
                    <a:pt x="868030" y="2079279"/>
                  </a:lnTo>
                  <a:lnTo>
                    <a:pt x="869931" y="2086160"/>
                  </a:lnTo>
                  <a:lnTo>
                    <a:pt x="871833" y="2051290"/>
                  </a:lnTo>
                  <a:lnTo>
                    <a:pt x="873734" y="2070736"/>
                  </a:lnTo>
                  <a:lnTo>
                    <a:pt x="875635" y="2172837"/>
                  </a:lnTo>
                  <a:lnTo>
                    <a:pt x="877536" y="2167933"/>
                  </a:lnTo>
                  <a:lnTo>
                    <a:pt x="879438" y="2191333"/>
                  </a:lnTo>
                  <a:lnTo>
                    <a:pt x="881339" y="2220360"/>
                  </a:lnTo>
                  <a:lnTo>
                    <a:pt x="883240" y="2261892"/>
                  </a:lnTo>
                  <a:lnTo>
                    <a:pt x="885141" y="2323568"/>
                  </a:lnTo>
                  <a:lnTo>
                    <a:pt x="887042" y="2223429"/>
                  </a:lnTo>
                  <a:lnTo>
                    <a:pt x="888944" y="2169799"/>
                  </a:lnTo>
                  <a:lnTo>
                    <a:pt x="890845" y="2125918"/>
                  </a:lnTo>
                  <a:lnTo>
                    <a:pt x="892746" y="2099023"/>
                  </a:lnTo>
                  <a:lnTo>
                    <a:pt x="894647" y="2151018"/>
                  </a:lnTo>
                  <a:lnTo>
                    <a:pt x="896548" y="2164295"/>
                  </a:lnTo>
                  <a:lnTo>
                    <a:pt x="898450" y="2227957"/>
                  </a:lnTo>
                  <a:lnTo>
                    <a:pt x="900351" y="2264890"/>
                  </a:lnTo>
                  <a:lnTo>
                    <a:pt x="902252" y="2296897"/>
                  </a:lnTo>
                  <a:lnTo>
                    <a:pt x="904153" y="2293309"/>
                  </a:lnTo>
                  <a:lnTo>
                    <a:pt x="906055" y="2331630"/>
                  </a:lnTo>
                  <a:lnTo>
                    <a:pt x="907956" y="2312244"/>
                  </a:lnTo>
                  <a:lnTo>
                    <a:pt x="909857" y="2209263"/>
                  </a:lnTo>
                  <a:lnTo>
                    <a:pt x="911758" y="2140931"/>
                  </a:lnTo>
                  <a:lnTo>
                    <a:pt x="913659" y="2043397"/>
                  </a:lnTo>
                  <a:lnTo>
                    <a:pt x="915561" y="2113858"/>
                  </a:lnTo>
                  <a:lnTo>
                    <a:pt x="917462" y="2121214"/>
                  </a:lnTo>
                  <a:lnTo>
                    <a:pt x="919363" y="2105737"/>
                  </a:lnTo>
                  <a:lnTo>
                    <a:pt x="921264" y="2203199"/>
                  </a:lnTo>
                  <a:lnTo>
                    <a:pt x="923165" y="2200476"/>
                  </a:lnTo>
                  <a:lnTo>
                    <a:pt x="925067" y="2258085"/>
                  </a:lnTo>
                  <a:lnTo>
                    <a:pt x="926968" y="2280583"/>
                  </a:lnTo>
                  <a:lnTo>
                    <a:pt x="928869" y="2255004"/>
                  </a:lnTo>
                  <a:lnTo>
                    <a:pt x="930770" y="2231579"/>
                  </a:lnTo>
                  <a:lnTo>
                    <a:pt x="932672" y="2194264"/>
                  </a:lnTo>
                  <a:lnTo>
                    <a:pt x="934573" y="2213972"/>
                  </a:lnTo>
                  <a:lnTo>
                    <a:pt x="936474" y="2266178"/>
                  </a:lnTo>
                  <a:lnTo>
                    <a:pt x="938375" y="2327036"/>
                  </a:lnTo>
                  <a:lnTo>
                    <a:pt x="940276" y="2325218"/>
                  </a:lnTo>
                  <a:lnTo>
                    <a:pt x="942178" y="2283691"/>
                  </a:lnTo>
                  <a:lnTo>
                    <a:pt x="944079" y="2241208"/>
                  </a:lnTo>
                  <a:lnTo>
                    <a:pt x="945980" y="2222352"/>
                  </a:lnTo>
                  <a:lnTo>
                    <a:pt x="947881" y="2216896"/>
                  </a:lnTo>
                  <a:lnTo>
                    <a:pt x="949782" y="2218868"/>
                  </a:lnTo>
                  <a:lnTo>
                    <a:pt x="951684" y="2203573"/>
                  </a:lnTo>
                  <a:lnTo>
                    <a:pt x="953585" y="2234114"/>
                  </a:lnTo>
                  <a:lnTo>
                    <a:pt x="955486" y="2223171"/>
                  </a:lnTo>
                  <a:lnTo>
                    <a:pt x="957387" y="2202213"/>
                  </a:lnTo>
                  <a:lnTo>
                    <a:pt x="959289" y="2193722"/>
                  </a:lnTo>
                  <a:lnTo>
                    <a:pt x="961190" y="2262742"/>
                  </a:lnTo>
                  <a:lnTo>
                    <a:pt x="963091" y="2263251"/>
                  </a:lnTo>
                  <a:lnTo>
                    <a:pt x="964992" y="2207807"/>
                  </a:lnTo>
                  <a:lnTo>
                    <a:pt x="966893" y="2132126"/>
                  </a:lnTo>
                  <a:lnTo>
                    <a:pt x="968795" y="2131500"/>
                  </a:lnTo>
                  <a:lnTo>
                    <a:pt x="970696" y="2034007"/>
                  </a:lnTo>
                  <a:lnTo>
                    <a:pt x="972597" y="2018568"/>
                  </a:lnTo>
                  <a:lnTo>
                    <a:pt x="974498" y="2022545"/>
                  </a:lnTo>
                  <a:lnTo>
                    <a:pt x="976399" y="2021093"/>
                  </a:lnTo>
                  <a:lnTo>
                    <a:pt x="978301" y="1996232"/>
                  </a:lnTo>
                  <a:lnTo>
                    <a:pt x="980202" y="2035730"/>
                  </a:lnTo>
                  <a:lnTo>
                    <a:pt x="982103" y="2063814"/>
                  </a:lnTo>
                  <a:lnTo>
                    <a:pt x="984004" y="2159896"/>
                  </a:lnTo>
                  <a:lnTo>
                    <a:pt x="985906" y="2136060"/>
                  </a:lnTo>
                  <a:lnTo>
                    <a:pt x="987807" y="2098243"/>
                  </a:lnTo>
                  <a:lnTo>
                    <a:pt x="989708" y="2097443"/>
                  </a:lnTo>
                  <a:lnTo>
                    <a:pt x="991609" y="2108595"/>
                  </a:lnTo>
                  <a:lnTo>
                    <a:pt x="993510" y="2164167"/>
                  </a:lnTo>
                  <a:lnTo>
                    <a:pt x="995412" y="2154247"/>
                  </a:lnTo>
                  <a:lnTo>
                    <a:pt x="997313" y="2099015"/>
                  </a:lnTo>
                  <a:lnTo>
                    <a:pt x="999214" y="2109157"/>
                  </a:lnTo>
                  <a:lnTo>
                    <a:pt x="1001115" y="2127320"/>
                  </a:lnTo>
                  <a:lnTo>
                    <a:pt x="1003016" y="2089649"/>
                  </a:lnTo>
                  <a:lnTo>
                    <a:pt x="1004918" y="2156249"/>
                  </a:lnTo>
                  <a:lnTo>
                    <a:pt x="1006819" y="2228628"/>
                  </a:lnTo>
                  <a:lnTo>
                    <a:pt x="1008720" y="2229466"/>
                  </a:lnTo>
                  <a:lnTo>
                    <a:pt x="1010621" y="2213533"/>
                  </a:lnTo>
                  <a:lnTo>
                    <a:pt x="1012523" y="2221229"/>
                  </a:lnTo>
                  <a:lnTo>
                    <a:pt x="1014424" y="2212229"/>
                  </a:lnTo>
                  <a:lnTo>
                    <a:pt x="1016325" y="2227408"/>
                  </a:lnTo>
                  <a:lnTo>
                    <a:pt x="1018226" y="2209149"/>
                  </a:lnTo>
                  <a:lnTo>
                    <a:pt x="1020127" y="2193911"/>
                  </a:lnTo>
                  <a:lnTo>
                    <a:pt x="1022029" y="2233610"/>
                  </a:lnTo>
                  <a:lnTo>
                    <a:pt x="1023930" y="2203514"/>
                  </a:lnTo>
                  <a:lnTo>
                    <a:pt x="1025831" y="2156625"/>
                  </a:lnTo>
                  <a:lnTo>
                    <a:pt x="1027732" y="2123662"/>
                  </a:lnTo>
                  <a:lnTo>
                    <a:pt x="1029633" y="2003625"/>
                  </a:lnTo>
                  <a:lnTo>
                    <a:pt x="1031535" y="1993763"/>
                  </a:lnTo>
                  <a:lnTo>
                    <a:pt x="1033436" y="1975979"/>
                  </a:lnTo>
                  <a:lnTo>
                    <a:pt x="1035337" y="2040342"/>
                  </a:lnTo>
                  <a:lnTo>
                    <a:pt x="1037238" y="2049270"/>
                  </a:lnTo>
                  <a:lnTo>
                    <a:pt x="1039140" y="2065899"/>
                  </a:lnTo>
                  <a:lnTo>
                    <a:pt x="1041041" y="1943302"/>
                  </a:lnTo>
                  <a:lnTo>
                    <a:pt x="1042942" y="1827185"/>
                  </a:lnTo>
                  <a:lnTo>
                    <a:pt x="1044843" y="1916403"/>
                  </a:lnTo>
                  <a:lnTo>
                    <a:pt x="1046744" y="1942360"/>
                  </a:lnTo>
                  <a:lnTo>
                    <a:pt x="1048646" y="1937810"/>
                  </a:lnTo>
                  <a:lnTo>
                    <a:pt x="1050547" y="1938577"/>
                  </a:lnTo>
                  <a:lnTo>
                    <a:pt x="1052448" y="1788811"/>
                  </a:lnTo>
                  <a:lnTo>
                    <a:pt x="1054349" y="1773813"/>
                  </a:lnTo>
                  <a:lnTo>
                    <a:pt x="1056250" y="1667148"/>
                  </a:lnTo>
                  <a:lnTo>
                    <a:pt x="1058152" y="1657072"/>
                  </a:lnTo>
                  <a:lnTo>
                    <a:pt x="1060053" y="1656313"/>
                  </a:lnTo>
                  <a:lnTo>
                    <a:pt x="1061954" y="1627115"/>
                  </a:lnTo>
                  <a:lnTo>
                    <a:pt x="1063855" y="1619125"/>
                  </a:lnTo>
                  <a:lnTo>
                    <a:pt x="1065757" y="1603885"/>
                  </a:lnTo>
                  <a:lnTo>
                    <a:pt x="1067658" y="1629045"/>
                  </a:lnTo>
                  <a:lnTo>
                    <a:pt x="1069559" y="1700858"/>
                  </a:lnTo>
                  <a:lnTo>
                    <a:pt x="1071460" y="1594593"/>
                  </a:lnTo>
                  <a:lnTo>
                    <a:pt x="1073361" y="1533165"/>
                  </a:lnTo>
                  <a:lnTo>
                    <a:pt x="1075263" y="1441299"/>
                  </a:lnTo>
                  <a:lnTo>
                    <a:pt x="1077164" y="1428242"/>
                  </a:lnTo>
                  <a:lnTo>
                    <a:pt x="1079065" y="1383150"/>
                  </a:lnTo>
                  <a:lnTo>
                    <a:pt x="1080966" y="1350113"/>
                  </a:lnTo>
                  <a:lnTo>
                    <a:pt x="1082867" y="1355140"/>
                  </a:lnTo>
                  <a:lnTo>
                    <a:pt x="1084769" y="1348927"/>
                  </a:lnTo>
                  <a:lnTo>
                    <a:pt x="1086670" y="1240559"/>
                  </a:lnTo>
                  <a:lnTo>
                    <a:pt x="1088571" y="1189990"/>
                  </a:lnTo>
                  <a:lnTo>
                    <a:pt x="1090472" y="1134600"/>
                  </a:lnTo>
                  <a:lnTo>
                    <a:pt x="1092374" y="1141122"/>
                  </a:lnTo>
                  <a:lnTo>
                    <a:pt x="1094275" y="1017877"/>
                  </a:lnTo>
                  <a:lnTo>
                    <a:pt x="1096176" y="1076571"/>
                  </a:lnTo>
                  <a:lnTo>
                    <a:pt x="1098077" y="1063299"/>
                  </a:lnTo>
                  <a:lnTo>
                    <a:pt x="1099978" y="1064253"/>
                  </a:lnTo>
                  <a:lnTo>
                    <a:pt x="1101880" y="997020"/>
                  </a:lnTo>
                  <a:lnTo>
                    <a:pt x="1103781" y="945769"/>
                  </a:lnTo>
                  <a:lnTo>
                    <a:pt x="1105682" y="1045040"/>
                  </a:lnTo>
                  <a:lnTo>
                    <a:pt x="1107583" y="1018059"/>
                  </a:lnTo>
                  <a:lnTo>
                    <a:pt x="1109484" y="1016065"/>
                  </a:lnTo>
                  <a:lnTo>
                    <a:pt x="1111386" y="983124"/>
                  </a:lnTo>
                  <a:lnTo>
                    <a:pt x="1113287" y="969979"/>
                  </a:lnTo>
                  <a:lnTo>
                    <a:pt x="1115188" y="1201055"/>
                  </a:lnTo>
                  <a:lnTo>
                    <a:pt x="1117089" y="1182757"/>
                  </a:lnTo>
                  <a:lnTo>
                    <a:pt x="1118991" y="1185445"/>
                  </a:lnTo>
                  <a:lnTo>
                    <a:pt x="1120892" y="1166304"/>
                  </a:lnTo>
                  <a:lnTo>
                    <a:pt x="1122793" y="1183229"/>
                  </a:lnTo>
                  <a:lnTo>
                    <a:pt x="1124694" y="1167964"/>
                  </a:lnTo>
                  <a:lnTo>
                    <a:pt x="1126595" y="1179801"/>
                  </a:lnTo>
                  <a:lnTo>
                    <a:pt x="1128497" y="1197030"/>
                  </a:lnTo>
                  <a:lnTo>
                    <a:pt x="1130398" y="1177652"/>
                  </a:lnTo>
                  <a:lnTo>
                    <a:pt x="1132299" y="1163230"/>
                  </a:lnTo>
                  <a:lnTo>
                    <a:pt x="1134200" y="1246822"/>
                  </a:lnTo>
                  <a:lnTo>
                    <a:pt x="1136101" y="1246194"/>
                  </a:lnTo>
                  <a:lnTo>
                    <a:pt x="1138003" y="1223317"/>
                  </a:lnTo>
                  <a:lnTo>
                    <a:pt x="1139904" y="1376614"/>
                  </a:lnTo>
                  <a:lnTo>
                    <a:pt x="1141805" y="1356607"/>
                  </a:lnTo>
                  <a:lnTo>
                    <a:pt x="1143706" y="1424989"/>
                  </a:lnTo>
                  <a:lnTo>
                    <a:pt x="1145607" y="1320943"/>
                  </a:lnTo>
                  <a:lnTo>
                    <a:pt x="1147509" y="1382723"/>
                  </a:lnTo>
                  <a:lnTo>
                    <a:pt x="1149410" y="1447634"/>
                  </a:lnTo>
                  <a:lnTo>
                    <a:pt x="1151311" y="1443688"/>
                  </a:lnTo>
                  <a:lnTo>
                    <a:pt x="1153212" y="1357537"/>
                  </a:lnTo>
                  <a:lnTo>
                    <a:pt x="1155114" y="1283181"/>
                  </a:lnTo>
                  <a:lnTo>
                    <a:pt x="1157015" y="1269286"/>
                  </a:lnTo>
                  <a:lnTo>
                    <a:pt x="1158916" y="1314393"/>
                  </a:lnTo>
                  <a:lnTo>
                    <a:pt x="1160817" y="1253377"/>
                  </a:lnTo>
                  <a:lnTo>
                    <a:pt x="1162718" y="1151786"/>
                  </a:lnTo>
                  <a:lnTo>
                    <a:pt x="1164620" y="1214837"/>
                  </a:lnTo>
                  <a:lnTo>
                    <a:pt x="1166521" y="1172504"/>
                  </a:lnTo>
                  <a:lnTo>
                    <a:pt x="1168422" y="1184405"/>
                  </a:lnTo>
                  <a:lnTo>
                    <a:pt x="1170323" y="1170009"/>
                  </a:lnTo>
                  <a:lnTo>
                    <a:pt x="1172224" y="1185845"/>
                  </a:lnTo>
                  <a:lnTo>
                    <a:pt x="1174126" y="1129338"/>
                  </a:lnTo>
                  <a:lnTo>
                    <a:pt x="1176027" y="1050800"/>
                  </a:lnTo>
                  <a:lnTo>
                    <a:pt x="1177928" y="971639"/>
                  </a:lnTo>
                  <a:lnTo>
                    <a:pt x="1179829" y="974360"/>
                  </a:lnTo>
                  <a:lnTo>
                    <a:pt x="1181731" y="948947"/>
                  </a:lnTo>
                  <a:lnTo>
                    <a:pt x="1183632" y="944440"/>
                  </a:lnTo>
                  <a:lnTo>
                    <a:pt x="1185533" y="934427"/>
                  </a:lnTo>
                  <a:lnTo>
                    <a:pt x="1187434" y="923089"/>
                  </a:lnTo>
                  <a:lnTo>
                    <a:pt x="1189335" y="951757"/>
                  </a:lnTo>
                  <a:lnTo>
                    <a:pt x="1191237" y="867061"/>
                  </a:lnTo>
                  <a:lnTo>
                    <a:pt x="1193138" y="815986"/>
                  </a:lnTo>
                  <a:lnTo>
                    <a:pt x="1195039" y="749836"/>
                  </a:lnTo>
                  <a:lnTo>
                    <a:pt x="1196940" y="769897"/>
                  </a:lnTo>
                  <a:lnTo>
                    <a:pt x="1198841" y="808636"/>
                  </a:lnTo>
                  <a:lnTo>
                    <a:pt x="1200743" y="856719"/>
                  </a:lnTo>
                  <a:lnTo>
                    <a:pt x="1202644" y="887134"/>
                  </a:lnTo>
                  <a:lnTo>
                    <a:pt x="1204545" y="992023"/>
                  </a:lnTo>
                  <a:lnTo>
                    <a:pt x="1206446" y="965197"/>
                  </a:lnTo>
                  <a:lnTo>
                    <a:pt x="1208348" y="971566"/>
                  </a:lnTo>
                  <a:lnTo>
                    <a:pt x="1210249" y="1045041"/>
                  </a:lnTo>
                  <a:lnTo>
                    <a:pt x="1212150" y="1023310"/>
                  </a:lnTo>
                  <a:lnTo>
                    <a:pt x="1214051" y="987495"/>
                  </a:lnTo>
                  <a:lnTo>
                    <a:pt x="1215952" y="911728"/>
                  </a:lnTo>
                  <a:lnTo>
                    <a:pt x="1217854" y="858067"/>
                  </a:lnTo>
                  <a:lnTo>
                    <a:pt x="1219755" y="869392"/>
                  </a:lnTo>
                  <a:lnTo>
                    <a:pt x="1221656" y="802835"/>
                  </a:lnTo>
                  <a:lnTo>
                    <a:pt x="1223557" y="761727"/>
                  </a:lnTo>
                  <a:lnTo>
                    <a:pt x="1225458" y="761596"/>
                  </a:lnTo>
                  <a:lnTo>
                    <a:pt x="1227360" y="784951"/>
                  </a:lnTo>
                  <a:lnTo>
                    <a:pt x="1229261" y="879894"/>
                  </a:lnTo>
                  <a:lnTo>
                    <a:pt x="1231162" y="858724"/>
                  </a:lnTo>
                  <a:lnTo>
                    <a:pt x="1233063" y="889337"/>
                  </a:lnTo>
                  <a:lnTo>
                    <a:pt x="1234965" y="944510"/>
                  </a:lnTo>
                  <a:lnTo>
                    <a:pt x="1236866" y="998825"/>
                  </a:lnTo>
                  <a:lnTo>
                    <a:pt x="1238767" y="1039695"/>
                  </a:lnTo>
                  <a:lnTo>
                    <a:pt x="1240668" y="1119318"/>
                  </a:lnTo>
                  <a:lnTo>
                    <a:pt x="1242569" y="1197116"/>
                  </a:lnTo>
                  <a:lnTo>
                    <a:pt x="1244471" y="1248192"/>
                  </a:lnTo>
                  <a:lnTo>
                    <a:pt x="1246372" y="1511513"/>
                  </a:lnTo>
                  <a:lnTo>
                    <a:pt x="1248273" y="1581347"/>
                  </a:lnTo>
                  <a:lnTo>
                    <a:pt x="1250174" y="1615924"/>
                  </a:lnTo>
                  <a:lnTo>
                    <a:pt x="1252075" y="1750162"/>
                  </a:lnTo>
                  <a:lnTo>
                    <a:pt x="1253977" y="1724955"/>
                  </a:lnTo>
                  <a:lnTo>
                    <a:pt x="1255878" y="1612560"/>
                  </a:lnTo>
                  <a:lnTo>
                    <a:pt x="1257779" y="1488170"/>
                  </a:lnTo>
                  <a:lnTo>
                    <a:pt x="1259680" y="1565191"/>
                  </a:lnTo>
                  <a:lnTo>
                    <a:pt x="1261582" y="1570506"/>
                  </a:lnTo>
                  <a:lnTo>
                    <a:pt x="1263483" y="1606756"/>
                  </a:lnTo>
                  <a:lnTo>
                    <a:pt x="1265384" y="1573645"/>
                  </a:lnTo>
                  <a:lnTo>
                    <a:pt x="1267285" y="1518760"/>
                  </a:lnTo>
                  <a:lnTo>
                    <a:pt x="1269186" y="1612233"/>
                  </a:lnTo>
                  <a:lnTo>
                    <a:pt x="1271088" y="1576215"/>
                  </a:lnTo>
                  <a:lnTo>
                    <a:pt x="1272989" y="1652133"/>
                  </a:lnTo>
                  <a:lnTo>
                    <a:pt x="1274890" y="1671418"/>
                  </a:lnTo>
                  <a:lnTo>
                    <a:pt x="1276791" y="1616110"/>
                  </a:lnTo>
                  <a:lnTo>
                    <a:pt x="1278692" y="1578555"/>
                  </a:lnTo>
                  <a:lnTo>
                    <a:pt x="1280594" y="1417124"/>
                  </a:lnTo>
                  <a:lnTo>
                    <a:pt x="1282495" y="1442397"/>
                  </a:lnTo>
                  <a:lnTo>
                    <a:pt x="1284396" y="1465365"/>
                  </a:lnTo>
                  <a:lnTo>
                    <a:pt x="1286297" y="1401118"/>
                  </a:lnTo>
                  <a:lnTo>
                    <a:pt x="1288199" y="1493401"/>
                  </a:lnTo>
                  <a:lnTo>
                    <a:pt x="1290100" y="1474941"/>
                  </a:lnTo>
                  <a:lnTo>
                    <a:pt x="1292001" y="1502417"/>
                  </a:lnTo>
                  <a:lnTo>
                    <a:pt x="1293902" y="1504446"/>
                  </a:lnTo>
                  <a:lnTo>
                    <a:pt x="1295803" y="1527307"/>
                  </a:lnTo>
                  <a:lnTo>
                    <a:pt x="1297705" y="1674582"/>
                  </a:lnTo>
                  <a:lnTo>
                    <a:pt x="1299606" y="1801027"/>
                  </a:lnTo>
                  <a:lnTo>
                    <a:pt x="1301507" y="1926528"/>
                  </a:lnTo>
                  <a:lnTo>
                    <a:pt x="1303408" y="2015350"/>
                  </a:lnTo>
                  <a:lnTo>
                    <a:pt x="1305309" y="2020562"/>
                  </a:lnTo>
                  <a:lnTo>
                    <a:pt x="1307211" y="2125718"/>
                  </a:lnTo>
                  <a:lnTo>
                    <a:pt x="1309112" y="2156989"/>
                  </a:lnTo>
                  <a:lnTo>
                    <a:pt x="1311013" y="2181695"/>
                  </a:lnTo>
                  <a:lnTo>
                    <a:pt x="1312914" y="2150957"/>
                  </a:lnTo>
                  <a:lnTo>
                    <a:pt x="1314816" y="2120646"/>
                  </a:lnTo>
                  <a:lnTo>
                    <a:pt x="1316717" y="2035088"/>
                  </a:lnTo>
                  <a:lnTo>
                    <a:pt x="1318618" y="2019200"/>
                  </a:lnTo>
                  <a:lnTo>
                    <a:pt x="1320519" y="1939835"/>
                  </a:lnTo>
                  <a:lnTo>
                    <a:pt x="1322420" y="1954852"/>
                  </a:lnTo>
                  <a:lnTo>
                    <a:pt x="1324322" y="2061110"/>
                  </a:lnTo>
                  <a:lnTo>
                    <a:pt x="1326223" y="2054509"/>
                  </a:lnTo>
                  <a:lnTo>
                    <a:pt x="1328124" y="2199778"/>
                  </a:lnTo>
                  <a:lnTo>
                    <a:pt x="1330025" y="2227252"/>
                  </a:lnTo>
                  <a:lnTo>
                    <a:pt x="1331926" y="2171510"/>
                  </a:lnTo>
                  <a:lnTo>
                    <a:pt x="1333828" y="2137758"/>
                  </a:lnTo>
                  <a:lnTo>
                    <a:pt x="1335729" y="2205157"/>
                  </a:lnTo>
                  <a:lnTo>
                    <a:pt x="1337630" y="2233501"/>
                  </a:lnTo>
                  <a:lnTo>
                    <a:pt x="1339531" y="2244356"/>
                  </a:lnTo>
                  <a:lnTo>
                    <a:pt x="1341433" y="2265015"/>
                  </a:lnTo>
                  <a:lnTo>
                    <a:pt x="1343334" y="2277175"/>
                  </a:lnTo>
                  <a:lnTo>
                    <a:pt x="1345235" y="2263892"/>
                  </a:lnTo>
                  <a:lnTo>
                    <a:pt x="1347136" y="2245099"/>
                  </a:lnTo>
                  <a:lnTo>
                    <a:pt x="1349037" y="2193526"/>
                  </a:lnTo>
                  <a:lnTo>
                    <a:pt x="1350939" y="2072238"/>
                  </a:lnTo>
                  <a:lnTo>
                    <a:pt x="1352840" y="2169838"/>
                  </a:lnTo>
                  <a:lnTo>
                    <a:pt x="1354741" y="2126345"/>
                  </a:lnTo>
                  <a:lnTo>
                    <a:pt x="1356642" y="2089511"/>
                  </a:lnTo>
                  <a:lnTo>
                    <a:pt x="1358543" y="2057079"/>
                  </a:lnTo>
                  <a:lnTo>
                    <a:pt x="1360445" y="1996742"/>
                  </a:lnTo>
                  <a:lnTo>
                    <a:pt x="1362346" y="2036356"/>
                  </a:lnTo>
                  <a:lnTo>
                    <a:pt x="1364247" y="2082352"/>
                  </a:lnTo>
                  <a:lnTo>
                    <a:pt x="1366148" y="2221893"/>
                  </a:lnTo>
                  <a:lnTo>
                    <a:pt x="1368050" y="2260860"/>
                  </a:lnTo>
                  <a:lnTo>
                    <a:pt x="1369951" y="2289838"/>
                  </a:lnTo>
                  <a:lnTo>
                    <a:pt x="1371852" y="2272838"/>
                  </a:lnTo>
                  <a:lnTo>
                    <a:pt x="1373753" y="2263086"/>
                  </a:lnTo>
                  <a:lnTo>
                    <a:pt x="1375654" y="2253995"/>
                  </a:lnTo>
                  <a:lnTo>
                    <a:pt x="1377556" y="2206694"/>
                  </a:lnTo>
                  <a:lnTo>
                    <a:pt x="1379457" y="2203102"/>
                  </a:lnTo>
                  <a:lnTo>
                    <a:pt x="1381358" y="2189459"/>
                  </a:lnTo>
                  <a:lnTo>
                    <a:pt x="1383259" y="2302981"/>
                  </a:lnTo>
                  <a:lnTo>
                    <a:pt x="1385160" y="2332753"/>
                  </a:lnTo>
                  <a:lnTo>
                    <a:pt x="1387062" y="2348388"/>
                  </a:lnTo>
                  <a:lnTo>
                    <a:pt x="1388963" y="2350983"/>
                  </a:lnTo>
                  <a:lnTo>
                    <a:pt x="1390864" y="2371822"/>
                  </a:lnTo>
                  <a:lnTo>
                    <a:pt x="1392765" y="2361900"/>
                  </a:lnTo>
                  <a:lnTo>
                    <a:pt x="1394667" y="2360687"/>
                  </a:lnTo>
                  <a:lnTo>
                    <a:pt x="1396568" y="2362667"/>
                  </a:lnTo>
                  <a:lnTo>
                    <a:pt x="1398469" y="2320172"/>
                  </a:lnTo>
                  <a:lnTo>
                    <a:pt x="1400370" y="2329909"/>
                  </a:lnTo>
                  <a:lnTo>
                    <a:pt x="1402271" y="2339357"/>
                  </a:lnTo>
                  <a:lnTo>
                    <a:pt x="1404173" y="2339713"/>
                  </a:lnTo>
                  <a:lnTo>
                    <a:pt x="1406074" y="2308404"/>
                  </a:lnTo>
                  <a:lnTo>
                    <a:pt x="1407975" y="2297777"/>
                  </a:lnTo>
                  <a:lnTo>
                    <a:pt x="1409876" y="2306278"/>
                  </a:lnTo>
                  <a:lnTo>
                    <a:pt x="1411777" y="2330716"/>
                  </a:lnTo>
                  <a:lnTo>
                    <a:pt x="1413679" y="2336330"/>
                  </a:lnTo>
                  <a:lnTo>
                    <a:pt x="1415580" y="2349448"/>
                  </a:lnTo>
                  <a:lnTo>
                    <a:pt x="1417481" y="2336823"/>
                  </a:lnTo>
                  <a:lnTo>
                    <a:pt x="1419382" y="2314296"/>
                  </a:lnTo>
                  <a:lnTo>
                    <a:pt x="1421284" y="2326865"/>
                  </a:lnTo>
                  <a:lnTo>
                    <a:pt x="1423185" y="2324364"/>
                  </a:lnTo>
                  <a:lnTo>
                    <a:pt x="1425086" y="2298189"/>
                  </a:lnTo>
                  <a:lnTo>
                    <a:pt x="1426987" y="2307907"/>
                  </a:lnTo>
                  <a:lnTo>
                    <a:pt x="1428888" y="2283674"/>
                  </a:lnTo>
                  <a:lnTo>
                    <a:pt x="1430790" y="2292618"/>
                  </a:lnTo>
                  <a:lnTo>
                    <a:pt x="1432691" y="2242787"/>
                  </a:lnTo>
                  <a:lnTo>
                    <a:pt x="1434592" y="2197975"/>
                  </a:lnTo>
                  <a:lnTo>
                    <a:pt x="1436493" y="2197606"/>
                  </a:lnTo>
                  <a:lnTo>
                    <a:pt x="1438394" y="2256113"/>
                  </a:lnTo>
                  <a:lnTo>
                    <a:pt x="1440296" y="2212585"/>
                  </a:lnTo>
                  <a:lnTo>
                    <a:pt x="1442197" y="2180826"/>
                  </a:lnTo>
                  <a:lnTo>
                    <a:pt x="1444098" y="2143745"/>
                  </a:lnTo>
                  <a:lnTo>
                    <a:pt x="1445999" y="2203587"/>
                  </a:lnTo>
                  <a:lnTo>
                    <a:pt x="1447900" y="2291730"/>
                  </a:lnTo>
                  <a:lnTo>
                    <a:pt x="1449802" y="2301722"/>
                  </a:lnTo>
                  <a:lnTo>
                    <a:pt x="1451703" y="2284853"/>
                  </a:lnTo>
                  <a:lnTo>
                    <a:pt x="1453604" y="2319682"/>
                  </a:lnTo>
                  <a:lnTo>
                    <a:pt x="1455505" y="2297240"/>
                  </a:lnTo>
                  <a:lnTo>
                    <a:pt x="1457407" y="2324711"/>
                  </a:lnTo>
                  <a:lnTo>
                    <a:pt x="1459308" y="2322053"/>
                  </a:lnTo>
                  <a:lnTo>
                    <a:pt x="1461209" y="2335449"/>
                  </a:lnTo>
                  <a:lnTo>
                    <a:pt x="1463110" y="2363156"/>
                  </a:lnTo>
                  <a:lnTo>
                    <a:pt x="1465011" y="2349373"/>
                  </a:lnTo>
                  <a:lnTo>
                    <a:pt x="1466913" y="2327332"/>
                  </a:lnTo>
                  <a:lnTo>
                    <a:pt x="1468814" y="2347995"/>
                  </a:lnTo>
                  <a:lnTo>
                    <a:pt x="1470715" y="2346603"/>
                  </a:lnTo>
                  <a:lnTo>
                    <a:pt x="1472616" y="2351283"/>
                  </a:lnTo>
                  <a:lnTo>
                    <a:pt x="1474517" y="2318205"/>
                  </a:lnTo>
                  <a:lnTo>
                    <a:pt x="1476419" y="2331164"/>
                  </a:lnTo>
                  <a:lnTo>
                    <a:pt x="1478320" y="2351952"/>
                  </a:lnTo>
                  <a:lnTo>
                    <a:pt x="1480221" y="2375697"/>
                  </a:lnTo>
                  <a:lnTo>
                    <a:pt x="1482122" y="2368984"/>
                  </a:lnTo>
                  <a:lnTo>
                    <a:pt x="1484024" y="2340512"/>
                  </a:lnTo>
                  <a:lnTo>
                    <a:pt x="1485925" y="2345507"/>
                  </a:lnTo>
                  <a:lnTo>
                    <a:pt x="1487826" y="2340791"/>
                  </a:lnTo>
                  <a:lnTo>
                    <a:pt x="1489727" y="2352263"/>
                  </a:lnTo>
                  <a:lnTo>
                    <a:pt x="1491628" y="2296213"/>
                  </a:lnTo>
                  <a:lnTo>
                    <a:pt x="1493530" y="2272720"/>
                  </a:lnTo>
                  <a:lnTo>
                    <a:pt x="1495431" y="2270440"/>
                  </a:lnTo>
                  <a:lnTo>
                    <a:pt x="1497332" y="2338744"/>
                  </a:lnTo>
                  <a:lnTo>
                    <a:pt x="1499233" y="2323802"/>
                  </a:lnTo>
                  <a:lnTo>
                    <a:pt x="1501134" y="2312721"/>
                  </a:lnTo>
                  <a:lnTo>
                    <a:pt x="1503036" y="2337497"/>
                  </a:lnTo>
                  <a:lnTo>
                    <a:pt x="1504937" y="2353730"/>
                  </a:lnTo>
                  <a:lnTo>
                    <a:pt x="1506838" y="2375935"/>
                  </a:lnTo>
                  <a:lnTo>
                    <a:pt x="1508739" y="2296487"/>
                  </a:lnTo>
                  <a:lnTo>
                    <a:pt x="1510641" y="2310139"/>
                  </a:lnTo>
                  <a:lnTo>
                    <a:pt x="1512542" y="2308049"/>
                  </a:lnTo>
                  <a:lnTo>
                    <a:pt x="1514443" y="2275520"/>
                  </a:lnTo>
                  <a:lnTo>
                    <a:pt x="1516344" y="2276001"/>
                  </a:lnTo>
                  <a:lnTo>
                    <a:pt x="1518245" y="2240532"/>
                  </a:lnTo>
                  <a:lnTo>
                    <a:pt x="1520147" y="2250010"/>
                  </a:lnTo>
                  <a:lnTo>
                    <a:pt x="1522048" y="2270237"/>
                  </a:lnTo>
                  <a:lnTo>
                    <a:pt x="1523949" y="2211373"/>
                  </a:lnTo>
                  <a:lnTo>
                    <a:pt x="1525850" y="2245078"/>
                  </a:lnTo>
                  <a:lnTo>
                    <a:pt x="1527751" y="2207531"/>
                  </a:lnTo>
                  <a:lnTo>
                    <a:pt x="1529653" y="2164667"/>
                  </a:lnTo>
                  <a:lnTo>
                    <a:pt x="1531554" y="2188028"/>
                  </a:lnTo>
                  <a:lnTo>
                    <a:pt x="1533455" y="2157775"/>
                  </a:lnTo>
                  <a:lnTo>
                    <a:pt x="1535356" y="2274377"/>
                  </a:lnTo>
                  <a:lnTo>
                    <a:pt x="1537258" y="2320890"/>
                  </a:lnTo>
                  <a:lnTo>
                    <a:pt x="1539159" y="2290183"/>
                  </a:lnTo>
                  <a:lnTo>
                    <a:pt x="1541060" y="2328697"/>
                  </a:lnTo>
                  <a:lnTo>
                    <a:pt x="1542961" y="2354028"/>
                  </a:lnTo>
                  <a:lnTo>
                    <a:pt x="1544862" y="2370122"/>
                  </a:lnTo>
                  <a:lnTo>
                    <a:pt x="1546764" y="2370770"/>
                  </a:lnTo>
                  <a:lnTo>
                    <a:pt x="1548665" y="2330720"/>
                  </a:lnTo>
                  <a:lnTo>
                    <a:pt x="1550566" y="2333758"/>
                  </a:lnTo>
                  <a:lnTo>
                    <a:pt x="1552467" y="2290059"/>
                  </a:lnTo>
                  <a:lnTo>
                    <a:pt x="1554368" y="2319123"/>
                  </a:lnTo>
                  <a:lnTo>
                    <a:pt x="1556270" y="2313715"/>
                  </a:lnTo>
                  <a:lnTo>
                    <a:pt x="1558171" y="2282450"/>
                  </a:lnTo>
                  <a:lnTo>
                    <a:pt x="1560072" y="2349731"/>
                  </a:lnTo>
                  <a:lnTo>
                    <a:pt x="1561973" y="2366726"/>
                  </a:lnTo>
                  <a:lnTo>
                    <a:pt x="1563875" y="2352828"/>
                  </a:lnTo>
                  <a:lnTo>
                    <a:pt x="1565776" y="2345790"/>
                  </a:lnTo>
                  <a:lnTo>
                    <a:pt x="1567677" y="2343769"/>
                  </a:lnTo>
                  <a:lnTo>
                    <a:pt x="1569578" y="2417053"/>
                  </a:lnTo>
                  <a:lnTo>
                    <a:pt x="1571479" y="2376883"/>
                  </a:lnTo>
                  <a:lnTo>
                    <a:pt x="1573381" y="2307722"/>
                  </a:lnTo>
                  <a:lnTo>
                    <a:pt x="1575282" y="2295200"/>
                  </a:lnTo>
                  <a:lnTo>
                    <a:pt x="1577183" y="2301936"/>
                  </a:lnTo>
                  <a:lnTo>
                    <a:pt x="1579084" y="2387197"/>
                  </a:lnTo>
                  <a:lnTo>
                    <a:pt x="1580985" y="2359386"/>
                  </a:lnTo>
                  <a:lnTo>
                    <a:pt x="1582887" y="2316890"/>
                  </a:lnTo>
                  <a:lnTo>
                    <a:pt x="1584788" y="2395583"/>
                  </a:lnTo>
                  <a:lnTo>
                    <a:pt x="1586689" y="2428554"/>
                  </a:lnTo>
                  <a:lnTo>
                    <a:pt x="1588590" y="2461733"/>
                  </a:lnTo>
                  <a:lnTo>
                    <a:pt x="1590492" y="2395383"/>
                  </a:lnTo>
                  <a:lnTo>
                    <a:pt x="1592393" y="2360511"/>
                  </a:lnTo>
                  <a:lnTo>
                    <a:pt x="1594294" y="2390921"/>
                  </a:lnTo>
                  <a:lnTo>
                    <a:pt x="1596195" y="2419823"/>
                  </a:lnTo>
                  <a:lnTo>
                    <a:pt x="1598096" y="2401355"/>
                  </a:lnTo>
                  <a:lnTo>
                    <a:pt x="1599998" y="2390757"/>
                  </a:lnTo>
                  <a:lnTo>
                    <a:pt x="1601899" y="2374774"/>
                  </a:lnTo>
                  <a:lnTo>
                    <a:pt x="1603800" y="2396376"/>
                  </a:lnTo>
                  <a:lnTo>
                    <a:pt x="1605701" y="2391379"/>
                  </a:lnTo>
                  <a:lnTo>
                    <a:pt x="1607602" y="2330537"/>
                  </a:lnTo>
                  <a:lnTo>
                    <a:pt x="1609504" y="2296732"/>
                  </a:lnTo>
                  <a:lnTo>
                    <a:pt x="1611405" y="2321257"/>
                  </a:lnTo>
                  <a:lnTo>
                    <a:pt x="1613306" y="2357776"/>
                  </a:lnTo>
                  <a:lnTo>
                    <a:pt x="1615207" y="2335058"/>
                  </a:lnTo>
                  <a:lnTo>
                    <a:pt x="1617109" y="2284299"/>
                  </a:lnTo>
                  <a:lnTo>
                    <a:pt x="1619010" y="2275062"/>
                  </a:lnTo>
                  <a:lnTo>
                    <a:pt x="1620911" y="2285733"/>
                  </a:lnTo>
                  <a:lnTo>
                    <a:pt x="1622812" y="2338023"/>
                  </a:lnTo>
                  <a:lnTo>
                    <a:pt x="1624713" y="2329495"/>
                  </a:lnTo>
                  <a:lnTo>
                    <a:pt x="1626615" y="2311560"/>
                  </a:lnTo>
                  <a:lnTo>
                    <a:pt x="1628516" y="2242224"/>
                  </a:lnTo>
                  <a:lnTo>
                    <a:pt x="1630417" y="2193451"/>
                  </a:lnTo>
                  <a:lnTo>
                    <a:pt x="1632318" y="2133037"/>
                  </a:lnTo>
                  <a:lnTo>
                    <a:pt x="1634219" y="2120309"/>
                  </a:lnTo>
                  <a:lnTo>
                    <a:pt x="1636121" y="2193798"/>
                  </a:lnTo>
                  <a:lnTo>
                    <a:pt x="1638022" y="2223078"/>
                  </a:lnTo>
                  <a:lnTo>
                    <a:pt x="1639923" y="2255122"/>
                  </a:lnTo>
                  <a:lnTo>
                    <a:pt x="1641824" y="2276593"/>
                  </a:lnTo>
                  <a:lnTo>
                    <a:pt x="1643726" y="2315555"/>
                  </a:lnTo>
                  <a:lnTo>
                    <a:pt x="1645627" y="2343097"/>
                  </a:lnTo>
                  <a:lnTo>
                    <a:pt x="1647528" y="2323056"/>
                  </a:lnTo>
                  <a:lnTo>
                    <a:pt x="1649429" y="2330768"/>
                  </a:lnTo>
                  <a:lnTo>
                    <a:pt x="1651330" y="2360526"/>
                  </a:lnTo>
                  <a:lnTo>
                    <a:pt x="1653232" y="2328826"/>
                  </a:lnTo>
                  <a:lnTo>
                    <a:pt x="1655133" y="2378366"/>
                  </a:lnTo>
                  <a:lnTo>
                    <a:pt x="1657034" y="2391664"/>
                  </a:lnTo>
                  <a:lnTo>
                    <a:pt x="1658935" y="2412454"/>
                  </a:lnTo>
                  <a:lnTo>
                    <a:pt x="1660836" y="2428446"/>
                  </a:lnTo>
                  <a:lnTo>
                    <a:pt x="1662738" y="2380566"/>
                  </a:lnTo>
                  <a:lnTo>
                    <a:pt x="1664639" y="2421518"/>
                  </a:lnTo>
                  <a:lnTo>
                    <a:pt x="1666540" y="2342571"/>
                  </a:lnTo>
                  <a:lnTo>
                    <a:pt x="1668441" y="2320845"/>
                  </a:lnTo>
                  <a:lnTo>
                    <a:pt x="1670343" y="2265942"/>
                  </a:lnTo>
                  <a:lnTo>
                    <a:pt x="1672244" y="2287095"/>
                  </a:lnTo>
                  <a:lnTo>
                    <a:pt x="1674145" y="2337324"/>
                  </a:lnTo>
                  <a:lnTo>
                    <a:pt x="1676046" y="2263892"/>
                  </a:lnTo>
                  <a:lnTo>
                    <a:pt x="1677947" y="2220587"/>
                  </a:lnTo>
                  <a:lnTo>
                    <a:pt x="1679849" y="2202879"/>
                  </a:lnTo>
                  <a:lnTo>
                    <a:pt x="1681750" y="2224829"/>
                  </a:lnTo>
                  <a:lnTo>
                    <a:pt x="1683651" y="2256169"/>
                  </a:lnTo>
                  <a:lnTo>
                    <a:pt x="1685552" y="2183863"/>
                  </a:lnTo>
                  <a:lnTo>
                    <a:pt x="1687453" y="2175476"/>
                  </a:lnTo>
                  <a:lnTo>
                    <a:pt x="1689355" y="2194323"/>
                  </a:lnTo>
                  <a:lnTo>
                    <a:pt x="1691256" y="2178112"/>
                  </a:lnTo>
                  <a:lnTo>
                    <a:pt x="1693157" y="2139940"/>
                  </a:lnTo>
                  <a:lnTo>
                    <a:pt x="1695058" y="2108999"/>
                  </a:lnTo>
                  <a:lnTo>
                    <a:pt x="1696960" y="2104143"/>
                  </a:lnTo>
                  <a:lnTo>
                    <a:pt x="1698861" y="2139225"/>
                  </a:lnTo>
                  <a:lnTo>
                    <a:pt x="1700762" y="2159686"/>
                  </a:lnTo>
                  <a:lnTo>
                    <a:pt x="1702663" y="2226407"/>
                  </a:lnTo>
                  <a:lnTo>
                    <a:pt x="1704564" y="2266955"/>
                  </a:lnTo>
                  <a:lnTo>
                    <a:pt x="1706466" y="2285412"/>
                  </a:lnTo>
                  <a:lnTo>
                    <a:pt x="1708367" y="2321778"/>
                  </a:lnTo>
                  <a:lnTo>
                    <a:pt x="1710268" y="2340403"/>
                  </a:lnTo>
                  <a:lnTo>
                    <a:pt x="1712169" y="2299973"/>
                  </a:lnTo>
                  <a:lnTo>
                    <a:pt x="1714070" y="2217032"/>
                  </a:lnTo>
                  <a:lnTo>
                    <a:pt x="1715972" y="2210627"/>
                  </a:lnTo>
                  <a:lnTo>
                    <a:pt x="1717873" y="2224539"/>
                  </a:lnTo>
                  <a:lnTo>
                    <a:pt x="1719774" y="2263636"/>
                  </a:lnTo>
                  <a:lnTo>
                    <a:pt x="1721675" y="2211101"/>
                  </a:lnTo>
                  <a:lnTo>
                    <a:pt x="1723576" y="2246969"/>
                  </a:lnTo>
                  <a:lnTo>
                    <a:pt x="1725478" y="2235833"/>
                  </a:lnTo>
                  <a:lnTo>
                    <a:pt x="1727379" y="2227636"/>
                  </a:lnTo>
                  <a:lnTo>
                    <a:pt x="1729280" y="2229950"/>
                  </a:lnTo>
                  <a:lnTo>
                    <a:pt x="1731181" y="2221773"/>
                  </a:lnTo>
                  <a:lnTo>
                    <a:pt x="1733083" y="2274951"/>
                  </a:lnTo>
                  <a:lnTo>
                    <a:pt x="1734984" y="2192933"/>
                  </a:lnTo>
                  <a:lnTo>
                    <a:pt x="1736885" y="2195342"/>
                  </a:lnTo>
                  <a:lnTo>
                    <a:pt x="1738786" y="2192066"/>
                  </a:lnTo>
                  <a:lnTo>
                    <a:pt x="1740687" y="2226095"/>
                  </a:lnTo>
                  <a:lnTo>
                    <a:pt x="1742589" y="2187369"/>
                  </a:lnTo>
                  <a:lnTo>
                    <a:pt x="1744490" y="2218315"/>
                  </a:lnTo>
                  <a:lnTo>
                    <a:pt x="1746391" y="2306122"/>
                  </a:lnTo>
                  <a:lnTo>
                    <a:pt x="1748292" y="2346642"/>
                  </a:lnTo>
                  <a:lnTo>
                    <a:pt x="1750193" y="2310249"/>
                  </a:lnTo>
                  <a:lnTo>
                    <a:pt x="1752095" y="2296548"/>
                  </a:lnTo>
                  <a:lnTo>
                    <a:pt x="1753996" y="2348558"/>
                  </a:lnTo>
                  <a:lnTo>
                    <a:pt x="1755897" y="2337666"/>
                  </a:lnTo>
                  <a:lnTo>
                    <a:pt x="1757798" y="2329626"/>
                  </a:lnTo>
                  <a:lnTo>
                    <a:pt x="1759700" y="2230950"/>
                  </a:lnTo>
                  <a:lnTo>
                    <a:pt x="1761601" y="2258661"/>
                  </a:lnTo>
                  <a:lnTo>
                    <a:pt x="1763502" y="2300005"/>
                  </a:lnTo>
                  <a:lnTo>
                    <a:pt x="1765403" y="2249542"/>
                  </a:lnTo>
                  <a:lnTo>
                    <a:pt x="1767304" y="2236122"/>
                  </a:lnTo>
                  <a:lnTo>
                    <a:pt x="1769206" y="2192328"/>
                  </a:lnTo>
                  <a:lnTo>
                    <a:pt x="1771107" y="2207944"/>
                  </a:lnTo>
                  <a:lnTo>
                    <a:pt x="1773008" y="2300417"/>
                  </a:lnTo>
                  <a:lnTo>
                    <a:pt x="1774909" y="2304615"/>
                  </a:lnTo>
                  <a:lnTo>
                    <a:pt x="1776810" y="2330858"/>
                  </a:lnTo>
                  <a:lnTo>
                    <a:pt x="1778712" y="2343288"/>
                  </a:lnTo>
                  <a:lnTo>
                    <a:pt x="1780613" y="2360656"/>
                  </a:lnTo>
                  <a:lnTo>
                    <a:pt x="1782514" y="2380576"/>
                  </a:lnTo>
                  <a:lnTo>
                    <a:pt x="1784415" y="2369103"/>
                  </a:lnTo>
                  <a:lnTo>
                    <a:pt x="1786317" y="2370673"/>
                  </a:lnTo>
                  <a:lnTo>
                    <a:pt x="1788218" y="2355540"/>
                  </a:lnTo>
                  <a:lnTo>
                    <a:pt x="1790119" y="2329710"/>
                  </a:lnTo>
                  <a:lnTo>
                    <a:pt x="1792020" y="2312847"/>
                  </a:lnTo>
                  <a:lnTo>
                    <a:pt x="1793921" y="2254135"/>
                  </a:lnTo>
                  <a:lnTo>
                    <a:pt x="1795823" y="2200619"/>
                  </a:lnTo>
                  <a:lnTo>
                    <a:pt x="1797724" y="2203614"/>
                  </a:lnTo>
                  <a:lnTo>
                    <a:pt x="1799625" y="2171127"/>
                  </a:lnTo>
                  <a:lnTo>
                    <a:pt x="1801526" y="2110547"/>
                  </a:lnTo>
                  <a:lnTo>
                    <a:pt x="1803427" y="2101799"/>
                  </a:lnTo>
                  <a:lnTo>
                    <a:pt x="1805329" y="2108618"/>
                  </a:lnTo>
                  <a:lnTo>
                    <a:pt x="1807230" y="2140129"/>
                  </a:lnTo>
                  <a:lnTo>
                    <a:pt x="1809131" y="2145848"/>
                  </a:lnTo>
                  <a:lnTo>
                    <a:pt x="1811032" y="2204907"/>
                  </a:lnTo>
                  <a:lnTo>
                    <a:pt x="1812934" y="2193987"/>
                  </a:lnTo>
                  <a:lnTo>
                    <a:pt x="1814835" y="2177448"/>
                  </a:lnTo>
                  <a:lnTo>
                    <a:pt x="1816736" y="2153499"/>
                  </a:lnTo>
                  <a:lnTo>
                    <a:pt x="1818637" y="2089479"/>
                  </a:lnTo>
                  <a:lnTo>
                    <a:pt x="1820538" y="2101376"/>
                  </a:lnTo>
                  <a:lnTo>
                    <a:pt x="1822440" y="2056193"/>
                  </a:lnTo>
                  <a:lnTo>
                    <a:pt x="1824341" y="2116070"/>
                  </a:lnTo>
                  <a:lnTo>
                    <a:pt x="1826242" y="2207293"/>
                  </a:lnTo>
                  <a:lnTo>
                    <a:pt x="1828143" y="2239022"/>
                  </a:lnTo>
                  <a:lnTo>
                    <a:pt x="1830044" y="2253280"/>
                  </a:lnTo>
                  <a:lnTo>
                    <a:pt x="1831946" y="2272880"/>
                  </a:lnTo>
                  <a:lnTo>
                    <a:pt x="1833847" y="2296827"/>
                  </a:lnTo>
                  <a:lnTo>
                    <a:pt x="1835748" y="2333632"/>
                  </a:lnTo>
                  <a:lnTo>
                    <a:pt x="1837649" y="2317198"/>
                  </a:lnTo>
                  <a:lnTo>
                    <a:pt x="1839551" y="2284733"/>
                  </a:lnTo>
                  <a:lnTo>
                    <a:pt x="1841452" y="2310556"/>
                  </a:lnTo>
                  <a:lnTo>
                    <a:pt x="1843353" y="2350393"/>
                  </a:lnTo>
                  <a:lnTo>
                    <a:pt x="1845254" y="2340044"/>
                  </a:lnTo>
                  <a:lnTo>
                    <a:pt x="1847155" y="2305805"/>
                  </a:lnTo>
                  <a:lnTo>
                    <a:pt x="1849057" y="2338784"/>
                  </a:lnTo>
                  <a:lnTo>
                    <a:pt x="1850958" y="2384833"/>
                  </a:lnTo>
                  <a:lnTo>
                    <a:pt x="1852859" y="2362164"/>
                  </a:lnTo>
                  <a:lnTo>
                    <a:pt x="1854760" y="2404388"/>
                  </a:lnTo>
                  <a:lnTo>
                    <a:pt x="1856661" y="2387969"/>
                  </a:lnTo>
                  <a:lnTo>
                    <a:pt x="1858563" y="2387428"/>
                  </a:lnTo>
                  <a:lnTo>
                    <a:pt x="1860464" y="2427132"/>
                  </a:lnTo>
                  <a:lnTo>
                    <a:pt x="1862365" y="2424492"/>
                  </a:lnTo>
                  <a:lnTo>
                    <a:pt x="1864266" y="2429783"/>
                  </a:lnTo>
                  <a:lnTo>
                    <a:pt x="1866168" y="2449004"/>
                  </a:lnTo>
                  <a:lnTo>
                    <a:pt x="1868069" y="2444691"/>
                  </a:lnTo>
                  <a:lnTo>
                    <a:pt x="1869970" y="2411797"/>
                  </a:lnTo>
                  <a:lnTo>
                    <a:pt x="1871871" y="2390740"/>
                  </a:lnTo>
                  <a:lnTo>
                    <a:pt x="1873772" y="2377120"/>
                  </a:lnTo>
                  <a:lnTo>
                    <a:pt x="1875674" y="2388119"/>
                  </a:lnTo>
                  <a:lnTo>
                    <a:pt x="1877575" y="2392173"/>
                  </a:lnTo>
                  <a:lnTo>
                    <a:pt x="1879476" y="2377307"/>
                  </a:lnTo>
                  <a:lnTo>
                    <a:pt x="1881377" y="2380160"/>
                  </a:lnTo>
                  <a:lnTo>
                    <a:pt x="1883278" y="2366437"/>
                  </a:lnTo>
                  <a:lnTo>
                    <a:pt x="1885180" y="2346436"/>
                  </a:lnTo>
                  <a:lnTo>
                    <a:pt x="1887081" y="2314706"/>
                  </a:lnTo>
                  <a:lnTo>
                    <a:pt x="1888982" y="2250692"/>
                  </a:lnTo>
                  <a:lnTo>
                    <a:pt x="1890883" y="2175376"/>
                  </a:lnTo>
                  <a:lnTo>
                    <a:pt x="1892785" y="2195473"/>
                  </a:lnTo>
                  <a:lnTo>
                    <a:pt x="1894686" y="2221053"/>
                  </a:lnTo>
                  <a:lnTo>
                    <a:pt x="1896587" y="2206412"/>
                  </a:lnTo>
                  <a:lnTo>
                    <a:pt x="1898488" y="2209184"/>
                  </a:lnTo>
                  <a:lnTo>
                    <a:pt x="1900389" y="2258731"/>
                  </a:lnTo>
                  <a:lnTo>
                    <a:pt x="1902291" y="2297596"/>
                  </a:lnTo>
                  <a:lnTo>
                    <a:pt x="1904192" y="2290663"/>
                  </a:lnTo>
                  <a:lnTo>
                    <a:pt x="1906093" y="2257834"/>
                  </a:lnTo>
                  <a:lnTo>
                    <a:pt x="1907994" y="2283788"/>
                  </a:lnTo>
                  <a:lnTo>
                    <a:pt x="1909895" y="2340540"/>
                  </a:lnTo>
                  <a:lnTo>
                    <a:pt x="1911797" y="2412835"/>
                  </a:lnTo>
                  <a:lnTo>
                    <a:pt x="1913698" y="2427394"/>
                  </a:lnTo>
                  <a:lnTo>
                    <a:pt x="1915599" y="2426206"/>
                  </a:lnTo>
                  <a:lnTo>
                    <a:pt x="1917500" y="2453481"/>
                  </a:lnTo>
                  <a:lnTo>
                    <a:pt x="1919402" y="2423174"/>
                  </a:lnTo>
                  <a:lnTo>
                    <a:pt x="1921303" y="2439337"/>
                  </a:lnTo>
                  <a:lnTo>
                    <a:pt x="1923204" y="2420821"/>
                  </a:lnTo>
                  <a:lnTo>
                    <a:pt x="1925105" y="2422591"/>
                  </a:lnTo>
                  <a:lnTo>
                    <a:pt x="1927006" y="2434534"/>
                  </a:lnTo>
                  <a:lnTo>
                    <a:pt x="1928908" y="2459160"/>
                  </a:lnTo>
                  <a:lnTo>
                    <a:pt x="1930809" y="2432162"/>
                  </a:lnTo>
                  <a:lnTo>
                    <a:pt x="1932710" y="2409776"/>
                  </a:lnTo>
                  <a:lnTo>
                    <a:pt x="1934611" y="2434563"/>
                  </a:lnTo>
                  <a:lnTo>
                    <a:pt x="1936512" y="2435150"/>
                  </a:lnTo>
                  <a:lnTo>
                    <a:pt x="1938414" y="2448728"/>
                  </a:lnTo>
                  <a:lnTo>
                    <a:pt x="1940315" y="2408949"/>
                  </a:lnTo>
                  <a:lnTo>
                    <a:pt x="1942216" y="2371397"/>
                  </a:lnTo>
                  <a:lnTo>
                    <a:pt x="1944117" y="2388784"/>
                  </a:lnTo>
                  <a:lnTo>
                    <a:pt x="1946019" y="2367348"/>
                  </a:lnTo>
                  <a:lnTo>
                    <a:pt x="1947920" y="2388887"/>
                  </a:lnTo>
                  <a:lnTo>
                    <a:pt x="1949821" y="2357400"/>
                  </a:lnTo>
                  <a:lnTo>
                    <a:pt x="1951722" y="2360853"/>
                  </a:lnTo>
                  <a:lnTo>
                    <a:pt x="1953623" y="2391021"/>
                  </a:lnTo>
                  <a:lnTo>
                    <a:pt x="1955525" y="2377502"/>
                  </a:lnTo>
                  <a:lnTo>
                    <a:pt x="1957426" y="2392878"/>
                  </a:lnTo>
                  <a:lnTo>
                    <a:pt x="1959327" y="2402423"/>
                  </a:lnTo>
                  <a:lnTo>
                    <a:pt x="1961228" y="2423512"/>
                  </a:lnTo>
                  <a:lnTo>
                    <a:pt x="1963129" y="2447233"/>
                  </a:lnTo>
                  <a:lnTo>
                    <a:pt x="1965031" y="2459857"/>
                  </a:lnTo>
                  <a:lnTo>
                    <a:pt x="1966932" y="2460064"/>
                  </a:lnTo>
                  <a:lnTo>
                    <a:pt x="1968833" y="2458391"/>
                  </a:lnTo>
                  <a:lnTo>
                    <a:pt x="1970734" y="2460349"/>
                  </a:lnTo>
                  <a:lnTo>
                    <a:pt x="1972636" y="2469420"/>
                  </a:lnTo>
                  <a:lnTo>
                    <a:pt x="1974537" y="2467394"/>
                  </a:lnTo>
                  <a:lnTo>
                    <a:pt x="1976438" y="2464244"/>
                  </a:lnTo>
                  <a:lnTo>
                    <a:pt x="1978339" y="2475575"/>
                  </a:lnTo>
                  <a:lnTo>
                    <a:pt x="1980240" y="2473062"/>
                  </a:lnTo>
                  <a:lnTo>
                    <a:pt x="1982142" y="2473318"/>
                  </a:lnTo>
                  <a:lnTo>
                    <a:pt x="1984043" y="2467096"/>
                  </a:lnTo>
                  <a:lnTo>
                    <a:pt x="1985944" y="2481288"/>
                  </a:lnTo>
                  <a:lnTo>
                    <a:pt x="1987845" y="2473548"/>
                  </a:lnTo>
                  <a:lnTo>
                    <a:pt x="1989746" y="2453664"/>
                  </a:lnTo>
                  <a:lnTo>
                    <a:pt x="1991648" y="2449018"/>
                  </a:lnTo>
                  <a:lnTo>
                    <a:pt x="1993549" y="2440250"/>
                  </a:lnTo>
                  <a:lnTo>
                    <a:pt x="1995450" y="2435689"/>
                  </a:lnTo>
                  <a:lnTo>
                    <a:pt x="1997351" y="2404237"/>
                  </a:lnTo>
                  <a:lnTo>
                    <a:pt x="1999253" y="2334273"/>
                  </a:lnTo>
                  <a:lnTo>
                    <a:pt x="2001154" y="2326311"/>
                  </a:lnTo>
                  <a:lnTo>
                    <a:pt x="2003055" y="2393920"/>
                  </a:lnTo>
                  <a:lnTo>
                    <a:pt x="2004956" y="2380639"/>
                  </a:lnTo>
                  <a:lnTo>
                    <a:pt x="2006857" y="2379610"/>
                  </a:lnTo>
                  <a:lnTo>
                    <a:pt x="2008759" y="2404463"/>
                  </a:lnTo>
                  <a:lnTo>
                    <a:pt x="2010660" y="2373905"/>
                  </a:lnTo>
                  <a:lnTo>
                    <a:pt x="2012561" y="2407485"/>
                  </a:lnTo>
                  <a:lnTo>
                    <a:pt x="2014462" y="2421207"/>
                  </a:lnTo>
                  <a:lnTo>
                    <a:pt x="2016363" y="2386622"/>
                  </a:lnTo>
                  <a:lnTo>
                    <a:pt x="2018265" y="2422793"/>
                  </a:lnTo>
                  <a:lnTo>
                    <a:pt x="2020166" y="2392640"/>
                  </a:lnTo>
                  <a:lnTo>
                    <a:pt x="2022067" y="2391173"/>
                  </a:lnTo>
                  <a:lnTo>
                    <a:pt x="2023968" y="2365226"/>
                  </a:lnTo>
                  <a:lnTo>
                    <a:pt x="2025869" y="2304523"/>
                  </a:lnTo>
                  <a:lnTo>
                    <a:pt x="2027771" y="2224132"/>
                  </a:lnTo>
                  <a:lnTo>
                    <a:pt x="2029672" y="2148052"/>
                  </a:lnTo>
                  <a:lnTo>
                    <a:pt x="2031573" y="2197416"/>
                  </a:lnTo>
                  <a:lnTo>
                    <a:pt x="2033474" y="2219480"/>
                  </a:lnTo>
                  <a:lnTo>
                    <a:pt x="2035376" y="2210259"/>
                  </a:lnTo>
                  <a:lnTo>
                    <a:pt x="2037277" y="2179368"/>
                  </a:lnTo>
                  <a:lnTo>
                    <a:pt x="2039178" y="2241701"/>
                  </a:lnTo>
                  <a:lnTo>
                    <a:pt x="2041079" y="2289731"/>
                  </a:lnTo>
                  <a:lnTo>
                    <a:pt x="2042980" y="2300775"/>
                  </a:lnTo>
                  <a:lnTo>
                    <a:pt x="2044882" y="2330474"/>
                  </a:lnTo>
                  <a:lnTo>
                    <a:pt x="2046783" y="2352415"/>
                  </a:lnTo>
                  <a:lnTo>
                    <a:pt x="2048684" y="2381713"/>
                  </a:lnTo>
                  <a:lnTo>
                    <a:pt x="2050585" y="2396379"/>
                  </a:lnTo>
                  <a:lnTo>
                    <a:pt x="2052486" y="2411980"/>
                  </a:lnTo>
                  <a:lnTo>
                    <a:pt x="2054388" y="2397895"/>
                  </a:lnTo>
                  <a:lnTo>
                    <a:pt x="2056289" y="2364192"/>
                  </a:lnTo>
                  <a:lnTo>
                    <a:pt x="2058190" y="2347812"/>
                  </a:lnTo>
                  <a:lnTo>
                    <a:pt x="2060091" y="2318942"/>
                  </a:lnTo>
                  <a:lnTo>
                    <a:pt x="2061993" y="2336359"/>
                  </a:lnTo>
                  <a:lnTo>
                    <a:pt x="2063894" y="2317789"/>
                  </a:lnTo>
                  <a:lnTo>
                    <a:pt x="2065795" y="2323781"/>
                  </a:lnTo>
                  <a:lnTo>
                    <a:pt x="2067696" y="2324133"/>
                  </a:lnTo>
                  <a:lnTo>
                    <a:pt x="2069597" y="2287146"/>
                  </a:lnTo>
                  <a:lnTo>
                    <a:pt x="2071499" y="2232145"/>
                  </a:lnTo>
                  <a:lnTo>
                    <a:pt x="2073400" y="2190898"/>
                  </a:lnTo>
                  <a:lnTo>
                    <a:pt x="2075301" y="2170768"/>
                  </a:lnTo>
                  <a:lnTo>
                    <a:pt x="2077202" y="2117286"/>
                  </a:lnTo>
                  <a:lnTo>
                    <a:pt x="2079103" y="2081817"/>
                  </a:lnTo>
                  <a:lnTo>
                    <a:pt x="2081005" y="2097120"/>
                  </a:lnTo>
                  <a:lnTo>
                    <a:pt x="2082906" y="2184586"/>
                  </a:lnTo>
                  <a:lnTo>
                    <a:pt x="2084807" y="2211608"/>
                  </a:lnTo>
                  <a:lnTo>
                    <a:pt x="2086708" y="2227283"/>
                  </a:lnTo>
                  <a:lnTo>
                    <a:pt x="2088610" y="2269797"/>
                  </a:lnTo>
                  <a:lnTo>
                    <a:pt x="2090511" y="2182592"/>
                  </a:lnTo>
                  <a:lnTo>
                    <a:pt x="2092412" y="2144873"/>
                  </a:lnTo>
                  <a:lnTo>
                    <a:pt x="2094313" y="2151113"/>
                  </a:lnTo>
                  <a:lnTo>
                    <a:pt x="2096214" y="2167563"/>
                  </a:lnTo>
                  <a:lnTo>
                    <a:pt x="2098116" y="2188093"/>
                  </a:lnTo>
                  <a:lnTo>
                    <a:pt x="2100017" y="2271279"/>
                  </a:lnTo>
                  <a:lnTo>
                    <a:pt x="2101918" y="2334350"/>
                  </a:lnTo>
                  <a:lnTo>
                    <a:pt x="2103819" y="2329674"/>
                  </a:lnTo>
                  <a:lnTo>
                    <a:pt x="2105720" y="2320238"/>
                  </a:lnTo>
                  <a:lnTo>
                    <a:pt x="2107622" y="2328003"/>
                  </a:lnTo>
                  <a:lnTo>
                    <a:pt x="2109523" y="2312816"/>
                  </a:lnTo>
                  <a:lnTo>
                    <a:pt x="2111424" y="2305976"/>
                  </a:lnTo>
                  <a:lnTo>
                    <a:pt x="2113325" y="2291068"/>
                  </a:lnTo>
                  <a:lnTo>
                    <a:pt x="2115227" y="2291335"/>
                  </a:lnTo>
                  <a:lnTo>
                    <a:pt x="2117128" y="2322753"/>
                  </a:lnTo>
                  <a:lnTo>
                    <a:pt x="2119029" y="2268937"/>
                  </a:lnTo>
                  <a:lnTo>
                    <a:pt x="2120930" y="2172037"/>
                  </a:lnTo>
                  <a:lnTo>
                    <a:pt x="2122831" y="2132275"/>
                  </a:lnTo>
                  <a:lnTo>
                    <a:pt x="2124733" y="2114705"/>
                  </a:lnTo>
                  <a:lnTo>
                    <a:pt x="2126634" y="2144629"/>
                  </a:lnTo>
                  <a:lnTo>
                    <a:pt x="2128535" y="2120808"/>
                  </a:lnTo>
                  <a:lnTo>
                    <a:pt x="2130436" y="2162499"/>
                  </a:lnTo>
                  <a:lnTo>
                    <a:pt x="2132337" y="2186917"/>
                  </a:lnTo>
                  <a:lnTo>
                    <a:pt x="2134239" y="2205449"/>
                  </a:lnTo>
                  <a:lnTo>
                    <a:pt x="2136140" y="2286609"/>
                  </a:lnTo>
                  <a:lnTo>
                    <a:pt x="2138041" y="2270703"/>
                  </a:lnTo>
                  <a:lnTo>
                    <a:pt x="2139942" y="2303059"/>
                  </a:lnTo>
                  <a:lnTo>
                    <a:pt x="2141844" y="2286399"/>
                  </a:lnTo>
                  <a:lnTo>
                    <a:pt x="2143745" y="2321055"/>
                  </a:lnTo>
                  <a:lnTo>
                    <a:pt x="2145646" y="2370103"/>
                  </a:lnTo>
                  <a:lnTo>
                    <a:pt x="2147547" y="2373350"/>
                  </a:lnTo>
                  <a:lnTo>
                    <a:pt x="2149448" y="2423122"/>
                  </a:lnTo>
                  <a:lnTo>
                    <a:pt x="2151350" y="2371904"/>
                  </a:lnTo>
                  <a:lnTo>
                    <a:pt x="2153251" y="2386380"/>
                  </a:lnTo>
                  <a:lnTo>
                    <a:pt x="2155152" y="2368809"/>
                  </a:lnTo>
                  <a:lnTo>
                    <a:pt x="2157053" y="2405979"/>
                  </a:lnTo>
                  <a:lnTo>
                    <a:pt x="2158954" y="2422403"/>
                  </a:lnTo>
                  <a:lnTo>
                    <a:pt x="2160856" y="2400142"/>
                  </a:lnTo>
                  <a:lnTo>
                    <a:pt x="2162757" y="2448677"/>
                  </a:lnTo>
                  <a:lnTo>
                    <a:pt x="2164658" y="2412192"/>
                  </a:lnTo>
                  <a:lnTo>
                    <a:pt x="2166559" y="2395351"/>
                  </a:lnTo>
                  <a:lnTo>
                    <a:pt x="2168461" y="2367124"/>
                  </a:lnTo>
                  <a:lnTo>
                    <a:pt x="2170362" y="2358883"/>
                  </a:lnTo>
                  <a:lnTo>
                    <a:pt x="2172263" y="2390477"/>
                  </a:lnTo>
                  <a:lnTo>
                    <a:pt x="2174164" y="2383777"/>
                  </a:lnTo>
                  <a:lnTo>
                    <a:pt x="2176065" y="2415801"/>
                  </a:lnTo>
                  <a:lnTo>
                    <a:pt x="2177967" y="2395495"/>
                  </a:lnTo>
                  <a:lnTo>
                    <a:pt x="2179868" y="2426550"/>
                  </a:lnTo>
                  <a:lnTo>
                    <a:pt x="2181769" y="2444263"/>
                  </a:lnTo>
                  <a:lnTo>
                    <a:pt x="2183670" y="2373655"/>
                  </a:lnTo>
                  <a:lnTo>
                    <a:pt x="2185571" y="2327600"/>
                  </a:lnTo>
                  <a:lnTo>
                    <a:pt x="2187473" y="2358208"/>
                  </a:lnTo>
                  <a:lnTo>
                    <a:pt x="2189374" y="2419845"/>
                  </a:lnTo>
                  <a:lnTo>
                    <a:pt x="2191275" y="2437421"/>
                  </a:lnTo>
                  <a:lnTo>
                    <a:pt x="2193176" y="2421625"/>
                  </a:lnTo>
                  <a:lnTo>
                    <a:pt x="2195078" y="2457156"/>
                  </a:lnTo>
                  <a:lnTo>
                    <a:pt x="2196979" y="2451952"/>
                  </a:lnTo>
                  <a:lnTo>
                    <a:pt x="2198880" y="2473645"/>
                  </a:lnTo>
                  <a:lnTo>
                    <a:pt x="2200781" y="2442453"/>
                  </a:lnTo>
                  <a:lnTo>
                    <a:pt x="2202682" y="2440236"/>
                  </a:lnTo>
                  <a:lnTo>
                    <a:pt x="2204584" y="2416075"/>
                  </a:lnTo>
                  <a:lnTo>
                    <a:pt x="2206485" y="2430985"/>
                  </a:lnTo>
                  <a:lnTo>
                    <a:pt x="2208386" y="2424221"/>
                  </a:lnTo>
                  <a:lnTo>
                    <a:pt x="2210287" y="2419792"/>
                  </a:lnTo>
                  <a:lnTo>
                    <a:pt x="2212188" y="2460294"/>
                  </a:lnTo>
                  <a:lnTo>
                    <a:pt x="2214090" y="2471254"/>
                  </a:lnTo>
                  <a:lnTo>
                    <a:pt x="2215991" y="2459860"/>
                  </a:lnTo>
                  <a:lnTo>
                    <a:pt x="2217892" y="2465278"/>
                  </a:lnTo>
                  <a:lnTo>
                    <a:pt x="2219793" y="2444378"/>
                  </a:lnTo>
                  <a:lnTo>
                    <a:pt x="2221695" y="2420754"/>
                  </a:lnTo>
                  <a:lnTo>
                    <a:pt x="2223596" y="2399268"/>
                  </a:lnTo>
                  <a:lnTo>
                    <a:pt x="2225497" y="2390128"/>
                  </a:lnTo>
                  <a:lnTo>
                    <a:pt x="2227398" y="2399752"/>
                  </a:lnTo>
                  <a:lnTo>
                    <a:pt x="2229299" y="2399489"/>
                  </a:lnTo>
                  <a:lnTo>
                    <a:pt x="2231201" y="2371692"/>
                  </a:lnTo>
                  <a:lnTo>
                    <a:pt x="2233102" y="2366081"/>
                  </a:lnTo>
                  <a:lnTo>
                    <a:pt x="2235003" y="2333815"/>
                  </a:lnTo>
                  <a:lnTo>
                    <a:pt x="2236904" y="2297103"/>
                  </a:lnTo>
                  <a:lnTo>
                    <a:pt x="2238805" y="2282641"/>
                  </a:lnTo>
                  <a:lnTo>
                    <a:pt x="2240707" y="2226952"/>
                  </a:lnTo>
                  <a:lnTo>
                    <a:pt x="2242608" y="2186110"/>
                  </a:lnTo>
                  <a:lnTo>
                    <a:pt x="2244509" y="2164917"/>
                  </a:lnTo>
                  <a:lnTo>
                    <a:pt x="2246410" y="2173902"/>
                  </a:lnTo>
                  <a:lnTo>
                    <a:pt x="2248312" y="2234423"/>
                  </a:lnTo>
                  <a:lnTo>
                    <a:pt x="2250213" y="2213070"/>
                  </a:lnTo>
                  <a:lnTo>
                    <a:pt x="2252114" y="2219966"/>
                  </a:lnTo>
                  <a:lnTo>
                    <a:pt x="2254015" y="2198465"/>
                  </a:lnTo>
                  <a:lnTo>
                    <a:pt x="2255916" y="2238403"/>
                  </a:lnTo>
                  <a:lnTo>
                    <a:pt x="2257818" y="2304500"/>
                  </a:lnTo>
                  <a:lnTo>
                    <a:pt x="2259719" y="2359062"/>
                  </a:lnTo>
                  <a:lnTo>
                    <a:pt x="2261620" y="2377068"/>
                  </a:lnTo>
                  <a:lnTo>
                    <a:pt x="2263521" y="2387181"/>
                  </a:lnTo>
                  <a:lnTo>
                    <a:pt x="2265422" y="2395180"/>
                  </a:lnTo>
                  <a:lnTo>
                    <a:pt x="2267324" y="2377417"/>
                  </a:lnTo>
                  <a:lnTo>
                    <a:pt x="2269225" y="2382927"/>
                  </a:lnTo>
                  <a:lnTo>
                    <a:pt x="2271126" y="2355372"/>
                  </a:lnTo>
                  <a:lnTo>
                    <a:pt x="2273027" y="2360536"/>
                  </a:lnTo>
                  <a:lnTo>
                    <a:pt x="2274929" y="2381029"/>
                  </a:lnTo>
                  <a:lnTo>
                    <a:pt x="2276830" y="2398421"/>
                  </a:lnTo>
                  <a:lnTo>
                    <a:pt x="2278731" y="2429744"/>
                  </a:lnTo>
                  <a:lnTo>
                    <a:pt x="2280632" y="2394136"/>
                  </a:lnTo>
                  <a:lnTo>
                    <a:pt x="2282533" y="2418661"/>
                  </a:lnTo>
                  <a:lnTo>
                    <a:pt x="2284435" y="2376232"/>
                  </a:lnTo>
                  <a:lnTo>
                    <a:pt x="2286336" y="2401353"/>
                  </a:lnTo>
                  <a:lnTo>
                    <a:pt x="2288237" y="2435542"/>
                  </a:lnTo>
                  <a:lnTo>
                    <a:pt x="2290138" y="2406018"/>
                  </a:lnTo>
                  <a:lnTo>
                    <a:pt x="2292039" y="2418874"/>
                  </a:lnTo>
                  <a:lnTo>
                    <a:pt x="2293941" y="2411086"/>
                  </a:lnTo>
                  <a:lnTo>
                    <a:pt x="2295842" y="2404978"/>
                  </a:lnTo>
                  <a:lnTo>
                    <a:pt x="2297743" y="2375655"/>
                  </a:lnTo>
                  <a:lnTo>
                    <a:pt x="2299644" y="2329255"/>
                  </a:lnTo>
                  <a:lnTo>
                    <a:pt x="2301546" y="2320424"/>
                  </a:lnTo>
                  <a:lnTo>
                    <a:pt x="2303447" y="2318393"/>
                  </a:lnTo>
                  <a:lnTo>
                    <a:pt x="2305348" y="2287434"/>
                  </a:lnTo>
                  <a:lnTo>
                    <a:pt x="2307249" y="2240371"/>
                  </a:lnTo>
                  <a:lnTo>
                    <a:pt x="2309150" y="2228014"/>
                  </a:lnTo>
                  <a:lnTo>
                    <a:pt x="2311052" y="2293840"/>
                  </a:lnTo>
                  <a:lnTo>
                    <a:pt x="2312953" y="2322320"/>
                  </a:lnTo>
                  <a:lnTo>
                    <a:pt x="2314854" y="2316810"/>
                  </a:lnTo>
                  <a:lnTo>
                    <a:pt x="2316755" y="2323235"/>
                  </a:lnTo>
                  <a:lnTo>
                    <a:pt x="2318656" y="2355381"/>
                  </a:lnTo>
                  <a:lnTo>
                    <a:pt x="2320558" y="2358054"/>
                  </a:lnTo>
                  <a:lnTo>
                    <a:pt x="2322459" y="2387686"/>
                  </a:lnTo>
                  <a:lnTo>
                    <a:pt x="2324360" y="2332801"/>
                  </a:lnTo>
                  <a:lnTo>
                    <a:pt x="2326261" y="2326526"/>
                  </a:lnTo>
                  <a:lnTo>
                    <a:pt x="2328162" y="2335722"/>
                  </a:lnTo>
                  <a:lnTo>
                    <a:pt x="2330064" y="2342126"/>
                  </a:lnTo>
                  <a:lnTo>
                    <a:pt x="2331965" y="2349974"/>
                  </a:lnTo>
                  <a:lnTo>
                    <a:pt x="2333866" y="2366016"/>
                  </a:lnTo>
                  <a:lnTo>
                    <a:pt x="2335767" y="2381903"/>
                  </a:lnTo>
                  <a:lnTo>
                    <a:pt x="2337669" y="2369743"/>
                  </a:lnTo>
                  <a:lnTo>
                    <a:pt x="2339570" y="2373606"/>
                  </a:lnTo>
                  <a:lnTo>
                    <a:pt x="2341471" y="2363727"/>
                  </a:lnTo>
                  <a:lnTo>
                    <a:pt x="2343372" y="2367191"/>
                  </a:lnTo>
                  <a:lnTo>
                    <a:pt x="2345273" y="2364397"/>
                  </a:lnTo>
                  <a:lnTo>
                    <a:pt x="2347175" y="2361610"/>
                  </a:lnTo>
                  <a:lnTo>
                    <a:pt x="2349076" y="2367176"/>
                  </a:lnTo>
                  <a:lnTo>
                    <a:pt x="2350977" y="2359797"/>
                  </a:lnTo>
                  <a:lnTo>
                    <a:pt x="2352878" y="2367059"/>
                  </a:lnTo>
                  <a:lnTo>
                    <a:pt x="2354779" y="2355165"/>
                  </a:lnTo>
                  <a:lnTo>
                    <a:pt x="2356681" y="2346452"/>
                  </a:lnTo>
                  <a:lnTo>
                    <a:pt x="2358582" y="2354376"/>
                  </a:lnTo>
                  <a:lnTo>
                    <a:pt x="2360483" y="2359030"/>
                  </a:lnTo>
                  <a:lnTo>
                    <a:pt x="2362384" y="2366724"/>
                  </a:lnTo>
                  <a:lnTo>
                    <a:pt x="2364286" y="2364549"/>
                  </a:lnTo>
                  <a:lnTo>
                    <a:pt x="2366187" y="2371469"/>
                  </a:lnTo>
                  <a:lnTo>
                    <a:pt x="2368088" y="2372540"/>
                  </a:lnTo>
                  <a:lnTo>
                    <a:pt x="2369989" y="2367781"/>
                  </a:lnTo>
                  <a:lnTo>
                    <a:pt x="2371890" y="2361564"/>
                  </a:lnTo>
                  <a:lnTo>
                    <a:pt x="2373792" y="2358741"/>
                  </a:lnTo>
                  <a:lnTo>
                    <a:pt x="2375693" y="2342283"/>
                  </a:lnTo>
                  <a:lnTo>
                    <a:pt x="2377594" y="2308649"/>
                  </a:lnTo>
                  <a:lnTo>
                    <a:pt x="2379495" y="2275659"/>
                  </a:lnTo>
                  <a:lnTo>
                    <a:pt x="2381396" y="2284461"/>
                  </a:lnTo>
                  <a:lnTo>
                    <a:pt x="2383298" y="2297659"/>
                  </a:lnTo>
                  <a:lnTo>
                    <a:pt x="2385199" y="2267572"/>
                  </a:lnTo>
                  <a:lnTo>
                    <a:pt x="2387100" y="2277673"/>
                  </a:lnTo>
                  <a:lnTo>
                    <a:pt x="2389001" y="2277341"/>
                  </a:lnTo>
                  <a:lnTo>
                    <a:pt x="2390903" y="2291640"/>
                  </a:lnTo>
                  <a:lnTo>
                    <a:pt x="2392804" y="2300247"/>
                  </a:lnTo>
                  <a:lnTo>
                    <a:pt x="2394705" y="2263208"/>
                  </a:lnTo>
                  <a:lnTo>
                    <a:pt x="2396606" y="2232382"/>
                  </a:lnTo>
                  <a:lnTo>
                    <a:pt x="2398507" y="2241761"/>
                  </a:lnTo>
                  <a:lnTo>
                    <a:pt x="2400409" y="2245622"/>
                  </a:lnTo>
                  <a:lnTo>
                    <a:pt x="2402310" y="2268171"/>
                  </a:lnTo>
                  <a:lnTo>
                    <a:pt x="2404211" y="2262010"/>
                  </a:lnTo>
                  <a:lnTo>
                    <a:pt x="2406112" y="2201353"/>
                  </a:lnTo>
                  <a:lnTo>
                    <a:pt x="2408013" y="2150355"/>
                  </a:lnTo>
                  <a:lnTo>
                    <a:pt x="2409915" y="2127846"/>
                  </a:lnTo>
                  <a:lnTo>
                    <a:pt x="2411816" y="2174258"/>
                  </a:lnTo>
                  <a:lnTo>
                    <a:pt x="2413717" y="2184719"/>
                  </a:lnTo>
                  <a:lnTo>
                    <a:pt x="2415618" y="2174815"/>
                  </a:lnTo>
                  <a:lnTo>
                    <a:pt x="2417520" y="2166649"/>
                  </a:lnTo>
                  <a:lnTo>
                    <a:pt x="2419421" y="2171480"/>
                  </a:lnTo>
                  <a:lnTo>
                    <a:pt x="2421322" y="2180887"/>
                  </a:lnTo>
                  <a:lnTo>
                    <a:pt x="2423223" y="2170889"/>
                  </a:lnTo>
                  <a:lnTo>
                    <a:pt x="2425124" y="2203593"/>
                  </a:lnTo>
                  <a:lnTo>
                    <a:pt x="2427026" y="2204831"/>
                  </a:lnTo>
                  <a:lnTo>
                    <a:pt x="2428927" y="2235355"/>
                  </a:lnTo>
                  <a:lnTo>
                    <a:pt x="2430828" y="2197036"/>
                  </a:lnTo>
                  <a:lnTo>
                    <a:pt x="2432729" y="2250264"/>
                  </a:lnTo>
                  <a:lnTo>
                    <a:pt x="2434630" y="2256227"/>
                  </a:lnTo>
                  <a:lnTo>
                    <a:pt x="2436532" y="2270580"/>
                  </a:lnTo>
                  <a:lnTo>
                    <a:pt x="2438433" y="2271785"/>
                  </a:lnTo>
                  <a:lnTo>
                    <a:pt x="2440334" y="2286691"/>
                  </a:lnTo>
                  <a:lnTo>
                    <a:pt x="2442235" y="2262978"/>
                  </a:lnTo>
                  <a:lnTo>
                    <a:pt x="2444137" y="2262868"/>
                  </a:lnTo>
                  <a:lnTo>
                    <a:pt x="2446038" y="2262762"/>
                  </a:lnTo>
                  <a:lnTo>
                    <a:pt x="2447939" y="2275286"/>
                  </a:lnTo>
                  <a:lnTo>
                    <a:pt x="2449840" y="2301286"/>
                  </a:lnTo>
                  <a:lnTo>
                    <a:pt x="2451741" y="2299121"/>
                  </a:lnTo>
                  <a:lnTo>
                    <a:pt x="2453643" y="2326359"/>
                  </a:lnTo>
                  <a:lnTo>
                    <a:pt x="2455544" y="2282639"/>
                  </a:lnTo>
                  <a:lnTo>
                    <a:pt x="2457445" y="2262690"/>
                  </a:lnTo>
                  <a:lnTo>
                    <a:pt x="2459346" y="2266899"/>
                  </a:lnTo>
                  <a:lnTo>
                    <a:pt x="2461247" y="2262386"/>
                  </a:lnTo>
                  <a:lnTo>
                    <a:pt x="2463149" y="2279112"/>
                  </a:lnTo>
                  <a:lnTo>
                    <a:pt x="2465050" y="2285645"/>
                  </a:lnTo>
                  <a:lnTo>
                    <a:pt x="2466951" y="2304861"/>
                  </a:lnTo>
                  <a:lnTo>
                    <a:pt x="2468852" y="2321450"/>
                  </a:lnTo>
                  <a:lnTo>
                    <a:pt x="2470754" y="2303509"/>
                  </a:lnTo>
                  <a:lnTo>
                    <a:pt x="2472655" y="2292092"/>
                  </a:lnTo>
                  <a:lnTo>
                    <a:pt x="2474556" y="2271703"/>
                  </a:lnTo>
                  <a:lnTo>
                    <a:pt x="2476457" y="2280845"/>
                  </a:lnTo>
                  <a:lnTo>
                    <a:pt x="2478358" y="2267293"/>
                  </a:lnTo>
                  <a:lnTo>
                    <a:pt x="2480260" y="2271896"/>
                  </a:lnTo>
                  <a:lnTo>
                    <a:pt x="2482161" y="2249745"/>
                  </a:lnTo>
                  <a:lnTo>
                    <a:pt x="2484062" y="2254669"/>
                  </a:lnTo>
                  <a:lnTo>
                    <a:pt x="2485963" y="2264375"/>
                  </a:lnTo>
                  <a:lnTo>
                    <a:pt x="2487864" y="2273607"/>
                  </a:lnTo>
                  <a:lnTo>
                    <a:pt x="2489766" y="2288234"/>
                  </a:lnTo>
                  <a:lnTo>
                    <a:pt x="2491667" y="2298531"/>
                  </a:lnTo>
                  <a:lnTo>
                    <a:pt x="2493568" y="2302397"/>
                  </a:lnTo>
                  <a:lnTo>
                    <a:pt x="2495469" y="2306195"/>
                  </a:lnTo>
                  <a:lnTo>
                    <a:pt x="2497371" y="2311795"/>
                  </a:lnTo>
                  <a:lnTo>
                    <a:pt x="2499272" y="2319032"/>
                  </a:lnTo>
                  <a:lnTo>
                    <a:pt x="2501173" y="2311529"/>
                  </a:lnTo>
                  <a:lnTo>
                    <a:pt x="2503074" y="2320584"/>
                  </a:lnTo>
                  <a:lnTo>
                    <a:pt x="2504975" y="2310323"/>
                  </a:lnTo>
                  <a:lnTo>
                    <a:pt x="2506877" y="2304657"/>
                  </a:lnTo>
                  <a:lnTo>
                    <a:pt x="2508778" y="2308281"/>
                  </a:lnTo>
                  <a:lnTo>
                    <a:pt x="2510679" y="2285684"/>
                  </a:lnTo>
                  <a:lnTo>
                    <a:pt x="2512580" y="2282560"/>
                  </a:lnTo>
                  <a:lnTo>
                    <a:pt x="2514481" y="2234833"/>
                  </a:lnTo>
                  <a:lnTo>
                    <a:pt x="2516383" y="2239034"/>
                  </a:lnTo>
                  <a:lnTo>
                    <a:pt x="2518284" y="2252774"/>
                  </a:lnTo>
                  <a:lnTo>
                    <a:pt x="2520185" y="2246403"/>
                  </a:lnTo>
                  <a:lnTo>
                    <a:pt x="2522086" y="2211262"/>
                  </a:lnTo>
                  <a:lnTo>
                    <a:pt x="2523988" y="2218057"/>
                  </a:lnTo>
                  <a:lnTo>
                    <a:pt x="2525889" y="2230352"/>
                  </a:lnTo>
                  <a:lnTo>
                    <a:pt x="2527790" y="2202634"/>
                  </a:lnTo>
                  <a:lnTo>
                    <a:pt x="2529691" y="2225189"/>
                  </a:lnTo>
                  <a:lnTo>
                    <a:pt x="2531592" y="2229903"/>
                  </a:lnTo>
                  <a:lnTo>
                    <a:pt x="2533494" y="2234054"/>
                  </a:lnTo>
                  <a:lnTo>
                    <a:pt x="2535395" y="2261613"/>
                  </a:lnTo>
                  <a:lnTo>
                    <a:pt x="2537296" y="2220868"/>
                  </a:lnTo>
                  <a:lnTo>
                    <a:pt x="2539197" y="2228109"/>
                  </a:lnTo>
                  <a:lnTo>
                    <a:pt x="2541098" y="2152920"/>
                  </a:lnTo>
                  <a:lnTo>
                    <a:pt x="2543000" y="2106617"/>
                  </a:lnTo>
                  <a:lnTo>
                    <a:pt x="2544901" y="2058444"/>
                  </a:lnTo>
                  <a:lnTo>
                    <a:pt x="2546802" y="2092913"/>
                  </a:lnTo>
                  <a:lnTo>
                    <a:pt x="2548703" y="2166541"/>
                  </a:lnTo>
                  <a:lnTo>
                    <a:pt x="2550605" y="2208763"/>
                  </a:lnTo>
                  <a:lnTo>
                    <a:pt x="2552506" y="2177934"/>
                  </a:lnTo>
                  <a:lnTo>
                    <a:pt x="2554407" y="2181136"/>
                  </a:lnTo>
                  <a:lnTo>
                    <a:pt x="2556308" y="2164543"/>
                  </a:lnTo>
                  <a:lnTo>
                    <a:pt x="2558209" y="2166040"/>
                  </a:lnTo>
                  <a:lnTo>
                    <a:pt x="2560111" y="2189314"/>
                  </a:lnTo>
                  <a:lnTo>
                    <a:pt x="2562012" y="2167085"/>
                  </a:lnTo>
                  <a:lnTo>
                    <a:pt x="2563913" y="2202806"/>
                  </a:lnTo>
                  <a:lnTo>
                    <a:pt x="2565814" y="2225543"/>
                  </a:lnTo>
                  <a:lnTo>
                    <a:pt x="2567715" y="2242436"/>
                  </a:lnTo>
                  <a:lnTo>
                    <a:pt x="2569617" y="2249276"/>
                  </a:lnTo>
                  <a:lnTo>
                    <a:pt x="2571518" y="2195973"/>
                  </a:lnTo>
                  <a:lnTo>
                    <a:pt x="2573419" y="2185129"/>
                  </a:lnTo>
                  <a:lnTo>
                    <a:pt x="2575320" y="2140773"/>
                  </a:lnTo>
                  <a:lnTo>
                    <a:pt x="2577222" y="2162178"/>
                  </a:lnTo>
                  <a:lnTo>
                    <a:pt x="2579123" y="2106156"/>
                  </a:lnTo>
                  <a:lnTo>
                    <a:pt x="2581024" y="2106701"/>
                  </a:lnTo>
                  <a:lnTo>
                    <a:pt x="2582925" y="2141157"/>
                  </a:lnTo>
                  <a:lnTo>
                    <a:pt x="2584826" y="2120619"/>
                  </a:lnTo>
                  <a:lnTo>
                    <a:pt x="2586728" y="2192298"/>
                  </a:lnTo>
                  <a:lnTo>
                    <a:pt x="2588629" y="2228080"/>
                  </a:lnTo>
                  <a:lnTo>
                    <a:pt x="2590530" y="2236860"/>
                  </a:lnTo>
                  <a:lnTo>
                    <a:pt x="2592431" y="2253240"/>
                  </a:lnTo>
                  <a:lnTo>
                    <a:pt x="2594332" y="2184055"/>
                  </a:lnTo>
                  <a:lnTo>
                    <a:pt x="2596234" y="2208473"/>
                  </a:lnTo>
                  <a:lnTo>
                    <a:pt x="2598135" y="2188912"/>
                  </a:lnTo>
                  <a:lnTo>
                    <a:pt x="2600036" y="2089987"/>
                  </a:lnTo>
                  <a:lnTo>
                    <a:pt x="2601937" y="2089368"/>
                  </a:lnTo>
                  <a:lnTo>
                    <a:pt x="2603838" y="2105489"/>
                  </a:lnTo>
                  <a:lnTo>
                    <a:pt x="2605740" y="2170902"/>
                  </a:lnTo>
                  <a:lnTo>
                    <a:pt x="2607641" y="2167639"/>
                  </a:lnTo>
                  <a:lnTo>
                    <a:pt x="2609542" y="2120721"/>
                  </a:lnTo>
                  <a:lnTo>
                    <a:pt x="2611443" y="2175403"/>
                  </a:lnTo>
                  <a:lnTo>
                    <a:pt x="2613345" y="2089507"/>
                  </a:lnTo>
                  <a:lnTo>
                    <a:pt x="2615246" y="2089258"/>
                  </a:lnTo>
                  <a:lnTo>
                    <a:pt x="2617147" y="2082121"/>
                  </a:lnTo>
                  <a:lnTo>
                    <a:pt x="2619048" y="2103263"/>
                  </a:lnTo>
                  <a:lnTo>
                    <a:pt x="2620949" y="2127723"/>
                  </a:lnTo>
                  <a:lnTo>
                    <a:pt x="2622851" y="2086750"/>
                  </a:lnTo>
                  <a:lnTo>
                    <a:pt x="2624752" y="2122583"/>
                  </a:lnTo>
                  <a:lnTo>
                    <a:pt x="2626653" y="2122494"/>
                  </a:lnTo>
                  <a:lnTo>
                    <a:pt x="2628554" y="2160837"/>
                  </a:lnTo>
                  <a:lnTo>
                    <a:pt x="2630455" y="2172896"/>
                  </a:lnTo>
                  <a:lnTo>
                    <a:pt x="2632357" y="2159632"/>
                  </a:lnTo>
                  <a:lnTo>
                    <a:pt x="2634258" y="2199736"/>
                  </a:lnTo>
                  <a:lnTo>
                    <a:pt x="2636159" y="2211152"/>
                  </a:lnTo>
                  <a:lnTo>
                    <a:pt x="2638060" y="2195313"/>
                  </a:lnTo>
                  <a:lnTo>
                    <a:pt x="2639962" y="2181497"/>
                  </a:lnTo>
                  <a:lnTo>
                    <a:pt x="2641863" y="2201244"/>
                  </a:lnTo>
                  <a:lnTo>
                    <a:pt x="2643764" y="2197638"/>
                  </a:lnTo>
                  <a:lnTo>
                    <a:pt x="2645665" y="2197649"/>
                  </a:lnTo>
                  <a:lnTo>
                    <a:pt x="2647566" y="2216650"/>
                  </a:lnTo>
                  <a:lnTo>
                    <a:pt x="2649468" y="2151222"/>
                  </a:lnTo>
                  <a:lnTo>
                    <a:pt x="2651369" y="2162128"/>
                  </a:lnTo>
                  <a:lnTo>
                    <a:pt x="2653270" y="2121169"/>
                  </a:lnTo>
                  <a:lnTo>
                    <a:pt x="2655171" y="2106102"/>
                  </a:lnTo>
                  <a:lnTo>
                    <a:pt x="2657072" y="2146922"/>
                  </a:lnTo>
                  <a:lnTo>
                    <a:pt x="2658974" y="2142811"/>
                  </a:lnTo>
                  <a:lnTo>
                    <a:pt x="2660875" y="2197869"/>
                  </a:lnTo>
                  <a:lnTo>
                    <a:pt x="2662776" y="2214185"/>
                  </a:lnTo>
                  <a:lnTo>
                    <a:pt x="2664677" y="2210080"/>
                  </a:lnTo>
                  <a:lnTo>
                    <a:pt x="2666579" y="2181523"/>
                  </a:lnTo>
                  <a:lnTo>
                    <a:pt x="2668480" y="2150752"/>
                  </a:lnTo>
                  <a:lnTo>
                    <a:pt x="2670381" y="2144541"/>
                  </a:lnTo>
                  <a:lnTo>
                    <a:pt x="2672282" y="2150772"/>
                  </a:lnTo>
                  <a:lnTo>
                    <a:pt x="2674183" y="2168689"/>
                  </a:lnTo>
                  <a:lnTo>
                    <a:pt x="2676085" y="2152832"/>
                  </a:lnTo>
                  <a:lnTo>
                    <a:pt x="2677986" y="2167803"/>
                  </a:lnTo>
                  <a:lnTo>
                    <a:pt x="2679887" y="2160604"/>
                  </a:lnTo>
                  <a:lnTo>
                    <a:pt x="2681788" y="2162748"/>
                  </a:lnTo>
                  <a:lnTo>
                    <a:pt x="2683689" y="2161804"/>
                  </a:lnTo>
                  <a:lnTo>
                    <a:pt x="2685591" y="2161142"/>
                  </a:lnTo>
                  <a:lnTo>
                    <a:pt x="2687492" y="2168129"/>
                  </a:lnTo>
                  <a:lnTo>
                    <a:pt x="2689393" y="2145654"/>
                  </a:lnTo>
                  <a:lnTo>
                    <a:pt x="2691294" y="2139568"/>
                  </a:lnTo>
                  <a:lnTo>
                    <a:pt x="2693196" y="2121898"/>
                  </a:lnTo>
                  <a:lnTo>
                    <a:pt x="2695097" y="2079240"/>
                  </a:lnTo>
                  <a:lnTo>
                    <a:pt x="2696998" y="2047916"/>
                  </a:lnTo>
                  <a:lnTo>
                    <a:pt x="2698899" y="2045233"/>
                  </a:lnTo>
                  <a:lnTo>
                    <a:pt x="2700800" y="2085935"/>
                  </a:lnTo>
                  <a:lnTo>
                    <a:pt x="2702702" y="2077708"/>
                  </a:lnTo>
                  <a:lnTo>
                    <a:pt x="2704603" y="2093860"/>
                  </a:lnTo>
                  <a:lnTo>
                    <a:pt x="2706504" y="2044470"/>
                  </a:lnTo>
                  <a:lnTo>
                    <a:pt x="2708405" y="2027847"/>
                  </a:lnTo>
                  <a:lnTo>
                    <a:pt x="2710306" y="1909838"/>
                  </a:lnTo>
                  <a:lnTo>
                    <a:pt x="2712208" y="1779583"/>
                  </a:lnTo>
                  <a:lnTo>
                    <a:pt x="2714109" y="1810634"/>
                  </a:lnTo>
                  <a:lnTo>
                    <a:pt x="2716010" y="1891453"/>
                  </a:lnTo>
                  <a:lnTo>
                    <a:pt x="2717911" y="1937608"/>
                  </a:lnTo>
                  <a:lnTo>
                    <a:pt x="2719813" y="1940095"/>
                  </a:lnTo>
                  <a:lnTo>
                    <a:pt x="2721714" y="2002962"/>
                  </a:lnTo>
                  <a:lnTo>
                    <a:pt x="2723615" y="2014417"/>
                  </a:lnTo>
                  <a:lnTo>
                    <a:pt x="2725516" y="1988632"/>
                  </a:lnTo>
                  <a:lnTo>
                    <a:pt x="2727417" y="1943195"/>
                  </a:lnTo>
                  <a:lnTo>
                    <a:pt x="2729319" y="1813736"/>
                  </a:lnTo>
                  <a:lnTo>
                    <a:pt x="2731220" y="1764434"/>
                  </a:lnTo>
                  <a:lnTo>
                    <a:pt x="2733121" y="1720543"/>
                  </a:lnTo>
                  <a:lnTo>
                    <a:pt x="2735022" y="1754883"/>
                  </a:lnTo>
                  <a:lnTo>
                    <a:pt x="2736923" y="1769609"/>
                  </a:lnTo>
                  <a:lnTo>
                    <a:pt x="2738825" y="1740735"/>
                  </a:lnTo>
                  <a:lnTo>
                    <a:pt x="2740726" y="1619707"/>
                  </a:lnTo>
                  <a:lnTo>
                    <a:pt x="2742627" y="1606453"/>
                  </a:lnTo>
                  <a:lnTo>
                    <a:pt x="2744528" y="1554392"/>
                  </a:lnTo>
                  <a:lnTo>
                    <a:pt x="2746430" y="1480210"/>
                  </a:lnTo>
                  <a:lnTo>
                    <a:pt x="2748331" y="1434894"/>
                  </a:lnTo>
                  <a:lnTo>
                    <a:pt x="2750232" y="1409023"/>
                  </a:lnTo>
                  <a:lnTo>
                    <a:pt x="2752133" y="1358272"/>
                  </a:lnTo>
                  <a:lnTo>
                    <a:pt x="2754034" y="1323933"/>
                  </a:lnTo>
                  <a:lnTo>
                    <a:pt x="2755936" y="1218435"/>
                  </a:lnTo>
                  <a:lnTo>
                    <a:pt x="2757837" y="1228627"/>
                  </a:lnTo>
                  <a:lnTo>
                    <a:pt x="2759738" y="1196901"/>
                  </a:lnTo>
                  <a:lnTo>
                    <a:pt x="2761639" y="1195892"/>
                  </a:lnTo>
                  <a:lnTo>
                    <a:pt x="2763540" y="1161811"/>
                  </a:lnTo>
                  <a:lnTo>
                    <a:pt x="2765442" y="1126285"/>
                  </a:lnTo>
                  <a:lnTo>
                    <a:pt x="2767343" y="1184067"/>
                  </a:lnTo>
                  <a:lnTo>
                    <a:pt x="2769244" y="1269412"/>
                  </a:lnTo>
                  <a:lnTo>
                    <a:pt x="2771145" y="1263937"/>
                  </a:lnTo>
                  <a:lnTo>
                    <a:pt x="2773047" y="1381737"/>
                  </a:lnTo>
                  <a:lnTo>
                    <a:pt x="2774948" y="1413128"/>
                  </a:lnTo>
                  <a:lnTo>
                    <a:pt x="2776849" y="1439274"/>
                  </a:lnTo>
                  <a:lnTo>
                    <a:pt x="2778750" y="1355554"/>
                  </a:lnTo>
                  <a:lnTo>
                    <a:pt x="2780651" y="1420327"/>
                  </a:lnTo>
                  <a:lnTo>
                    <a:pt x="2782553" y="1455570"/>
                  </a:lnTo>
                  <a:lnTo>
                    <a:pt x="2784454" y="1317878"/>
                  </a:lnTo>
                  <a:lnTo>
                    <a:pt x="2786355" y="1410428"/>
                  </a:lnTo>
                  <a:lnTo>
                    <a:pt x="2788256" y="1402795"/>
                  </a:lnTo>
                  <a:lnTo>
                    <a:pt x="2790157" y="1416417"/>
                  </a:lnTo>
                  <a:lnTo>
                    <a:pt x="2792059" y="1433746"/>
                  </a:lnTo>
                  <a:lnTo>
                    <a:pt x="2793960" y="1574273"/>
                  </a:lnTo>
                  <a:lnTo>
                    <a:pt x="2795861" y="1712604"/>
                  </a:lnTo>
                  <a:lnTo>
                    <a:pt x="2797762" y="1635691"/>
                  </a:lnTo>
                  <a:lnTo>
                    <a:pt x="2799664" y="1651761"/>
                  </a:lnTo>
                  <a:lnTo>
                    <a:pt x="2801565" y="1680958"/>
                  </a:lnTo>
                  <a:lnTo>
                    <a:pt x="2803466" y="1584962"/>
                  </a:lnTo>
                  <a:lnTo>
                    <a:pt x="2805367" y="1539276"/>
                  </a:lnTo>
                  <a:lnTo>
                    <a:pt x="2807268" y="1541656"/>
                  </a:lnTo>
                  <a:lnTo>
                    <a:pt x="2809170" y="1470800"/>
                  </a:lnTo>
                  <a:lnTo>
                    <a:pt x="2811071" y="1480122"/>
                  </a:lnTo>
                  <a:lnTo>
                    <a:pt x="2812972" y="1345074"/>
                  </a:lnTo>
                  <a:lnTo>
                    <a:pt x="2814873" y="1211719"/>
                  </a:lnTo>
                  <a:lnTo>
                    <a:pt x="2816774" y="1112137"/>
                  </a:lnTo>
                  <a:lnTo>
                    <a:pt x="2818676" y="1129890"/>
                  </a:lnTo>
                  <a:lnTo>
                    <a:pt x="2820577" y="1084632"/>
                  </a:lnTo>
                  <a:lnTo>
                    <a:pt x="2822478" y="990718"/>
                  </a:lnTo>
                  <a:lnTo>
                    <a:pt x="2824379" y="926498"/>
                  </a:lnTo>
                  <a:lnTo>
                    <a:pt x="2826281" y="895234"/>
                  </a:lnTo>
                  <a:lnTo>
                    <a:pt x="2828182" y="831222"/>
                  </a:lnTo>
                  <a:lnTo>
                    <a:pt x="2830083" y="823145"/>
                  </a:lnTo>
                  <a:lnTo>
                    <a:pt x="2831984" y="653842"/>
                  </a:lnTo>
                  <a:lnTo>
                    <a:pt x="2833885" y="669258"/>
                  </a:lnTo>
                  <a:lnTo>
                    <a:pt x="2835787" y="679777"/>
                  </a:lnTo>
                  <a:lnTo>
                    <a:pt x="2837688" y="578605"/>
                  </a:lnTo>
                  <a:lnTo>
                    <a:pt x="2839589" y="486970"/>
                  </a:lnTo>
                  <a:lnTo>
                    <a:pt x="2841490" y="470194"/>
                  </a:lnTo>
                  <a:lnTo>
                    <a:pt x="2843391" y="339153"/>
                  </a:lnTo>
                  <a:lnTo>
                    <a:pt x="2845293" y="343901"/>
                  </a:lnTo>
                  <a:lnTo>
                    <a:pt x="2847194" y="309237"/>
                  </a:lnTo>
                  <a:lnTo>
                    <a:pt x="2849095" y="288421"/>
                  </a:lnTo>
                  <a:lnTo>
                    <a:pt x="2850996" y="361955"/>
                  </a:lnTo>
                  <a:lnTo>
                    <a:pt x="2852898" y="250811"/>
                  </a:lnTo>
                  <a:lnTo>
                    <a:pt x="2854799" y="340971"/>
                  </a:lnTo>
                  <a:lnTo>
                    <a:pt x="2856700" y="310231"/>
                  </a:lnTo>
                  <a:lnTo>
                    <a:pt x="2858601" y="378673"/>
                  </a:lnTo>
                  <a:lnTo>
                    <a:pt x="2860502" y="652530"/>
                  </a:lnTo>
                  <a:lnTo>
                    <a:pt x="2862404" y="553196"/>
                  </a:lnTo>
                  <a:lnTo>
                    <a:pt x="2864305" y="475887"/>
                  </a:lnTo>
                  <a:lnTo>
                    <a:pt x="2866206" y="553684"/>
                  </a:lnTo>
                  <a:lnTo>
                    <a:pt x="2868107" y="579472"/>
                  </a:lnTo>
                  <a:lnTo>
                    <a:pt x="2870008" y="620062"/>
                  </a:lnTo>
                  <a:lnTo>
                    <a:pt x="2871910" y="520404"/>
                  </a:lnTo>
                  <a:lnTo>
                    <a:pt x="2873811" y="448846"/>
                  </a:lnTo>
                  <a:lnTo>
                    <a:pt x="2875712" y="518255"/>
                  </a:lnTo>
                  <a:lnTo>
                    <a:pt x="2877613" y="473337"/>
                  </a:lnTo>
                  <a:lnTo>
                    <a:pt x="2879515" y="395931"/>
                  </a:lnTo>
                  <a:lnTo>
                    <a:pt x="2881416" y="458877"/>
                  </a:lnTo>
                  <a:lnTo>
                    <a:pt x="2883317" y="474097"/>
                  </a:lnTo>
                  <a:lnTo>
                    <a:pt x="2885218" y="539843"/>
                  </a:lnTo>
                  <a:lnTo>
                    <a:pt x="2887119" y="578364"/>
                  </a:lnTo>
                  <a:lnTo>
                    <a:pt x="2889021" y="606398"/>
                  </a:lnTo>
                  <a:lnTo>
                    <a:pt x="2890922" y="536203"/>
                  </a:lnTo>
                  <a:lnTo>
                    <a:pt x="2892823" y="608904"/>
                  </a:lnTo>
                  <a:lnTo>
                    <a:pt x="2894724" y="718934"/>
                  </a:lnTo>
                  <a:lnTo>
                    <a:pt x="2896625" y="694757"/>
                  </a:lnTo>
                  <a:lnTo>
                    <a:pt x="2898527" y="793323"/>
                  </a:lnTo>
                  <a:lnTo>
                    <a:pt x="2900428" y="629278"/>
                  </a:lnTo>
                  <a:lnTo>
                    <a:pt x="2902329" y="659718"/>
                  </a:lnTo>
                  <a:lnTo>
                    <a:pt x="2904230" y="687118"/>
                  </a:lnTo>
                  <a:lnTo>
                    <a:pt x="2906131" y="616946"/>
                  </a:lnTo>
                  <a:lnTo>
                    <a:pt x="2908033" y="518106"/>
                  </a:lnTo>
                  <a:lnTo>
                    <a:pt x="2909934" y="490028"/>
                  </a:lnTo>
                  <a:lnTo>
                    <a:pt x="2911835" y="431555"/>
                  </a:lnTo>
                  <a:lnTo>
                    <a:pt x="2913736" y="381935"/>
                  </a:lnTo>
                  <a:lnTo>
                    <a:pt x="2915638" y="499584"/>
                  </a:lnTo>
                  <a:lnTo>
                    <a:pt x="2917539" y="458794"/>
                  </a:lnTo>
                  <a:lnTo>
                    <a:pt x="2919440" y="472721"/>
                  </a:lnTo>
                  <a:lnTo>
                    <a:pt x="2921341" y="482105"/>
                  </a:lnTo>
                  <a:lnTo>
                    <a:pt x="2923242" y="424160"/>
                  </a:lnTo>
                  <a:lnTo>
                    <a:pt x="2925144" y="484591"/>
                  </a:lnTo>
                  <a:lnTo>
                    <a:pt x="2927045" y="435919"/>
                  </a:lnTo>
                  <a:lnTo>
                    <a:pt x="2928946" y="561143"/>
                  </a:lnTo>
                  <a:lnTo>
                    <a:pt x="2930847" y="490215"/>
                  </a:lnTo>
                  <a:lnTo>
                    <a:pt x="2932748" y="563160"/>
                  </a:lnTo>
                  <a:lnTo>
                    <a:pt x="2934650" y="603693"/>
                  </a:lnTo>
                  <a:lnTo>
                    <a:pt x="2936551" y="622164"/>
                  </a:lnTo>
                  <a:lnTo>
                    <a:pt x="2938452" y="572279"/>
                  </a:lnTo>
                  <a:lnTo>
                    <a:pt x="2940353" y="565743"/>
                  </a:lnTo>
                  <a:lnTo>
                    <a:pt x="2942255" y="465319"/>
                  </a:lnTo>
                  <a:lnTo>
                    <a:pt x="2944156" y="454960"/>
                  </a:lnTo>
                  <a:lnTo>
                    <a:pt x="2946057" y="596530"/>
                  </a:lnTo>
                  <a:lnTo>
                    <a:pt x="2947958" y="770806"/>
                  </a:lnTo>
                  <a:lnTo>
                    <a:pt x="2949859" y="743384"/>
                  </a:lnTo>
                  <a:lnTo>
                    <a:pt x="2951761" y="834709"/>
                  </a:lnTo>
                  <a:lnTo>
                    <a:pt x="2953662" y="907847"/>
                  </a:lnTo>
                  <a:lnTo>
                    <a:pt x="2955563" y="894138"/>
                  </a:lnTo>
                  <a:lnTo>
                    <a:pt x="2957464" y="723716"/>
                  </a:lnTo>
                  <a:lnTo>
                    <a:pt x="2959365" y="639958"/>
                  </a:lnTo>
                  <a:lnTo>
                    <a:pt x="2961267" y="671149"/>
                  </a:lnTo>
                  <a:lnTo>
                    <a:pt x="2963168" y="630992"/>
                  </a:lnTo>
                  <a:lnTo>
                    <a:pt x="2965069" y="561190"/>
                  </a:lnTo>
                  <a:lnTo>
                    <a:pt x="2966970" y="478886"/>
                  </a:lnTo>
                  <a:lnTo>
                    <a:pt x="2968872" y="502499"/>
                  </a:lnTo>
                  <a:lnTo>
                    <a:pt x="2970773" y="347383"/>
                  </a:lnTo>
                  <a:lnTo>
                    <a:pt x="2972674" y="327427"/>
                  </a:lnTo>
                  <a:lnTo>
                    <a:pt x="2974575" y="230925"/>
                  </a:lnTo>
                  <a:lnTo>
                    <a:pt x="2976476" y="199283"/>
                  </a:lnTo>
                  <a:lnTo>
                    <a:pt x="2978378" y="182271"/>
                  </a:lnTo>
                  <a:lnTo>
                    <a:pt x="2980279" y="90319"/>
                  </a:lnTo>
                  <a:lnTo>
                    <a:pt x="2982180" y="81155"/>
                  </a:lnTo>
                  <a:lnTo>
                    <a:pt x="2984081" y="89688"/>
                  </a:lnTo>
                  <a:lnTo>
                    <a:pt x="2985982" y="151775"/>
                  </a:lnTo>
                  <a:lnTo>
                    <a:pt x="2987884" y="83649"/>
                  </a:lnTo>
                  <a:lnTo>
                    <a:pt x="2989785" y="108318"/>
                  </a:lnTo>
                  <a:lnTo>
                    <a:pt x="2991686" y="121019"/>
                  </a:lnTo>
                  <a:lnTo>
                    <a:pt x="2993587" y="159403"/>
                  </a:lnTo>
                  <a:lnTo>
                    <a:pt x="2995489" y="155625"/>
                  </a:lnTo>
                  <a:lnTo>
                    <a:pt x="2997390" y="114984"/>
                  </a:lnTo>
                  <a:lnTo>
                    <a:pt x="2999291" y="163591"/>
                  </a:lnTo>
                  <a:lnTo>
                    <a:pt x="3001192" y="148006"/>
                  </a:lnTo>
                  <a:lnTo>
                    <a:pt x="3003093" y="141853"/>
                  </a:lnTo>
                  <a:lnTo>
                    <a:pt x="3004995" y="155698"/>
                  </a:lnTo>
                  <a:lnTo>
                    <a:pt x="3006896" y="122085"/>
                  </a:lnTo>
                  <a:lnTo>
                    <a:pt x="3008797" y="196466"/>
                  </a:lnTo>
                  <a:lnTo>
                    <a:pt x="3010698" y="200157"/>
                  </a:lnTo>
                  <a:lnTo>
                    <a:pt x="3012599" y="230124"/>
                  </a:lnTo>
                  <a:lnTo>
                    <a:pt x="3014501" y="262682"/>
                  </a:lnTo>
                  <a:lnTo>
                    <a:pt x="3016402" y="279516"/>
                  </a:lnTo>
                  <a:lnTo>
                    <a:pt x="3018303" y="262669"/>
                  </a:lnTo>
                  <a:lnTo>
                    <a:pt x="3020204" y="233212"/>
                  </a:lnTo>
                  <a:lnTo>
                    <a:pt x="3022106" y="209017"/>
                  </a:lnTo>
                  <a:lnTo>
                    <a:pt x="3024007" y="170876"/>
                  </a:lnTo>
                  <a:lnTo>
                    <a:pt x="3025908" y="191287"/>
                  </a:lnTo>
                  <a:lnTo>
                    <a:pt x="3027809" y="139138"/>
                  </a:lnTo>
                  <a:lnTo>
                    <a:pt x="3029710" y="269393"/>
                  </a:lnTo>
                  <a:lnTo>
                    <a:pt x="3031612" y="272170"/>
                  </a:lnTo>
                  <a:lnTo>
                    <a:pt x="3033513" y="260168"/>
                  </a:lnTo>
                  <a:lnTo>
                    <a:pt x="3035414" y="316238"/>
                  </a:lnTo>
                  <a:lnTo>
                    <a:pt x="3037315" y="387276"/>
                  </a:lnTo>
                  <a:lnTo>
                    <a:pt x="3039216" y="368638"/>
                  </a:lnTo>
                  <a:lnTo>
                    <a:pt x="3041118" y="355132"/>
                  </a:lnTo>
                  <a:lnTo>
                    <a:pt x="3043019" y="303109"/>
                  </a:lnTo>
                  <a:lnTo>
                    <a:pt x="3044920" y="313613"/>
                  </a:lnTo>
                  <a:lnTo>
                    <a:pt x="3046821" y="298066"/>
                  </a:lnTo>
                  <a:lnTo>
                    <a:pt x="3048723" y="389754"/>
                  </a:lnTo>
                  <a:lnTo>
                    <a:pt x="3050624" y="483924"/>
                  </a:lnTo>
                  <a:lnTo>
                    <a:pt x="3052525" y="459098"/>
                  </a:lnTo>
                  <a:lnTo>
                    <a:pt x="3054426" y="369142"/>
                  </a:lnTo>
                  <a:lnTo>
                    <a:pt x="3056327" y="316222"/>
                  </a:lnTo>
                  <a:lnTo>
                    <a:pt x="3058229" y="365866"/>
                  </a:lnTo>
                  <a:lnTo>
                    <a:pt x="3060130" y="350076"/>
                  </a:lnTo>
                  <a:lnTo>
                    <a:pt x="3062031" y="421406"/>
                  </a:lnTo>
                  <a:lnTo>
                    <a:pt x="3063932" y="365518"/>
                  </a:lnTo>
                  <a:lnTo>
                    <a:pt x="3065833" y="433827"/>
                  </a:lnTo>
                  <a:lnTo>
                    <a:pt x="3067735" y="373324"/>
                  </a:lnTo>
                  <a:lnTo>
                    <a:pt x="3069636" y="347743"/>
                  </a:lnTo>
                  <a:lnTo>
                    <a:pt x="3071537" y="290740"/>
                  </a:lnTo>
                  <a:lnTo>
                    <a:pt x="3073438" y="291560"/>
                  </a:lnTo>
                  <a:lnTo>
                    <a:pt x="3075340" y="358740"/>
                  </a:lnTo>
                  <a:lnTo>
                    <a:pt x="3077241" y="310380"/>
                  </a:lnTo>
                  <a:lnTo>
                    <a:pt x="3079142" y="393557"/>
                  </a:lnTo>
                  <a:lnTo>
                    <a:pt x="3081043" y="448397"/>
                  </a:lnTo>
                  <a:lnTo>
                    <a:pt x="3082944" y="518076"/>
                  </a:lnTo>
                  <a:lnTo>
                    <a:pt x="3084846" y="604783"/>
                  </a:lnTo>
                  <a:lnTo>
                    <a:pt x="3086747" y="587993"/>
                  </a:lnTo>
                  <a:lnTo>
                    <a:pt x="3088648" y="610981"/>
                  </a:lnTo>
                  <a:lnTo>
                    <a:pt x="3090549" y="518194"/>
                  </a:lnTo>
                  <a:lnTo>
                    <a:pt x="3092450" y="464362"/>
                  </a:lnTo>
                  <a:lnTo>
                    <a:pt x="3094352" y="422850"/>
                  </a:lnTo>
                  <a:lnTo>
                    <a:pt x="3096253" y="502224"/>
                  </a:lnTo>
                  <a:lnTo>
                    <a:pt x="3098154" y="489295"/>
                  </a:lnTo>
                  <a:lnTo>
                    <a:pt x="3100055" y="585057"/>
                  </a:lnTo>
                  <a:lnTo>
                    <a:pt x="3101957" y="822252"/>
                  </a:lnTo>
                  <a:lnTo>
                    <a:pt x="3103858" y="890731"/>
                  </a:lnTo>
                  <a:lnTo>
                    <a:pt x="3105759" y="967882"/>
                  </a:lnTo>
                  <a:lnTo>
                    <a:pt x="3107660" y="965861"/>
                  </a:lnTo>
                  <a:lnTo>
                    <a:pt x="3109561" y="911376"/>
                  </a:lnTo>
                  <a:lnTo>
                    <a:pt x="3111463" y="850189"/>
                  </a:lnTo>
                  <a:lnTo>
                    <a:pt x="3113364" y="733676"/>
                  </a:lnTo>
                  <a:lnTo>
                    <a:pt x="3115265" y="692335"/>
                  </a:lnTo>
                  <a:lnTo>
                    <a:pt x="3117166" y="660894"/>
                  </a:lnTo>
                  <a:lnTo>
                    <a:pt x="3119067" y="672766"/>
                  </a:lnTo>
                  <a:lnTo>
                    <a:pt x="3120969" y="737384"/>
                  </a:lnTo>
                  <a:lnTo>
                    <a:pt x="3122870" y="726486"/>
                  </a:lnTo>
                  <a:lnTo>
                    <a:pt x="3124771" y="774484"/>
                  </a:lnTo>
                  <a:lnTo>
                    <a:pt x="3126672" y="758327"/>
                  </a:lnTo>
                  <a:lnTo>
                    <a:pt x="3128574" y="825410"/>
                  </a:lnTo>
                  <a:lnTo>
                    <a:pt x="3130475" y="730344"/>
                  </a:lnTo>
                  <a:lnTo>
                    <a:pt x="3132376" y="621027"/>
                  </a:lnTo>
                  <a:lnTo>
                    <a:pt x="3134277" y="674372"/>
                  </a:lnTo>
                  <a:lnTo>
                    <a:pt x="3136178" y="618956"/>
                  </a:lnTo>
                  <a:lnTo>
                    <a:pt x="3138080" y="615515"/>
                  </a:lnTo>
                  <a:lnTo>
                    <a:pt x="3139981" y="599255"/>
                  </a:lnTo>
                  <a:lnTo>
                    <a:pt x="3141882" y="519866"/>
                  </a:lnTo>
                  <a:lnTo>
                    <a:pt x="3143783" y="589761"/>
                  </a:lnTo>
                  <a:lnTo>
                    <a:pt x="3145684" y="512839"/>
                  </a:lnTo>
                  <a:lnTo>
                    <a:pt x="3147586" y="467049"/>
                  </a:lnTo>
                  <a:lnTo>
                    <a:pt x="3149487" y="428695"/>
                  </a:lnTo>
                  <a:lnTo>
                    <a:pt x="3151388" y="469794"/>
                  </a:lnTo>
                  <a:lnTo>
                    <a:pt x="3153289" y="395956"/>
                  </a:lnTo>
                  <a:lnTo>
                    <a:pt x="3155191" y="418019"/>
                  </a:lnTo>
                  <a:lnTo>
                    <a:pt x="3157092" y="297855"/>
                  </a:lnTo>
                  <a:lnTo>
                    <a:pt x="3158993" y="270733"/>
                  </a:lnTo>
                  <a:lnTo>
                    <a:pt x="3160894" y="252010"/>
                  </a:lnTo>
                  <a:lnTo>
                    <a:pt x="3162795" y="331541"/>
                  </a:lnTo>
                  <a:lnTo>
                    <a:pt x="3164697" y="334610"/>
                  </a:lnTo>
                  <a:lnTo>
                    <a:pt x="3166598" y="302255"/>
                  </a:lnTo>
                  <a:lnTo>
                    <a:pt x="3168499" y="197698"/>
                  </a:lnTo>
                  <a:lnTo>
                    <a:pt x="3170400" y="162526"/>
                  </a:lnTo>
                  <a:lnTo>
                    <a:pt x="3172301" y="139042"/>
                  </a:lnTo>
                  <a:lnTo>
                    <a:pt x="3174203" y="192992"/>
                  </a:lnTo>
                  <a:lnTo>
                    <a:pt x="3176104" y="129880"/>
                  </a:lnTo>
                  <a:lnTo>
                    <a:pt x="3178005" y="139205"/>
                  </a:lnTo>
                  <a:lnTo>
                    <a:pt x="3179906" y="219297"/>
                  </a:lnTo>
                  <a:lnTo>
                    <a:pt x="3181807" y="247210"/>
                  </a:lnTo>
                  <a:lnTo>
                    <a:pt x="3183709" y="357620"/>
                  </a:lnTo>
                  <a:lnTo>
                    <a:pt x="3185610" y="330367"/>
                  </a:lnTo>
                  <a:lnTo>
                    <a:pt x="3187511" y="369834"/>
                  </a:lnTo>
                  <a:lnTo>
                    <a:pt x="3189412" y="321878"/>
                  </a:lnTo>
                  <a:lnTo>
                    <a:pt x="3191314" y="259541"/>
                  </a:lnTo>
                  <a:lnTo>
                    <a:pt x="3193215" y="161410"/>
                  </a:lnTo>
                  <a:lnTo>
                    <a:pt x="3195116" y="147068"/>
                  </a:lnTo>
                  <a:lnTo>
                    <a:pt x="3197017" y="101106"/>
                  </a:lnTo>
                  <a:lnTo>
                    <a:pt x="3198918" y="146306"/>
                  </a:lnTo>
                  <a:lnTo>
                    <a:pt x="3200820" y="34020"/>
                  </a:lnTo>
                  <a:lnTo>
                    <a:pt x="3202721" y="29256"/>
                  </a:lnTo>
                  <a:lnTo>
                    <a:pt x="3204622" y="625"/>
                  </a:lnTo>
                  <a:lnTo>
                    <a:pt x="3206523" y="73816"/>
                  </a:lnTo>
                  <a:lnTo>
                    <a:pt x="3208424" y="67782"/>
                  </a:lnTo>
                  <a:lnTo>
                    <a:pt x="3210326" y="74703"/>
                  </a:lnTo>
                  <a:lnTo>
                    <a:pt x="3212227" y="79113"/>
                  </a:lnTo>
                  <a:lnTo>
                    <a:pt x="3214128" y="66301"/>
                  </a:lnTo>
                  <a:lnTo>
                    <a:pt x="3216029" y="17512"/>
                  </a:lnTo>
                  <a:lnTo>
                    <a:pt x="3217931" y="48739"/>
                  </a:lnTo>
                  <a:lnTo>
                    <a:pt x="3219832" y="192728"/>
                  </a:lnTo>
                  <a:lnTo>
                    <a:pt x="3221733" y="276384"/>
                  </a:lnTo>
                  <a:lnTo>
                    <a:pt x="3223634" y="473168"/>
                  </a:lnTo>
                  <a:lnTo>
                    <a:pt x="3225535" y="674622"/>
                  </a:lnTo>
                  <a:lnTo>
                    <a:pt x="3227437" y="711661"/>
                  </a:lnTo>
                  <a:lnTo>
                    <a:pt x="3229338" y="611466"/>
                  </a:lnTo>
                  <a:lnTo>
                    <a:pt x="3231239" y="580159"/>
                  </a:lnTo>
                  <a:lnTo>
                    <a:pt x="3233140" y="526025"/>
                  </a:lnTo>
                  <a:lnTo>
                    <a:pt x="3235041" y="472745"/>
                  </a:lnTo>
                  <a:lnTo>
                    <a:pt x="3236943" y="502525"/>
                  </a:lnTo>
                  <a:lnTo>
                    <a:pt x="3238844" y="499394"/>
                  </a:lnTo>
                  <a:lnTo>
                    <a:pt x="3240745" y="663252"/>
                  </a:lnTo>
                  <a:lnTo>
                    <a:pt x="3242646" y="778928"/>
                  </a:lnTo>
                  <a:lnTo>
                    <a:pt x="3244548" y="776249"/>
                  </a:lnTo>
                  <a:lnTo>
                    <a:pt x="3246449" y="713627"/>
                  </a:lnTo>
                  <a:lnTo>
                    <a:pt x="3248350" y="690344"/>
                  </a:lnTo>
                  <a:lnTo>
                    <a:pt x="3250251" y="702614"/>
                  </a:lnTo>
                  <a:lnTo>
                    <a:pt x="3252152" y="726437"/>
                  </a:lnTo>
                  <a:lnTo>
                    <a:pt x="3254054" y="677391"/>
                  </a:lnTo>
                  <a:lnTo>
                    <a:pt x="3255955" y="737050"/>
                  </a:lnTo>
                  <a:lnTo>
                    <a:pt x="3257856" y="788276"/>
                  </a:lnTo>
                  <a:lnTo>
                    <a:pt x="3259757" y="771271"/>
                  </a:lnTo>
                  <a:lnTo>
                    <a:pt x="3261658" y="828671"/>
                  </a:lnTo>
                  <a:lnTo>
                    <a:pt x="3263560" y="729814"/>
                  </a:lnTo>
                  <a:lnTo>
                    <a:pt x="3265461" y="616150"/>
                  </a:lnTo>
                  <a:lnTo>
                    <a:pt x="3267362" y="492746"/>
                  </a:lnTo>
                  <a:lnTo>
                    <a:pt x="3269263" y="565484"/>
                  </a:lnTo>
                  <a:lnTo>
                    <a:pt x="3271165" y="512838"/>
                  </a:lnTo>
                  <a:lnTo>
                    <a:pt x="3273066" y="427721"/>
                  </a:lnTo>
                  <a:lnTo>
                    <a:pt x="3274967" y="399781"/>
                  </a:lnTo>
                  <a:lnTo>
                    <a:pt x="3276868" y="372148"/>
                  </a:lnTo>
                  <a:lnTo>
                    <a:pt x="3278769" y="309297"/>
                  </a:lnTo>
                  <a:lnTo>
                    <a:pt x="3280671" y="302386"/>
                  </a:lnTo>
                  <a:lnTo>
                    <a:pt x="3282572" y="377155"/>
                  </a:lnTo>
                  <a:lnTo>
                    <a:pt x="3284473" y="330563"/>
                  </a:lnTo>
                  <a:lnTo>
                    <a:pt x="3286374" y="373948"/>
                  </a:lnTo>
                  <a:lnTo>
                    <a:pt x="3288275" y="361617"/>
                  </a:lnTo>
                  <a:lnTo>
                    <a:pt x="3290177" y="447213"/>
                  </a:lnTo>
                  <a:lnTo>
                    <a:pt x="3292078" y="451275"/>
                  </a:lnTo>
                  <a:lnTo>
                    <a:pt x="3293979" y="395065"/>
                  </a:lnTo>
                  <a:lnTo>
                    <a:pt x="3295880" y="463068"/>
                  </a:lnTo>
                  <a:lnTo>
                    <a:pt x="3297782" y="463861"/>
                  </a:lnTo>
                  <a:lnTo>
                    <a:pt x="3299683" y="464067"/>
                  </a:lnTo>
                  <a:lnTo>
                    <a:pt x="3301584" y="482428"/>
                  </a:lnTo>
                  <a:lnTo>
                    <a:pt x="3303485" y="480178"/>
                  </a:lnTo>
                  <a:lnTo>
                    <a:pt x="3305386" y="452171"/>
                  </a:lnTo>
                  <a:lnTo>
                    <a:pt x="3307288" y="370540"/>
                  </a:lnTo>
                  <a:lnTo>
                    <a:pt x="3309189" y="370208"/>
                  </a:lnTo>
                  <a:lnTo>
                    <a:pt x="3311090" y="341247"/>
                  </a:lnTo>
                  <a:lnTo>
                    <a:pt x="3312991" y="333506"/>
                  </a:lnTo>
                  <a:lnTo>
                    <a:pt x="3314892" y="323466"/>
                  </a:lnTo>
                  <a:lnTo>
                    <a:pt x="3316794" y="335658"/>
                  </a:lnTo>
                  <a:lnTo>
                    <a:pt x="3318695" y="272646"/>
                  </a:lnTo>
                  <a:lnTo>
                    <a:pt x="3320596" y="309975"/>
                  </a:lnTo>
                  <a:lnTo>
                    <a:pt x="3322497" y="319894"/>
                  </a:lnTo>
                  <a:lnTo>
                    <a:pt x="3324399" y="242607"/>
                  </a:lnTo>
                  <a:lnTo>
                    <a:pt x="3326300" y="406296"/>
                  </a:lnTo>
                  <a:lnTo>
                    <a:pt x="3328201" y="431058"/>
                  </a:lnTo>
                  <a:lnTo>
                    <a:pt x="3330102" y="518467"/>
                  </a:lnTo>
                  <a:lnTo>
                    <a:pt x="3332003" y="484901"/>
                  </a:lnTo>
                  <a:lnTo>
                    <a:pt x="3333905" y="316551"/>
                  </a:lnTo>
                  <a:lnTo>
                    <a:pt x="3335806" y="243029"/>
                  </a:lnTo>
                  <a:lnTo>
                    <a:pt x="3337707" y="306316"/>
                  </a:lnTo>
                  <a:lnTo>
                    <a:pt x="3339608" y="174639"/>
                  </a:lnTo>
                  <a:lnTo>
                    <a:pt x="3341509" y="201077"/>
                  </a:lnTo>
                  <a:lnTo>
                    <a:pt x="3343411" y="212462"/>
                  </a:lnTo>
                  <a:lnTo>
                    <a:pt x="3345312" y="191305"/>
                  </a:lnTo>
                  <a:lnTo>
                    <a:pt x="3347213" y="290447"/>
                  </a:lnTo>
                  <a:lnTo>
                    <a:pt x="3349114" y="263412"/>
                  </a:lnTo>
                  <a:lnTo>
                    <a:pt x="3351016" y="253313"/>
                  </a:lnTo>
                  <a:lnTo>
                    <a:pt x="3352917" y="283758"/>
                  </a:lnTo>
                  <a:lnTo>
                    <a:pt x="3354818" y="294067"/>
                  </a:lnTo>
                  <a:lnTo>
                    <a:pt x="3356719" y="212224"/>
                  </a:lnTo>
                  <a:lnTo>
                    <a:pt x="3358620" y="143058"/>
                  </a:lnTo>
                  <a:lnTo>
                    <a:pt x="3360522" y="69896"/>
                  </a:lnTo>
                  <a:lnTo>
                    <a:pt x="3362423" y="98244"/>
                  </a:lnTo>
                  <a:lnTo>
                    <a:pt x="3364324" y="119697"/>
                  </a:lnTo>
                  <a:lnTo>
                    <a:pt x="3366225" y="47663"/>
                  </a:lnTo>
                  <a:lnTo>
                    <a:pt x="3368126" y="100248"/>
                  </a:lnTo>
                  <a:lnTo>
                    <a:pt x="3370028" y="208238"/>
                  </a:lnTo>
                  <a:lnTo>
                    <a:pt x="3371929" y="154606"/>
                  </a:lnTo>
                  <a:lnTo>
                    <a:pt x="3373830" y="164224"/>
                  </a:lnTo>
                  <a:lnTo>
                    <a:pt x="3375731" y="189086"/>
                  </a:lnTo>
                  <a:lnTo>
                    <a:pt x="3377633" y="89680"/>
                  </a:lnTo>
                  <a:lnTo>
                    <a:pt x="3379534" y="69144"/>
                  </a:lnTo>
                  <a:lnTo>
                    <a:pt x="3381435" y="176746"/>
                  </a:lnTo>
                  <a:lnTo>
                    <a:pt x="3383336" y="74125"/>
                  </a:lnTo>
                  <a:lnTo>
                    <a:pt x="3385237" y="145907"/>
                  </a:lnTo>
                  <a:lnTo>
                    <a:pt x="3387139" y="157890"/>
                  </a:lnTo>
                  <a:lnTo>
                    <a:pt x="3389040" y="184179"/>
                  </a:lnTo>
                  <a:lnTo>
                    <a:pt x="3390941" y="200012"/>
                  </a:lnTo>
                  <a:lnTo>
                    <a:pt x="3392842" y="215530"/>
                  </a:lnTo>
                  <a:lnTo>
                    <a:pt x="3394743" y="181352"/>
                  </a:lnTo>
                  <a:lnTo>
                    <a:pt x="3396645" y="207788"/>
                  </a:lnTo>
                  <a:lnTo>
                    <a:pt x="3398546" y="98951"/>
                  </a:lnTo>
                  <a:lnTo>
                    <a:pt x="3400447" y="104321"/>
                  </a:lnTo>
                  <a:lnTo>
                    <a:pt x="3402348" y="70923"/>
                  </a:lnTo>
                  <a:lnTo>
                    <a:pt x="3404250" y="112557"/>
                  </a:lnTo>
                  <a:lnTo>
                    <a:pt x="3406151" y="40519"/>
                  </a:lnTo>
                  <a:lnTo>
                    <a:pt x="3408052" y="0"/>
                  </a:lnTo>
                  <a:lnTo>
                    <a:pt x="3409953" y="57776"/>
                  </a:lnTo>
                  <a:lnTo>
                    <a:pt x="3411854" y="40505"/>
                  </a:lnTo>
                  <a:lnTo>
                    <a:pt x="3413756" y="11045"/>
                  </a:lnTo>
                  <a:lnTo>
                    <a:pt x="3415657" y="424178"/>
                  </a:lnTo>
                  <a:lnTo>
                    <a:pt x="3417558" y="362463"/>
                  </a:lnTo>
                  <a:lnTo>
                    <a:pt x="3419459" y="345918"/>
                  </a:lnTo>
                  <a:lnTo>
                    <a:pt x="3421360" y="310553"/>
                  </a:lnTo>
                  <a:lnTo>
                    <a:pt x="3423262" y="336615"/>
                  </a:lnTo>
                  <a:lnTo>
                    <a:pt x="3425163" y="242150"/>
                  </a:lnTo>
                  <a:lnTo>
                    <a:pt x="3427064" y="213260"/>
                  </a:lnTo>
                  <a:lnTo>
                    <a:pt x="3428965" y="215923"/>
                  </a:lnTo>
                  <a:lnTo>
                    <a:pt x="3430867" y="310051"/>
                  </a:lnTo>
                  <a:lnTo>
                    <a:pt x="3432768" y="325275"/>
                  </a:lnTo>
                  <a:lnTo>
                    <a:pt x="3434669" y="529551"/>
                  </a:lnTo>
                  <a:lnTo>
                    <a:pt x="3436570" y="459357"/>
                  </a:lnTo>
                  <a:lnTo>
                    <a:pt x="3438471" y="556217"/>
                  </a:lnTo>
                  <a:lnTo>
                    <a:pt x="3440373" y="575118"/>
                  </a:lnTo>
                  <a:lnTo>
                    <a:pt x="3442274" y="524681"/>
                  </a:lnTo>
                  <a:lnTo>
                    <a:pt x="3444175" y="565130"/>
                  </a:lnTo>
                  <a:lnTo>
                    <a:pt x="3446076" y="625482"/>
                  </a:lnTo>
                  <a:lnTo>
                    <a:pt x="3447977" y="557098"/>
                  </a:lnTo>
                  <a:lnTo>
                    <a:pt x="3449879" y="544343"/>
                  </a:lnTo>
                  <a:lnTo>
                    <a:pt x="3451780" y="453655"/>
                  </a:lnTo>
                  <a:lnTo>
                    <a:pt x="3453681" y="532276"/>
                  </a:lnTo>
                  <a:lnTo>
                    <a:pt x="3455582" y="559125"/>
                  </a:lnTo>
                  <a:lnTo>
                    <a:pt x="3457484" y="385829"/>
                  </a:lnTo>
                  <a:lnTo>
                    <a:pt x="3459385" y="420764"/>
                  </a:lnTo>
                  <a:lnTo>
                    <a:pt x="3461286" y="403573"/>
                  </a:lnTo>
                  <a:lnTo>
                    <a:pt x="3463187" y="514100"/>
                  </a:lnTo>
                  <a:lnTo>
                    <a:pt x="3465088" y="571699"/>
                  </a:lnTo>
                  <a:lnTo>
                    <a:pt x="3466990" y="581848"/>
                  </a:lnTo>
                  <a:lnTo>
                    <a:pt x="3468891" y="655304"/>
                  </a:lnTo>
                  <a:lnTo>
                    <a:pt x="3470792" y="621158"/>
                  </a:lnTo>
                  <a:lnTo>
                    <a:pt x="3472693" y="708712"/>
                  </a:lnTo>
                  <a:lnTo>
                    <a:pt x="3474594" y="629693"/>
                  </a:lnTo>
                  <a:lnTo>
                    <a:pt x="3476496" y="722422"/>
                  </a:lnTo>
                  <a:lnTo>
                    <a:pt x="3478397" y="782108"/>
                  </a:lnTo>
                  <a:lnTo>
                    <a:pt x="3480298" y="870639"/>
                  </a:lnTo>
                  <a:lnTo>
                    <a:pt x="3482199" y="846445"/>
                  </a:lnTo>
                  <a:lnTo>
                    <a:pt x="3484100" y="731761"/>
                  </a:lnTo>
                  <a:lnTo>
                    <a:pt x="3486002" y="502926"/>
                  </a:lnTo>
                  <a:lnTo>
                    <a:pt x="3487903" y="463642"/>
                  </a:lnTo>
                  <a:lnTo>
                    <a:pt x="3489804" y="459428"/>
                  </a:lnTo>
                  <a:lnTo>
                    <a:pt x="3491705" y="374357"/>
                  </a:lnTo>
                  <a:lnTo>
                    <a:pt x="3493607" y="384423"/>
                  </a:lnTo>
                  <a:lnTo>
                    <a:pt x="3495508" y="375981"/>
                  </a:lnTo>
                  <a:lnTo>
                    <a:pt x="3497409" y="383473"/>
                  </a:lnTo>
                  <a:lnTo>
                    <a:pt x="3499310" y="413856"/>
                  </a:lnTo>
                  <a:lnTo>
                    <a:pt x="3501211" y="264041"/>
                  </a:lnTo>
                  <a:lnTo>
                    <a:pt x="3503113" y="227925"/>
                  </a:lnTo>
                  <a:lnTo>
                    <a:pt x="3505014" y="220768"/>
                  </a:lnTo>
                  <a:lnTo>
                    <a:pt x="3506915" y="296353"/>
                  </a:lnTo>
                  <a:lnTo>
                    <a:pt x="3508816" y="302474"/>
                  </a:lnTo>
                  <a:lnTo>
                    <a:pt x="3510717" y="324802"/>
                  </a:lnTo>
                  <a:lnTo>
                    <a:pt x="3512619" y="253700"/>
                  </a:lnTo>
                  <a:lnTo>
                    <a:pt x="3514520" y="260289"/>
                  </a:lnTo>
                  <a:lnTo>
                    <a:pt x="3516421" y="213336"/>
                  </a:lnTo>
                  <a:lnTo>
                    <a:pt x="3518322" y="209107"/>
                  </a:lnTo>
                  <a:lnTo>
                    <a:pt x="3520224" y="169352"/>
                  </a:lnTo>
                  <a:lnTo>
                    <a:pt x="3522125" y="126721"/>
                  </a:lnTo>
                  <a:lnTo>
                    <a:pt x="3524026" y="201381"/>
                  </a:lnTo>
                  <a:lnTo>
                    <a:pt x="3525927" y="180225"/>
                  </a:lnTo>
                  <a:lnTo>
                    <a:pt x="3527828" y="226003"/>
                  </a:lnTo>
                  <a:lnTo>
                    <a:pt x="3529730" y="256731"/>
                  </a:lnTo>
                  <a:lnTo>
                    <a:pt x="3531631" y="232270"/>
                  </a:lnTo>
                  <a:lnTo>
                    <a:pt x="3533532" y="199197"/>
                  </a:lnTo>
                  <a:lnTo>
                    <a:pt x="3535433" y="225008"/>
                  </a:lnTo>
                  <a:lnTo>
                    <a:pt x="3537334" y="182555"/>
                  </a:lnTo>
                  <a:lnTo>
                    <a:pt x="3539236" y="188790"/>
                  </a:lnTo>
                  <a:lnTo>
                    <a:pt x="3541137" y="260500"/>
                  </a:lnTo>
                  <a:lnTo>
                    <a:pt x="3543038" y="226085"/>
                  </a:lnTo>
                  <a:lnTo>
                    <a:pt x="3544939" y="218188"/>
                  </a:lnTo>
                  <a:lnTo>
                    <a:pt x="3546841" y="347213"/>
                  </a:lnTo>
                  <a:lnTo>
                    <a:pt x="3548742" y="393573"/>
                  </a:lnTo>
                  <a:lnTo>
                    <a:pt x="3550643" y="499103"/>
                  </a:lnTo>
                  <a:lnTo>
                    <a:pt x="3552544" y="572532"/>
                  </a:lnTo>
                  <a:lnTo>
                    <a:pt x="3554445" y="653073"/>
                  </a:lnTo>
                  <a:lnTo>
                    <a:pt x="3556347" y="735947"/>
                  </a:lnTo>
                  <a:lnTo>
                    <a:pt x="3558248" y="636024"/>
                  </a:lnTo>
                  <a:lnTo>
                    <a:pt x="3560149" y="561579"/>
                  </a:lnTo>
                  <a:lnTo>
                    <a:pt x="3562050" y="647662"/>
                  </a:lnTo>
                  <a:lnTo>
                    <a:pt x="3563951" y="590002"/>
                  </a:lnTo>
                  <a:lnTo>
                    <a:pt x="3565853" y="636001"/>
                  </a:lnTo>
                  <a:lnTo>
                    <a:pt x="3567754" y="550493"/>
                  </a:lnTo>
                  <a:lnTo>
                    <a:pt x="3569655" y="635369"/>
                  </a:lnTo>
                  <a:lnTo>
                    <a:pt x="3571556" y="604714"/>
                  </a:lnTo>
                  <a:lnTo>
                    <a:pt x="3573458" y="621763"/>
                  </a:lnTo>
                  <a:lnTo>
                    <a:pt x="3575359" y="621910"/>
                  </a:lnTo>
                  <a:lnTo>
                    <a:pt x="3577260" y="622192"/>
                  </a:lnTo>
                  <a:lnTo>
                    <a:pt x="3579161" y="543464"/>
                  </a:lnTo>
                  <a:lnTo>
                    <a:pt x="3581062" y="633678"/>
                  </a:lnTo>
                  <a:lnTo>
                    <a:pt x="3582964" y="564325"/>
                  </a:lnTo>
                  <a:lnTo>
                    <a:pt x="3584865" y="701525"/>
                  </a:lnTo>
                  <a:lnTo>
                    <a:pt x="3586766" y="722367"/>
                  </a:lnTo>
                  <a:lnTo>
                    <a:pt x="3588667" y="622132"/>
                  </a:lnTo>
                  <a:lnTo>
                    <a:pt x="3590568" y="767709"/>
                  </a:lnTo>
                  <a:lnTo>
                    <a:pt x="3592470" y="550962"/>
                  </a:lnTo>
                  <a:lnTo>
                    <a:pt x="3594371" y="525331"/>
                  </a:lnTo>
                  <a:lnTo>
                    <a:pt x="3596272" y="579288"/>
                  </a:lnTo>
                  <a:lnTo>
                    <a:pt x="3598173" y="458948"/>
                  </a:lnTo>
                  <a:lnTo>
                    <a:pt x="3600075" y="531840"/>
                  </a:lnTo>
                  <a:lnTo>
                    <a:pt x="3601976" y="518181"/>
                  </a:lnTo>
                  <a:lnTo>
                    <a:pt x="3603877" y="558761"/>
                  </a:lnTo>
                  <a:lnTo>
                    <a:pt x="3605778" y="461715"/>
                  </a:lnTo>
                  <a:lnTo>
                    <a:pt x="3607679" y="447996"/>
                  </a:lnTo>
                  <a:lnTo>
                    <a:pt x="3609581" y="522946"/>
                  </a:lnTo>
                  <a:lnTo>
                    <a:pt x="3611482" y="523468"/>
                  </a:lnTo>
                  <a:lnTo>
                    <a:pt x="3613383" y="557895"/>
                  </a:lnTo>
                  <a:lnTo>
                    <a:pt x="3615284" y="591518"/>
                  </a:lnTo>
                  <a:lnTo>
                    <a:pt x="3617185" y="506375"/>
                  </a:lnTo>
                  <a:lnTo>
                    <a:pt x="3619087" y="556817"/>
                  </a:lnTo>
                  <a:lnTo>
                    <a:pt x="3620988" y="526125"/>
                  </a:lnTo>
                  <a:lnTo>
                    <a:pt x="3622889" y="525471"/>
                  </a:lnTo>
                  <a:lnTo>
                    <a:pt x="3624790" y="506486"/>
                  </a:lnTo>
                  <a:lnTo>
                    <a:pt x="3626692" y="483169"/>
                  </a:lnTo>
                  <a:lnTo>
                    <a:pt x="3628593" y="528251"/>
                  </a:lnTo>
                  <a:lnTo>
                    <a:pt x="3630494" y="530600"/>
                  </a:lnTo>
                  <a:lnTo>
                    <a:pt x="3632395" y="538665"/>
                  </a:lnTo>
                  <a:lnTo>
                    <a:pt x="3634296" y="666210"/>
                  </a:lnTo>
                  <a:lnTo>
                    <a:pt x="3636198" y="683922"/>
                  </a:lnTo>
                  <a:lnTo>
                    <a:pt x="3638099" y="729120"/>
                  </a:lnTo>
                  <a:lnTo>
                    <a:pt x="3640000" y="765111"/>
                  </a:lnTo>
                  <a:lnTo>
                    <a:pt x="3641901" y="791727"/>
                  </a:lnTo>
                  <a:lnTo>
                    <a:pt x="3643802" y="822277"/>
                  </a:lnTo>
                  <a:lnTo>
                    <a:pt x="3645704" y="911341"/>
                  </a:lnTo>
                  <a:lnTo>
                    <a:pt x="3647605" y="1108650"/>
                  </a:lnTo>
                  <a:lnTo>
                    <a:pt x="3649506" y="1230438"/>
                  </a:lnTo>
                  <a:lnTo>
                    <a:pt x="3651407" y="1285121"/>
                  </a:lnTo>
                  <a:lnTo>
                    <a:pt x="3653309" y="1190064"/>
                  </a:lnTo>
                  <a:lnTo>
                    <a:pt x="3655210" y="1063015"/>
                  </a:lnTo>
                  <a:lnTo>
                    <a:pt x="3657111" y="1073010"/>
                  </a:lnTo>
                  <a:lnTo>
                    <a:pt x="3659012" y="1088487"/>
                  </a:lnTo>
                  <a:lnTo>
                    <a:pt x="3660913" y="1144616"/>
                  </a:lnTo>
                  <a:lnTo>
                    <a:pt x="3662815" y="1194798"/>
                  </a:lnTo>
                  <a:lnTo>
                    <a:pt x="3664716" y="1032630"/>
                  </a:lnTo>
                  <a:lnTo>
                    <a:pt x="3666617" y="1010936"/>
                  </a:lnTo>
                  <a:lnTo>
                    <a:pt x="3668518" y="943405"/>
                  </a:lnTo>
                  <a:lnTo>
                    <a:pt x="3670419" y="979684"/>
                  </a:lnTo>
                  <a:lnTo>
                    <a:pt x="3672321" y="1000714"/>
                  </a:lnTo>
                  <a:lnTo>
                    <a:pt x="3674222" y="1002661"/>
                  </a:lnTo>
                  <a:lnTo>
                    <a:pt x="3676123" y="930592"/>
                  </a:lnTo>
                  <a:lnTo>
                    <a:pt x="3678024" y="961967"/>
                  </a:lnTo>
                  <a:lnTo>
                    <a:pt x="3679926" y="904859"/>
                  </a:lnTo>
                  <a:lnTo>
                    <a:pt x="3681827" y="772667"/>
                  </a:lnTo>
                  <a:lnTo>
                    <a:pt x="3683728" y="733011"/>
                  </a:lnTo>
                  <a:lnTo>
                    <a:pt x="3685629" y="775889"/>
                  </a:lnTo>
                  <a:lnTo>
                    <a:pt x="3687530" y="666903"/>
                  </a:lnTo>
                  <a:lnTo>
                    <a:pt x="3689432" y="552080"/>
                  </a:lnTo>
                  <a:lnTo>
                    <a:pt x="3691333" y="587988"/>
                  </a:lnTo>
                  <a:lnTo>
                    <a:pt x="3693234" y="515684"/>
                  </a:lnTo>
                  <a:lnTo>
                    <a:pt x="3695135" y="346509"/>
                  </a:lnTo>
                  <a:lnTo>
                    <a:pt x="3697036" y="330684"/>
                  </a:lnTo>
                  <a:lnTo>
                    <a:pt x="3698938" y="254134"/>
                  </a:lnTo>
                  <a:lnTo>
                    <a:pt x="3700839" y="296066"/>
                  </a:lnTo>
                  <a:lnTo>
                    <a:pt x="3702740" y="201241"/>
                  </a:lnTo>
                  <a:lnTo>
                    <a:pt x="3704641" y="334590"/>
                  </a:lnTo>
                  <a:lnTo>
                    <a:pt x="3706543" y="332103"/>
                  </a:lnTo>
                  <a:lnTo>
                    <a:pt x="3708444" y="367807"/>
                  </a:lnTo>
                  <a:lnTo>
                    <a:pt x="3710345" y="428542"/>
                  </a:lnTo>
                  <a:lnTo>
                    <a:pt x="3712246" y="324107"/>
                  </a:lnTo>
                  <a:lnTo>
                    <a:pt x="3714147" y="398917"/>
                  </a:lnTo>
                  <a:lnTo>
                    <a:pt x="3716049" y="379413"/>
                  </a:lnTo>
                  <a:lnTo>
                    <a:pt x="3717950" y="342505"/>
                  </a:lnTo>
                  <a:lnTo>
                    <a:pt x="3719851" y="332466"/>
                  </a:lnTo>
                  <a:lnTo>
                    <a:pt x="3721752" y="328856"/>
                  </a:lnTo>
                  <a:lnTo>
                    <a:pt x="3723653" y="409384"/>
                  </a:lnTo>
                  <a:lnTo>
                    <a:pt x="3725555" y="359507"/>
                  </a:lnTo>
                  <a:lnTo>
                    <a:pt x="3727456" y="387651"/>
                  </a:lnTo>
                  <a:lnTo>
                    <a:pt x="3729357" y="321991"/>
                  </a:lnTo>
                  <a:lnTo>
                    <a:pt x="3731258" y="335542"/>
                  </a:lnTo>
                  <a:lnTo>
                    <a:pt x="3733160" y="388928"/>
                  </a:lnTo>
                  <a:lnTo>
                    <a:pt x="3735061" y="259697"/>
                  </a:lnTo>
                  <a:lnTo>
                    <a:pt x="3736962" y="346114"/>
                  </a:lnTo>
                  <a:lnTo>
                    <a:pt x="3738863" y="215976"/>
                  </a:lnTo>
                  <a:lnTo>
                    <a:pt x="3740764" y="223335"/>
                  </a:lnTo>
                  <a:lnTo>
                    <a:pt x="3742666" y="304567"/>
                  </a:lnTo>
                  <a:lnTo>
                    <a:pt x="3744567" y="305611"/>
                  </a:lnTo>
                  <a:lnTo>
                    <a:pt x="3746468" y="350399"/>
                  </a:lnTo>
                  <a:lnTo>
                    <a:pt x="3748369" y="340000"/>
                  </a:lnTo>
                  <a:lnTo>
                    <a:pt x="3750270" y="441924"/>
                  </a:lnTo>
                  <a:lnTo>
                    <a:pt x="3752172" y="438985"/>
                  </a:lnTo>
                  <a:lnTo>
                    <a:pt x="3754073" y="438033"/>
                  </a:lnTo>
                  <a:lnTo>
                    <a:pt x="3755974" y="472626"/>
                  </a:lnTo>
                  <a:lnTo>
                    <a:pt x="3757875" y="439681"/>
                  </a:lnTo>
                  <a:lnTo>
                    <a:pt x="3759776" y="395555"/>
                  </a:lnTo>
                  <a:lnTo>
                    <a:pt x="3761678" y="324455"/>
                  </a:lnTo>
                  <a:lnTo>
                    <a:pt x="3763579" y="266291"/>
                  </a:lnTo>
                  <a:lnTo>
                    <a:pt x="3765480" y="323340"/>
                  </a:lnTo>
                  <a:lnTo>
                    <a:pt x="3767381" y="249179"/>
                  </a:lnTo>
                  <a:lnTo>
                    <a:pt x="3769283" y="283006"/>
                  </a:lnTo>
                  <a:lnTo>
                    <a:pt x="3771184" y="185295"/>
                  </a:lnTo>
                  <a:lnTo>
                    <a:pt x="3773085" y="204919"/>
                  </a:lnTo>
                  <a:lnTo>
                    <a:pt x="3774986" y="185508"/>
                  </a:lnTo>
                  <a:lnTo>
                    <a:pt x="3776887" y="160407"/>
                  </a:lnTo>
                  <a:lnTo>
                    <a:pt x="3778789" y="103279"/>
                  </a:lnTo>
                  <a:lnTo>
                    <a:pt x="3780690" y="115535"/>
                  </a:lnTo>
                  <a:lnTo>
                    <a:pt x="3782591" y="72745"/>
                  </a:lnTo>
                  <a:lnTo>
                    <a:pt x="3784492" y="249534"/>
                  </a:lnTo>
                  <a:lnTo>
                    <a:pt x="3786393" y="231665"/>
                  </a:lnTo>
                  <a:lnTo>
                    <a:pt x="3788295" y="296009"/>
                  </a:lnTo>
                  <a:lnTo>
                    <a:pt x="3790196" y="295209"/>
                  </a:lnTo>
                  <a:lnTo>
                    <a:pt x="3792097" y="430523"/>
                  </a:lnTo>
                  <a:lnTo>
                    <a:pt x="3793998" y="488052"/>
                  </a:lnTo>
                  <a:lnTo>
                    <a:pt x="3795900" y="474242"/>
                  </a:lnTo>
                  <a:lnTo>
                    <a:pt x="3797801" y="544399"/>
                  </a:lnTo>
                  <a:lnTo>
                    <a:pt x="3799702" y="527995"/>
                  </a:lnTo>
                  <a:lnTo>
                    <a:pt x="3801603" y="554307"/>
                  </a:lnTo>
                  <a:lnTo>
                    <a:pt x="3803504" y="624865"/>
                  </a:lnTo>
                  <a:lnTo>
                    <a:pt x="3805406" y="610482"/>
                  </a:lnTo>
                  <a:lnTo>
                    <a:pt x="3807307" y="700376"/>
                  </a:lnTo>
                  <a:lnTo>
                    <a:pt x="3809208" y="829107"/>
                  </a:lnTo>
                  <a:lnTo>
                    <a:pt x="3811109" y="1015823"/>
                  </a:lnTo>
                  <a:lnTo>
                    <a:pt x="3813010" y="1003300"/>
                  </a:lnTo>
                  <a:lnTo>
                    <a:pt x="3814912" y="1070754"/>
                  </a:lnTo>
                  <a:lnTo>
                    <a:pt x="3816813" y="1063859"/>
                  </a:lnTo>
                  <a:lnTo>
                    <a:pt x="3818714" y="1164858"/>
                  </a:lnTo>
                  <a:lnTo>
                    <a:pt x="3820615" y="1227697"/>
                  </a:lnTo>
                  <a:lnTo>
                    <a:pt x="3822517" y="1239714"/>
                  </a:lnTo>
                  <a:lnTo>
                    <a:pt x="3824418" y="1171862"/>
                  </a:lnTo>
                  <a:lnTo>
                    <a:pt x="3826319" y="1091659"/>
                  </a:lnTo>
                  <a:lnTo>
                    <a:pt x="3828220" y="1133633"/>
                  </a:lnTo>
                  <a:lnTo>
                    <a:pt x="3830121" y="1187813"/>
                  </a:lnTo>
                  <a:lnTo>
                    <a:pt x="3832023" y="1279764"/>
                  </a:lnTo>
                  <a:lnTo>
                    <a:pt x="3833924" y="1171231"/>
                  </a:lnTo>
                  <a:lnTo>
                    <a:pt x="3835825" y="1187096"/>
                  </a:lnTo>
                  <a:lnTo>
                    <a:pt x="3837726" y="1277128"/>
                  </a:lnTo>
                  <a:lnTo>
                    <a:pt x="3839627" y="1224968"/>
                  </a:lnTo>
                  <a:lnTo>
                    <a:pt x="3841529" y="1205772"/>
                  </a:lnTo>
                  <a:lnTo>
                    <a:pt x="3843430" y="1113270"/>
                  </a:lnTo>
                  <a:lnTo>
                    <a:pt x="3845331" y="1015996"/>
                  </a:lnTo>
                  <a:lnTo>
                    <a:pt x="3847232" y="1203426"/>
                  </a:lnTo>
                  <a:lnTo>
                    <a:pt x="3849134" y="1207402"/>
                  </a:lnTo>
                  <a:lnTo>
                    <a:pt x="3851035" y="1140197"/>
                  </a:lnTo>
                  <a:lnTo>
                    <a:pt x="3852936" y="1019759"/>
                  </a:lnTo>
                  <a:lnTo>
                    <a:pt x="3854837" y="980560"/>
                  </a:lnTo>
                  <a:lnTo>
                    <a:pt x="3856738" y="1034365"/>
                  </a:lnTo>
                  <a:lnTo>
                    <a:pt x="3858640" y="953907"/>
                  </a:lnTo>
                  <a:lnTo>
                    <a:pt x="3860541" y="852835"/>
                  </a:lnTo>
                  <a:lnTo>
                    <a:pt x="3862442" y="811250"/>
                  </a:lnTo>
                  <a:lnTo>
                    <a:pt x="3864343" y="785681"/>
                  </a:lnTo>
                  <a:lnTo>
                    <a:pt x="3866244" y="738249"/>
                  </a:lnTo>
                  <a:lnTo>
                    <a:pt x="3868146" y="715259"/>
                  </a:lnTo>
                  <a:lnTo>
                    <a:pt x="3870047" y="716907"/>
                  </a:lnTo>
                  <a:lnTo>
                    <a:pt x="3871948" y="836475"/>
                  </a:lnTo>
                  <a:lnTo>
                    <a:pt x="3873849" y="832245"/>
                  </a:lnTo>
                  <a:lnTo>
                    <a:pt x="3875751" y="908228"/>
                  </a:lnTo>
                  <a:lnTo>
                    <a:pt x="3877652" y="904672"/>
                  </a:lnTo>
                  <a:lnTo>
                    <a:pt x="3879553" y="919614"/>
                  </a:lnTo>
                  <a:lnTo>
                    <a:pt x="3881454" y="843485"/>
                  </a:lnTo>
                  <a:lnTo>
                    <a:pt x="3883355" y="842571"/>
                  </a:lnTo>
                  <a:lnTo>
                    <a:pt x="3885257" y="873331"/>
                  </a:lnTo>
                  <a:lnTo>
                    <a:pt x="3887158" y="846407"/>
                  </a:lnTo>
                  <a:lnTo>
                    <a:pt x="3889059" y="841247"/>
                  </a:lnTo>
                  <a:lnTo>
                    <a:pt x="3890960" y="834838"/>
                  </a:lnTo>
                  <a:lnTo>
                    <a:pt x="3892861" y="887825"/>
                  </a:lnTo>
                  <a:lnTo>
                    <a:pt x="3894763" y="993484"/>
                  </a:lnTo>
                  <a:lnTo>
                    <a:pt x="3896664" y="1032873"/>
                  </a:lnTo>
                  <a:lnTo>
                    <a:pt x="3898565" y="1027472"/>
                  </a:lnTo>
                  <a:lnTo>
                    <a:pt x="3900466" y="1076833"/>
                  </a:lnTo>
                  <a:lnTo>
                    <a:pt x="3902368" y="1082526"/>
                  </a:lnTo>
                  <a:lnTo>
                    <a:pt x="3904269" y="1141382"/>
                  </a:lnTo>
                  <a:lnTo>
                    <a:pt x="3906170" y="1100178"/>
                  </a:lnTo>
                  <a:lnTo>
                    <a:pt x="3908071" y="1154515"/>
                  </a:lnTo>
                  <a:lnTo>
                    <a:pt x="3909972" y="1201488"/>
                  </a:lnTo>
                  <a:lnTo>
                    <a:pt x="3911874" y="1184618"/>
                  </a:lnTo>
                  <a:lnTo>
                    <a:pt x="3913775" y="976653"/>
                  </a:lnTo>
                  <a:lnTo>
                    <a:pt x="3915676" y="946544"/>
                  </a:lnTo>
                  <a:lnTo>
                    <a:pt x="3917577" y="908300"/>
                  </a:lnTo>
                  <a:lnTo>
                    <a:pt x="3919478" y="829167"/>
                  </a:lnTo>
                  <a:lnTo>
                    <a:pt x="3921380" y="798556"/>
                  </a:lnTo>
                  <a:lnTo>
                    <a:pt x="3923281" y="732733"/>
                  </a:lnTo>
                  <a:lnTo>
                    <a:pt x="3925182" y="740455"/>
                  </a:lnTo>
                  <a:lnTo>
                    <a:pt x="3927083" y="806459"/>
                  </a:lnTo>
                  <a:lnTo>
                    <a:pt x="3928985" y="714456"/>
                  </a:lnTo>
                  <a:lnTo>
                    <a:pt x="3930886" y="777610"/>
                  </a:lnTo>
                  <a:lnTo>
                    <a:pt x="3932787" y="721055"/>
                  </a:lnTo>
                  <a:lnTo>
                    <a:pt x="3934688" y="624976"/>
                  </a:lnTo>
                  <a:lnTo>
                    <a:pt x="3936589" y="705537"/>
                  </a:lnTo>
                  <a:lnTo>
                    <a:pt x="3938491" y="684983"/>
                  </a:lnTo>
                  <a:lnTo>
                    <a:pt x="3940392" y="791026"/>
                  </a:lnTo>
                  <a:lnTo>
                    <a:pt x="3942293" y="835422"/>
                  </a:lnTo>
                  <a:lnTo>
                    <a:pt x="3944194" y="865284"/>
                  </a:lnTo>
                  <a:lnTo>
                    <a:pt x="3946095" y="895425"/>
                  </a:lnTo>
                  <a:lnTo>
                    <a:pt x="3947997" y="854380"/>
                  </a:lnTo>
                  <a:lnTo>
                    <a:pt x="3949898" y="801927"/>
                  </a:lnTo>
                  <a:lnTo>
                    <a:pt x="3951799" y="791156"/>
                  </a:lnTo>
                  <a:lnTo>
                    <a:pt x="3953700" y="762426"/>
                  </a:lnTo>
                  <a:lnTo>
                    <a:pt x="3955602" y="773260"/>
                  </a:lnTo>
                  <a:lnTo>
                    <a:pt x="3957503" y="838687"/>
                  </a:lnTo>
                  <a:lnTo>
                    <a:pt x="3959404" y="913509"/>
                  </a:lnTo>
                  <a:lnTo>
                    <a:pt x="3961305" y="909167"/>
                  </a:lnTo>
                  <a:lnTo>
                    <a:pt x="3963206" y="876374"/>
                  </a:lnTo>
                  <a:lnTo>
                    <a:pt x="3965108" y="870166"/>
                  </a:lnTo>
                  <a:lnTo>
                    <a:pt x="3967009" y="777402"/>
                  </a:lnTo>
                  <a:lnTo>
                    <a:pt x="3968910" y="783550"/>
                  </a:lnTo>
                  <a:lnTo>
                    <a:pt x="3970811" y="939413"/>
                  </a:lnTo>
                  <a:lnTo>
                    <a:pt x="3972712" y="1080697"/>
                  </a:lnTo>
                  <a:lnTo>
                    <a:pt x="3974614" y="1198583"/>
                  </a:lnTo>
                  <a:lnTo>
                    <a:pt x="3976515" y="1151271"/>
                  </a:lnTo>
                  <a:lnTo>
                    <a:pt x="3978416" y="1063266"/>
                  </a:lnTo>
                  <a:lnTo>
                    <a:pt x="3980317" y="1117244"/>
                  </a:lnTo>
                  <a:lnTo>
                    <a:pt x="3982219" y="1116490"/>
                  </a:lnTo>
                  <a:lnTo>
                    <a:pt x="3984120" y="953973"/>
                  </a:lnTo>
                  <a:lnTo>
                    <a:pt x="3986021" y="933965"/>
                  </a:lnTo>
                  <a:lnTo>
                    <a:pt x="3987922" y="928789"/>
                  </a:lnTo>
                  <a:lnTo>
                    <a:pt x="3989823" y="998879"/>
                  </a:lnTo>
                  <a:lnTo>
                    <a:pt x="3991725" y="984222"/>
                  </a:lnTo>
                  <a:lnTo>
                    <a:pt x="3993626" y="1061205"/>
                  </a:lnTo>
                  <a:lnTo>
                    <a:pt x="3995527" y="945222"/>
                  </a:lnTo>
                  <a:lnTo>
                    <a:pt x="3997428" y="968807"/>
                  </a:lnTo>
                  <a:lnTo>
                    <a:pt x="3999329" y="867006"/>
                  </a:lnTo>
                  <a:lnTo>
                    <a:pt x="4001231" y="942119"/>
                  </a:lnTo>
                  <a:lnTo>
                    <a:pt x="4003132" y="1060476"/>
                  </a:lnTo>
                  <a:lnTo>
                    <a:pt x="4005033" y="1088022"/>
                  </a:lnTo>
                  <a:lnTo>
                    <a:pt x="4006934" y="1111469"/>
                  </a:lnTo>
                  <a:lnTo>
                    <a:pt x="4008836" y="1104636"/>
                  </a:lnTo>
                  <a:lnTo>
                    <a:pt x="4010737" y="1099666"/>
                  </a:lnTo>
                  <a:lnTo>
                    <a:pt x="4012638" y="1091045"/>
                  </a:lnTo>
                  <a:lnTo>
                    <a:pt x="4014539" y="1032393"/>
                  </a:lnTo>
                  <a:lnTo>
                    <a:pt x="4016440" y="1058705"/>
                  </a:lnTo>
                  <a:lnTo>
                    <a:pt x="4018342" y="1049016"/>
                  </a:lnTo>
                  <a:lnTo>
                    <a:pt x="4020243" y="1130057"/>
                  </a:lnTo>
                  <a:lnTo>
                    <a:pt x="4022144" y="1245442"/>
                  </a:lnTo>
                  <a:lnTo>
                    <a:pt x="4024045" y="1247629"/>
                  </a:lnTo>
                  <a:lnTo>
                    <a:pt x="4025946" y="1322246"/>
                  </a:lnTo>
                  <a:lnTo>
                    <a:pt x="4027848" y="1418907"/>
                  </a:lnTo>
                  <a:lnTo>
                    <a:pt x="4029749" y="1439642"/>
                  </a:lnTo>
                  <a:lnTo>
                    <a:pt x="4031650" y="1439149"/>
                  </a:lnTo>
                  <a:lnTo>
                    <a:pt x="4033551" y="1523150"/>
                  </a:lnTo>
                  <a:lnTo>
                    <a:pt x="4035453" y="1551442"/>
                  </a:lnTo>
                  <a:lnTo>
                    <a:pt x="4037354" y="1677549"/>
                  </a:lnTo>
                  <a:lnTo>
                    <a:pt x="4039255" y="1667509"/>
                  </a:lnTo>
                  <a:lnTo>
                    <a:pt x="4041156" y="1607963"/>
                  </a:lnTo>
                  <a:lnTo>
                    <a:pt x="4043057" y="1698562"/>
                  </a:lnTo>
                  <a:lnTo>
                    <a:pt x="4044959" y="1804729"/>
                  </a:lnTo>
                  <a:lnTo>
                    <a:pt x="4046860" y="1786092"/>
                  </a:lnTo>
                  <a:lnTo>
                    <a:pt x="4048761" y="1854751"/>
                  </a:lnTo>
                  <a:lnTo>
                    <a:pt x="4050662" y="1951576"/>
                  </a:lnTo>
                  <a:lnTo>
                    <a:pt x="4052563" y="1908183"/>
                  </a:lnTo>
                  <a:lnTo>
                    <a:pt x="4054465" y="1914764"/>
                  </a:lnTo>
                  <a:lnTo>
                    <a:pt x="4056366" y="1883956"/>
                  </a:lnTo>
                  <a:lnTo>
                    <a:pt x="4058267" y="1879160"/>
                  </a:lnTo>
                  <a:lnTo>
                    <a:pt x="4060168" y="1947251"/>
                  </a:lnTo>
                  <a:lnTo>
                    <a:pt x="4062069" y="1969139"/>
                  </a:lnTo>
                  <a:lnTo>
                    <a:pt x="4063971" y="1972860"/>
                  </a:lnTo>
                  <a:lnTo>
                    <a:pt x="4065872" y="1924248"/>
                  </a:lnTo>
                  <a:lnTo>
                    <a:pt x="4067773" y="1987753"/>
                  </a:lnTo>
                  <a:lnTo>
                    <a:pt x="4069674" y="1926360"/>
                  </a:lnTo>
                  <a:lnTo>
                    <a:pt x="4071576" y="1913348"/>
                  </a:lnTo>
                  <a:lnTo>
                    <a:pt x="4073477" y="1951204"/>
                  </a:lnTo>
                  <a:lnTo>
                    <a:pt x="4075378" y="1879221"/>
                  </a:lnTo>
                  <a:lnTo>
                    <a:pt x="4077279" y="1847244"/>
                  </a:lnTo>
                  <a:lnTo>
                    <a:pt x="4079180" y="1805173"/>
                  </a:lnTo>
                  <a:lnTo>
                    <a:pt x="4081082" y="1830591"/>
                  </a:lnTo>
                  <a:lnTo>
                    <a:pt x="4082983" y="1807793"/>
                  </a:lnTo>
                  <a:lnTo>
                    <a:pt x="4084884" y="1790198"/>
                  </a:lnTo>
                  <a:lnTo>
                    <a:pt x="4086785" y="1869620"/>
                  </a:lnTo>
                  <a:lnTo>
                    <a:pt x="4088686" y="1849227"/>
                  </a:lnTo>
                  <a:lnTo>
                    <a:pt x="4090588" y="1838121"/>
                  </a:lnTo>
                  <a:lnTo>
                    <a:pt x="4092489" y="1827547"/>
                  </a:lnTo>
                  <a:lnTo>
                    <a:pt x="4094390" y="1804010"/>
                  </a:lnTo>
                  <a:lnTo>
                    <a:pt x="4096291" y="1719538"/>
                  </a:lnTo>
                  <a:lnTo>
                    <a:pt x="4098193" y="1711637"/>
                  </a:lnTo>
                  <a:lnTo>
                    <a:pt x="4100094" y="1662005"/>
                  </a:lnTo>
                  <a:lnTo>
                    <a:pt x="4101995" y="1668245"/>
                  </a:lnTo>
                  <a:lnTo>
                    <a:pt x="4103896" y="1656559"/>
                  </a:lnTo>
                  <a:lnTo>
                    <a:pt x="4105797" y="1595852"/>
                  </a:lnTo>
                  <a:lnTo>
                    <a:pt x="4107699" y="1620533"/>
                  </a:lnTo>
                  <a:lnTo>
                    <a:pt x="4109600" y="1687928"/>
                  </a:lnTo>
                  <a:lnTo>
                    <a:pt x="4111501" y="1772342"/>
                  </a:lnTo>
                  <a:lnTo>
                    <a:pt x="4113402" y="1868371"/>
                  </a:lnTo>
                  <a:lnTo>
                    <a:pt x="4115303" y="1874652"/>
                  </a:lnTo>
                  <a:lnTo>
                    <a:pt x="4117205" y="1927199"/>
                  </a:lnTo>
                  <a:lnTo>
                    <a:pt x="4119106" y="1932379"/>
                  </a:lnTo>
                  <a:lnTo>
                    <a:pt x="4121007" y="1866471"/>
                  </a:lnTo>
                  <a:lnTo>
                    <a:pt x="4122908" y="1855778"/>
                  </a:lnTo>
                  <a:lnTo>
                    <a:pt x="4124810" y="1777049"/>
                  </a:lnTo>
                  <a:lnTo>
                    <a:pt x="4126711" y="1800543"/>
                  </a:lnTo>
                  <a:lnTo>
                    <a:pt x="4128612" y="1905693"/>
                  </a:lnTo>
                  <a:lnTo>
                    <a:pt x="4130513" y="1815126"/>
                  </a:lnTo>
                  <a:lnTo>
                    <a:pt x="4132414" y="1845779"/>
                  </a:lnTo>
                  <a:lnTo>
                    <a:pt x="4134316" y="1674911"/>
                  </a:lnTo>
                  <a:lnTo>
                    <a:pt x="4136217" y="1685117"/>
                  </a:lnTo>
                  <a:lnTo>
                    <a:pt x="4138118" y="1656660"/>
                  </a:lnTo>
                  <a:lnTo>
                    <a:pt x="4140019" y="1519334"/>
                  </a:lnTo>
                  <a:lnTo>
                    <a:pt x="4141920" y="1539724"/>
                  </a:lnTo>
                  <a:lnTo>
                    <a:pt x="4143822" y="1609422"/>
                  </a:lnTo>
                  <a:lnTo>
                    <a:pt x="4145723" y="1567035"/>
                  </a:lnTo>
                  <a:lnTo>
                    <a:pt x="4147624" y="1579166"/>
                  </a:lnTo>
                  <a:lnTo>
                    <a:pt x="4149525" y="1508123"/>
                  </a:lnTo>
                  <a:lnTo>
                    <a:pt x="4151427" y="1432818"/>
                  </a:lnTo>
                  <a:lnTo>
                    <a:pt x="4153328" y="1247766"/>
                  </a:lnTo>
                  <a:lnTo>
                    <a:pt x="4155229" y="1267281"/>
                  </a:lnTo>
                  <a:lnTo>
                    <a:pt x="4157130" y="1229201"/>
                  </a:lnTo>
                  <a:lnTo>
                    <a:pt x="4159031" y="1231916"/>
                  </a:lnTo>
                  <a:lnTo>
                    <a:pt x="4160933" y="1315451"/>
                  </a:lnTo>
                  <a:lnTo>
                    <a:pt x="4162834" y="1435547"/>
                  </a:lnTo>
                  <a:lnTo>
                    <a:pt x="4164735" y="1467001"/>
                  </a:lnTo>
                  <a:lnTo>
                    <a:pt x="4166636" y="1479827"/>
                  </a:lnTo>
                  <a:lnTo>
                    <a:pt x="4168537" y="1364260"/>
                  </a:lnTo>
                  <a:lnTo>
                    <a:pt x="4170439" y="1381672"/>
                  </a:lnTo>
                  <a:lnTo>
                    <a:pt x="4172340" y="1274896"/>
                  </a:lnTo>
                  <a:lnTo>
                    <a:pt x="4174241" y="1286453"/>
                  </a:lnTo>
                  <a:lnTo>
                    <a:pt x="4176142" y="1336745"/>
                  </a:lnTo>
                  <a:lnTo>
                    <a:pt x="4178044" y="1266983"/>
                  </a:lnTo>
                  <a:lnTo>
                    <a:pt x="4179945" y="1170503"/>
                  </a:lnTo>
                  <a:lnTo>
                    <a:pt x="4181846" y="1194732"/>
                  </a:lnTo>
                  <a:lnTo>
                    <a:pt x="4183747" y="1196815"/>
                  </a:lnTo>
                  <a:lnTo>
                    <a:pt x="4185648" y="1231075"/>
                  </a:lnTo>
                  <a:lnTo>
                    <a:pt x="4187550" y="1172398"/>
                  </a:lnTo>
                  <a:lnTo>
                    <a:pt x="4189451" y="1177854"/>
                  </a:lnTo>
                  <a:lnTo>
                    <a:pt x="4191352" y="1252014"/>
                  </a:lnTo>
                  <a:lnTo>
                    <a:pt x="4193253" y="1170151"/>
                  </a:lnTo>
                  <a:lnTo>
                    <a:pt x="4195154" y="1157591"/>
                  </a:lnTo>
                  <a:lnTo>
                    <a:pt x="4197056" y="1296086"/>
                  </a:lnTo>
                  <a:lnTo>
                    <a:pt x="4198957" y="1238478"/>
                  </a:lnTo>
                  <a:lnTo>
                    <a:pt x="4200858" y="1238350"/>
                  </a:lnTo>
                  <a:lnTo>
                    <a:pt x="4202759" y="1303814"/>
                  </a:lnTo>
                  <a:lnTo>
                    <a:pt x="4204661" y="1327095"/>
                  </a:lnTo>
                  <a:lnTo>
                    <a:pt x="4206562" y="1366266"/>
                  </a:lnTo>
                  <a:lnTo>
                    <a:pt x="4208463" y="1337685"/>
                  </a:lnTo>
                  <a:lnTo>
                    <a:pt x="4210364" y="1398319"/>
                  </a:lnTo>
                  <a:lnTo>
                    <a:pt x="4212265" y="1395684"/>
                  </a:lnTo>
                  <a:lnTo>
                    <a:pt x="4214167" y="1425397"/>
                  </a:lnTo>
                  <a:lnTo>
                    <a:pt x="4216068" y="1467672"/>
                  </a:lnTo>
                  <a:lnTo>
                    <a:pt x="4217969" y="1477892"/>
                  </a:lnTo>
                  <a:lnTo>
                    <a:pt x="4219870" y="1452801"/>
                  </a:lnTo>
                  <a:lnTo>
                    <a:pt x="4221771" y="1489658"/>
                  </a:lnTo>
                  <a:lnTo>
                    <a:pt x="4223673" y="1501197"/>
                  </a:lnTo>
                  <a:lnTo>
                    <a:pt x="4225574" y="1537601"/>
                  </a:lnTo>
                  <a:lnTo>
                    <a:pt x="4227475" y="1541763"/>
                  </a:lnTo>
                  <a:lnTo>
                    <a:pt x="4229376" y="1493005"/>
                  </a:lnTo>
                  <a:lnTo>
                    <a:pt x="4231278" y="1502527"/>
                  </a:lnTo>
                  <a:lnTo>
                    <a:pt x="4233179" y="1442050"/>
                  </a:lnTo>
                  <a:lnTo>
                    <a:pt x="4235080" y="1407440"/>
                  </a:lnTo>
                  <a:lnTo>
                    <a:pt x="4236981" y="1458987"/>
                  </a:lnTo>
                  <a:lnTo>
                    <a:pt x="4238882" y="1467475"/>
                  </a:lnTo>
                  <a:lnTo>
                    <a:pt x="4240784" y="1545054"/>
                  </a:lnTo>
                  <a:lnTo>
                    <a:pt x="4242685" y="1635472"/>
                  </a:lnTo>
                  <a:lnTo>
                    <a:pt x="4244586" y="1719666"/>
                  </a:lnTo>
                  <a:lnTo>
                    <a:pt x="4246487" y="1829181"/>
                  </a:lnTo>
                  <a:lnTo>
                    <a:pt x="4248388" y="1851895"/>
                  </a:lnTo>
                  <a:lnTo>
                    <a:pt x="4250290" y="1893606"/>
                  </a:lnTo>
                  <a:lnTo>
                    <a:pt x="4252191" y="1914921"/>
                  </a:lnTo>
                  <a:lnTo>
                    <a:pt x="4254092" y="1920751"/>
                  </a:lnTo>
                  <a:lnTo>
                    <a:pt x="4255993" y="1913250"/>
                  </a:lnTo>
                  <a:lnTo>
                    <a:pt x="4257895" y="1959251"/>
                  </a:lnTo>
                  <a:lnTo>
                    <a:pt x="4259796" y="1953072"/>
                  </a:lnTo>
                  <a:lnTo>
                    <a:pt x="4261697" y="1922756"/>
                  </a:lnTo>
                  <a:lnTo>
                    <a:pt x="4263598" y="1888013"/>
                  </a:lnTo>
                  <a:lnTo>
                    <a:pt x="4265499" y="1805952"/>
                  </a:lnTo>
                  <a:lnTo>
                    <a:pt x="4267401" y="1869809"/>
                  </a:lnTo>
                  <a:lnTo>
                    <a:pt x="4269302" y="1906999"/>
                  </a:lnTo>
                  <a:lnTo>
                    <a:pt x="4271203" y="1894480"/>
                  </a:lnTo>
                  <a:lnTo>
                    <a:pt x="4273104" y="1831176"/>
                  </a:lnTo>
                  <a:lnTo>
                    <a:pt x="4275005" y="1683925"/>
                  </a:lnTo>
                  <a:lnTo>
                    <a:pt x="4276907" y="1730817"/>
                  </a:lnTo>
                  <a:lnTo>
                    <a:pt x="4278808" y="1764301"/>
                  </a:lnTo>
                  <a:lnTo>
                    <a:pt x="4280709" y="1777252"/>
                  </a:lnTo>
                  <a:lnTo>
                    <a:pt x="4282610" y="1849494"/>
                  </a:lnTo>
                  <a:lnTo>
                    <a:pt x="4284512" y="1860559"/>
                  </a:lnTo>
                  <a:lnTo>
                    <a:pt x="4286413" y="1914436"/>
                  </a:lnTo>
                  <a:lnTo>
                    <a:pt x="4288314" y="1917265"/>
                  </a:lnTo>
                  <a:lnTo>
                    <a:pt x="4290215" y="1990370"/>
                  </a:lnTo>
                  <a:lnTo>
                    <a:pt x="4292116" y="2015624"/>
                  </a:lnTo>
                  <a:lnTo>
                    <a:pt x="4294018" y="2039419"/>
                  </a:lnTo>
                  <a:lnTo>
                    <a:pt x="4295919" y="2061242"/>
                  </a:lnTo>
                  <a:lnTo>
                    <a:pt x="4297820" y="2083316"/>
                  </a:lnTo>
                  <a:lnTo>
                    <a:pt x="4299721" y="2125696"/>
                  </a:lnTo>
                  <a:lnTo>
                    <a:pt x="4301622" y="2090134"/>
                  </a:lnTo>
                  <a:lnTo>
                    <a:pt x="4303524" y="2075949"/>
                  </a:lnTo>
                  <a:lnTo>
                    <a:pt x="4305425" y="2074465"/>
                  </a:lnTo>
                  <a:lnTo>
                    <a:pt x="4307326" y="2054612"/>
                  </a:lnTo>
                  <a:lnTo>
                    <a:pt x="4309227" y="2064146"/>
                  </a:lnTo>
                  <a:lnTo>
                    <a:pt x="4311129" y="2037829"/>
                  </a:lnTo>
                  <a:lnTo>
                    <a:pt x="4313030" y="2101258"/>
                  </a:lnTo>
                  <a:lnTo>
                    <a:pt x="4314931" y="2075315"/>
                  </a:lnTo>
                  <a:lnTo>
                    <a:pt x="4316832" y="2011413"/>
                  </a:lnTo>
                  <a:lnTo>
                    <a:pt x="4318733" y="1949469"/>
                  </a:lnTo>
                  <a:lnTo>
                    <a:pt x="4320635" y="1897606"/>
                  </a:lnTo>
                  <a:lnTo>
                    <a:pt x="4322536" y="1878522"/>
                  </a:lnTo>
                  <a:lnTo>
                    <a:pt x="4324437" y="1813454"/>
                  </a:lnTo>
                  <a:lnTo>
                    <a:pt x="4326338" y="1715285"/>
                  </a:lnTo>
                  <a:lnTo>
                    <a:pt x="4328239" y="1746590"/>
                  </a:lnTo>
                  <a:lnTo>
                    <a:pt x="4330141" y="1751604"/>
                  </a:lnTo>
                  <a:lnTo>
                    <a:pt x="4332042" y="1762811"/>
                  </a:lnTo>
                  <a:lnTo>
                    <a:pt x="4333943" y="1792939"/>
                  </a:lnTo>
                  <a:lnTo>
                    <a:pt x="4335844" y="1839937"/>
                  </a:lnTo>
                  <a:lnTo>
                    <a:pt x="4337746" y="1879487"/>
                  </a:lnTo>
                  <a:lnTo>
                    <a:pt x="4339647" y="1888298"/>
                  </a:lnTo>
                  <a:lnTo>
                    <a:pt x="4341548" y="1851589"/>
                  </a:lnTo>
                  <a:lnTo>
                    <a:pt x="4343449" y="1845633"/>
                  </a:lnTo>
                  <a:lnTo>
                    <a:pt x="4345350" y="1880681"/>
                  </a:lnTo>
                  <a:lnTo>
                    <a:pt x="4347252" y="2013770"/>
                  </a:lnTo>
                  <a:lnTo>
                    <a:pt x="4349153" y="2032084"/>
                  </a:lnTo>
                  <a:lnTo>
                    <a:pt x="4351054" y="1985685"/>
                  </a:lnTo>
                  <a:lnTo>
                    <a:pt x="4352955" y="1983383"/>
                  </a:lnTo>
                  <a:lnTo>
                    <a:pt x="4354856" y="2017218"/>
                  </a:lnTo>
                  <a:lnTo>
                    <a:pt x="4356758" y="1999129"/>
                  </a:lnTo>
                  <a:lnTo>
                    <a:pt x="4358659" y="2014357"/>
                  </a:lnTo>
                  <a:lnTo>
                    <a:pt x="4360560" y="2029654"/>
                  </a:lnTo>
                  <a:lnTo>
                    <a:pt x="4362461" y="2037027"/>
                  </a:lnTo>
                  <a:lnTo>
                    <a:pt x="4364362" y="2073658"/>
                  </a:lnTo>
                  <a:lnTo>
                    <a:pt x="4366264" y="2065748"/>
                  </a:lnTo>
                  <a:lnTo>
                    <a:pt x="4368165" y="2068577"/>
                  </a:lnTo>
                  <a:lnTo>
                    <a:pt x="4370066" y="2089394"/>
                  </a:lnTo>
                  <a:lnTo>
                    <a:pt x="4371967" y="2104560"/>
                  </a:lnTo>
                  <a:lnTo>
                    <a:pt x="4373869" y="2046935"/>
                  </a:lnTo>
                  <a:lnTo>
                    <a:pt x="4375770" y="1972628"/>
                  </a:lnTo>
                  <a:lnTo>
                    <a:pt x="4377671" y="1924005"/>
                  </a:lnTo>
                  <a:lnTo>
                    <a:pt x="4379572" y="1941311"/>
                  </a:lnTo>
                  <a:lnTo>
                    <a:pt x="4381473" y="1910162"/>
                  </a:lnTo>
                  <a:lnTo>
                    <a:pt x="4383375" y="1914273"/>
                  </a:lnTo>
                  <a:lnTo>
                    <a:pt x="4385276" y="1894708"/>
                  </a:lnTo>
                  <a:lnTo>
                    <a:pt x="4387177" y="1845896"/>
                  </a:lnTo>
                  <a:lnTo>
                    <a:pt x="4389078" y="1792824"/>
                  </a:lnTo>
                  <a:lnTo>
                    <a:pt x="4390979" y="1724605"/>
                  </a:lnTo>
                  <a:lnTo>
                    <a:pt x="4392881" y="1645595"/>
                  </a:lnTo>
                  <a:lnTo>
                    <a:pt x="4394782" y="1601338"/>
                  </a:lnTo>
                  <a:lnTo>
                    <a:pt x="4396683" y="1558297"/>
                  </a:lnTo>
                  <a:lnTo>
                    <a:pt x="4398584" y="1446155"/>
                  </a:lnTo>
                  <a:lnTo>
                    <a:pt x="4400486" y="1579180"/>
                  </a:lnTo>
                  <a:lnTo>
                    <a:pt x="4402387" y="1650434"/>
                  </a:lnTo>
                  <a:lnTo>
                    <a:pt x="4404288" y="1610060"/>
                  </a:lnTo>
                  <a:lnTo>
                    <a:pt x="4406189" y="1491927"/>
                  </a:lnTo>
                  <a:lnTo>
                    <a:pt x="4408090" y="1514438"/>
                  </a:lnTo>
                  <a:lnTo>
                    <a:pt x="4409992" y="1459001"/>
                  </a:lnTo>
                  <a:lnTo>
                    <a:pt x="4411893" y="1441009"/>
                  </a:lnTo>
                  <a:lnTo>
                    <a:pt x="4413794" y="1425012"/>
                  </a:lnTo>
                  <a:lnTo>
                    <a:pt x="4415695" y="1382489"/>
                  </a:lnTo>
                  <a:lnTo>
                    <a:pt x="4417596" y="1368863"/>
                  </a:lnTo>
                  <a:lnTo>
                    <a:pt x="4419498" y="1410813"/>
                  </a:lnTo>
                  <a:lnTo>
                    <a:pt x="4421399" y="1463393"/>
                  </a:lnTo>
                  <a:lnTo>
                    <a:pt x="4423300" y="1438917"/>
                  </a:lnTo>
                  <a:lnTo>
                    <a:pt x="4425201" y="1452764"/>
                  </a:lnTo>
                  <a:lnTo>
                    <a:pt x="4427103" y="1431577"/>
                  </a:lnTo>
                  <a:lnTo>
                    <a:pt x="4429004" y="1371991"/>
                  </a:lnTo>
                  <a:lnTo>
                    <a:pt x="4430905" y="1319506"/>
                  </a:lnTo>
                  <a:lnTo>
                    <a:pt x="4432806" y="1335001"/>
                  </a:lnTo>
                  <a:lnTo>
                    <a:pt x="4434707" y="1337485"/>
                  </a:lnTo>
                  <a:lnTo>
                    <a:pt x="4436609" y="1341006"/>
                  </a:lnTo>
                  <a:lnTo>
                    <a:pt x="4438510" y="1294165"/>
                  </a:lnTo>
                  <a:lnTo>
                    <a:pt x="4440411" y="1297915"/>
                  </a:lnTo>
                  <a:lnTo>
                    <a:pt x="4442312" y="1242680"/>
                  </a:lnTo>
                  <a:lnTo>
                    <a:pt x="4444213" y="1201767"/>
                  </a:lnTo>
                  <a:lnTo>
                    <a:pt x="4446115" y="1209724"/>
                  </a:lnTo>
                  <a:lnTo>
                    <a:pt x="4448016" y="1258940"/>
                  </a:lnTo>
                  <a:lnTo>
                    <a:pt x="4449917" y="1283416"/>
                  </a:lnTo>
                  <a:lnTo>
                    <a:pt x="4451818" y="1255843"/>
                  </a:lnTo>
                  <a:lnTo>
                    <a:pt x="4453720" y="1300942"/>
                  </a:lnTo>
                  <a:lnTo>
                    <a:pt x="4455621" y="1288466"/>
                  </a:lnTo>
                  <a:lnTo>
                    <a:pt x="4457522" y="1347891"/>
                  </a:lnTo>
                  <a:lnTo>
                    <a:pt x="4459423" y="1395011"/>
                  </a:lnTo>
                  <a:lnTo>
                    <a:pt x="4461324" y="1422141"/>
                  </a:lnTo>
                  <a:lnTo>
                    <a:pt x="4463226" y="1494670"/>
                  </a:lnTo>
                  <a:lnTo>
                    <a:pt x="4465127" y="1435055"/>
                  </a:lnTo>
                  <a:lnTo>
                    <a:pt x="4467028" y="1462070"/>
                  </a:lnTo>
                  <a:lnTo>
                    <a:pt x="4468929" y="1414285"/>
                  </a:lnTo>
                  <a:lnTo>
                    <a:pt x="4470830" y="1338071"/>
                  </a:lnTo>
                  <a:lnTo>
                    <a:pt x="4472732" y="1354976"/>
                  </a:lnTo>
                  <a:lnTo>
                    <a:pt x="4474633" y="1317532"/>
                  </a:lnTo>
                  <a:lnTo>
                    <a:pt x="4476534" y="1335237"/>
                  </a:lnTo>
                  <a:lnTo>
                    <a:pt x="4478435" y="1337724"/>
                  </a:lnTo>
                  <a:lnTo>
                    <a:pt x="4480337" y="1403969"/>
                  </a:lnTo>
                  <a:lnTo>
                    <a:pt x="4482238" y="1445837"/>
                  </a:lnTo>
                  <a:lnTo>
                    <a:pt x="4484139" y="1511768"/>
                  </a:lnTo>
                  <a:lnTo>
                    <a:pt x="4486040" y="1597257"/>
                  </a:lnTo>
                  <a:lnTo>
                    <a:pt x="4487941" y="1679169"/>
                  </a:lnTo>
                  <a:lnTo>
                    <a:pt x="4489843" y="1810821"/>
                  </a:lnTo>
                  <a:lnTo>
                    <a:pt x="4491744" y="1804338"/>
                  </a:lnTo>
                  <a:lnTo>
                    <a:pt x="4493645" y="1856068"/>
                  </a:lnTo>
                  <a:lnTo>
                    <a:pt x="4495546" y="1879245"/>
                  </a:lnTo>
                  <a:lnTo>
                    <a:pt x="4497447" y="1872735"/>
                  </a:lnTo>
                  <a:lnTo>
                    <a:pt x="4499349" y="1906119"/>
                  </a:lnTo>
                  <a:lnTo>
                    <a:pt x="4501250" y="1885660"/>
                  </a:lnTo>
                  <a:lnTo>
                    <a:pt x="4503151" y="1816438"/>
                  </a:lnTo>
                  <a:lnTo>
                    <a:pt x="4505052" y="1833344"/>
                  </a:lnTo>
                  <a:lnTo>
                    <a:pt x="4506954" y="1788306"/>
                  </a:lnTo>
                  <a:lnTo>
                    <a:pt x="4508855" y="1856065"/>
                  </a:lnTo>
                  <a:lnTo>
                    <a:pt x="4510756" y="1866746"/>
                  </a:lnTo>
                  <a:lnTo>
                    <a:pt x="4512657" y="1907142"/>
                  </a:lnTo>
                  <a:lnTo>
                    <a:pt x="4514558" y="1894564"/>
                  </a:lnTo>
                  <a:lnTo>
                    <a:pt x="4516460" y="1800995"/>
                  </a:lnTo>
                  <a:lnTo>
                    <a:pt x="4518361" y="1879110"/>
                  </a:lnTo>
                  <a:lnTo>
                    <a:pt x="4520262" y="1930793"/>
                  </a:lnTo>
                  <a:lnTo>
                    <a:pt x="4522163" y="1928723"/>
                  </a:lnTo>
                  <a:lnTo>
                    <a:pt x="4524064" y="1855523"/>
                  </a:lnTo>
                  <a:lnTo>
                    <a:pt x="4525966" y="1745508"/>
                  </a:lnTo>
                  <a:lnTo>
                    <a:pt x="4527867" y="1741933"/>
                  </a:lnTo>
                  <a:lnTo>
                    <a:pt x="4529768" y="1672631"/>
                  </a:lnTo>
                  <a:lnTo>
                    <a:pt x="4531669" y="1674004"/>
                  </a:lnTo>
                  <a:lnTo>
                    <a:pt x="4533571" y="1579128"/>
                  </a:lnTo>
                  <a:lnTo>
                    <a:pt x="4535472" y="1582284"/>
                  </a:lnTo>
                  <a:lnTo>
                    <a:pt x="4537373" y="1714250"/>
                  </a:lnTo>
                  <a:lnTo>
                    <a:pt x="4539274" y="1758011"/>
                  </a:lnTo>
                  <a:lnTo>
                    <a:pt x="4541175" y="1806280"/>
                  </a:lnTo>
                  <a:lnTo>
                    <a:pt x="4543077" y="1754792"/>
                  </a:lnTo>
                  <a:lnTo>
                    <a:pt x="4544978" y="1778393"/>
                  </a:lnTo>
                  <a:lnTo>
                    <a:pt x="4546879" y="1780077"/>
                  </a:lnTo>
                  <a:lnTo>
                    <a:pt x="4548780" y="1781918"/>
                  </a:lnTo>
                  <a:lnTo>
                    <a:pt x="4550681" y="1752338"/>
                  </a:lnTo>
                  <a:lnTo>
                    <a:pt x="4552583" y="1759679"/>
                  </a:lnTo>
                  <a:lnTo>
                    <a:pt x="4554484" y="1793523"/>
                  </a:lnTo>
                  <a:lnTo>
                    <a:pt x="4556385" y="1727839"/>
                  </a:lnTo>
                  <a:lnTo>
                    <a:pt x="4558286" y="1751539"/>
                  </a:lnTo>
                  <a:lnTo>
                    <a:pt x="4560188" y="1621690"/>
                  </a:lnTo>
                  <a:lnTo>
                    <a:pt x="4562089" y="1621810"/>
                  </a:lnTo>
                  <a:lnTo>
                    <a:pt x="4563990" y="1594084"/>
                  </a:lnTo>
                  <a:lnTo>
                    <a:pt x="4565891" y="1505467"/>
                  </a:lnTo>
                  <a:lnTo>
                    <a:pt x="4567792" y="1477532"/>
                  </a:lnTo>
                  <a:lnTo>
                    <a:pt x="4569694" y="1561941"/>
                  </a:lnTo>
                  <a:lnTo>
                    <a:pt x="4571595" y="1481910"/>
                  </a:lnTo>
                  <a:lnTo>
                    <a:pt x="4573496" y="1522562"/>
                  </a:lnTo>
                  <a:lnTo>
                    <a:pt x="4575397" y="1511968"/>
                  </a:lnTo>
                  <a:lnTo>
                    <a:pt x="4577298" y="1480489"/>
                  </a:lnTo>
                  <a:lnTo>
                    <a:pt x="4579200" y="1478417"/>
                  </a:lnTo>
                  <a:lnTo>
                    <a:pt x="4581101" y="1480192"/>
                  </a:lnTo>
                  <a:lnTo>
                    <a:pt x="4583002" y="1396883"/>
                  </a:lnTo>
                  <a:lnTo>
                    <a:pt x="4584903" y="1374210"/>
                  </a:lnTo>
                  <a:lnTo>
                    <a:pt x="4586805" y="1374552"/>
                  </a:lnTo>
                  <a:lnTo>
                    <a:pt x="4588706" y="1374319"/>
                  </a:lnTo>
                  <a:lnTo>
                    <a:pt x="4590607" y="1285490"/>
                  </a:lnTo>
                  <a:lnTo>
                    <a:pt x="4592508" y="1343322"/>
                  </a:lnTo>
                  <a:lnTo>
                    <a:pt x="4594409" y="1256643"/>
                  </a:lnTo>
                  <a:lnTo>
                    <a:pt x="4596311" y="1298032"/>
                  </a:lnTo>
                  <a:lnTo>
                    <a:pt x="4598212" y="1234195"/>
                  </a:lnTo>
                  <a:lnTo>
                    <a:pt x="4600113" y="1180161"/>
                  </a:lnTo>
                  <a:lnTo>
                    <a:pt x="4602014" y="1284210"/>
                  </a:lnTo>
                  <a:lnTo>
                    <a:pt x="4603915" y="1269381"/>
                  </a:lnTo>
                  <a:lnTo>
                    <a:pt x="4605817" y="1305680"/>
                  </a:lnTo>
                  <a:lnTo>
                    <a:pt x="4607718" y="1314170"/>
                  </a:lnTo>
                  <a:lnTo>
                    <a:pt x="4609619" y="1269984"/>
                  </a:lnTo>
                  <a:lnTo>
                    <a:pt x="4611520" y="1410471"/>
                  </a:lnTo>
                  <a:lnTo>
                    <a:pt x="4613422" y="1426597"/>
                  </a:lnTo>
                  <a:lnTo>
                    <a:pt x="4615323" y="1565781"/>
                  </a:lnTo>
                  <a:lnTo>
                    <a:pt x="4617224" y="1607598"/>
                  </a:lnTo>
                  <a:lnTo>
                    <a:pt x="4619125" y="1753794"/>
                  </a:lnTo>
                  <a:lnTo>
                    <a:pt x="4621026" y="1735234"/>
                  </a:lnTo>
                  <a:lnTo>
                    <a:pt x="4622928" y="1647110"/>
                  </a:lnTo>
                  <a:lnTo>
                    <a:pt x="4624829" y="1627394"/>
                  </a:lnTo>
                  <a:lnTo>
                    <a:pt x="4626730" y="1633545"/>
                  </a:lnTo>
                  <a:lnTo>
                    <a:pt x="4628631" y="1683396"/>
                  </a:lnTo>
                  <a:lnTo>
                    <a:pt x="4630532" y="1705937"/>
                  </a:lnTo>
                  <a:lnTo>
                    <a:pt x="4632434" y="1700120"/>
                  </a:lnTo>
                  <a:lnTo>
                    <a:pt x="4634335" y="1722429"/>
                  </a:lnTo>
                  <a:lnTo>
                    <a:pt x="4636236" y="1704007"/>
                  </a:lnTo>
                  <a:lnTo>
                    <a:pt x="4638137" y="1738506"/>
                  </a:lnTo>
                  <a:lnTo>
                    <a:pt x="4640038" y="1722985"/>
                  </a:lnTo>
                  <a:lnTo>
                    <a:pt x="4641940" y="1712672"/>
                  </a:lnTo>
                  <a:lnTo>
                    <a:pt x="4643841" y="1662851"/>
                  </a:lnTo>
                  <a:lnTo>
                    <a:pt x="4645742" y="1636882"/>
                  </a:lnTo>
                  <a:lnTo>
                    <a:pt x="4647643" y="1678335"/>
                  </a:lnTo>
                  <a:lnTo>
                    <a:pt x="4649545" y="1734558"/>
                  </a:lnTo>
                  <a:lnTo>
                    <a:pt x="4651446" y="1818121"/>
                  </a:lnTo>
                  <a:lnTo>
                    <a:pt x="4653347" y="1824242"/>
                  </a:lnTo>
                  <a:lnTo>
                    <a:pt x="4655248" y="1832289"/>
                  </a:lnTo>
                  <a:lnTo>
                    <a:pt x="4657149" y="1754833"/>
                  </a:lnTo>
                  <a:lnTo>
                    <a:pt x="4659051" y="1676244"/>
                  </a:lnTo>
                  <a:lnTo>
                    <a:pt x="4660952" y="1716490"/>
                  </a:lnTo>
                  <a:lnTo>
                    <a:pt x="4662853" y="1751502"/>
                  </a:lnTo>
                  <a:lnTo>
                    <a:pt x="4664754" y="1789883"/>
                  </a:lnTo>
                  <a:lnTo>
                    <a:pt x="4666655" y="1844473"/>
                  </a:lnTo>
                  <a:lnTo>
                    <a:pt x="4668557" y="1974205"/>
                  </a:lnTo>
                  <a:lnTo>
                    <a:pt x="4670458" y="2035462"/>
                  </a:lnTo>
                  <a:lnTo>
                    <a:pt x="4672359" y="2026495"/>
                  </a:lnTo>
                  <a:lnTo>
                    <a:pt x="4674260" y="2062085"/>
                  </a:lnTo>
                  <a:lnTo>
                    <a:pt x="4676162" y="2072975"/>
                  </a:lnTo>
                  <a:lnTo>
                    <a:pt x="4678063" y="2119793"/>
                  </a:lnTo>
                  <a:lnTo>
                    <a:pt x="4679964" y="2066176"/>
                  </a:lnTo>
                  <a:lnTo>
                    <a:pt x="4681865" y="2083379"/>
                  </a:lnTo>
                  <a:lnTo>
                    <a:pt x="4683766" y="2068651"/>
                  </a:lnTo>
                  <a:lnTo>
                    <a:pt x="4685668" y="2094362"/>
                  </a:lnTo>
                  <a:lnTo>
                    <a:pt x="4687569" y="2060080"/>
                  </a:lnTo>
                  <a:lnTo>
                    <a:pt x="4689470" y="2052155"/>
                  </a:lnTo>
                  <a:lnTo>
                    <a:pt x="4691371" y="1901502"/>
                  </a:lnTo>
                  <a:lnTo>
                    <a:pt x="4693272" y="1802854"/>
                  </a:lnTo>
                  <a:lnTo>
                    <a:pt x="4695174" y="1679395"/>
                  </a:lnTo>
                  <a:lnTo>
                    <a:pt x="4697075" y="1745500"/>
                  </a:lnTo>
                  <a:lnTo>
                    <a:pt x="4698976" y="1710144"/>
                  </a:lnTo>
                  <a:lnTo>
                    <a:pt x="4700877" y="1703772"/>
                  </a:lnTo>
                  <a:lnTo>
                    <a:pt x="4702779" y="1688079"/>
                  </a:lnTo>
                  <a:lnTo>
                    <a:pt x="4704680" y="1724452"/>
                  </a:lnTo>
                  <a:lnTo>
                    <a:pt x="4706581" y="1653412"/>
                  </a:lnTo>
                  <a:lnTo>
                    <a:pt x="4708482" y="1705809"/>
                  </a:lnTo>
                  <a:lnTo>
                    <a:pt x="4710383" y="1731252"/>
                  </a:lnTo>
                  <a:lnTo>
                    <a:pt x="4712285" y="1684760"/>
                  </a:lnTo>
                  <a:lnTo>
                    <a:pt x="4714186" y="1685696"/>
                  </a:lnTo>
                  <a:lnTo>
                    <a:pt x="4716087" y="1688702"/>
                  </a:lnTo>
                  <a:lnTo>
                    <a:pt x="4717988" y="1717323"/>
                  </a:lnTo>
                  <a:lnTo>
                    <a:pt x="4719889" y="1725287"/>
                  </a:lnTo>
                  <a:lnTo>
                    <a:pt x="4721791" y="1735554"/>
                  </a:lnTo>
                  <a:lnTo>
                    <a:pt x="4723692" y="1710447"/>
                  </a:lnTo>
                  <a:lnTo>
                    <a:pt x="4725593" y="1741810"/>
                  </a:lnTo>
                  <a:lnTo>
                    <a:pt x="4727494" y="1784361"/>
                  </a:lnTo>
                  <a:lnTo>
                    <a:pt x="4729396" y="1784384"/>
                  </a:lnTo>
                  <a:lnTo>
                    <a:pt x="4731297" y="1805264"/>
                  </a:lnTo>
                  <a:lnTo>
                    <a:pt x="4733198" y="1780038"/>
                  </a:lnTo>
                  <a:lnTo>
                    <a:pt x="4735099" y="1799419"/>
                  </a:lnTo>
                  <a:lnTo>
                    <a:pt x="4737000" y="1969916"/>
                  </a:lnTo>
                  <a:lnTo>
                    <a:pt x="4738902" y="2104897"/>
                  </a:lnTo>
                  <a:lnTo>
                    <a:pt x="4740803" y="2134227"/>
                  </a:lnTo>
                  <a:lnTo>
                    <a:pt x="4742704" y="2149969"/>
                  </a:lnTo>
                  <a:lnTo>
                    <a:pt x="4744605" y="2148297"/>
                  </a:lnTo>
                  <a:lnTo>
                    <a:pt x="4746506" y="2062378"/>
                  </a:lnTo>
                  <a:lnTo>
                    <a:pt x="4748408" y="2017889"/>
                  </a:lnTo>
                  <a:lnTo>
                    <a:pt x="4750309" y="1962657"/>
                  </a:lnTo>
                  <a:lnTo>
                    <a:pt x="4752210" y="1903904"/>
                  </a:lnTo>
                  <a:lnTo>
                    <a:pt x="4754111" y="2022123"/>
                  </a:lnTo>
                  <a:lnTo>
                    <a:pt x="4756013" y="1871017"/>
                  </a:lnTo>
                  <a:lnTo>
                    <a:pt x="4757914" y="1931077"/>
                  </a:lnTo>
                  <a:lnTo>
                    <a:pt x="4759815" y="1820930"/>
                  </a:lnTo>
                  <a:lnTo>
                    <a:pt x="4761716" y="1790841"/>
                  </a:lnTo>
                  <a:lnTo>
                    <a:pt x="4763617" y="1862435"/>
                  </a:lnTo>
                  <a:lnTo>
                    <a:pt x="4765519" y="1766151"/>
                  </a:lnTo>
                  <a:lnTo>
                    <a:pt x="4767420" y="1757467"/>
                  </a:lnTo>
                  <a:lnTo>
                    <a:pt x="4769321" y="1703770"/>
                  </a:lnTo>
                  <a:lnTo>
                    <a:pt x="4771222" y="1799662"/>
                  </a:lnTo>
                  <a:lnTo>
                    <a:pt x="4773123" y="1721204"/>
                  </a:lnTo>
                  <a:lnTo>
                    <a:pt x="4775025" y="1712435"/>
                  </a:lnTo>
                  <a:lnTo>
                    <a:pt x="4776926" y="1684893"/>
                  </a:lnTo>
                  <a:lnTo>
                    <a:pt x="4778827" y="1717578"/>
                  </a:lnTo>
                  <a:lnTo>
                    <a:pt x="4780728" y="1722217"/>
                  </a:lnTo>
                  <a:lnTo>
                    <a:pt x="4782630" y="1677677"/>
                  </a:lnTo>
                  <a:lnTo>
                    <a:pt x="4784531" y="1707044"/>
                  </a:lnTo>
                  <a:lnTo>
                    <a:pt x="4786432" y="1784335"/>
                  </a:lnTo>
                  <a:lnTo>
                    <a:pt x="4788333" y="1838714"/>
                  </a:lnTo>
                  <a:lnTo>
                    <a:pt x="4790234" y="1911916"/>
                  </a:lnTo>
                  <a:lnTo>
                    <a:pt x="4792136" y="2014967"/>
                  </a:lnTo>
                  <a:lnTo>
                    <a:pt x="4794037" y="1996651"/>
                  </a:lnTo>
                  <a:lnTo>
                    <a:pt x="4795938" y="1910872"/>
                  </a:lnTo>
                  <a:lnTo>
                    <a:pt x="4797839" y="1865699"/>
                  </a:lnTo>
                  <a:lnTo>
                    <a:pt x="4799740" y="1754867"/>
                  </a:lnTo>
                  <a:lnTo>
                    <a:pt x="4801642" y="1824585"/>
                  </a:lnTo>
                  <a:lnTo>
                    <a:pt x="4803543" y="1797931"/>
                  </a:lnTo>
                  <a:lnTo>
                    <a:pt x="4805444" y="1828840"/>
                  </a:lnTo>
                  <a:lnTo>
                    <a:pt x="4807345" y="1882368"/>
                  </a:lnTo>
                  <a:lnTo>
                    <a:pt x="4809247" y="1846736"/>
                  </a:lnTo>
                  <a:lnTo>
                    <a:pt x="4811148" y="1918712"/>
                  </a:lnTo>
                  <a:lnTo>
                    <a:pt x="4813049" y="1857399"/>
                  </a:lnTo>
                  <a:lnTo>
                    <a:pt x="4814950" y="1950534"/>
                  </a:lnTo>
                  <a:lnTo>
                    <a:pt x="4816851" y="2027245"/>
                  </a:lnTo>
                  <a:lnTo>
                    <a:pt x="4818753" y="2118694"/>
                  </a:lnTo>
                  <a:lnTo>
                    <a:pt x="4820654" y="2159137"/>
                  </a:lnTo>
                  <a:lnTo>
                    <a:pt x="4822555" y="2142454"/>
                  </a:lnTo>
                  <a:lnTo>
                    <a:pt x="4824456" y="2156116"/>
                  </a:lnTo>
                  <a:lnTo>
                    <a:pt x="4826357" y="2155944"/>
                  </a:lnTo>
                  <a:lnTo>
                    <a:pt x="4828259" y="2111364"/>
                  </a:lnTo>
                  <a:lnTo>
                    <a:pt x="4830160" y="2031212"/>
                  </a:lnTo>
                  <a:lnTo>
                    <a:pt x="4832061" y="1993659"/>
                  </a:lnTo>
                  <a:lnTo>
                    <a:pt x="4833962" y="2021626"/>
                  </a:lnTo>
                  <a:lnTo>
                    <a:pt x="4835864" y="2033788"/>
                  </a:lnTo>
                  <a:lnTo>
                    <a:pt x="4837765" y="2003656"/>
                  </a:lnTo>
                  <a:lnTo>
                    <a:pt x="4839666" y="1898437"/>
                  </a:lnTo>
                  <a:lnTo>
                    <a:pt x="4841567" y="1820512"/>
                  </a:lnTo>
                  <a:lnTo>
                    <a:pt x="4843468" y="1796569"/>
                  </a:lnTo>
                  <a:lnTo>
                    <a:pt x="4845370" y="1894378"/>
                  </a:lnTo>
                  <a:lnTo>
                    <a:pt x="4847271" y="1952662"/>
                  </a:lnTo>
                  <a:lnTo>
                    <a:pt x="4849172" y="2013454"/>
                  </a:lnTo>
                  <a:lnTo>
                    <a:pt x="4851073" y="2115060"/>
                  </a:lnTo>
                  <a:lnTo>
                    <a:pt x="4852974" y="2080257"/>
                  </a:lnTo>
                  <a:lnTo>
                    <a:pt x="4854876" y="2057961"/>
                  </a:lnTo>
                  <a:lnTo>
                    <a:pt x="4856777" y="2147676"/>
                  </a:lnTo>
                  <a:lnTo>
                    <a:pt x="4858678" y="2130838"/>
                  </a:lnTo>
                  <a:lnTo>
                    <a:pt x="4860579" y="2113447"/>
                  </a:lnTo>
                  <a:lnTo>
                    <a:pt x="4862481" y="2079907"/>
                  </a:lnTo>
                  <a:lnTo>
                    <a:pt x="4864382" y="1954509"/>
                  </a:lnTo>
                  <a:lnTo>
                    <a:pt x="4866283" y="1857357"/>
                  </a:lnTo>
                  <a:lnTo>
                    <a:pt x="4868184" y="1844734"/>
                  </a:lnTo>
                  <a:lnTo>
                    <a:pt x="4870085" y="1867979"/>
                  </a:lnTo>
                  <a:lnTo>
                    <a:pt x="4871987" y="1859219"/>
                  </a:lnTo>
                  <a:lnTo>
                    <a:pt x="4873888" y="1883348"/>
                  </a:lnTo>
                  <a:lnTo>
                    <a:pt x="4875789" y="1922710"/>
                  </a:lnTo>
                  <a:lnTo>
                    <a:pt x="4877690" y="1880933"/>
                  </a:lnTo>
                  <a:lnTo>
                    <a:pt x="4879591" y="1848831"/>
                  </a:lnTo>
                  <a:lnTo>
                    <a:pt x="4881493" y="1742657"/>
                  </a:lnTo>
                  <a:lnTo>
                    <a:pt x="4883394" y="1732618"/>
                  </a:lnTo>
                  <a:lnTo>
                    <a:pt x="4885295" y="1766418"/>
                  </a:lnTo>
                  <a:lnTo>
                    <a:pt x="4887196" y="1663059"/>
                  </a:lnTo>
                  <a:lnTo>
                    <a:pt x="4889098" y="1739219"/>
                  </a:lnTo>
                  <a:lnTo>
                    <a:pt x="4890999" y="1616580"/>
                  </a:lnTo>
                  <a:lnTo>
                    <a:pt x="4892900" y="1697685"/>
                  </a:lnTo>
                  <a:lnTo>
                    <a:pt x="4894801" y="1693560"/>
                  </a:lnTo>
                  <a:lnTo>
                    <a:pt x="4896702" y="1629091"/>
                  </a:lnTo>
                  <a:lnTo>
                    <a:pt x="4898604" y="1677704"/>
                  </a:lnTo>
                  <a:lnTo>
                    <a:pt x="4900505" y="1693190"/>
                  </a:lnTo>
                  <a:lnTo>
                    <a:pt x="4902406" y="1737819"/>
                  </a:lnTo>
                  <a:lnTo>
                    <a:pt x="4904307" y="1795955"/>
                  </a:lnTo>
                  <a:lnTo>
                    <a:pt x="4906208" y="1812148"/>
                  </a:lnTo>
                  <a:lnTo>
                    <a:pt x="4908110" y="1944230"/>
                  </a:lnTo>
                  <a:lnTo>
                    <a:pt x="4910011" y="1842710"/>
                  </a:lnTo>
                  <a:lnTo>
                    <a:pt x="4911912" y="1741311"/>
                  </a:lnTo>
                  <a:lnTo>
                    <a:pt x="4913813" y="1624372"/>
                  </a:lnTo>
                  <a:lnTo>
                    <a:pt x="4915715" y="1549638"/>
                  </a:lnTo>
                  <a:lnTo>
                    <a:pt x="4917616" y="1584583"/>
                  </a:lnTo>
                  <a:lnTo>
                    <a:pt x="4919517" y="1513068"/>
                  </a:lnTo>
                  <a:lnTo>
                    <a:pt x="4921418" y="1565801"/>
                  </a:lnTo>
                  <a:lnTo>
                    <a:pt x="4923319" y="1605230"/>
                  </a:lnTo>
                  <a:lnTo>
                    <a:pt x="4925221" y="1583320"/>
                  </a:lnTo>
                  <a:lnTo>
                    <a:pt x="4927122" y="1639399"/>
                  </a:lnTo>
                  <a:lnTo>
                    <a:pt x="4929023" y="1718279"/>
                  </a:lnTo>
                  <a:lnTo>
                    <a:pt x="4930924" y="1725058"/>
                  </a:lnTo>
                  <a:lnTo>
                    <a:pt x="4932825" y="1787814"/>
                  </a:lnTo>
                  <a:lnTo>
                    <a:pt x="4934727" y="1863151"/>
                  </a:lnTo>
                  <a:lnTo>
                    <a:pt x="4936628" y="1827541"/>
                  </a:lnTo>
                  <a:lnTo>
                    <a:pt x="4938529" y="1764819"/>
                  </a:lnTo>
                  <a:lnTo>
                    <a:pt x="4940430" y="1676629"/>
                  </a:lnTo>
                  <a:lnTo>
                    <a:pt x="4942331" y="1694173"/>
                  </a:lnTo>
                  <a:lnTo>
                    <a:pt x="4944233" y="1768892"/>
                  </a:lnTo>
                  <a:lnTo>
                    <a:pt x="4946134" y="1801648"/>
                  </a:lnTo>
                  <a:lnTo>
                    <a:pt x="4948035" y="1943780"/>
                  </a:lnTo>
                  <a:lnTo>
                    <a:pt x="4949936" y="1958903"/>
                  </a:lnTo>
                  <a:lnTo>
                    <a:pt x="4951838" y="1990276"/>
                  </a:lnTo>
                  <a:lnTo>
                    <a:pt x="4953739" y="2009919"/>
                  </a:lnTo>
                  <a:lnTo>
                    <a:pt x="4955640" y="2022950"/>
                  </a:lnTo>
                  <a:lnTo>
                    <a:pt x="4957541" y="1912551"/>
                  </a:lnTo>
                  <a:lnTo>
                    <a:pt x="4959442" y="1817766"/>
                  </a:lnTo>
                  <a:lnTo>
                    <a:pt x="4961344" y="1722314"/>
                  </a:lnTo>
                  <a:lnTo>
                    <a:pt x="4963245" y="1590313"/>
                  </a:lnTo>
                  <a:lnTo>
                    <a:pt x="4965146" y="1468792"/>
                  </a:lnTo>
                  <a:lnTo>
                    <a:pt x="4967047" y="1331397"/>
                  </a:lnTo>
                  <a:lnTo>
                    <a:pt x="4968948" y="1286603"/>
                  </a:lnTo>
                  <a:lnTo>
                    <a:pt x="4970850" y="1272245"/>
                  </a:lnTo>
                  <a:lnTo>
                    <a:pt x="4972751" y="1285110"/>
                  </a:lnTo>
                  <a:lnTo>
                    <a:pt x="4974652" y="1265878"/>
                  </a:lnTo>
                  <a:lnTo>
                    <a:pt x="4976553" y="1264380"/>
                  </a:lnTo>
                  <a:lnTo>
                    <a:pt x="4978455" y="1279296"/>
                  </a:lnTo>
                  <a:lnTo>
                    <a:pt x="4980356" y="1259227"/>
                  </a:lnTo>
                  <a:lnTo>
                    <a:pt x="4982257" y="1245781"/>
                  </a:lnTo>
                  <a:lnTo>
                    <a:pt x="4984158" y="1187346"/>
                  </a:lnTo>
                  <a:lnTo>
                    <a:pt x="4986059" y="1153822"/>
                  </a:lnTo>
                  <a:lnTo>
                    <a:pt x="4987961" y="1169371"/>
                  </a:lnTo>
                  <a:lnTo>
                    <a:pt x="4989862" y="1186924"/>
                  </a:lnTo>
                  <a:lnTo>
                    <a:pt x="4991763" y="1134520"/>
                  </a:lnTo>
                  <a:lnTo>
                    <a:pt x="4993664" y="991502"/>
                  </a:lnTo>
                  <a:lnTo>
                    <a:pt x="4995565" y="906695"/>
                  </a:lnTo>
                  <a:lnTo>
                    <a:pt x="4997467" y="945226"/>
                  </a:lnTo>
                  <a:lnTo>
                    <a:pt x="4999368" y="945160"/>
                  </a:lnTo>
                  <a:lnTo>
                    <a:pt x="5001269" y="869595"/>
                  </a:lnTo>
                  <a:lnTo>
                    <a:pt x="5003170" y="938518"/>
                  </a:lnTo>
                  <a:lnTo>
                    <a:pt x="5005072" y="919414"/>
                  </a:lnTo>
                  <a:lnTo>
                    <a:pt x="5006973" y="977389"/>
                  </a:lnTo>
                  <a:lnTo>
                    <a:pt x="5008874" y="1122966"/>
                  </a:lnTo>
                  <a:lnTo>
                    <a:pt x="5010775" y="1019618"/>
                  </a:lnTo>
                  <a:lnTo>
                    <a:pt x="5012676" y="1027544"/>
                  </a:lnTo>
                  <a:lnTo>
                    <a:pt x="5014578" y="1029266"/>
                  </a:lnTo>
                  <a:lnTo>
                    <a:pt x="5016479" y="1074394"/>
                  </a:lnTo>
                  <a:lnTo>
                    <a:pt x="5018380" y="1112963"/>
                  </a:lnTo>
                  <a:lnTo>
                    <a:pt x="5020281" y="1118686"/>
                  </a:lnTo>
                  <a:lnTo>
                    <a:pt x="5022182" y="1044987"/>
                  </a:lnTo>
                  <a:lnTo>
                    <a:pt x="5024084" y="1142521"/>
                  </a:lnTo>
                  <a:lnTo>
                    <a:pt x="5025985" y="1197225"/>
                  </a:lnTo>
                  <a:lnTo>
                    <a:pt x="5027886" y="1383314"/>
                  </a:lnTo>
                  <a:lnTo>
                    <a:pt x="5029787" y="1422450"/>
                  </a:lnTo>
                  <a:lnTo>
                    <a:pt x="5031689" y="1415521"/>
                  </a:lnTo>
                  <a:lnTo>
                    <a:pt x="5033590" y="1414071"/>
                  </a:lnTo>
                  <a:lnTo>
                    <a:pt x="5035491" y="1362309"/>
                  </a:lnTo>
                  <a:lnTo>
                    <a:pt x="5037392" y="1468753"/>
                  </a:lnTo>
                  <a:lnTo>
                    <a:pt x="5039293" y="1499846"/>
                  </a:lnTo>
                  <a:lnTo>
                    <a:pt x="5041195" y="1742687"/>
                  </a:lnTo>
                  <a:lnTo>
                    <a:pt x="5043096" y="1830202"/>
                  </a:lnTo>
                  <a:lnTo>
                    <a:pt x="5044997" y="1825566"/>
                  </a:lnTo>
                  <a:lnTo>
                    <a:pt x="5046898" y="1801917"/>
                  </a:lnTo>
                  <a:lnTo>
                    <a:pt x="5048799" y="1874165"/>
                  </a:lnTo>
                  <a:lnTo>
                    <a:pt x="5050701" y="1878659"/>
                  </a:lnTo>
                  <a:lnTo>
                    <a:pt x="5052602" y="1780345"/>
                  </a:lnTo>
                  <a:lnTo>
                    <a:pt x="5054503" y="1875432"/>
                  </a:lnTo>
                  <a:lnTo>
                    <a:pt x="5056404" y="1777815"/>
                  </a:lnTo>
                  <a:lnTo>
                    <a:pt x="5058306" y="1876854"/>
                  </a:lnTo>
                  <a:lnTo>
                    <a:pt x="5060207" y="1753183"/>
                  </a:lnTo>
                  <a:lnTo>
                    <a:pt x="5062108" y="1679682"/>
                  </a:lnTo>
                  <a:lnTo>
                    <a:pt x="5064009" y="1612168"/>
                  </a:lnTo>
                  <a:lnTo>
                    <a:pt x="5065910" y="1544363"/>
                  </a:lnTo>
                  <a:lnTo>
                    <a:pt x="5067812" y="1576543"/>
                  </a:lnTo>
                  <a:lnTo>
                    <a:pt x="5069713" y="1614175"/>
                  </a:lnTo>
                  <a:lnTo>
                    <a:pt x="5071614" y="1546518"/>
                  </a:lnTo>
                  <a:lnTo>
                    <a:pt x="5073515" y="1667448"/>
                  </a:lnTo>
                  <a:lnTo>
                    <a:pt x="5075416" y="1653918"/>
                  </a:lnTo>
                  <a:lnTo>
                    <a:pt x="5077318" y="1575823"/>
                  </a:lnTo>
                  <a:lnTo>
                    <a:pt x="5079219" y="1595258"/>
                  </a:lnTo>
                  <a:lnTo>
                    <a:pt x="5081120" y="1566332"/>
                  </a:lnTo>
                  <a:lnTo>
                    <a:pt x="5083021" y="1543346"/>
                  </a:lnTo>
                  <a:lnTo>
                    <a:pt x="5084923" y="1606934"/>
                  </a:lnTo>
                  <a:lnTo>
                    <a:pt x="5086824" y="1623190"/>
                  </a:lnTo>
                  <a:lnTo>
                    <a:pt x="5088725" y="1500646"/>
                  </a:lnTo>
                  <a:lnTo>
                    <a:pt x="5090626" y="1442730"/>
                  </a:lnTo>
                  <a:lnTo>
                    <a:pt x="5092527" y="1408538"/>
                  </a:lnTo>
                  <a:lnTo>
                    <a:pt x="5094429" y="1487794"/>
                  </a:lnTo>
                  <a:lnTo>
                    <a:pt x="5096330" y="1478547"/>
                  </a:lnTo>
                  <a:lnTo>
                    <a:pt x="5098231" y="1478143"/>
                  </a:lnTo>
                  <a:lnTo>
                    <a:pt x="5100132" y="1480720"/>
                  </a:lnTo>
                  <a:lnTo>
                    <a:pt x="5102033" y="1423201"/>
                  </a:lnTo>
                  <a:lnTo>
                    <a:pt x="5103935" y="1408064"/>
                  </a:lnTo>
                  <a:lnTo>
                    <a:pt x="5105836" y="1420222"/>
                  </a:lnTo>
                  <a:lnTo>
                    <a:pt x="5107737" y="1499042"/>
                  </a:lnTo>
                  <a:lnTo>
                    <a:pt x="5109638" y="1327844"/>
                  </a:lnTo>
                  <a:lnTo>
                    <a:pt x="5111540" y="1315409"/>
                  </a:lnTo>
                  <a:lnTo>
                    <a:pt x="5113441" y="1267057"/>
                  </a:lnTo>
                  <a:lnTo>
                    <a:pt x="5115342" y="1363947"/>
                  </a:lnTo>
                  <a:lnTo>
                    <a:pt x="5117243" y="1385273"/>
                  </a:lnTo>
                  <a:lnTo>
                    <a:pt x="5119144" y="1399938"/>
                  </a:lnTo>
                  <a:lnTo>
                    <a:pt x="5121046" y="1444102"/>
                  </a:lnTo>
                  <a:lnTo>
                    <a:pt x="5122947" y="1485252"/>
                  </a:lnTo>
                  <a:lnTo>
                    <a:pt x="5124848" y="1522133"/>
                  </a:lnTo>
                  <a:lnTo>
                    <a:pt x="5126749" y="1564508"/>
                  </a:lnTo>
                  <a:lnTo>
                    <a:pt x="5128650" y="1601658"/>
                  </a:lnTo>
                  <a:lnTo>
                    <a:pt x="5130552" y="1694907"/>
                  </a:lnTo>
                  <a:lnTo>
                    <a:pt x="5132453" y="1743404"/>
                  </a:lnTo>
                  <a:lnTo>
                    <a:pt x="5134354" y="1698697"/>
                  </a:lnTo>
                  <a:lnTo>
                    <a:pt x="5136255" y="1686375"/>
                  </a:lnTo>
                  <a:lnTo>
                    <a:pt x="5138157" y="1677137"/>
                  </a:lnTo>
                  <a:lnTo>
                    <a:pt x="5140058" y="1819130"/>
                  </a:lnTo>
                  <a:lnTo>
                    <a:pt x="5141959" y="1790468"/>
                  </a:lnTo>
                  <a:lnTo>
                    <a:pt x="5143860" y="1673088"/>
                  </a:lnTo>
                  <a:lnTo>
                    <a:pt x="5145761" y="1735185"/>
                  </a:lnTo>
                  <a:lnTo>
                    <a:pt x="5147663" y="1732903"/>
                  </a:lnTo>
                  <a:lnTo>
                    <a:pt x="5149564" y="1769801"/>
                  </a:lnTo>
                  <a:lnTo>
                    <a:pt x="5151465" y="1779093"/>
                  </a:lnTo>
                  <a:lnTo>
                    <a:pt x="5153366" y="1778137"/>
                  </a:lnTo>
                  <a:lnTo>
                    <a:pt x="5155267" y="1871282"/>
                  </a:lnTo>
                  <a:lnTo>
                    <a:pt x="5157169" y="1912358"/>
                  </a:lnTo>
                  <a:lnTo>
                    <a:pt x="5159070" y="1901795"/>
                  </a:lnTo>
                  <a:lnTo>
                    <a:pt x="5160971" y="1880465"/>
                  </a:lnTo>
                  <a:lnTo>
                    <a:pt x="5162872" y="1812889"/>
                  </a:lnTo>
                  <a:lnTo>
                    <a:pt x="5164774" y="1792454"/>
                  </a:lnTo>
                  <a:lnTo>
                    <a:pt x="5166675" y="1722622"/>
                  </a:lnTo>
                  <a:lnTo>
                    <a:pt x="5168576" y="1668312"/>
                  </a:lnTo>
                  <a:lnTo>
                    <a:pt x="5170477" y="1609020"/>
                  </a:lnTo>
                  <a:lnTo>
                    <a:pt x="5172378" y="1676638"/>
                  </a:lnTo>
                  <a:lnTo>
                    <a:pt x="5174280" y="1638252"/>
                  </a:lnTo>
                  <a:lnTo>
                    <a:pt x="5176181" y="1560433"/>
                  </a:lnTo>
                  <a:lnTo>
                    <a:pt x="5178082" y="1554492"/>
                  </a:lnTo>
                  <a:lnTo>
                    <a:pt x="5179983" y="1430683"/>
                  </a:lnTo>
                  <a:lnTo>
                    <a:pt x="5181884" y="1538989"/>
                  </a:lnTo>
                  <a:lnTo>
                    <a:pt x="5183786" y="1463511"/>
                  </a:lnTo>
                  <a:lnTo>
                    <a:pt x="5185687" y="1415228"/>
                  </a:lnTo>
                  <a:lnTo>
                    <a:pt x="5187588" y="1457490"/>
                  </a:lnTo>
                  <a:lnTo>
                    <a:pt x="5189489" y="1356530"/>
                  </a:lnTo>
                  <a:lnTo>
                    <a:pt x="5191391" y="1198511"/>
                  </a:lnTo>
                  <a:lnTo>
                    <a:pt x="5193292" y="1128997"/>
                  </a:lnTo>
                  <a:lnTo>
                    <a:pt x="5195193" y="1087618"/>
                  </a:lnTo>
                  <a:lnTo>
                    <a:pt x="5197094" y="1056631"/>
                  </a:lnTo>
                  <a:lnTo>
                    <a:pt x="5198995" y="1006386"/>
                  </a:lnTo>
                  <a:lnTo>
                    <a:pt x="5200897" y="851687"/>
                  </a:lnTo>
                  <a:lnTo>
                    <a:pt x="5202798" y="782270"/>
                  </a:lnTo>
                  <a:lnTo>
                    <a:pt x="5204699" y="534054"/>
                  </a:lnTo>
                  <a:lnTo>
                    <a:pt x="5206600" y="543363"/>
                  </a:lnTo>
                  <a:lnTo>
                    <a:pt x="5208501" y="562401"/>
                  </a:lnTo>
                  <a:lnTo>
                    <a:pt x="5210403" y="501629"/>
                  </a:lnTo>
                  <a:lnTo>
                    <a:pt x="5212304" y="511557"/>
                  </a:lnTo>
                  <a:lnTo>
                    <a:pt x="5214205" y="623520"/>
                  </a:lnTo>
                  <a:lnTo>
                    <a:pt x="5216106" y="592350"/>
                  </a:lnTo>
                  <a:lnTo>
                    <a:pt x="5218007" y="626501"/>
                  </a:lnTo>
                  <a:lnTo>
                    <a:pt x="5219909" y="680872"/>
                  </a:lnTo>
                  <a:lnTo>
                    <a:pt x="5221810" y="719323"/>
                  </a:lnTo>
                  <a:lnTo>
                    <a:pt x="5223711" y="722322"/>
                  </a:lnTo>
                  <a:lnTo>
                    <a:pt x="5225612" y="739913"/>
                  </a:lnTo>
                  <a:lnTo>
                    <a:pt x="5227514" y="673962"/>
                  </a:lnTo>
                  <a:lnTo>
                    <a:pt x="5229415" y="695534"/>
                  </a:lnTo>
                  <a:lnTo>
                    <a:pt x="5231316" y="793860"/>
                  </a:lnTo>
                  <a:lnTo>
                    <a:pt x="5233217" y="807986"/>
                  </a:lnTo>
                  <a:lnTo>
                    <a:pt x="5235118" y="795477"/>
                  </a:lnTo>
                  <a:lnTo>
                    <a:pt x="5237020" y="825000"/>
                  </a:lnTo>
                  <a:lnTo>
                    <a:pt x="5238921" y="792945"/>
                  </a:lnTo>
                  <a:lnTo>
                    <a:pt x="5240822" y="807969"/>
                  </a:lnTo>
                  <a:lnTo>
                    <a:pt x="5242723" y="790153"/>
                  </a:lnTo>
                  <a:lnTo>
                    <a:pt x="5244624" y="828838"/>
                  </a:lnTo>
                  <a:lnTo>
                    <a:pt x="5246526" y="794854"/>
                  </a:lnTo>
                  <a:lnTo>
                    <a:pt x="5248427" y="829387"/>
                  </a:lnTo>
                  <a:lnTo>
                    <a:pt x="5250328" y="808071"/>
                  </a:lnTo>
                  <a:lnTo>
                    <a:pt x="5252229" y="871040"/>
                  </a:lnTo>
                  <a:lnTo>
                    <a:pt x="5254131" y="936744"/>
                  </a:lnTo>
                  <a:lnTo>
                    <a:pt x="5256032" y="939267"/>
                  </a:lnTo>
                  <a:lnTo>
                    <a:pt x="5257933" y="988390"/>
                  </a:lnTo>
                  <a:lnTo>
                    <a:pt x="5259834" y="1034595"/>
                  </a:lnTo>
                  <a:lnTo>
                    <a:pt x="5261735" y="1045511"/>
                  </a:lnTo>
                  <a:lnTo>
                    <a:pt x="5263637" y="1117749"/>
                  </a:lnTo>
                  <a:lnTo>
                    <a:pt x="5265538" y="1067435"/>
                  </a:lnTo>
                  <a:lnTo>
                    <a:pt x="5267439" y="1268897"/>
                  </a:lnTo>
                  <a:lnTo>
                    <a:pt x="5269340" y="1240576"/>
                  </a:lnTo>
                  <a:lnTo>
                    <a:pt x="5271241" y="1197371"/>
                  </a:lnTo>
                  <a:lnTo>
                    <a:pt x="5273143" y="1240042"/>
                  </a:lnTo>
                  <a:lnTo>
                    <a:pt x="5275044" y="1237541"/>
                  </a:lnTo>
                  <a:lnTo>
                    <a:pt x="5276945" y="1338026"/>
                  </a:lnTo>
                  <a:lnTo>
                    <a:pt x="5278846" y="1305521"/>
                  </a:lnTo>
                  <a:lnTo>
                    <a:pt x="5280748" y="1357669"/>
                  </a:lnTo>
                  <a:lnTo>
                    <a:pt x="5282649" y="1568952"/>
                  </a:lnTo>
                  <a:lnTo>
                    <a:pt x="5284550" y="1514014"/>
                  </a:lnTo>
                  <a:lnTo>
                    <a:pt x="5286451" y="1608288"/>
                  </a:lnTo>
                  <a:lnTo>
                    <a:pt x="5288352" y="1644341"/>
                  </a:lnTo>
                  <a:lnTo>
                    <a:pt x="5290254" y="1730634"/>
                  </a:lnTo>
                  <a:lnTo>
                    <a:pt x="5292155" y="1844102"/>
                  </a:lnTo>
                  <a:lnTo>
                    <a:pt x="5294056" y="1774778"/>
                  </a:lnTo>
                  <a:lnTo>
                    <a:pt x="5295957" y="1770404"/>
                  </a:lnTo>
                  <a:lnTo>
                    <a:pt x="5297858" y="1731211"/>
                  </a:lnTo>
                  <a:lnTo>
                    <a:pt x="5299760" y="1682765"/>
                  </a:lnTo>
                  <a:lnTo>
                    <a:pt x="5301661" y="1656513"/>
                  </a:lnTo>
                  <a:lnTo>
                    <a:pt x="5303562" y="1586398"/>
                  </a:lnTo>
                  <a:lnTo>
                    <a:pt x="5305463" y="1542303"/>
                  </a:lnTo>
                  <a:lnTo>
                    <a:pt x="5307365" y="1524958"/>
                  </a:lnTo>
                  <a:lnTo>
                    <a:pt x="5309266" y="1488599"/>
                  </a:lnTo>
                  <a:lnTo>
                    <a:pt x="5311167" y="1428913"/>
                  </a:lnTo>
                  <a:lnTo>
                    <a:pt x="5313068" y="1344149"/>
                  </a:lnTo>
                  <a:lnTo>
                    <a:pt x="5314969" y="1296915"/>
                  </a:lnTo>
                  <a:lnTo>
                    <a:pt x="5316871" y="1177101"/>
                  </a:lnTo>
                  <a:lnTo>
                    <a:pt x="5318772" y="1183423"/>
                  </a:lnTo>
                  <a:lnTo>
                    <a:pt x="5320673" y="1157240"/>
                  </a:lnTo>
                  <a:lnTo>
                    <a:pt x="5322574" y="1132245"/>
                  </a:lnTo>
                  <a:lnTo>
                    <a:pt x="5324475" y="1189581"/>
                  </a:lnTo>
                  <a:lnTo>
                    <a:pt x="5326377" y="1209390"/>
                  </a:lnTo>
                  <a:lnTo>
                    <a:pt x="5328278" y="1153492"/>
                  </a:lnTo>
                  <a:lnTo>
                    <a:pt x="5330179" y="1182575"/>
                  </a:lnTo>
                  <a:lnTo>
                    <a:pt x="5332080" y="1196139"/>
                  </a:lnTo>
                  <a:lnTo>
                    <a:pt x="5333982" y="1160706"/>
                  </a:lnTo>
                  <a:lnTo>
                    <a:pt x="5335883" y="1105069"/>
                  </a:lnTo>
                  <a:lnTo>
                    <a:pt x="5337784" y="1151487"/>
                  </a:lnTo>
                  <a:lnTo>
                    <a:pt x="5339685" y="1109920"/>
                  </a:lnTo>
                  <a:lnTo>
                    <a:pt x="5341586" y="1021300"/>
                  </a:lnTo>
                  <a:lnTo>
                    <a:pt x="5343488" y="954480"/>
                  </a:lnTo>
                  <a:lnTo>
                    <a:pt x="5345389" y="1028851"/>
                  </a:lnTo>
                  <a:lnTo>
                    <a:pt x="5347290" y="1080434"/>
                  </a:lnTo>
                  <a:lnTo>
                    <a:pt x="5349191" y="1091312"/>
                  </a:lnTo>
                  <a:lnTo>
                    <a:pt x="5351092" y="1081162"/>
                  </a:lnTo>
                  <a:lnTo>
                    <a:pt x="5352994" y="1067167"/>
                  </a:lnTo>
                  <a:lnTo>
                    <a:pt x="5354895" y="1026023"/>
                  </a:lnTo>
                  <a:lnTo>
                    <a:pt x="5356796" y="1006305"/>
                  </a:lnTo>
                  <a:lnTo>
                    <a:pt x="5358697" y="1062980"/>
                  </a:lnTo>
                  <a:lnTo>
                    <a:pt x="5360599" y="1032903"/>
                  </a:lnTo>
                  <a:lnTo>
                    <a:pt x="5362500" y="1015259"/>
                  </a:lnTo>
                  <a:lnTo>
                    <a:pt x="5364401" y="1031967"/>
                  </a:lnTo>
                  <a:lnTo>
                    <a:pt x="5366302" y="1026809"/>
                  </a:lnTo>
                  <a:lnTo>
                    <a:pt x="5368203" y="1156687"/>
                  </a:lnTo>
                  <a:lnTo>
                    <a:pt x="5370105" y="1199320"/>
                  </a:lnTo>
                  <a:lnTo>
                    <a:pt x="5372006" y="1195358"/>
                  </a:lnTo>
                  <a:lnTo>
                    <a:pt x="5373907" y="1230673"/>
                  </a:lnTo>
                  <a:lnTo>
                    <a:pt x="5375808" y="1316253"/>
                  </a:lnTo>
                  <a:lnTo>
                    <a:pt x="5377709" y="1327519"/>
                  </a:lnTo>
                  <a:lnTo>
                    <a:pt x="5379611" y="1454725"/>
                  </a:lnTo>
                  <a:lnTo>
                    <a:pt x="5381512" y="1468449"/>
                  </a:lnTo>
                  <a:lnTo>
                    <a:pt x="5383413" y="1503174"/>
                  </a:lnTo>
                  <a:lnTo>
                    <a:pt x="5385314" y="1571856"/>
                  </a:lnTo>
                  <a:lnTo>
                    <a:pt x="5387216" y="1573383"/>
                  </a:lnTo>
                  <a:lnTo>
                    <a:pt x="5389117" y="1650464"/>
                  </a:lnTo>
                  <a:lnTo>
                    <a:pt x="5391018" y="1672439"/>
                  </a:lnTo>
                  <a:lnTo>
                    <a:pt x="5392919" y="1656848"/>
                  </a:lnTo>
                  <a:lnTo>
                    <a:pt x="5394820" y="1634931"/>
                  </a:lnTo>
                  <a:lnTo>
                    <a:pt x="5396722" y="1639963"/>
                  </a:lnTo>
                  <a:lnTo>
                    <a:pt x="5398623" y="1685939"/>
                  </a:lnTo>
                  <a:lnTo>
                    <a:pt x="5400524" y="1644528"/>
                  </a:lnTo>
                  <a:lnTo>
                    <a:pt x="5402425" y="1627138"/>
                  </a:lnTo>
                  <a:lnTo>
                    <a:pt x="5404326" y="1708727"/>
                  </a:lnTo>
                  <a:lnTo>
                    <a:pt x="5406228" y="1702025"/>
                  </a:lnTo>
                  <a:lnTo>
                    <a:pt x="5408129" y="1702820"/>
                  </a:lnTo>
                  <a:lnTo>
                    <a:pt x="5410030" y="1675729"/>
                  </a:lnTo>
                  <a:lnTo>
                    <a:pt x="5411931" y="1683468"/>
                  </a:lnTo>
                  <a:lnTo>
                    <a:pt x="5413833" y="1690460"/>
                  </a:lnTo>
                  <a:lnTo>
                    <a:pt x="5415734" y="1743339"/>
                  </a:lnTo>
                  <a:lnTo>
                    <a:pt x="5417635" y="1748847"/>
                  </a:lnTo>
                  <a:lnTo>
                    <a:pt x="5419536" y="1726221"/>
                  </a:lnTo>
                  <a:lnTo>
                    <a:pt x="5421437" y="1702277"/>
                  </a:lnTo>
                  <a:lnTo>
                    <a:pt x="5423339" y="1748242"/>
                  </a:lnTo>
                  <a:lnTo>
                    <a:pt x="5425240" y="1700858"/>
                  </a:lnTo>
                  <a:lnTo>
                    <a:pt x="5427141" y="1744816"/>
                  </a:lnTo>
                  <a:lnTo>
                    <a:pt x="5429042" y="1789599"/>
                  </a:lnTo>
                  <a:lnTo>
                    <a:pt x="5430943" y="1839756"/>
                  </a:lnTo>
                  <a:lnTo>
                    <a:pt x="5432845" y="1972612"/>
                  </a:lnTo>
                  <a:lnTo>
                    <a:pt x="5434746" y="2064315"/>
                  </a:lnTo>
                  <a:lnTo>
                    <a:pt x="5436647" y="2039467"/>
                  </a:lnTo>
                  <a:lnTo>
                    <a:pt x="5438548" y="2074812"/>
                  </a:lnTo>
                  <a:lnTo>
                    <a:pt x="5440450" y="1986674"/>
                  </a:lnTo>
                  <a:lnTo>
                    <a:pt x="5442351" y="1987653"/>
                  </a:lnTo>
                  <a:lnTo>
                    <a:pt x="5444252" y="2066002"/>
                  </a:lnTo>
                  <a:lnTo>
                    <a:pt x="5446153" y="2113805"/>
                  </a:lnTo>
                  <a:lnTo>
                    <a:pt x="5448054" y="2086937"/>
                  </a:lnTo>
                  <a:lnTo>
                    <a:pt x="5449956" y="2115434"/>
                  </a:lnTo>
                  <a:lnTo>
                    <a:pt x="5451857" y="2129095"/>
                  </a:lnTo>
                  <a:lnTo>
                    <a:pt x="5453758" y="2157137"/>
                  </a:lnTo>
                  <a:lnTo>
                    <a:pt x="5455659" y="2172697"/>
                  </a:lnTo>
                  <a:lnTo>
                    <a:pt x="5457560" y="2179738"/>
                  </a:lnTo>
                  <a:lnTo>
                    <a:pt x="5459462" y="2239977"/>
                  </a:lnTo>
                  <a:lnTo>
                    <a:pt x="5461363" y="2255633"/>
                  </a:lnTo>
                  <a:lnTo>
                    <a:pt x="5463264" y="2284667"/>
                  </a:lnTo>
                  <a:lnTo>
                    <a:pt x="5465165" y="2288296"/>
                  </a:lnTo>
                  <a:lnTo>
                    <a:pt x="5467067" y="2316096"/>
                  </a:lnTo>
                  <a:lnTo>
                    <a:pt x="5468968" y="2301689"/>
                  </a:lnTo>
                  <a:lnTo>
                    <a:pt x="5470869" y="2373399"/>
                  </a:lnTo>
                  <a:lnTo>
                    <a:pt x="5472770" y="2364064"/>
                  </a:lnTo>
                  <a:lnTo>
                    <a:pt x="5474671" y="2372422"/>
                  </a:lnTo>
                  <a:lnTo>
                    <a:pt x="5476573" y="2406449"/>
                  </a:lnTo>
                  <a:lnTo>
                    <a:pt x="5478474" y="2405986"/>
                  </a:lnTo>
                  <a:lnTo>
                    <a:pt x="5480375" y="2431203"/>
                  </a:lnTo>
                  <a:lnTo>
                    <a:pt x="5482276" y="2416947"/>
                  </a:lnTo>
                  <a:lnTo>
                    <a:pt x="5484177" y="2421132"/>
                  </a:lnTo>
                  <a:lnTo>
                    <a:pt x="5486079" y="2403897"/>
                  </a:lnTo>
                  <a:lnTo>
                    <a:pt x="5487980" y="2399274"/>
                  </a:lnTo>
                  <a:lnTo>
                    <a:pt x="5489881" y="2416460"/>
                  </a:lnTo>
                  <a:lnTo>
                    <a:pt x="5491782" y="2394657"/>
                  </a:lnTo>
                  <a:lnTo>
                    <a:pt x="5493684" y="2411385"/>
                  </a:lnTo>
                  <a:lnTo>
                    <a:pt x="5495585" y="2404750"/>
                  </a:lnTo>
                  <a:lnTo>
                    <a:pt x="5497486" y="2433837"/>
                  </a:lnTo>
                  <a:lnTo>
                    <a:pt x="5499387" y="2448755"/>
                  </a:lnTo>
                  <a:lnTo>
                    <a:pt x="5501288" y="2430630"/>
                  </a:lnTo>
                  <a:lnTo>
                    <a:pt x="5503190" y="2427353"/>
                  </a:lnTo>
                  <a:lnTo>
                    <a:pt x="5505091" y="2428745"/>
                  </a:lnTo>
                  <a:lnTo>
                    <a:pt x="5506992" y="2436621"/>
                  </a:lnTo>
                  <a:lnTo>
                    <a:pt x="5508893" y="2433783"/>
                  </a:lnTo>
                  <a:lnTo>
                    <a:pt x="5510794" y="2440886"/>
                  </a:lnTo>
                  <a:lnTo>
                    <a:pt x="5512696" y="2456638"/>
                  </a:lnTo>
                  <a:lnTo>
                    <a:pt x="5514597" y="2442636"/>
                  </a:lnTo>
                  <a:lnTo>
                    <a:pt x="5516498" y="2467060"/>
                  </a:lnTo>
                  <a:lnTo>
                    <a:pt x="5518399" y="2456708"/>
                  </a:lnTo>
                  <a:lnTo>
                    <a:pt x="5520300" y="2478312"/>
                  </a:lnTo>
                  <a:lnTo>
                    <a:pt x="5522202" y="2516424"/>
                  </a:lnTo>
                  <a:lnTo>
                    <a:pt x="5524103" y="2497845"/>
                  </a:lnTo>
                  <a:lnTo>
                    <a:pt x="5526004" y="2528778"/>
                  </a:lnTo>
                  <a:lnTo>
                    <a:pt x="5527905" y="2499731"/>
                  </a:lnTo>
                  <a:lnTo>
                    <a:pt x="5529807" y="2501174"/>
                  </a:lnTo>
                  <a:lnTo>
                    <a:pt x="5531708" y="2487529"/>
                  </a:lnTo>
                  <a:lnTo>
                    <a:pt x="5533609" y="2442320"/>
                  </a:lnTo>
                  <a:lnTo>
                    <a:pt x="5535510" y="2471215"/>
                  </a:lnTo>
                  <a:lnTo>
                    <a:pt x="5537411" y="2466838"/>
                  </a:lnTo>
                  <a:lnTo>
                    <a:pt x="5539313" y="2461851"/>
                  </a:lnTo>
                  <a:lnTo>
                    <a:pt x="5541214" y="2423305"/>
                  </a:lnTo>
                  <a:lnTo>
                    <a:pt x="5543115" y="2431331"/>
                  </a:lnTo>
                  <a:lnTo>
                    <a:pt x="5545016" y="2440865"/>
                  </a:lnTo>
                  <a:lnTo>
                    <a:pt x="5546917" y="2454187"/>
                  </a:lnTo>
                  <a:lnTo>
                    <a:pt x="5548819" y="2461290"/>
                  </a:lnTo>
                  <a:lnTo>
                    <a:pt x="5550720" y="2460060"/>
                  </a:lnTo>
                  <a:lnTo>
                    <a:pt x="5552621" y="2482826"/>
                  </a:lnTo>
                  <a:lnTo>
                    <a:pt x="5554522" y="2452400"/>
                  </a:lnTo>
                  <a:lnTo>
                    <a:pt x="5556424" y="2453698"/>
                  </a:lnTo>
                  <a:lnTo>
                    <a:pt x="5558325" y="2440516"/>
                  </a:lnTo>
                  <a:lnTo>
                    <a:pt x="5560226" y="2444368"/>
                  </a:lnTo>
                  <a:lnTo>
                    <a:pt x="5562127" y="2457417"/>
                  </a:lnTo>
                  <a:lnTo>
                    <a:pt x="5564028" y="2457274"/>
                  </a:lnTo>
                  <a:lnTo>
                    <a:pt x="5565930" y="2476073"/>
                  </a:lnTo>
                  <a:lnTo>
                    <a:pt x="5567831" y="2446625"/>
                  </a:lnTo>
                  <a:lnTo>
                    <a:pt x="5569732" y="2406124"/>
                  </a:lnTo>
                  <a:lnTo>
                    <a:pt x="5571633" y="2418661"/>
                  </a:lnTo>
                  <a:lnTo>
                    <a:pt x="5573534" y="2422715"/>
                  </a:lnTo>
                  <a:lnTo>
                    <a:pt x="5575436" y="2434825"/>
                  </a:lnTo>
                  <a:lnTo>
                    <a:pt x="5577337" y="2409892"/>
                  </a:lnTo>
                  <a:lnTo>
                    <a:pt x="5579238" y="2422953"/>
                  </a:lnTo>
                  <a:lnTo>
                    <a:pt x="5581139" y="2402316"/>
                  </a:lnTo>
                  <a:lnTo>
                    <a:pt x="5583041" y="2432819"/>
                  </a:lnTo>
                  <a:lnTo>
                    <a:pt x="5584942" y="2390536"/>
                  </a:lnTo>
                  <a:lnTo>
                    <a:pt x="5586843" y="2329979"/>
                  </a:lnTo>
                  <a:lnTo>
                    <a:pt x="5588744" y="2310761"/>
                  </a:lnTo>
                  <a:lnTo>
                    <a:pt x="5590645" y="2345408"/>
                  </a:lnTo>
                  <a:lnTo>
                    <a:pt x="5592547" y="2346535"/>
                  </a:lnTo>
                  <a:lnTo>
                    <a:pt x="5594448" y="2353682"/>
                  </a:lnTo>
                  <a:lnTo>
                    <a:pt x="5596349" y="2393068"/>
                  </a:lnTo>
                  <a:lnTo>
                    <a:pt x="5598250" y="2333766"/>
                  </a:lnTo>
                  <a:lnTo>
                    <a:pt x="5600151" y="2327287"/>
                  </a:lnTo>
                  <a:lnTo>
                    <a:pt x="5602053" y="2305434"/>
                  </a:lnTo>
                  <a:lnTo>
                    <a:pt x="5603954" y="2241076"/>
                  </a:lnTo>
                  <a:lnTo>
                    <a:pt x="5605855" y="2252828"/>
                  </a:lnTo>
                  <a:lnTo>
                    <a:pt x="5607756" y="2284724"/>
                  </a:lnTo>
                  <a:lnTo>
                    <a:pt x="5609658" y="2295724"/>
                  </a:lnTo>
                  <a:lnTo>
                    <a:pt x="5611559" y="2310018"/>
                  </a:lnTo>
                  <a:lnTo>
                    <a:pt x="5613460" y="2289851"/>
                  </a:lnTo>
                  <a:lnTo>
                    <a:pt x="5615361" y="2228322"/>
                  </a:lnTo>
                  <a:lnTo>
                    <a:pt x="5617262" y="2182789"/>
                  </a:lnTo>
                  <a:lnTo>
                    <a:pt x="5619164" y="2211463"/>
                  </a:lnTo>
                  <a:lnTo>
                    <a:pt x="5621065" y="2278388"/>
                  </a:lnTo>
                  <a:lnTo>
                    <a:pt x="5622966" y="2379779"/>
                  </a:lnTo>
                  <a:lnTo>
                    <a:pt x="5624867" y="2468162"/>
                  </a:lnTo>
                  <a:lnTo>
                    <a:pt x="5626768" y="2456539"/>
                  </a:lnTo>
                  <a:lnTo>
                    <a:pt x="5628670" y="2452892"/>
                  </a:lnTo>
                  <a:lnTo>
                    <a:pt x="5630571" y="2446652"/>
                  </a:lnTo>
                  <a:lnTo>
                    <a:pt x="5632472" y="2441959"/>
                  </a:lnTo>
                  <a:lnTo>
                    <a:pt x="5634373" y="2446806"/>
                  </a:lnTo>
                  <a:lnTo>
                    <a:pt x="5636275" y="2451394"/>
                  </a:lnTo>
                  <a:lnTo>
                    <a:pt x="5638176" y="2473871"/>
                  </a:lnTo>
                  <a:lnTo>
                    <a:pt x="5640077" y="2460860"/>
                  </a:lnTo>
                  <a:lnTo>
                    <a:pt x="5641978" y="2466204"/>
                  </a:lnTo>
                  <a:lnTo>
                    <a:pt x="5643879" y="2460636"/>
                  </a:lnTo>
                  <a:lnTo>
                    <a:pt x="5645781" y="2489173"/>
                  </a:lnTo>
                  <a:lnTo>
                    <a:pt x="5647682" y="2428218"/>
                  </a:lnTo>
                  <a:lnTo>
                    <a:pt x="5649583" y="2466761"/>
                  </a:lnTo>
                  <a:lnTo>
                    <a:pt x="5651484" y="2488979"/>
                  </a:lnTo>
                  <a:lnTo>
                    <a:pt x="5653385" y="2470601"/>
                  </a:lnTo>
                  <a:lnTo>
                    <a:pt x="5655287" y="2515085"/>
                  </a:lnTo>
                  <a:lnTo>
                    <a:pt x="5657188" y="2459954"/>
                  </a:lnTo>
                  <a:lnTo>
                    <a:pt x="5659089" y="2528560"/>
                  </a:lnTo>
                  <a:lnTo>
                    <a:pt x="5660990" y="2520455"/>
                  </a:lnTo>
                  <a:lnTo>
                    <a:pt x="5662892" y="2505088"/>
                  </a:lnTo>
                  <a:lnTo>
                    <a:pt x="5664793" y="2506568"/>
                  </a:lnTo>
                  <a:lnTo>
                    <a:pt x="5666694" y="2473643"/>
                  </a:lnTo>
                  <a:lnTo>
                    <a:pt x="5668595" y="2487052"/>
                  </a:lnTo>
                  <a:lnTo>
                    <a:pt x="5670496" y="2479871"/>
                  </a:lnTo>
                  <a:lnTo>
                    <a:pt x="5672398" y="2493705"/>
                  </a:lnTo>
                  <a:lnTo>
                    <a:pt x="5674299" y="2505792"/>
                  </a:lnTo>
                  <a:lnTo>
                    <a:pt x="5676200" y="2482517"/>
                  </a:lnTo>
                  <a:lnTo>
                    <a:pt x="5678101" y="2485743"/>
                  </a:lnTo>
                  <a:lnTo>
                    <a:pt x="5680002" y="2491949"/>
                  </a:lnTo>
                  <a:lnTo>
                    <a:pt x="5681904" y="2499416"/>
                  </a:lnTo>
                  <a:lnTo>
                    <a:pt x="5683805" y="2490710"/>
                  </a:lnTo>
                  <a:lnTo>
                    <a:pt x="5685706" y="2477876"/>
                  </a:lnTo>
                  <a:lnTo>
                    <a:pt x="5687607" y="2458109"/>
                  </a:lnTo>
                  <a:lnTo>
                    <a:pt x="5689509" y="2467791"/>
                  </a:lnTo>
                  <a:lnTo>
                    <a:pt x="5691410" y="2465707"/>
                  </a:lnTo>
                  <a:lnTo>
                    <a:pt x="5693311" y="2490729"/>
                  </a:lnTo>
                  <a:lnTo>
                    <a:pt x="5695212" y="2493254"/>
                  </a:lnTo>
                  <a:lnTo>
                    <a:pt x="5697113" y="2470182"/>
                  </a:lnTo>
                  <a:lnTo>
                    <a:pt x="5699015" y="2472577"/>
                  </a:lnTo>
                  <a:lnTo>
                    <a:pt x="5700916" y="2453887"/>
                  </a:lnTo>
                  <a:lnTo>
                    <a:pt x="5702817" y="2453919"/>
                  </a:lnTo>
                  <a:lnTo>
                    <a:pt x="5704718" y="2466063"/>
                  </a:lnTo>
                  <a:lnTo>
                    <a:pt x="5706619" y="2469028"/>
                  </a:lnTo>
                  <a:lnTo>
                    <a:pt x="5708521" y="2482498"/>
                  </a:lnTo>
                  <a:lnTo>
                    <a:pt x="5710422" y="2488528"/>
                  </a:lnTo>
                  <a:lnTo>
                    <a:pt x="5712323" y="2491406"/>
                  </a:lnTo>
                  <a:lnTo>
                    <a:pt x="5714224" y="2503438"/>
                  </a:lnTo>
                  <a:lnTo>
                    <a:pt x="5716126" y="2490165"/>
                  </a:lnTo>
                  <a:lnTo>
                    <a:pt x="5718027" y="2475772"/>
                  </a:lnTo>
                  <a:lnTo>
                    <a:pt x="5719928" y="2484535"/>
                  </a:lnTo>
                  <a:lnTo>
                    <a:pt x="5721829" y="2507419"/>
                  </a:lnTo>
                  <a:lnTo>
                    <a:pt x="5722681" y="253077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6936208" y="6344411"/>
              <a:ext cx="4837" cy="35038"/>
            </a:xfrm>
            <a:custGeom>
              <a:avLst/>
              <a:pathLst>
                <a:path w="4837" h="35038">
                  <a:moveTo>
                    <a:pt x="0" y="35038"/>
                  </a:moveTo>
                  <a:lnTo>
                    <a:pt x="1371" y="9806"/>
                  </a:lnTo>
                  <a:lnTo>
                    <a:pt x="3272" y="0"/>
                  </a:lnTo>
                  <a:lnTo>
                    <a:pt x="4837" y="3503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941919" y="6353229"/>
              <a:ext cx="8577" cy="26220"/>
            </a:xfrm>
            <a:custGeom>
              <a:avLst/>
              <a:pathLst>
                <a:path w="8577" h="26220">
                  <a:moveTo>
                    <a:pt x="0" y="26220"/>
                  </a:moveTo>
                  <a:lnTo>
                    <a:pt x="1364" y="7078"/>
                  </a:lnTo>
                  <a:lnTo>
                    <a:pt x="3265" y="4950"/>
                  </a:lnTo>
                  <a:lnTo>
                    <a:pt x="5166" y="8776"/>
                  </a:lnTo>
                  <a:lnTo>
                    <a:pt x="7068" y="0"/>
                  </a:lnTo>
                  <a:lnTo>
                    <a:pt x="8577" y="2622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7043020" y="6366511"/>
              <a:ext cx="2663" cy="12938"/>
            </a:xfrm>
            <a:custGeom>
              <a:avLst/>
              <a:pathLst>
                <a:path w="2663" h="12938">
                  <a:moveTo>
                    <a:pt x="0" y="12938"/>
                  </a:moveTo>
                  <a:lnTo>
                    <a:pt x="1027" y="0"/>
                  </a:lnTo>
                  <a:lnTo>
                    <a:pt x="2663" y="1293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7046324" y="6327338"/>
              <a:ext cx="13556" cy="52111"/>
            </a:xfrm>
            <a:custGeom>
              <a:avLst/>
              <a:pathLst>
                <a:path w="13556" h="52111">
                  <a:moveTo>
                    <a:pt x="0" y="52111"/>
                  </a:moveTo>
                  <a:lnTo>
                    <a:pt x="1525" y="43587"/>
                  </a:lnTo>
                  <a:lnTo>
                    <a:pt x="3427" y="0"/>
                  </a:lnTo>
                  <a:lnTo>
                    <a:pt x="5328" y="35481"/>
                  </a:lnTo>
                  <a:lnTo>
                    <a:pt x="7229" y="13489"/>
                  </a:lnTo>
                  <a:lnTo>
                    <a:pt x="9130" y="25476"/>
                  </a:lnTo>
                  <a:lnTo>
                    <a:pt x="11031" y="15399"/>
                  </a:lnTo>
                  <a:lnTo>
                    <a:pt x="12933" y="44971"/>
                  </a:lnTo>
                  <a:lnTo>
                    <a:pt x="13556" y="5211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7102279" y="6336632"/>
              <a:ext cx="9309" cy="42817"/>
            </a:xfrm>
            <a:custGeom>
              <a:avLst/>
              <a:pathLst>
                <a:path w="9309" h="42817">
                  <a:moveTo>
                    <a:pt x="0" y="42817"/>
                  </a:moveTo>
                  <a:lnTo>
                    <a:pt x="705" y="23711"/>
                  </a:lnTo>
                  <a:lnTo>
                    <a:pt x="2606" y="0"/>
                  </a:lnTo>
                  <a:lnTo>
                    <a:pt x="4508" y="18580"/>
                  </a:lnTo>
                  <a:lnTo>
                    <a:pt x="6409" y="35947"/>
                  </a:lnTo>
                  <a:lnTo>
                    <a:pt x="8310" y="33913"/>
                  </a:lnTo>
                  <a:lnTo>
                    <a:pt x="9309" y="4281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7165680" y="6124428"/>
              <a:ext cx="172944" cy="255021"/>
            </a:xfrm>
            <a:custGeom>
              <a:avLst/>
              <a:pathLst>
                <a:path w="172944" h="255021">
                  <a:moveTo>
                    <a:pt x="0" y="255021"/>
                  </a:moveTo>
                  <a:lnTo>
                    <a:pt x="44" y="254392"/>
                  </a:lnTo>
                  <a:lnTo>
                    <a:pt x="1946" y="248068"/>
                  </a:lnTo>
                  <a:lnTo>
                    <a:pt x="3847" y="126199"/>
                  </a:lnTo>
                  <a:lnTo>
                    <a:pt x="5748" y="171427"/>
                  </a:lnTo>
                  <a:lnTo>
                    <a:pt x="7649" y="168121"/>
                  </a:lnTo>
                  <a:lnTo>
                    <a:pt x="9550" y="212073"/>
                  </a:lnTo>
                  <a:lnTo>
                    <a:pt x="11452" y="213603"/>
                  </a:lnTo>
                  <a:lnTo>
                    <a:pt x="13353" y="173711"/>
                  </a:lnTo>
                  <a:lnTo>
                    <a:pt x="15254" y="177640"/>
                  </a:lnTo>
                  <a:lnTo>
                    <a:pt x="17155" y="162588"/>
                  </a:lnTo>
                  <a:lnTo>
                    <a:pt x="19057" y="165047"/>
                  </a:lnTo>
                  <a:lnTo>
                    <a:pt x="20958" y="177329"/>
                  </a:lnTo>
                  <a:lnTo>
                    <a:pt x="22859" y="167669"/>
                  </a:lnTo>
                  <a:lnTo>
                    <a:pt x="24760" y="111063"/>
                  </a:lnTo>
                  <a:lnTo>
                    <a:pt x="26661" y="136520"/>
                  </a:lnTo>
                  <a:lnTo>
                    <a:pt x="28563" y="112228"/>
                  </a:lnTo>
                  <a:lnTo>
                    <a:pt x="30464" y="104821"/>
                  </a:lnTo>
                  <a:lnTo>
                    <a:pt x="32365" y="67472"/>
                  </a:lnTo>
                  <a:lnTo>
                    <a:pt x="34266" y="37530"/>
                  </a:lnTo>
                  <a:lnTo>
                    <a:pt x="36167" y="78005"/>
                  </a:lnTo>
                  <a:lnTo>
                    <a:pt x="38069" y="149040"/>
                  </a:lnTo>
                  <a:lnTo>
                    <a:pt x="39970" y="139747"/>
                  </a:lnTo>
                  <a:lnTo>
                    <a:pt x="41871" y="86254"/>
                  </a:lnTo>
                  <a:lnTo>
                    <a:pt x="43772" y="97933"/>
                  </a:lnTo>
                  <a:lnTo>
                    <a:pt x="45674" y="80457"/>
                  </a:lnTo>
                  <a:lnTo>
                    <a:pt x="47575" y="69874"/>
                  </a:lnTo>
                  <a:lnTo>
                    <a:pt x="49476" y="70212"/>
                  </a:lnTo>
                  <a:lnTo>
                    <a:pt x="51377" y="76350"/>
                  </a:lnTo>
                  <a:lnTo>
                    <a:pt x="53278" y="73763"/>
                  </a:lnTo>
                  <a:lnTo>
                    <a:pt x="55180" y="23316"/>
                  </a:lnTo>
                  <a:lnTo>
                    <a:pt x="57081" y="15996"/>
                  </a:lnTo>
                  <a:lnTo>
                    <a:pt x="58982" y="22795"/>
                  </a:lnTo>
                  <a:lnTo>
                    <a:pt x="60883" y="18256"/>
                  </a:lnTo>
                  <a:lnTo>
                    <a:pt x="62784" y="18951"/>
                  </a:lnTo>
                  <a:lnTo>
                    <a:pt x="64686" y="0"/>
                  </a:lnTo>
                  <a:lnTo>
                    <a:pt x="66587" y="56923"/>
                  </a:lnTo>
                  <a:lnTo>
                    <a:pt x="68488" y="23577"/>
                  </a:lnTo>
                  <a:lnTo>
                    <a:pt x="70389" y="131540"/>
                  </a:lnTo>
                  <a:lnTo>
                    <a:pt x="72291" y="110462"/>
                  </a:lnTo>
                  <a:lnTo>
                    <a:pt x="74192" y="96643"/>
                  </a:lnTo>
                  <a:lnTo>
                    <a:pt x="76093" y="134938"/>
                  </a:lnTo>
                  <a:lnTo>
                    <a:pt x="77994" y="115948"/>
                  </a:lnTo>
                  <a:lnTo>
                    <a:pt x="79895" y="85472"/>
                  </a:lnTo>
                  <a:lnTo>
                    <a:pt x="81797" y="25028"/>
                  </a:lnTo>
                  <a:lnTo>
                    <a:pt x="83698" y="89273"/>
                  </a:lnTo>
                  <a:lnTo>
                    <a:pt x="85599" y="80961"/>
                  </a:lnTo>
                  <a:lnTo>
                    <a:pt x="87500" y="98756"/>
                  </a:lnTo>
                  <a:lnTo>
                    <a:pt x="89401" y="100888"/>
                  </a:lnTo>
                  <a:lnTo>
                    <a:pt x="91303" y="122696"/>
                  </a:lnTo>
                  <a:lnTo>
                    <a:pt x="93204" y="119662"/>
                  </a:lnTo>
                  <a:lnTo>
                    <a:pt x="95105" y="123576"/>
                  </a:lnTo>
                  <a:lnTo>
                    <a:pt x="97006" y="138036"/>
                  </a:lnTo>
                  <a:lnTo>
                    <a:pt x="98908" y="188777"/>
                  </a:lnTo>
                  <a:lnTo>
                    <a:pt x="100809" y="200640"/>
                  </a:lnTo>
                  <a:lnTo>
                    <a:pt x="102710" y="192243"/>
                  </a:lnTo>
                  <a:lnTo>
                    <a:pt x="104611" y="209333"/>
                  </a:lnTo>
                  <a:lnTo>
                    <a:pt x="106512" y="209729"/>
                  </a:lnTo>
                  <a:lnTo>
                    <a:pt x="108414" y="216737"/>
                  </a:lnTo>
                  <a:lnTo>
                    <a:pt x="110315" y="229437"/>
                  </a:lnTo>
                  <a:lnTo>
                    <a:pt x="112216" y="191123"/>
                  </a:lnTo>
                  <a:lnTo>
                    <a:pt x="114117" y="170149"/>
                  </a:lnTo>
                  <a:lnTo>
                    <a:pt x="116018" y="148368"/>
                  </a:lnTo>
                  <a:lnTo>
                    <a:pt x="117920" y="179230"/>
                  </a:lnTo>
                  <a:lnTo>
                    <a:pt x="119821" y="170662"/>
                  </a:lnTo>
                  <a:lnTo>
                    <a:pt x="121722" y="122097"/>
                  </a:lnTo>
                  <a:lnTo>
                    <a:pt x="123623" y="170052"/>
                  </a:lnTo>
                  <a:lnTo>
                    <a:pt x="125525" y="175876"/>
                  </a:lnTo>
                  <a:lnTo>
                    <a:pt x="127426" y="171278"/>
                  </a:lnTo>
                  <a:lnTo>
                    <a:pt x="129327" y="195943"/>
                  </a:lnTo>
                  <a:lnTo>
                    <a:pt x="131228" y="160210"/>
                  </a:lnTo>
                  <a:lnTo>
                    <a:pt x="133129" y="187529"/>
                  </a:lnTo>
                  <a:lnTo>
                    <a:pt x="135031" y="191506"/>
                  </a:lnTo>
                  <a:lnTo>
                    <a:pt x="136932" y="207595"/>
                  </a:lnTo>
                  <a:lnTo>
                    <a:pt x="138833" y="233519"/>
                  </a:lnTo>
                  <a:lnTo>
                    <a:pt x="140734" y="223826"/>
                  </a:lnTo>
                  <a:lnTo>
                    <a:pt x="142635" y="225305"/>
                  </a:lnTo>
                  <a:lnTo>
                    <a:pt x="144537" y="210505"/>
                  </a:lnTo>
                  <a:lnTo>
                    <a:pt x="146438" y="216702"/>
                  </a:lnTo>
                  <a:lnTo>
                    <a:pt x="148339" y="205698"/>
                  </a:lnTo>
                  <a:lnTo>
                    <a:pt x="150240" y="182019"/>
                  </a:lnTo>
                  <a:lnTo>
                    <a:pt x="152142" y="205632"/>
                  </a:lnTo>
                  <a:lnTo>
                    <a:pt x="154043" y="211222"/>
                  </a:lnTo>
                  <a:lnTo>
                    <a:pt x="155944" y="237425"/>
                  </a:lnTo>
                  <a:lnTo>
                    <a:pt x="157845" y="241253"/>
                  </a:lnTo>
                  <a:lnTo>
                    <a:pt x="159746" y="241064"/>
                  </a:lnTo>
                  <a:lnTo>
                    <a:pt x="161648" y="240356"/>
                  </a:lnTo>
                  <a:lnTo>
                    <a:pt x="163549" y="246865"/>
                  </a:lnTo>
                  <a:lnTo>
                    <a:pt x="165450" y="231215"/>
                  </a:lnTo>
                  <a:lnTo>
                    <a:pt x="167351" y="228681"/>
                  </a:lnTo>
                  <a:lnTo>
                    <a:pt x="169252" y="240602"/>
                  </a:lnTo>
                  <a:lnTo>
                    <a:pt x="171154" y="226036"/>
                  </a:lnTo>
                  <a:lnTo>
                    <a:pt x="172944" y="25502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7339171" y="6362096"/>
              <a:ext cx="9043" cy="17353"/>
            </a:xfrm>
            <a:custGeom>
              <a:avLst/>
              <a:pathLst>
                <a:path w="9043" h="17353">
                  <a:moveTo>
                    <a:pt x="0" y="17353"/>
                  </a:moveTo>
                  <a:lnTo>
                    <a:pt x="1465" y="11325"/>
                  </a:lnTo>
                  <a:lnTo>
                    <a:pt x="3367" y="0"/>
                  </a:lnTo>
                  <a:lnTo>
                    <a:pt x="5268" y="4459"/>
                  </a:lnTo>
                  <a:lnTo>
                    <a:pt x="7169" y="2623"/>
                  </a:lnTo>
                  <a:lnTo>
                    <a:pt x="9043" y="1735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7348276" y="6281209"/>
              <a:ext cx="22634" cy="98240"/>
            </a:xfrm>
            <a:custGeom>
              <a:avLst/>
              <a:pathLst>
                <a:path w="22634" h="98240">
                  <a:moveTo>
                    <a:pt x="0" y="98240"/>
                  </a:moveTo>
                  <a:lnTo>
                    <a:pt x="1866" y="86703"/>
                  </a:lnTo>
                  <a:lnTo>
                    <a:pt x="3768" y="69326"/>
                  </a:lnTo>
                  <a:lnTo>
                    <a:pt x="5669" y="41816"/>
                  </a:lnTo>
                  <a:lnTo>
                    <a:pt x="7570" y="22942"/>
                  </a:lnTo>
                  <a:lnTo>
                    <a:pt x="9471" y="15565"/>
                  </a:lnTo>
                  <a:lnTo>
                    <a:pt x="11372" y="22389"/>
                  </a:lnTo>
                  <a:lnTo>
                    <a:pt x="13274" y="0"/>
                  </a:lnTo>
                  <a:lnTo>
                    <a:pt x="15175" y="37845"/>
                  </a:lnTo>
                  <a:lnTo>
                    <a:pt x="17076" y="43672"/>
                  </a:lnTo>
                  <a:lnTo>
                    <a:pt x="18977" y="39916"/>
                  </a:lnTo>
                  <a:lnTo>
                    <a:pt x="20878" y="57975"/>
                  </a:lnTo>
                  <a:lnTo>
                    <a:pt x="22634" y="9824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7371304" y="6313304"/>
              <a:ext cx="10965" cy="66145"/>
            </a:xfrm>
            <a:custGeom>
              <a:avLst/>
              <a:pathLst>
                <a:path w="10965" h="66145">
                  <a:moveTo>
                    <a:pt x="0" y="66145"/>
                  </a:moveTo>
                  <a:lnTo>
                    <a:pt x="1653" y="43851"/>
                  </a:lnTo>
                  <a:lnTo>
                    <a:pt x="3554" y="41020"/>
                  </a:lnTo>
                  <a:lnTo>
                    <a:pt x="5455" y="0"/>
                  </a:lnTo>
                  <a:lnTo>
                    <a:pt x="7357" y="40547"/>
                  </a:lnTo>
                  <a:lnTo>
                    <a:pt x="9258" y="33084"/>
                  </a:lnTo>
                  <a:lnTo>
                    <a:pt x="10965" y="6614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7382669" y="6324509"/>
              <a:ext cx="15572" cy="54940"/>
            </a:xfrm>
            <a:custGeom>
              <a:avLst/>
              <a:pathLst>
                <a:path w="15572" h="54940">
                  <a:moveTo>
                    <a:pt x="0" y="54940"/>
                  </a:moveTo>
                  <a:lnTo>
                    <a:pt x="1695" y="23803"/>
                  </a:lnTo>
                  <a:lnTo>
                    <a:pt x="3597" y="52054"/>
                  </a:lnTo>
                  <a:lnTo>
                    <a:pt x="5498" y="47063"/>
                  </a:lnTo>
                  <a:lnTo>
                    <a:pt x="7399" y="37690"/>
                  </a:lnTo>
                  <a:lnTo>
                    <a:pt x="9300" y="17869"/>
                  </a:lnTo>
                  <a:lnTo>
                    <a:pt x="11202" y="0"/>
                  </a:lnTo>
                  <a:lnTo>
                    <a:pt x="13103" y="12722"/>
                  </a:lnTo>
                  <a:lnTo>
                    <a:pt x="15004" y="49827"/>
                  </a:lnTo>
                  <a:lnTo>
                    <a:pt x="15572" y="5494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7412569" y="6341459"/>
              <a:ext cx="12570" cy="37990"/>
            </a:xfrm>
            <a:custGeom>
              <a:avLst/>
              <a:pathLst>
                <a:path w="12570" h="37990">
                  <a:moveTo>
                    <a:pt x="0" y="37990"/>
                  </a:moveTo>
                  <a:lnTo>
                    <a:pt x="313" y="32583"/>
                  </a:lnTo>
                  <a:lnTo>
                    <a:pt x="2214" y="0"/>
                  </a:lnTo>
                  <a:lnTo>
                    <a:pt x="4116" y="34483"/>
                  </a:lnTo>
                  <a:lnTo>
                    <a:pt x="6017" y="20974"/>
                  </a:lnTo>
                  <a:lnTo>
                    <a:pt x="7918" y="24827"/>
                  </a:lnTo>
                  <a:lnTo>
                    <a:pt x="9819" y="37185"/>
                  </a:lnTo>
                  <a:lnTo>
                    <a:pt x="11721" y="22032"/>
                  </a:lnTo>
                  <a:lnTo>
                    <a:pt x="12570" y="3799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7427766" y="6375357"/>
              <a:ext cx="2876" cy="4092"/>
            </a:xfrm>
            <a:custGeom>
              <a:avLst/>
              <a:pathLst>
                <a:path w="2876" h="4092">
                  <a:moveTo>
                    <a:pt x="0" y="4092"/>
                  </a:moveTo>
                  <a:lnTo>
                    <a:pt x="326" y="0"/>
                  </a:lnTo>
                  <a:lnTo>
                    <a:pt x="2227" y="454"/>
                  </a:lnTo>
                  <a:lnTo>
                    <a:pt x="2876" y="409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7437084" y="6280753"/>
              <a:ext cx="73977" cy="98696"/>
            </a:xfrm>
            <a:custGeom>
              <a:avLst/>
              <a:pathLst>
                <a:path w="73977" h="98696">
                  <a:moveTo>
                    <a:pt x="0" y="98696"/>
                  </a:moveTo>
                  <a:lnTo>
                    <a:pt x="514" y="88582"/>
                  </a:lnTo>
                  <a:lnTo>
                    <a:pt x="2415" y="73107"/>
                  </a:lnTo>
                  <a:lnTo>
                    <a:pt x="4317" y="83722"/>
                  </a:lnTo>
                  <a:lnTo>
                    <a:pt x="6218" y="81826"/>
                  </a:lnTo>
                  <a:lnTo>
                    <a:pt x="8119" y="40882"/>
                  </a:lnTo>
                  <a:lnTo>
                    <a:pt x="10020" y="28575"/>
                  </a:lnTo>
                  <a:lnTo>
                    <a:pt x="11921" y="70085"/>
                  </a:lnTo>
                  <a:lnTo>
                    <a:pt x="13823" y="74294"/>
                  </a:lnTo>
                  <a:lnTo>
                    <a:pt x="15724" y="53175"/>
                  </a:lnTo>
                  <a:lnTo>
                    <a:pt x="17625" y="25718"/>
                  </a:lnTo>
                  <a:lnTo>
                    <a:pt x="19526" y="67797"/>
                  </a:lnTo>
                  <a:lnTo>
                    <a:pt x="21427" y="50080"/>
                  </a:lnTo>
                  <a:lnTo>
                    <a:pt x="23329" y="22030"/>
                  </a:lnTo>
                  <a:lnTo>
                    <a:pt x="25230" y="18289"/>
                  </a:lnTo>
                  <a:lnTo>
                    <a:pt x="27131" y="6672"/>
                  </a:lnTo>
                  <a:lnTo>
                    <a:pt x="29032" y="38306"/>
                  </a:lnTo>
                  <a:lnTo>
                    <a:pt x="30934" y="26134"/>
                  </a:lnTo>
                  <a:lnTo>
                    <a:pt x="32835" y="5793"/>
                  </a:lnTo>
                  <a:lnTo>
                    <a:pt x="34736" y="20821"/>
                  </a:lnTo>
                  <a:lnTo>
                    <a:pt x="36637" y="64188"/>
                  </a:lnTo>
                  <a:lnTo>
                    <a:pt x="38538" y="62911"/>
                  </a:lnTo>
                  <a:lnTo>
                    <a:pt x="40440" y="34996"/>
                  </a:lnTo>
                  <a:lnTo>
                    <a:pt x="42341" y="0"/>
                  </a:lnTo>
                  <a:lnTo>
                    <a:pt x="44242" y="25438"/>
                  </a:lnTo>
                  <a:lnTo>
                    <a:pt x="46143" y="22049"/>
                  </a:lnTo>
                  <a:lnTo>
                    <a:pt x="48044" y="19936"/>
                  </a:lnTo>
                  <a:lnTo>
                    <a:pt x="49946" y="8460"/>
                  </a:lnTo>
                  <a:lnTo>
                    <a:pt x="51847" y="8791"/>
                  </a:lnTo>
                  <a:lnTo>
                    <a:pt x="53748" y="5813"/>
                  </a:lnTo>
                  <a:lnTo>
                    <a:pt x="55649" y="18572"/>
                  </a:lnTo>
                  <a:lnTo>
                    <a:pt x="57551" y="23990"/>
                  </a:lnTo>
                  <a:lnTo>
                    <a:pt x="59452" y="52737"/>
                  </a:lnTo>
                  <a:lnTo>
                    <a:pt x="61353" y="74241"/>
                  </a:lnTo>
                  <a:lnTo>
                    <a:pt x="63254" y="78146"/>
                  </a:lnTo>
                  <a:lnTo>
                    <a:pt x="65155" y="23814"/>
                  </a:lnTo>
                  <a:lnTo>
                    <a:pt x="67057" y="35070"/>
                  </a:lnTo>
                  <a:lnTo>
                    <a:pt x="68958" y="46117"/>
                  </a:lnTo>
                  <a:lnTo>
                    <a:pt x="70859" y="51639"/>
                  </a:lnTo>
                  <a:lnTo>
                    <a:pt x="72760" y="67167"/>
                  </a:lnTo>
                  <a:lnTo>
                    <a:pt x="73977" y="9869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7513887" y="4802861"/>
              <a:ext cx="1484608" cy="1576588"/>
            </a:xfrm>
            <a:custGeom>
              <a:avLst/>
              <a:pathLst>
                <a:path w="1484608" h="1576588">
                  <a:moveTo>
                    <a:pt x="0" y="1576588"/>
                  </a:moveTo>
                  <a:lnTo>
                    <a:pt x="1661" y="1551549"/>
                  </a:lnTo>
                  <a:lnTo>
                    <a:pt x="3562" y="1514203"/>
                  </a:lnTo>
                  <a:lnTo>
                    <a:pt x="5463" y="1482665"/>
                  </a:lnTo>
                  <a:lnTo>
                    <a:pt x="7365" y="1455454"/>
                  </a:lnTo>
                  <a:lnTo>
                    <a:pt x="9266" y="1457622"/>
                  </a:lnTo>
                  <a:lnTo>
                    <a:pt x="11167" y="1465036"/>
                  </a:lnTo>
                  <a:lnTo>
                    <a:pt x="13068" y="1454158"/>
                  </a:lnTo>
                  <a:lnTo>
                    <a:pt x="14970" y="1454376"/>
                  </a:lnTo>
                  <a:lnTo>
                    <a:pt x="16871" y="1473065"/>
                  </a:lnTo>
                  <a:lnTo>
                    <a:pt x="18772" y="1472808"/>
                  </a:lnTo>
                  <a:lnTo>
                    <a:pt x="20673" y="1513506"/>
                  </a:lnTo>
                  <a:lnTo>
                    <a:pt x="22574" y="1540525"/>
                  </a:lnTo>
                  <a:lnTo>
                    <a:pt x="24476" y="1517480"/>
                  </a:lnTo>
                  <a:lnTo>
                    <a:pt x="26377" y="1506957"/>
                  </a:lnTo>
                  <a:lnTo>
                    <a:pt x="28278" y="1479859"/>
                  </a:lnTo>
                  <a:lnTo>
                    <a:pt x="30179" y="1479131"/>
                  </a:lnTo>
                  <a:lnTo>
                    <a:pt x="32080" y="1474439"/>
                  </a:lnTo>
                  <a:lnTo>
                    <a:pt x="33982" y="1451300"/>
                  </a:lnTo>
                  <a:lnTo>
                    <a:pt x="35883" y="1486660"/>
                  </a:lnTo>
                  <a:lnTo>
                    <a:pt x="37784" y="1491450"/>
                  </a:lnTo>
                  <a:lnTo>
                    <a:pt x="39685" y="1441665"/>
                  </a:lnTo>
                  <a:lnTo>
                    <a:pt x="41587" y="1450047"/>
                  </a:lnTo>
                  <a:lnTo>
                    <a:pt x="43488" y="1455124"/>
                  </a:lnTo>
                  <a:lnTo>
                    <a:pt x="45389" y="1311061"/>
                  </a:lnTo>
                  <a:lnTo>
                    <a:pt x="47290" y="1346033"/>
                  </a:lnTo>
                  <a:lnTo>
                    <a:pt x="49191" y="1407545"/>
                  </a:lnTo>
                  <a:lnTo>
                    <a:pt x="51093" y="1335133"/>
                  </a:lnTo>
                  <a:lnTo>
                    <a:pt x="52994" y="1289934"/>
                  </a:lnTo>
                  <a:lnTo>
                    <a:pt x="54895" y="1231036"/>
                  </a:lnTo>
                  <a:lnTo>
                    <a:pt x="56796" y="1236695"/>
                  </a:lnTo>
                  <a:lnTo>
                    <a:pt x="58697" y="1275820"/>
                  </a:lnTo>
                  <a:lnTo>
                    <a:pt x="60599" y="1265696"/>
                  </a:lnTo>
                  <a:lnTo>
                    <a:pt x="62500" y="1278530"/>
                  </a:lnTo>
                  <a:lnTo>
                    <a:pt x="64401" y="1318721"/>
                  </a:lnTo>
                  <a:lnTo>
                    <a:pt x="66302" y="1294910"/>
                  </a:lnTo>
                  <a:lnTo>
                    <a:pt x="68204" y="1375954"/>
                  </a:lnTo>
                  <a:lnTo>
                    <a:pt x="70105" y="1369039"/>
                  </a:lnTo>
                  <a:lnTo>
                    <a:pt x="72006" y="1338757"/>
                  </a:lnTo>
                  <a:lnTo>
                    <a:pt x="73907" y="1235848"/>
                  </a:lnTo>
                  <a:lnTo>
                    <a:pt x="75808" y="1235467"/>
                  </a:lnTo>
                  <a:lnTo>
                    <a:pt x="77710" y="1342512"/>
                  </a:lnTo>
                  <a:lnTo>
                    <a:pt x="79611" y="1345977"/>
                  </a:lnTo>
                  <a:lnTo>
                    <a:pt x="81512" y="1371710"/>
                  </a:lnTo>
                  <a:lnTo>
                    <a:pt x="83413" y="1361630"/>
                  </a:lnTo>
                  <a:lnTo>
                    <a:pt x="85314" y="1367005"/>
                  </a:lnTo>
                  <a:lnTo>
                    <a:pt x="87216" y="1365963"/>
                  </a:lnTo>
                  <a:lnTo>
                    <a:pt x="89117" y="1389150"/>
                  </a:lnTo>
                  <a:lnTo>
                    <a:pt x="91018" y="1383661"/>
                  </a:lnTo>
                  <a:lnTo>
                    <a:pt x="92919" y="1378094"/>
                  </a:lnTo>
                  <a:lnTo>
                    <a:pt x="94821" y="1406472"/>
                  </a:lnTo>
                  <a:lnTo>
                    <a:pt x="96722" y="1434936"/>
                  </a:lnTo>
                  <a:lnTo>
                    <a:pt x="98623" y="1460813"/>
                  </a:lnTo>
                  <a:lnTo>
                    <a:pt x="100524" y="1469555"/>
                  </a:lnTo>
                  <a:lnTo>
                    <a:pt x="102425" y="1430367"/>
                  </a:lnTo>
                  <a:lnTo>
                    <a:pt x="104327" y="1402599"/>
                  </a:lnTo>
                  <a:lnTo>
                    <a:pt x="106228" y="1309942"/>
                  </a:lnTo>
                  <a:lnTo>
                    <a:pt x="108129" y="1226292"/>
                  </a:lnTo>
                  <a:lnTo>
                    <a:pt x="110030" y="1179113"/>
                  </a:lnTo>
                  <a:lnTo>
                    <a:pt x="111931" y="1235438"/>
                  </a:lnTo>
                  <a:lnTo>
                    <a:pt x="113833" y="1199656"/>
                  </a:lnTo>
                  <a:lnTo>
                    <a:pt x="115734" y="1151251"/>
                  </a:lnTo>
                  <a:lnTo>
                    <a:pt x="117635" y="1189548"/>
                  </a:lnTo>
                  <a:lnTo>
                    <a:pt x="119536" y="1207427"/>
                  </a:lnTo>
                  <a:lnTo>
                    <a:pt x="121438" y="1189848"/>
                  </a:lnTo>
                  <a:lnTo>
                    <a:pt x="123339" y="1161393"/>
                  </a:lnTo>
                  <a:lnTo>
                    <a:pt x="125240" y="1209200"/>
                  </a:lnTo>
                  <a:lnTo>
                    <a:pt x="127141" y="1186406"/>
                  </a:lnTo>
                  <a:lnTo>
                    <a:pt x="129042" y="1196674"/>
                  </a:lnTo>
                  <a:lnTo>
                    <a:pt x="130944" y="1159375"/>
                  </a:lnTo>
                  <a:lnTo>
                    <a:pt x="132845" y="1141790"/>
                  </a:lnTo>
                  <a:lnTo>
                    <a:pt x="134746" y="1136108"/>
                  </a:lnTo>
                  <a:lnTo>
                    <a:pt x="136647" y="1120840"/>
                  </a:lnTo>
                  <a:lnTo>
                    <a:pt x="138548" y="1061160"/>
                  </a:lnTo>
                  <a:lnTo>
                    <a:pt x="140450" y="996622"/>
                  </a:lnTo>
                  <a:lnTo>
                    <a:pt x="142351" y="1030631"/>
                  </a:lnTo>
                  <a:lnTo>
                    <a:pt x="144252" y="1013810"/>
                  </a:lnTo>
                  <a:lnTo>
                    <a:pt x="146153" y="1044254"/>
                  </a:lnTo>
                  <a:lnTo>
                    <a:pt x="148055" y="1053785"/>
                  </a:lnTo>
                  <a:lnTo>
                    <a:pt x="149956" y="980443"/>
                  </a:lnTo>
                  <a:lnTo>
                    <a:pt x="151857" y="1019341"/>
                  </a:lnTo>
                  <a:lnTo>
                    <a:pt x="153758" y="977163"/>
                  </a:lnTo>
                  <a:lnTo>
                    <a:pt x="155659" y="944253"/>
                  </a:lnTo>
                  <a:lnTo>
                    <a:pt x="157561" y="859307"/>
                  </a:lnTo>
                  <a:lnTo>
                    <a:pt x="159462" y="784740"/>
                  </a:lnTo>
                  <a:lnTo>
                    <a:pt x="161363" y="776917"/>
                  </a:lnTo>
                  <a:lnTo>
                    <a:pt x="163264" y="682115"/>
                  </a:lnTo>
                  <a:lnTo>
                    <a:pt x="165165" y="708067"/>
                  </a:lnTo>
                  <a:lnTo>
                    <a:pt x="167067" y="613559"/>
                  </a:lnTo>
                  <a:lnTo>
                    <a:pt x="168968" y="554139"/>
                  </a:lnTo>
                  <a:lnTo>
                    <a:pt x="170869" y="554188"/>
                  </a:lnTo>
                  <a:lnTo>
                    <a:pt x="172770" y="534937"/>
                  </a:lnTo>
                  <a:lnTo>
                    <a:pt x="174672" y="528008"/>
                  </a:lnTo>
                  <a:lnTo>
                    <a:pt x="176573" y="517793"/>
                  </a:lnTo>
                  <a:lnTo>
                    <a:pt x="178474" y="542268"/>
                  </a:lnTo>
                  <a:lnTo>
                    <a:pt x="180375" y="423297"/>
                  </a:lnTo>
                  <a:lnTo>
                    <a:pt x="182276" y="458112"/>
                  </a:lnTo>
                  <a:lnTo>
                    <a:pt x="184178" y="393998"/>
                  </a:lnTo>
                  <a:lnTo>
                    <a:pt x="186079" y="396913"/>
                  </a:lnTo>
                  <a:lnTo>
                    <a:pt x="187980" y="442011"/>
                  </a:lnTo>
                  <a:lnTo>
                    <a:pt x="189881" y="397966"/>
                  </a:lnTo>
                  <a:lnTo>
                    <a:pt x="191782" y="501546"/>
                  </a:lnTo>
                  <a:lnTo>
                    <a:pt x="193684" y="549914"/>
                  </a:lnTo>
                  <a:lnTo>
                    <a:pt x="195585" y="590953"/>
                  </a:lnTo>
                  <a:lnTo>
                    <a:pt x="197486" y="610122"/>
                  </a:lnTo>
                  <a:lnTo>
                    <a:pt x="199387" y="608233"/>
                  </a:lnTo>
                  <a:lnTo>
                    <a:pt x="201289" y="604384"/>
                  </a:lnTo>
                  <a:lnTo>
                    <a:pt x="203190" y="654131"/>
                  </a:lnTo>
                  <a:lnTo>
                    <a:pt x="205091" y="672798"/>
                  </a:lnTo>
                  <a:lnTo>
                    <a:pt x="206992" y="622244"/>
                  </a:lnTo>
                  <a:lnTo>
                    <a:pt x="208893" y="628587"/>
                  </a:lnTo>
                  <a:lnTo>
                    <a:pt x="210795" y="600982"/>
                  </a:lnTo>
                  <a:lnTo>
                    <a:pt x="212696" y="616004"/>
                  </a:lnTo>
                  <a:lnTo>
                    <a:pt x="214597" y="657346"/>
                  </a:lnTo>
                  <a:lnTo>
                    <a:pt x="216498" y="729086"/>
                  </a:lnTo>
                  <a:lnTo>
                    <a:pt x="218399" y="674009"/>
                  </a:lnTo>
                  <a:lnTo>
                    <a:pt x="220301" y="692254"/>
                  </a:lnTo>
                  <a:lnTo>
                    <a:pt x="222202" y="613240"/>
                  </a:lnTo>
                  <a:lnTo>
                    <a:pt x="224103" y="651955"/>
                  </a:lnTo>
                  <a:lnTo>
                    <a:pt x="226004" y="615484"/>
                  </a:lnTo>
                  <a:lnTo>
                    <a:pt x="227905" y="690367"/>
                  </a:lnTo>
                  <a:lnTo>
                    <a:pt x="229807" y="658797"/>
                  </a:lnTo>
                  <a:lnTo>
                    <a:pt x="231708" y="681136"/>
                  </a:lnTo>
                  <a:lnTo>
                    <a:pt x="233609" y="761269"/>
                  </a:lnTo>
                  <a:lnTo>
                    <a:pt x="235510" y="779341"/>
                  </a:lnTo>
                  <a:lnTo>
                    <a:pt x="237412" y="792629"/>
                  </a:lnTo>
                  <a:lnTo>
                    <a:pt x="239313" y="765703"/>
                  </a:lnTo>
                  <a:lnTo>
                    <a:pt x="241214" y="787649"/>
                  </a:lnTo>
                  <a:lnTo>
                    <a:pt x="243115" y="728834"/>
                  </a:lnTo>
                  <a:lnTo>
                    <a:pt x="245016" y="656184"/>
                  </a:lnTo>
                  <a:lnTo>
                    <a:pt x="246918" y="665448"/>
                  </a:lnTo>
                  <a:lnTo>
                    <a:pt x="248819" y="614202"/>
                  </a:lnTo>
                  <a:lnTo>
                    <a:pt x="250720" y="654112"/>
                  </a:lnTo>
                  <a:lnTo>
                    <a:pt x="252621" y="558304"/>
                  </a:lnTo>
                  <a:lnTo>
                    <a:pt x="254522" y="610941"/>
                  </a:lnTo>
                  <a:lnTo>
                    <a:pt x="256424" y="532126"/>
                  </a:lnTo>
                  <a:lnTo>
                    <a:pt x="258325" y="498020"/>
                  </a:lnTo>
                  <a:lnTo>
                    <a:pt x="260226" y="420744"/>
                  </a:lnTo>
                  <a:lnTo>
                    <a:pt x="262127" y="469076"/>
                  </a:lnTo>
                  <a:lnTo>
                    <a:pt x="264029" y="336915"/>
                  </a:lnTo>
                  <a:lnTo>
                    <a:pt x="265930" y="406085"/>
                  </a:lnTo>
                  <a:lnTo>
                    <a:pt x="267831" y="236523"/>
                  </a:lnTo>
                  <a:lnTo>
                    <a:pt x="269732" y="114227"/>
                  </a:lnTo>
                  <a:lnTo>
                    <a:pt x="271633" y="73384"/>
                  </a:lnTo>
                  <a:lnTo>
                    <a:pt x="273535" y="61812"/>
                  </a:lnTo>
                  <a:lnTo>
                    <a:pt x="275436" y="39346"/>
                  </a:lnTo>
                  <a:lnTo>
                    <a:pt x="277337" y="70925"/>
                  </a:lnTo>
                  <a:lnTo>
                    <a:pt x="279238" y="161734"/>
                  </a:lnTo>
                  <a:lnTo>
                    <a:pt x="281139" y="148192"/>
                  </a:lnTo>
                  <a:lnTo>
                    <a:pt x="283041" y="142119"/>
                  </a:lnTo>
                  <a:lnTo>
                    <a:pt x="284942" y="182385"/>
                  </a:lnTo>
                  <a:lnTo>
                    <a:pt x="286843" y="122476"/>
                  </a:lnTo>
                  <a:lnTo>
                    <a:pt x="288744" y="141732"/>
                  </a:lnTo>
                  <a:lnTo>
                    <a:pt x="290646" y="156903"/>
                  </a:lnTo>
                  <a:lnTo>
                    <a:pt x="292547" y="156833"/>
                  </a:lnTo>
                  <a:lnTo>
                    <a:pt x="294448" y="151323"/>
                  </a:lnTo>
                  <a:lnTo>
                    <a:pt x="296349" y="111771"/>
                  </a:lnTo>
                  <a:lnTo>
                    <a:pt x="298250" y="29876"/>
                  </a:lnTo>
                  <a:lnTo>
                    <a:pt x="300152" y="0"/>
                  </a:lnTo>
                  <a:lnTo>
                    <a:pt x="302053" y="36468"/>
                  </a:lnTo>
                  <a:lnTo>
                    <a:pt x="303954" y="78247"/>
                  </a:lnTo>
                  <a:lnTo>
                    <a:pt x="305855" y="143896"/>
                  </a:lnTo>
                  <a:lnTo>
                    <a:pt x="307756" y="153668"/>
                  </a:lnTo>
                  <a:lnTo>
                    <a:pt x="309658" y="150471"/>
                  </a:lnTo>
                  <a:lnTo>
                    <a:pt x="311559" y="222394"/>
                  </a:lnTo>
                  <a:lnTo>
                    <a:pt x="313460" y="191687"/>
                  </a:lnTo>
                  <a:lnTo>
                    <a:pt x="315361" y="216199"/>
                  </a:lnTo>
                  <a:lnTo>
                    <a:pt x="317263" y="252780"/>
                  </a:lnTo>
                  <a:lnTo>
                    <a:pt x="319164" y="299144"/>
                  </a:lnTo>
                  <a:lnTo>
                    <a:pt x="321065" y="403378"/>
                  </a:lnTo>
                  <a:lnTo>
                    <a:pt x="322966" y="401857"/>
                  </a:lnTo>
                  <a:lnTo>
                    <a:pt x="324867" y="427028"/>
                  </a:lnTo>
                  <a:lnTo>
                    <a:pt x="326769" y="554061"/>
                  </a:lnTo>
                  <a:lnTo>
                    <a:pt x="328670" y="583306"/>
                  </a:lnTo>
                  <a:lnTo>
                    <a:pt x="330571" y="567049"/>
                  </a:lnTo>
                  <a:lnTo>
                    <a:pt x="332472" y="573826"/>
                  </a:lnTo>
                  <a:lnTo>
                    <a:pt x="334373" y="578412"/>
                  </a:lnTo>
                  <a:lnTo>
                    <a:pt x="336275" y="598789"/>
                  </a:lnTo>
                  <a:lnTo>
                    <a:pt x="338176" y="554241"/>
                  </a:lnTo>
                  <a:lnTo>
                    <a:pt x="340077" y="434885"/>
                  </a:lnTo>
                  <a:lnTo>
                    <a:pt x="341978" y="418823"/>
                  </a:lnTo>
                  <a:lnTo>
                    <a:pt x="343880" y="324625"/>
                  </a:lnTo>
                  <a:lnTo>
                    <a:pt x="345781" y="266390"/>
                  </a:lnTo>
                  <a:lnTo>
                    <a:pt x="347682" y="284829"/>
                  </a:lnTo>
                  <a:lnTo>
                    <a:pt x="349583" y="288457"/>
                  </a:lnTo>
                  <a:lnTo>
                    <a:pt x="351484" y="299885"/>
                  </a:lnTo>
                  <a:lnTo>
                    <a:pt x="353386" y="253492"/>
                  </a:lnTo>
                  <a:lnTo>
                    <a:pt x="355287" y="147409"/>
                  </a:lnTo>
                  <a:lnTo>
                    <a:pt x="357188" y="214798"/>
                  </a:lnTo>
                  <a:lnTo>
                    <a:pt x="359089" y="95904"/>
                  </a:lnTo>
                  <a:lnTo>
                    <a:pt x="360990" y="58950"/>
                  </a:lnTo>
                  <a:lnTo>
                    <a:pt x="362892" y="151101"/>
                  </a:lnTo>
                  <a:lnTo>
                    <a:pt x="364793" y="196159"/>
                  </a:lnTo>
                  <a:lnTo>
                    <a:pt x="366694" y="267532"/>
                  </a:lnTo>
                  <a:lnTo>
                    <a:pt x="368595" y="303305"/>
                  </a:lnTo>
                  <a:lnTo>
                    <a:pt x="370497" y="305778"/>
                  </a:lnTo>
                  <a:lnTo>
                    <a:pt x="372398" y="310566"/>
                  </a:lnTo>
                  <a:lnTo>
                    <a:pt x="374299" y="386540"/>
                  </a:lnTo>
                  <a:lnTo>
                    <a:pt x="376200" y="367874"/>
                  </a:lnTo>
                  <a:lnTo>
                    <a:pt x="378101" y="421853"/>
                  </a:lnTo>
                  <a:lnTo>
                    <a:pt x="380003" y="451775"/>
                  </a:lnTo>
                  <a:lnTo>
                    <a:pt x="381904" y="443141"/>
                  </a:lnTo>
                  <a:lnTo>
                    <a:pt x="383805" y="435788"/>
                  </a:lnTo>
                  <a:lnTo>
                    <a:pt x="385706" y="499458"/>
                  </a:lnTo>
                  <a:lnTo>
                    <a:pt x="387607" y="404568"/>
                  </a:lnTo>
                  <a:lnTo>
                    <a:pt x="389509" y="426952"/>
                  </a:lnTo>
                  <a:lnTo>
                    <a:pt x="391410" y="563272"/>
                  </a:lnTo>
                  <a:lnTo>
                    <a:pt x="393311" y="673338"/>
                  </a:lnTo>
                  <a:lnTo>
                    <a:pt x="395212" y="686144"/>
                  </a:lnTo>
                  <a:lnTo>
                    <a:pt x="397114" y="734589"/>
                  </a:lnTo>
                  <a:lnTo>
                    <a:pt x="399015" y="810513"/>
                  </a:lnTo>
                  <a:lnTo>
                    <a:pt x="400916" y="836016"/>
                  </a:lnTo>
                  <a:lnTo>
                    <a:pt x="402817" y="830306"/>
                  </a:lnTo>
                  <a:lnTo>
                    <a:pt x="404718" y="931487"/>
                  </a:lnTo>
                  <a:lnTo>
                    <a:pt x="406620" y="990638"/>
                  </a:lnTo>
                  <a:lnTo>
                    <a:pt x="408521" y="984376"/>
                  </a:lnTo>
                  <a:lnTo>
                    <a:pt x="410422" y="1017194"/>
                  </a:lnTo>
                  <a:lnTo>
                    <a:pt x="412323" y="1010318"/>
                  </a:lnTo>
                  <a:lnTo>
                    <a:pt x="414224" y="1017613"/>
                  </a:lnTo>
                  <a:lnTo>
                    <a:pt x="416126" y="1006616"/>
                  </a:lnTo>
                  <a:lnTo>
                    <a:pt x="418027" y="1052465"/>
                  </a:lnTo>
                  <a:lnTo>
                    <a:pt x="419928" y="1036724"/>
                  </a:lnTo>
                  <a:lnTo>
                    <a:pt x="421829" y="1001749"/>
                  </a:lnTo>
                  <a:lnTo>
                    <a:pt x="423731" y="1058470"/>
                  </a:lnTo>
                  <a:lnTo>
                    <a:pt x="425632" y="1064619"/>
                  </a:lnTo>
                  <a:lnTo>
                    <a:pt x="427533" y="1039062"/>
                  </a:lnTo>
                  <a:lnTo>
                    <a:pt x="429434" y="1031993"/>
                  </a:lnTo>
                  <a:lnTo>
                    <a:pt x="431335" y="1121906"/>
                  </a:lnTo>
                  <a:lnTo>
                    <a:pt x="433237" y="1171831"/>
                  </a:lnTo>
                  <a:lnTo>
                    <a:pt x="435138" y="1201650"/>
                  </a:lnTo>
                  <a:lnTo>
                    <a:pt x="437039" y="1190015"/>
                  </a:lnTo>
                  <a:lnTo>
                    <a:pt x="438940" y="1197974"/>
                  </a:lnTo>
                  <a:lnTo>
                    <a:pt x="440841" y="1195371"/>
                  </a:lnTo>
                  <a:lnTo>
                    <a:pt x="442743" y="1238864"/>
                  </a:lnTo>
                  <a:lnTo>
                    <a:pt x="444644" y="1272881"/>
                  </a:lnTo>
                  <a:lnTo>
                    <a:pt x="446545" y="1250443"/>
                  </a:lnTo>
                  <a:lnTo>
                    <a:pt x="448446" y="1188387"/>
                  </a:lnTo>
                  <a:lnTo>
                    <a:pt x="450348" y="1159323"/>
                  </a:lnTo>
                  <a:lnTo>
                    <a:pt x="452249" y="1120391"/>
                  </a:lnTo>
                  <a:lnTo>
                    <a:pt x="454150" y="996498"/>
                  </a:lnTo>
                  <a:lnTo>
                    <a:pt x="456051" y="1068486"/>
                  </a:lnTo>
                  <a:lnTo>
                    <a:pt x="457952" y="984873"/>
                  </a:lnTo>
                  <a:lnTo>
                    <a:pt x="459854" y="897467"/>
                  </a:lnTo>
                  <a:lnTo>
                    <a:pt x="461755" y="859786"/>
                  </a:lnTo>
                  <a:lnTo>
                    <a:pt x="463656" y="739342"/>
                  </a:lnTo>
                  <a:lnTo>
                    <a:pt x="465557" y="712914"/>
                  </a:lnTo>
                  <a:lnTo>
                    <a:pt x="467458" y="662957"/>
                  </a:lnTo>
                  <a:lnTo>
                    <a:pt x="469360" y="652132"/>
                  </a:lnTo>
                  <a:lnTo>
                    <a:pt x="471261" y="581528"/>
                  </a:lnTo>
                  <a:lnTo>
                    <a:pt x="473162" y="594794"/>
                  </a:lnTo>
                  <a:lnTo>
                    <a:pt x="475063" y="542929"/>
                  </a:lnTo>
                  <a:lnTo>
                    <a:pt x="476965" y="619045"/>
                  </a:lnTo>
                  <a:lnTo>
                    <a:pt x="478866" y="607480"/>
                  </a:lnTo>
                  <a:lnTo>
                    <a:pt x="480767" y="586450"/>
                  </a:lnTo>
                  <a:lnTo>
                    <a:pt x="482668" y="659060"/>
                  </a:lnTo>
                  <a:lnTo>
                    <a:pt x="484569" y="584095"/>
                  </a:lnTo>
                  <a:lnTo>
                    <a:pt x="486471" y="600609"/>
                  </a:lnTo>
                  <a:lnTo>
                    <a:pt x="488372" y="629815"/>
                  </a:lnTo>
                  <a:lnTo>
                    <a:pt x="490273" y="714211"/>
                  </a:lnTo>
                  <a:lnTo>
                    <a:pt x="492174" y="694662"/>
                  </a:lnTo>
                  <a:lnTo>
                    <a:pt x="494075" y="751166"/>
                  </a:lnTo>
                  <a:lnTo>
                    <a:pt x="495977" y="770186"/>
                  </a:lnTo>
                  <a:lnTo>
                    <a:pt x="497878" y="762363"/>
                  </a:lnTo>
                  <a:lnTo>
                    <a:pt x="499779" y="756741"/>
                  </a:lnTo>
                  <a:lnTo>
                    <a:pt x="501680" y="655717"/>
                  </a:lnTo>
                  <a:lnTo>
                    <a:pt x="503581" y="614970"/>
                  </a:lnTo>
                  <a:lnTo>
                    <a:pt x="505483" y="603126"/>
                  </a:lnTo>
                  <a:lnTo>
                    <a:pt x="507384" y="526334"/>
                  </a:lnTo>
                  <a:lnTo>
                    <a:pt x="509285" y="443061"/>
                  </a:lnTo>
                  <a:lnTo>
                    <a:pt x="511186" y="424925"/>
                  </a:lnTo>
                  <a:lnTo>
                    <a:pt x="513088" y="369394"/>
                  </a:lnTo>
                  <a:lnTo>
                    <a:pt x="514989" y="331990"/>
                  </a:lnTo>
                  <a:lnTo>
                    <a:pt x="516890" y="283666"/>
                  </a:lnTo>
                  <a:lnTo>
                    <a:pt x="518791" y="300384"/>
                  </a:lnTo>
                  <a:lnTo>
                    <a:pt x="520692" y="429058"/>
                  </a:lnTo>
                  <a:lnTo>
                    <a:pt x="522594" y="459155"/>
                  </a:lnTo>
                  <a:lnTo>
                    <a:pt x="524495" y="469250"/>
                  </a:lnTo>
                  <a:lnTo>
                    <a:pt x="526396" y="507829"/>
                  </a:lnTo>
                  <a:lnTo>
                    <a:pt x="528297" y="500892"/>
                  </a:lnTo>
                  <a:lnTo>
                    <a:pt x="530198" y="533737"/>
                  </a:lnTo>
                  <a:lnTo>
                    <a:pt x="532100" y="494761"/>
                  </a:lnTo>
                  <a:lnTo>
                    <a:pt x="534001" y="524868"/>
                  </a:lnTo>
                  <a:lnTo>
                    <a:pt x="535902" y="432232"/>
                  </a:lnTo>
                  <a:lnTo>
                    <a:pt x="537803" y="397248"/>
                  </a:lnTo>
                  <a:lnTo>
                    <a:pt x="539705" y="414510"/>
                  </a:lnTo>
                  <a:lnTo>
                    <a:pt x="541606" y="376163"/>
                  </a:lnTo>
                  <a:lnTo>
                    <a:pt x="543507" y="415472"/>
                  </a:lnTo>
                  <a:lnTo>
                    <a:pt x="545408" y="447629"/>
                  </a:lnTo>
                  <a:lnTo>
                    <a:pt x="547309" y="522481"/>
                  </a:lnTo>
                  <a:lnTo>
                    <a:pt x="549211" y="576531"/>
                  </a:lnTo>
                  <a:lnTo>
                    <a:pt x="551112" y="600741"/>
                  </a:lnTo>
                  <a:lnTo>
                    <a:pt x="553013" y="694682"/>
                  </a:lnTo>
                  <a:lnTo>
                    <a:pt x="554914" y="740564"/>
                  </a:lnTo>
                  <a:lnTo>
                    <a:pt x="556815" y="722034"/>
                  </a:lnTo>
                  <a:lnTo>
                    <a:pt x="558717" y="743724"/>
                  </a:lnTo>
                  <a:lnTo>
                    <a:pt x="560618" y="817673"/>
                  </a:lnTo>
                  <a:lnTo>
                    <a:pt x="562519" y="815932"/>
                  </a:lnTo>
                  <a:lnTo>
                    <a:pt x="564420" y="829580"/>
                  </a:lnTo>
                  <a:lnTo>
                    <a:pt x="566322" y="760685"/>
                  </a:lnTo>
                  <a:lnTo>
                    <a:pt x="568223" y="649014"/>
                  </a:lnTo>
                  <a:lnTo>
                    <a:pt x="570124" y="624948"/>
                  </a:lnTo>
                  <a:lnTo>
                    <a:pt x="572025" y="622573"/>
                  </a:lnTo>
                  <a:lnTo>
                    <a:pt x="573926" y="642069"/>
                  </a:lnTo>
                  <a:lnTo>
                    <a:pt x="575828" y="644653"/>
                  </a:lnTo>
                  <a:lnTo>
                    <a:pt x="577729" y="704776"/>
                  </a:lnTo>
                  <a:lnTo>
                    <a:pt x="579630" y="807061"/>
                  </a:lnTo>
                  <a:lnTo>
                    <a:pt x="581531" y="870176"/>
                  </a:lnTo>
                  <a:lnTo>
                    <a:pt x="583432" y="886474"/>
                  </a:lnTo>
                  <a:lnTo>
                    <a:pt x="585334" y="845669"/>
                  </a:lnTo>
                  <a:lnTo>
                    <a:pt x="587235" y="870373"/>
                  </a:lnTo>
                  <a:lnTo>
                    <a:pt x="589136" y="928963"/>
                  </a:lnTo>
                  <a:lnTo>
                    <a:pt x="591037" y="1097159"/>
                  </a:lnTo>
                  <a:lnTo>
                    <a:pt x="592939" y="1137360"/>
                  </a:lnTo>
                  <a:lnTo>
                    <a:pt x="594840" y="1220282"/>
                  </a:lnTo>
                  <a:lnTo>
                    <a:pt x="596741" y="1127471"/>
                  </a:lnTo>
                  <a:lnTo>
                    <a:pt x="598642" y="1069439"/>
                  </a:lnTo>
                  <a:lnTo>
                    <a:pt x="600543" y="1001631"/>
                  </a:lnTo>
                  <a:lnTo>
                    <a:pt x="602445" y="886790"/>
                  </a:lnTo>
                  <a:lnTo>
                    <a:pt x="604346" y="975652"/>
                  </a:lnTo>
                  <a:lnTo>
                    <a:pt x="606247" y="1048136"/>
                  </a:lnTo>
                  <a:lnTo>
                    <a:pt x="608148" y="1142022"/>
                  </a:lnTo>
                  <a:lnTo>
                    <a:pt x="610049" y="1170094"/>
                  </a:lnTo>
                  <a:lnTo>
                    <a:pt x="611951" y="1138211"/>
                  </a:lnTo>
                  <a:lnTo>
                    <a:pt x="613852" y="1128518"/>
                  </a:lnTo>
                  <a:lnTo>
                    <a:pt x="615753" y="1060655"/>
                  </a:lnTo>
                  <a:lnTo>
                    <a:pt x="617654" y="967397"/>
                  </a:lnTo>
                  <a:lnTo>
                    <a:pt x="619556" y="891116"/>
                  </a:lnTo>
                  <a:lnTo>
                    <a:pt x="621457" y="849034"/>
                  </a:lnTo>
                  <a:lnTo>
                    <a:pt x="623358" y="849877"/>
                  </a:lnTo>
                  <a:lnTo>
                    <a:pt x="625259" y="858600"/>
                  </a:lnTo>
                  <a:lnTo>
                    <a:pt x="627160" y="863135"/>
                  </a:lnTo>
                  <a:lnTo>
                    <a:pt x="629062" y="847938"/>
                  </a:lnTo>
                  <a:lnTo>
                    <a:pt x="630963" y="875478"/>
                  </a:lnTo>
                  <a:lnTo>
                    <a:pt x="632864" y="900541"/>
                  </a:lnTo>
                  <a:lnTo>
                    <a:pt x="634765" y="887096"/>
                  </a:lnTo>
                  <a:lnTo>
                    <a:pt x="636666" y="881240"/>
                  </a:lnTo>
                  <a:lnTo>
                    <a:pt x="638568" y="894668"/>
                  </a:lnTo>
                  <a:lnTo>
                    <a:pt x="640469" y="924989"/>
                  </a:lnTo>
                  <a:lnTo>
                    <a:pt x="642370" y="952536"/>
                  </a:lnTo>
                  <a:lnTo>
                    <a:pt x="644271" y="991121"/>
                  </a:lnTo>
                  <a:lnTo>
                    <a:pt x="646173" y="937911"/>
                  </a:lnTo>
                  <a:lnTo>
                    <a:pt x="648074" y="981831"/>
                  </a:lnTo>
                  <a:lnTo>
                    <a:pt x="649975" y="1042539"/>
                  </a:lnTo>
                  <a:lnTo>
                    <a:pt x="651876" y="1009619"/>
                  </a:lnTo>
                  <a:lnTo>
                    <a:pt x="653777" y="1001422"/>
                  </a:lnTo>
                  <a:lnTo>
                    <a:pt x="655679" y="969394"/>
                  </a:lnTo>
                  <a:lnTo>
                    <a:pt x="657580" y="1031121"/>
                  </a:lnTo>
                  <a:lnTo>
                    <a:pt x="659481" y="1048407"/>
                  </a:lnTo>
                  <a:lnTo>
                    <a:pt x="661382" y="989118"/>
                  </a:lnTo>
                  <a:lnTo>
                    <a:pt x="663283" y="962249"/>
                  </a:lnTo>
                  <a:lnTo>
                    <a:pt x="665185" y="940068"/>
                  </a:lnTo>
                  <a:lnTo>
                    <a:pt x="667086" y="977242"/>
                  </a:lnTo>
                  <a:lnTo>
                    <a:pt x="668987" y="970887"/>
                  </a:lnTo>
                  <a:lnTo>
                    <a:pt x="670888" y="1062849"/>
                  </a:lnTo>
                  <a:lnTo>
                    <a:pt x="672790" y="1110017"/>
                  </a:lnTo>
                  <a:lnTo>
                    <a:pt x="674691" y="1144796"/>
                  </a:lnTo>
                  <a:lnTo>
                    <a:pt x="676592" y="1181872"/>
                  </a:lnTo>
                  <a:lnTo>
                    <a:pt x="678493" y="1114955"/>
                  </a:lnTo>
                  <a:lnTo>
                    <a:pt x="680394" y="995789"/>
                  </a:lnTo>
                  <a:lnTo>
                    <a:pt x="682296" y="1009901"/>
                  </a:lnTo>
                  <a:lnTo>
                    <a:pt x="684197" y="877723"/>
                  </a:lnTo>
                  <a:lnTo>
                    <a:pt x="686098" y="929210"/>
                  </a:lnTo>
                  <a:lnTo>
                    <a:pt x="687999" y="807410"/>
                  </a:lnTo>
                  <a:lnTo>
                    <a:pt x="689900" y="862161"/>
                  </a:lnTo>
                  <a:lnTo>
                    <a:pt x="691802" y="900711"/>
                  </a:lnTo>
                  <a:lnTo>
                    <a:pt x="693703" y="766020"/>
                  </a:lnTo>
                  <a:lnTo>
                    <a:pt x="695604" y="891224"/>
                  </a:lnTo>
                  <a:lnTo>
                    <a:pt x="697505" y="848631"/>
                  </a:lnTo>
                  <a:lnTo>
                    <a:pt x="699407" y="901086"/>
                  </a:lnTo>
                  <a:lnTo>
                    <a:pt x="701308" y="929873"/>
                  </a:lnTo>
                  <a:lnTo>
                    <a:pt x="703209" y="921153"/>
                  </a:lnTo>
                  <a:lnTo>
                    <a:pt x="705110" y="859713"/>
                  </a:lnTo>
                  <a:lnTo>
                    <a:pt x="707011" y="825009"/>
                  </a:lnTo>
                  <a:lnTo>
                    <a:pt x="708913" y="803799"/>
                  </a:lnTo>
                  <a:lnTo>
                    <a:pt x="710814" y="781724"/>
                  </a:lnTo>
                  <a:lnTo>
                    <a:pt x="712715" y="772558"/>
                  </a:lnTo>
                  <a:lnTo>
                    <a:pt x="714616" y="800310"/>
                  </a:lnTo>
                  <a:lnTo>
                    <a:pt x="716517" y="868767"/>
                  </a:lnTo>
                  <a:lnTo>
                    <a:pt x="718419" y="813148"/>
                  </a:lnTo>
                  <a:lnTo>
                    <a:pt x="720320" y="757766"/>
                  </a:lnTo>
                  <a:lnTo>
                    <a:pt x="722221" y="783526"/>
                  </a:lnTo>
                  <a:lnTo>
                    <a:pt x="724122" y="833188"/>
                  </a:lnTo>
                  <a:lnTo>
                    <a:pt x="726024" y="827401"/>
                  </a:lnTo>
                  <a:lnTo>
                    <a:pt x="727925" y="854100"/>
                  </a:lnTo>
                  <a:lnTo>
                    <a:pt x="729826" y="773090"/>
                  </a:lnTo>
                  <a:lnTo>
                    <a:pt x="731727" y="720245"/>
                  </a:lnTo>
                  <a:lnTo>
                    <a:pt x="733628" y="776023"/>
                  </a:lnTo>
                  <a:lnTo>
                    <a:pt x="735530" y="730789"/>
                  </a:lnTo>
                  <a:lnTo>
                    <a:pt x="737431" y="728280"/>
                  </a:lnTo>
                  <a:lnTo>
                    <a:pt x="739332" y="809703"/>
                  </a:lnTo>
                  <a:lnTo>
                    <a:pt x="741233" y="886888"/>
                  </a:lnTo>
                  <a:lnTo>
                    <a:pt x="743134" y="910205"/>
                  </a:lnTo>
                  <a:lnTo>
                    <a:pt x="745036" y="907186"/>
                  </a:lnTo>
                  <a:lnTo>
                    <a:pt x="746937" y="866836"/>
                  </a:lnTo>
                  <a:lnTo>
                    <a:pt x="748838" y="782595"/>
                  </a:lnTo>
                  <a:lnTo>
                    <a:pt x="750739" y="756804"/>
                  </a:lnTo>
                  <a:lnTo>
                    <a:pt x="752641" y="768025"/>
                  </a:lnTo>
                  <a:lnTo>
                    <a:pt x="754542" y="700433"/>
                  </a:lnTo>
                  <a:lnTo>
                    <a:pt x="756443" y="619434"/>
                  </a:lnTo>
                  <a:lnTo>
                    <a:pt x="758344" y="605470"/>
                  </a:lnTo>
                  <a:lnTo>
                    <a:pt x="760245" y="413120"/>
                  </a:lnTo>
                  <a:lnTo>
                    <a:pt x="762147" y="349591"/>
                  </a:lnTo>
                  <a:lnTo>
                    <a:pt x="764048" y="238666"/>
                  </a:lnTo>
                  <a:lnTo>
                    <a:pt x="765949" y="288395"/>
                  </a:lnTo>
                  <a:lnTo>
                    <a:pt x="767850" y="324460"/>
                  </a:lnTo>
                  <a:lnTo>
                    <a:pt x="769751" y="303076"/>
                  </a:lnTo>
                  <a:lnTo>
                    <a:pt x="771653" y="404468"/>
                  </a:lnTo>
                  <a:lnTo>
                    <a:pt x="773554" y="443604"/>
                  </a:lnTo>
                  <a:lnTo>
                    <a:pt x="775455" y="434872"/>
                  </a:lnTo>
                  <a:lnTo>
                    <a:pt x="777356" y="365800"/>
                  </a:lnTo>
                  <a:lnTo>
                    <a:pt x="779258" y="370758"/>
                  </a:lnTo>
                  <a:lnTo>
                    <a:pt x="781159" y="350113"/>
                  </a:lnTo>
                  <a:lnTo>
                    <a:pt x="783060" y="331422"/>
                  </a:lnTo>
                  <a:lnTo>
                    <a:pt x="784961" y="388370"/>
                  </a:lnTo>
                  <a:lnTo>
                    <a:pt x="786862" y="221971"/>
                  </a:lnTo>
                  <a:lnTo>
                    <a:pt x="788764" y="238144"/>
                  </a:lnTo>
                  <a:lnTo>
                    <a:pt x="790665" y="201424"/>
                  </a:lnTo>
                  <a:lnTo>
                    <a:pt x="792566" y="235806"/>
                  </a:lnTo>
                  <a:lnTo>
                    <a:pt x="794467" y="208370"/>
                  </a:lnTo>
                  <a:lnTo>
                    <a:pt x="796368" y="168338"/>
                  </a:lnTo>
                  <a:lnTo>
                    <a:pt x="798270" y="276993"/>
                  </a:lnTo>
                  <a:lnTo>
                    <a:pt x="800171" y="368096"/>
                  </a:lnTo>
                  <a:lnTo>
                    <a:pt x="802072" y="402604"/>
                  </a:lnTo>
                  <a:lnTo>
                    <a:pt x="803973" y="471559"/>
                  </a:lnTo>
                  <a:lnTo>
                    <a:pt x="805874" y="521486"/>
                  </a:lnTo>
                  <a:lnTo>
                    <a:pt x="807776" y="607185"/>
                  </a:lnTo>
                  <a:lnTo>
                    <a:pt x="809677" y="652884"/>
                  </a:lnTo>
                  <a:lnTo>
                    <a:pt x="811578" y="572291"/>
                  </a:lnTo>
                  <a:lnTo>
                    <a:pt x="813479" y="821967"/>
                  </a:lnTo>
                  <a:lnTo>
                    <a:pt x="815381" y="800717"/>
                  </a:lnTo>
                  <a:lnTo>
                    <a:pt x="817282" y="763512"/>
                  </a:lnTo>
                  <a:lnTo>
                    <a:pt x="819183" y="728093"/>
                  </a:lnTo>
                  <a:lnTo>
                    <a:pt x="821084" y="726564"/>
                  </a:lnTo>
                  <a:lnTo>
                    <a:pt x="822985" y="860167"/>
                  </a:lnTo>
                  <a:lnTo>
                    <a:pt x="824887" y="810089"/>
                  </a:lnTo>
                  <a:lnTo>
                    <a:pt x="826788" y="840925"/>
                  </a:lnTo>
                  <a:lnTo>
                    <a:pt x="828689" y="888954"/>
                  </a:lnTo>
                  <a:lnTo>
                    <a:pt x="830590" y="941132"/>
                  </a:lnTo>
                  <a:lnTo>
                    <a:pt x="832491" y="1037076"/>
                  </a:lnTo>
                  <a:lnTo>
                    <a:pt x="834393" y="1043351"/>
                  </a:lnTo>
                  <a:lnTo>
                    <a:pt x="836294" y="956315"/>
                  </a:lnTo>
                  <a:lnTo>
                    <a:pt x="838195" y="1101123"/>
                  </a:lnTo>
                  <a:lnTo>
                    <a:pt x="840096" y="1148263"/>
                  </a:lnTo>
                  <a:lnTo>
                    <a:pt x="841998" y="1209910"/>
                  </a:lnTo>
                  <a:lnTo>
                    <a:pt x="843899" y="1329741"/>
                  </a:lnTo>
                  <a:lnTo>
                    <a:pt x="845800" y="1341648"/>
                  </a:lnTo>
                  <a:lnTo>
                    <a:pt x="847701" y="1356882"/>
                  </a:lnTo>
                  <a:lnTo>
                    <a:pt x="849602" y="1371579"/>
                  </a:lnTo>
                  <a:lnTo>
                    <a:pt x="851504" y="1393739"/>
                  </a:lnTo>
                  <a:lnTo>
                    <a:pt x="853405" y="1396069"/>
                  </a:lnTo>
                  <a:lnTo>
                    <a:pt x="855306" y="1358162"/>
                  </a:lnTo>
                  <a:lnTo>
                    <a:pt x="857207" y="1374480"/>
                  </a:lnTo>
                  <a:lnTo>
                    <a:pt x="859108" y="1351768"/>
                  </a:lnTo>
                  <a:lnTo>
                    <a:pt x="861010" y="1257247"/>
                  </a:lnTo>
                  <a:lnTo>
                    <a:pt x="862911" y="1228288"/>
                  </a:lnTo>
                  <a:lnTo>
                    <a:pt x="864812" y="1054019"/>
                  </a:lnTo>
                  <a:lnTo>
                    <a:pt x="866713" y="997691"/>
                  </a:lnTo>
                  <a:lnTo>
                    <a:pt x="868615" y="1032222"/>
                  </a:lnTo>
                  <a:lnTo>
                    <a:pt x="870516" y="996294"/>
                  </a:lnTo>
                  <a:lnTo>
                    <a:pt x="872417" y="1023138"/>
                  </a:lnTo>
                  <a:lnTo>
                    <a:pt x="874318" y="998112"/>
                  </a:lnTo>
                  <a:lnTo>
                    <a:pt x="876219" y="1003739"/>
                  </a:lnTo>
                  <a:lnTo>
                    <a:pt x="878121" y="987041"/>
                  </a:lnTo>
                  <a:lnTo>
                    <a:pt x="880022" y="921247"/>
                  </a:lnTo>
                  <a:lnTo>
                    <a:pt x="881923" y="909252"/>
                  </a:lnTo>
                  <a:lnTo>
                    <a:pt x="883824" y="956021"/>
                  </a:lnTo>
                  <a:lnTo>
                    <a:pt x="885725" y="929738"/>
                  </a:lnTo>
                  <a:lnTo>
                    <a:pt x="887627" y="920858"/>
                  </a:lnTo>
                  <a:lnTo>
                    <a:pt x="889528" y="871460"/>
                  </a:lnTo>
                  <a:lnTo>
                    <a:pt x="891429" y="819543"/>
                  </a:lnTo>
                  <a:lnTo>
                    <a:pt x="893330" y="813091"/>
                  </a:lnTo>
                  <a:lnTo>
                    <a:pt x="895232" y="868655"/>
                  </a:lnTo>
                  <a:lnTo>
                    <a:pt x="897133" y="891396"/>
                  </a:lnTo>
                  <a:lnTo>
                    <a:pt x="899034" y="955188"/>
                  </a:lnTo>
                  <a:lnTo>
                    <a:pt x="900935" y="1081348"/>
                  </a:lnTo>
                  <a:lnTo>
                    <a:pt x="902836" y="1213129"/>
                  </a:lnTo>
                  <a:lnTo>
                    <a:pt x="904738" y="1262565"/>
                  </a:lnTo>
                  <a:lnTo>
                    <a:pt x="906639" y="1340370"/>
                  </a:lnTo>
                  <a:lnTo>
                    <a:pt x="908540" y="1360826"/>
                  </a:lnTo>
                  <a:lnTo>
                    <a:pt x="910441" y="1412003"/>
                  </a:lnTo>
                  <a:lnTo>
                    <a:pt x="912342" y="1427408"/>
                  </a:lnTo>
                  <a:lnTo>
                    <a:pt x="914244" y="1422727"/>
                  </a:lnTo>
                  <a:lnTo>
                    <a:pt x="916145" y="1419494"/>
                  </a:lnTo>
                  <a:lnTo>
                    <a:pt x="918046" y="1451347"/>
                  </a:lnTo>
                  <a:lnTo>
                    <a:pt x="919947" y="1413232"/>
                  </a:lnTo>
                  <a:lnTo>
                    <a:pt x="921849" y="1368476"/>
                  </a:lnTo>
                  <a:lnTo>
                    <a:pt x="923750" y="1352827"/>
                  </a:lnTo>
                  <a:lnTo>
                    <a:pt x="925651" y="1368438"/>
                  </a:lnTo>
                  <a:lnTo>
                    <a:pt x="927552" y="1373492"/>
                  </a:lnTo>
                  <a:lnTo>
                    <a:pt x="929453" y="1374920"/>
                  </a:lnTo>
                  <a:lnTo>
                    <a:pt x="931355" y="1345199"/>
                  </a:lnTo>
                  <a:lnTo>
                    <a:pt x="933256" y="1323895"/>
                  </a:lnTo>
                  <a:lnTo>
                    <a:pt x="935157" y="1324413"/>
                  </a:lnTo>
                  <a:lnTo>
                    <a:pt x="937058" y="1259181"/>
                  </a:lnTo>
                  <a:lnTo>
                    <a:pt x="938959" y="1154839"/>
                  </a:lnTo>
                  <a:lnTo>
                    <a:pt x="940861" y="1162047"/>
                  </a:lnTo>
                  <a:lnTo>
                    <a:pt x="942762" y="1193492"/>
                  </a:lnTo>
                  <a:lnTo>
                    <a:pt x="944663" y="1182944"/>
                  </a:lnTo>
                  <a:lnTo>
                    <a:pt x="946564" y="1233544"/>
                  </a:lnTo>
                  <a:lnTo>
                    <a:pt x="948466" y="1318086"/>
                  </a:lnTo>
                  <a:lnTo>
                    <a:pt x="950367" y="1335949"/>
                  </a:lnTo>
                  <a:lnTo>
                    <a:pt x="952268" y="1348770"/>
                  </a:lnTo>
                  <a:lnTo>
                    <a:pt x="954169" y="1368321"/>
                  </a:lnTo>
                  <a:lnTo>
                    <a:pt x="956070" y="1412571"/>
                  </a:lnTo>
                  <a:lnTo>
                    <a:pt x="957972" y="1439197"/>
                  </a:lnTo>
                  <a:lnTo>
                    <a:pt x="959873" y="1440874"/>
                  </a:lnTo>
                  <a:lnTo>
                    <a:pt x="961774" y="1462618"/>
                  </a:lnTo>
                  <a:lnTo>
                    <a:pt x="963675" y="1519567"/>
                  </a:lnTo>
                  <a:lnTo>
                    <a:pt x="965576" y="1524680"/>
                  </a:lnTo>
                  <a:lnTo>
                    <a:pt x="967478" y="1504209"/>
                  </a:lnTo>
                  <a:lnTo>
                    <a:pt x="969379" y="1516999"/>
                  </a:lnTo>
                  <a:lnTo>
                    <a:pt x="971280" y="1514831"/>
                  </a:lnTo>
                  <a:lnTo>
                    <a:pt x="973181" y="1543309"/>
                  </a:lnTo>
                  <a:lnTo>
                    <a:pt x="975083" y="1545617"/>
                  </a:lnTo>
                  <a:lnTo>
                    <a:pt x="976984" y="1538235"/>
                  </a:lnTo>
                  <a:lnTo>
                    <a:pt x="978885" y="1501466"/>
                  </a:lnTo>
                  <a:lnTo>
                    <a:pt x="980786" y="1480977"/>
                  </a:lnTo>
                  <a:lnTo>
                    <a:pt x="982687" y="1466229"/>
                  </a:lnTo>
                  <a:lnTo>
                    <a:pt x="984589" y="1475761"/>
                  </a:lnTo>
                  <a:lnTo>
                    <a:pt x="986490" y="1477185"/>
                  </a:lnTo>
                  <a:lnTo>
                    <a:pt x="988391" y="1469408"/>
                  </a:lnTo>
                  <a:lnTo>
                    <a:pt x="990292" y="1498651"/>
                  </a:lnTo>
                  <a:lnTo>
                    <a:pt x="992193" y="1508797"/>
                  </a:lnTo>
                  <a:lnTo>
                    <a:pt x="994095" y="1542028"/>
                  </a:lnTo>
                  <a:lnTo>
                    <a:pt x="995996" y="1499241"/>
                  </a:lnTo>
                  <a:lnTo>
                    <a:pt x="997897" y="1530202"/>
                  </a:lnTo>
                  <a:lnTo>
                    <a:pt x="999798" y="1530122"/>
                  </a:lnTo>
                  <a:lnTo>
                    <a:pt x="1001700" y="1521245"/>
                  </a:lnTo>
                  <a:lnTo>
                    <a:pt x="1003601" y="1513335"/>
                  </a:lnTo>
                  <a:lnTo>
                    <a:pt x="1005502" y="1510718"/>
                  </a:lnTo>
                  <a:lnTo>
                    <a:pt x="1007403" y="1535497"/>
                  </a:lnTo>
                  <a:lnTo>
                    <a:pt x="1009304" y="1534835"/>
                  </a:lnTo>
                  <a:lnTo>
                    <a:pt x="1011206" y="1515751"/>
                  </a:lnTo>
                  <a:lnTo>
                    <a:pt x="1013107" y="1512616"/>
                  </a:lnTo>
                  <a:lnTo>
                    <a:pt x="1015008" y="1515627"/>
                  </a:lnTo>
                  <a:lnTo>
                    <a:pt x="1016909" y="1499841"/>
                  </a:lnTo>
                  <a:lnTo>
                    <a:pt x="1018810" y="1515019"/>
                  </a:lnTo>
                  <a:lnTo>
                    <a:pt x="1020712" y="1494159"/>
                  </a:lnTo>
                  <a:lnTo>
                    <a:pt x="1022613" y="1495718"/>
                  </a:lnTo>
                  <a:lnTo>
                    <a:pt x="1024514" y="1499976"/>
                  </a:lnTo>
                  <a:lnTo>
                    <a:pt x="1026415" y="1504400"/>
                  </a:lnTo>
                  <a:lnTo>
                    <a:pt x="1028317" y="1472331"/>
                  </a:lnTo>
                  <a:lnTo>
                    <a:pt x="1030218" y="1474649"/>
                  </a:lnTo>
                  <a:lnTo>
                    <a:pt x="1032119" y="1481408"/>
                  </a:lnTo>
                  <a:lnTo>
                    <a:pt x="1034020" y="1462506"/>
                  </a:lnTo>
                  <a:lnTo>
                    <a:pt x="1035921" y="1487291"/>
                  </a:lnTo>
                  <a:lnTo>
                    <a:pt x="1037823" y="1498604"/>
                  </a:lnTo>
                  <a:lnTo>
                    <a:pt x="1039724" y="1508912"/>
                  </a:lnTo>
                  <a:lnTo>
                    <a:pt x="1041625" y="1531544"/>
                  </a:lnTo>
                  <a:lnTo>
                    <a:pt x="1043526" y="1526036"/>
                  </a:lnTo>
                  <a:lnTo>
                    <a:pt x="1045427" y="1536403"/>
                  </a:lnTo>
                  <a:lnTo>
                    <a:pt x="1047329" y="1549637"/>
                  </a:lnTo>
                  <a:lnTo>
                    <a:pt x="1049230" y="1555684"/>
                  </a:lnTo>
                  <a:lnTo>
                    <a:pt x="1051131" y="1565036"/>
                  </a:lnTo>
                  <a:lnTo>
                    <a:pt x="1053032" y="1542558"/>
                  </a:lnTo>
                  <a:lnTo>
                    <a:pt x="1054934" y="1530622"/>
                  </a:lnTo>
                  <a:lnTo>
                    <a:pt x="1056835" y="1539454"/>
                  </a:lnTo>
                  <a:lnTo>
                    <a:pt x="1058736" y="1552404"/>
                  </a:lnTo>
                  <a:lnTo>
                    <a:pt x="1060637" y="1546826"/>
                  </a:lnTo>
                  <a:lnTo>
                    <a:pt x="1062538" y="1541154"/>
                  </a:lnTo>
                  <a:lnTo>
                    <a:pt x="1064440" y="1525174"/>
                  </a:lnTo>
                  <a:lnTo>
                    <a:pt x="1066341" y="1524363"/>
                  </a:lnTo>
                  <a:lnTo>
                    <a:pt x="1068242" y="1527627"/>
                  </a:lnTo>
                  <a:lnTo>
                    <a:pt x="1070143" y="1519573"/>
                  </a:lnTo>
                  <a:lnTo>
                    <a:pt x="1072044" y="1508793"/>
                  </a:lnTo>
                  <a:lnTo>
                    <a:pt x="1073946" y="1476557"/>
                  </a:lnTo>
                  <a:lnTo>
                    <a:pt x="1075847" y="1482650"/>
                  </a:lnTo>
                  <a:lnTo>
                    <a:pt x="1077748" y="1499956"/>
                  </a:lnTo>
                  <a:lnTo>
                    <a:pt x="1079649" y="1474228"/>
                  </a:lnTo>
                  <a:lnTo>
                    <a:pt x="1081551" y="1484784"/>
                  </a:lnTo>
                  <a:lnTo>
                    <a:pt x="1083452" y="1483550"/>
                  </a:lnTo>
                  <a:lnTo>
                    <a:pt x="1085353" y="1509386"/>
                  </a:lnTo>
                  <a:lnTo>
                    <a:pt x="1087254" y="1526191"/>
                  </a:lnTo>
                  <a:lnTo>
                    <a:pt x="1089155" y="1512770"/>
                  </a:lnTo>
                  <a:lnTo>
                    <a:pt x="1091057" y="1519162"/>
                  </a:lnTo>
                  <a:lnTo>
                    <a:pt x="1092958" y="1510678"/>
                  </a:lnTo>
                  <a:lnTo>
                    <a:pt x="1094859" y="1510442"/>
                  </a:lnTo>
                  <a:lnTo>
                    <a:pt x="1096760" y="1540168"/>
                  </a:lnTo>
                  <a:lnTo>
                    <a:pt x="1098661" y="1542747"/>
                  </a:lnTo>
                  <a:lnTo>
                    <a:pt x="1100563" y="1525547"/>
                  </a:lnTo>
                  <a:lnTo>
                    <a:pt x="1102464" y="1527088"/>
                  </a:lnTo>
                  <a:lnTo>
                    <a:pt x="1104365" y="1534318"/>
                  </a:lnTo>
                  <a:lnTo>
                    <a:pt x="1106266" y="1525922"/>
                  </a:lnTo>
                  <a:lnTo>
                    <a:pt x="1108167" y="1490206"/>
                  </a:lnTo>
                  <a:lnTo>
                    <a:pt x="1110069" y="1498731"/>
                  </a:lnTo>
                  <a:lnTo>
                    <a:pt x="1111970" y="1478847"/>
                  </a:lnTo>
                  <a:lnTo>
                    <a:pt x="1113871" y="1505329"/>
                  </a:lnTo>
                  <a:lnTo>
                    <a:pt x="1115772" y="1498760"/>
                  </a:lnTo>
                  <a:lnTo>
                    <a:pt x="1117674" y="1512872"/>
                  </a:lnTo>
                  <a:lnTo>
                    <a:pt x="1119575" y="1527078"/>
                  </a:lnTo>
                  <a:lnTo>
                    <a:pt x="1121476" y="1530019"/>
                  </a:lnTo>
                  <a:lnTo>
                    <a:pt x="1123377" y="1545567"/>
                  </a:lnTo>
                  <a:lnTo>
                    <a:pt x="1125278" y="1552390"/>
                  </a:lnTo>
                  <a:lnTo>
                    <a:pt x="1127180" y="1549731"/>
                  </a:lnTo>
                  <a:lnTo>
                    <a:pt x="1129081" y="1542237"/>
                  </a:lnTo>
                  <a:lnTo>
                    <a:pt x="1130982" y="1543301"/>
                  </a:lnTo>
                  <a:lnTo>
                    <a:pt x="1132883" y="1542290"/>
                  </a:lnTo>
                  <a:lnTo>
                    <a:pt x="1134784" y="1545220"/>
                  </a:lnTo>
                  <a:lnTo>
                    <a:pt x="1136686" y="1530224"/>
                  </a:lnTo>
                  <a:lnTo>
                    <a:pt x="1138587" y="1534645"/>
                  </a:lnTo>
                  <a:lnTo>
                    <a:pt x="1140488" y="1535632"/>
                  </a:lnTo>
                  <a:lnTo>
                    <a:pt x="1142389" y="1543808"/>
                  </a:lnTo>
                  <a:lnTo>
                    <a:pt x="1144291" y="1542377"/>
                  </a:lnTo>
                  <a:lnTo>
                    <a:pt x="1146192" y="1526203"/>
                  </a:lnTo>
                  <a:lnTo>
                    <a:pt x="1148093" y="1537054"/>
                  </a:lnTo>
                  <a:lnTo>
                    <a:pt x="1149994" y="1526335"/>
                  </a:lnTo>
                  <a:lnTo>
                    <a:pt x="1151895" y="1535773"/>
                  </a:lnTo>
                  <a:lnTo>
                    <a:pt x="1153797" y="1533155"/>
                  </a:lnTo>
                  <a:lnTo>
                    <a:pt x="1155698" y="1486950"/>
                  </a:lnTo>
                  <a:lnTo>
                    <a:pt x="1157599" y="1513005"/>
                  </a:lnTo>
                  <a:lnTo>
                    <a:pt x="1159500" y="1471841"/>
                  </a:lnTo>
                  <a:lnTo>
                    <a:pt x="1161401" y="1463327"/>
                  </a:lnTo>
                  <a:lnTo>
                    <a:pt x="1163303" y="1380706"/>
                  </a:lnTo>
                  <a:lnTo>
                    <a:pt x="1165204" y="1345921"/>
                  </a:lnTo>
                  <a:lnTo>
                    <a:pt x="1167105" y="1394126"/>
                  </a:lnTo>
                  <a:lnTo>
                    <a:pt x="1169006" y="1352091"/>
                  </a:lnTo>
                  <a:lnTo>
                    <a:pt x="1170908" y="1316906"/>
                  </a:lnTo>
                  <a:lnTo>
                    <a:pt x="1172809" y="1276702"/>
                  </a:lnTo>
                  <a:lnTo>
                    <a:pt x="1174710" y="1410934"/>
                  </a:lnTo>
                  <a:lnTo>
                    <a:pt x="1176611" y="1440767"/>
                  </a:lnTo>
                  <a:lnTo>
                    <a:pt x="1178512" y="1365699"/>
                  </a:lnTo>
                  <a:lnTo>
                    <a:pt x="1180414" y="1377183"/>
                  </a:lnTo>
                  <a:lnTo>
                    <a:pt x="1182315" y="1425894"/>
                  </a:lnTo>
                  <a:lnTo>
                    <a:pt x="1184216" y="1441893"/>
                  </a:lnTo>
                  <a:lnTo>
                    <a:pt x="1186117" y="1469097"/>
                  </a:lnTo>
                  <a:lnTo>
                    <a:pt x="1188018" y="1434501"/>
                  </a:lnTo>
                  <a:lnTo>
                    <a:pt x="1189920" y="1455483"/>
                  </a:lnTo>
                  <a:lnTo>
                    <a:pt x="1191821" y="1447236"/>
                  </a:lnTo>
                  <a:lnTo>
                    <a:pt x="1193722" y="1405141"/>
                  </a:lnTo>
                  <a:lnTo>
                    <a:pt x="1195623" y="1418370"/>
                  </a:lnTo>
                  <a:lnTo>
                    <a:pt x="1197525" y="1373953"/>
                  </a:lnTo>
                  <a:lnTo>
                    <a:pt x="1199426" y="1323961"/>
                  </a:lnTo>
                  <a:lnTo>
                    <a:pt x="1201327" y="1239530"/>
                  </a:lnTo>
                  <a:lnTo>
                    <a:pt x="1203228" y="1130710"/>
                  </a:lnTo>
                  <a:lnTo>
                    <a:pt x="1205129" y="1147668"/>
                  </a:lnTo>
                  <a:lnTo>
                    <a:pt x="1207031" y="1150782"/>
                  </a:lnTo>
                  <a:lnTo>
                    <a:pt x="1208932" y="1069035"/>
                  </a:lnTo>
                  <a:lnTo>
                    <a:pt x="1210833" y="1102111"/>
                  </a:lnTo>
                  <a:lnTo>
                    <a:pt x="1212734" y="1060510"/>
                  </a:lnTo>
                  <a:lnTo>
                    <a:pt x="1214635" y="1156241"/>
                  </a:lnTo>
                  <a:lnTo>
                    <a:pt x="1216537" y="1138282"/>
                  </a:lnTo>
                  <a:lnTo>
                    <a:pt x="1218438" y="1146069"/>
                  </a:lnTo>
                  <a:lnTo>
                    <a:pt x="1220339" y="1234385"/>
                  </a:lnTo>
                  <a:lnTo>
                    <a:pt x="1222240" y="1327204"/>
                  </a:lnTo>
                  <a:lnTo>
                    <a:pt x="1224142" y="1410796"/>
                  </a:lnTo>
                  <a:lnTo>
                    <a:pt x="1226043" y="1420675"/>
                  </a:lnTo>
                  <a:lnTo>
                    <a:pt x="1227944" y="1427572"/>
                  </a:lnTo>
                  <a:lnTo>
                    <a:pt x="1229845" y="1492969"/>
                  </a:lnTo>
                  <a:lnTo>
                    <a:pt x="1231746" y="1499915"/>
                  </a:lnTo>
                  <a:lnTo>
                    <a:pt x="1233648" y="1524035"/>
                  </a:lnTo>
                  <a:lnTo>
                    <a:pt x="1235549" y="1527208"/>
                  </a:lnTo>
                  <a:lnTo>
                    <a:pt x="1237450" y="1524496"/>
                  </a:lnTo>
                  <a:lnTo>
                    <a:pt x="1239351" y="1556737"/>
                  </a:lnTo>
                  <a:lnTo>
                    <a:pt x="1241252" y="1551739"/>
                  </a:lnTo>
                  <a:lnTo>
                    <a:pt x="1243154" y="1552606"/>
                  </a:lnTo>
                  <a:lnTo>
                    <a:pt x="1245055" y="1560731"/>
                  </a:lnTo>
                  <a:lnTo>
                    <a:pt x="1246956" y="1559292"/>
                  </a:lnTo>
                  <a:lnTo>
                    <a:pt x="1248857" y="1559408"/>
                  </a:lnTo>
                  <a:lnTo>
                    <a:pt x="1250759" y="1558936"/>
                  </a:lnTo>
                  <a:lnTo>
                    <a:pt x="1252660" y="1556204"/>
                  </a:lnTo>
                  <a:lnTo>
                    <a:pt x="1254561" y="1552829"/>
                  </a:lnTo>
                  <a:lnTo>
                    <a:pt x="1256462" y="1518824"/>
                  </a:lnTo>
                  <a:lnTo>
                    <a:pt x="1258363" y="1536320"/>
                  </a:lnTo>
                  <a:lnTo>
                    <a:pt x="1260265" y="1540085"/>
                  </a:lnTo>
                  <a:lnTo>
                    <a:pt x="1262166" y="1553450"/>
                  </a:lnTo>
                  <a:lnTo>
                    <a:pt x="1264067" y="1531385"/>
                  </a:lnTo>
                  <a:lnTo>
                    <a:pt x="1265968" y="1463186"/>
                  </a:lnTo>
                  <a:lnTo>
                    <a:pt x="1267869" y="1480613"/>
                  </a:lnTo>
                  <a:lnTo>
                    <a:pt x="1269771" y="1466952"/>
                  </a:lnTo>
                  <a:lnTo>
                    <a:pt x="1271672" y="1460476"/>
                  </a:lnTo>
                  <a:lnTo>
                    <a:pt x="1273573" y="1417971"/>
                  </a:lnTo>
                  <a:lnTo>
                    <a:pt x="1275474" y="1455057"/>
                  </a:lnTo>
                  <a:lnTo>
                    <a:pt x="1277376" y="1501741"/>
                  </a:lnTo>
                  <a:lnTo>
                    <a:pt x="1279277" y="1495272"/>
                  </a:lnTo>
                  <a:lnTo>
                    <a:pt x="1281178" y="1508163"/>
                  </a:lnTo>
                  <a:lnTo>
                    <a:pt x="1283079" y="1539841"/>
                  </a:lnTo>
                  <a:lnTo>
                    <a:pt x="1284980" y="1526781"/>
                  </a:lnTo>
                  <a:lnTo>
                    <a:pt x="1286882" y="1542532"/>
                  </a:lnTo>
                  <a:lnTo>
                    <a:pt x="1288783" y="1537590"/>
                  </a:lnTo>
                  <a:lnTo>
                    <a:pt x="1290684" y="1497817"/>
                  </a:lnTo>
                  <a:lnTo>
                    <a:pt x="1292585" y="1520244"/>
                  </a:lnTo>
                  <a:lnTo>
                    <a:pt x="1294486" y="1522293"/>
                  </a:lnTo>
                  <a:lnTo>
                    <a:pt x="1296388" y="1507987"/>
                  </a:lnTo>
                  <a:lnTo>
                    <a:pt x="1298289" y="1524940"/>
                  </a:lnTo>
                  <a:lnTo>
                    <a:pt x="1300190" y="1517608"/>
                  </a:lnTo>
                  <a:lnTo>
                    <a:pt x="1302091" y="1530800"/>
                  </a:lnTo>
                  <a:lnTo>
                    <a:pt x="1303993" y="1550041"/>
                  </a:lnTo>
                  <a:lnTo>
                    <a:pt x="1305894" y="1570026"/>
                  </a:lnTo>
                  <a:lnTo>
                    <a:pt x="1307795" y="1575123"/>
                  </a:lnTo>
                  <a:lnTo>
                    <a:pt x="1309696" y="1517854"/>
                  </a:lnTo>
                  <a:lnTo>
                    <a:pt x="1311597" y="1532093"/>
                  </a:lnTo>
                  <a:lnTo>
                    <a:pt x="1313499" y="1495256"/>
                  </a:lnTo>
                  <a:lnTo>
                    <a:pt x="1315400" y="1527312"/>
                  </a:lnTo>
                  <a:lnTo>
                    <a:pt x="1317301" y="1524700"/>
                  </a:lnTo>
                  <a:lnTo>
                    <a:pt x="1319202" y="1491936"/>
                  </a:lnTo>
                  <a:lnTo>
                    <a:pt x="1321103" y="1508426"/>
                  </a:lnTo>
                  <a:lnTo>
                    <a:pt x="1323005" y="1499458"/>
                  </a:lnTo>
                  <a:lnTo>
                    <a:pt x="1324906" y="1558387"/>
                  </a:lnTo>
                  <a:lnTo>
                    <a:pt x="1326807" y="1561625"/>
                  </a:lnTo>
                  <a:lnTo>
                    <a:pt x="1328708" y="1527157"/>
                  </a:lnTo>
                  <a:lnTo>
                    <a:pt x="1330610" y="1548677"/>
                  </a:lnTo>
                  <a:lnTo>
                    <a:pt x="1332511" y="1543674"/>
                  </a:lnTo>
                  <a:lnTo>
                    <a:pt x="1334412" y="1562122"/>
                  </a:lnTo>
                  <a:lnTo>
                    <a:pt x="1336313" y="1562348"/>
                  </a:lnTo>
                  <a:lnTo>
                    <a:pt x="1338214" y="1559428"/>
                  </a:lnTo>
                  <a:lnTo>
                    <a:pt x="1340116" y="1572301"/>
                  </a:lnTo>
                  <a:lnTo>
                    <a:pt x="1342017" y="1556986"/>
                  </a:lnTo>
                  <a:lnTo>
                    <a:pt x="1343918" y="1562166"/>
                  </a:lnTo>
                  <a:lnTo>
                    <a:pt x="1345819" y="1517205"/>
                  </a:lnTo>
                  <a:lnTo>
                    <a:pt x="1347720" y="1509873"/>
                  </a:lnTo>
                  <a:lnTo>
                    <a:pt x="1349622" y="1537573"/>
                  </a:lnTo>
                  <a:lnTo>
                    <a:pt x="1351523" y="1522596"/>
                  </a:lnTo>
                  <a:lnTo>
                    <a:pt x="1353424" y="1543333"/>
                  </a:lnTo>
                  <a:lnTo>
                    <a:pt x="1355325" y="1523369"/>
                  </a:lnTo>
                  <a:lnTo>
                    <a:pt x="1357227" y="1539509"/>
                  </a:lnTo>
                  <a:lnTo>
                    <a:pt x="1359128" y="1566913"/>
                  </a:lnTo>
                  <a:lnTo>
                    <a:pt x="1361029" y="1556632"/>
                  </a:lnTo>
                  <a:lnTo>
                    <a:pt x="1362930" y="1562498"/>
                  </a:lnTo>
                  <a:lnTo>
                    <a:pt x="1364831" y="1553157"/>
                  </a:lnTo>
                  <a:lnTo>
                    <a:pt x="1366733" y="1555421"/>
                  </a:lnTo>
                  <a:lnTo>
                    <a:pt x="1368634" y="1565633"/>
                  </a:lnTo>
                  <a:lnTo>
                    <a:pt x="1370535" y="1532849"/>
                  </a:lnTo>
                  <a:lnTo>
                    <a:pt x="1372436" y="1527292"/>
                  </a:lnTo>
                  <a:lnTo>
                    <a:pt x="1374337" y="1518117"/>
                  </a:lnTo>
                  <a:lnTo>
                    <a:pt x="1376239" y="1544497"/>
                  </a:lnTo>
                  <a:lnTo>
                    <a:pt x="1378140" y="1538259"/>
                  </a:lnTo>
                  <a:lnTo>
                    <a:pt x="1380041" y="1508944"/>
                  </a:lnTo>
                  <a:lnTo>
                    <a:pt x="1381942" y="1516194"/>
                  </a:lnTo>
                  <a:lnTo>
                    <a:pt x="1383843" y="1469067"/>
                  </a:lnTo>
                  <a:lnTo>
                    <a:pt x="1385745" y="1501593"/>
                  </a:lnTo>
                  <a:lnTo>
                    <a:pt x="1387646" y="1434743"/>
                  </a:lnTo>
                  <a:lnTo>
                    <a:pt x="1389547" y="1446331"/>
                  </a:lnTo>
                  <a:lnTo>
                    <a:pt x="1391448" y="1480279"/>
                  </a:lnTo>
                  <a:lnTo>
                    <a:pt x="1393350" y="1465922"/>
                  </a:lnTo>
                  <a:lnTo>
                    <a:pt x="1395251" y="1477711"/>
                  </a:lnTo>
                  <a:lnTo>
                    <a:pt x="1397152" y="1478881"/>
                  </a:lnTo>
                  <a:lnTo>
                    <a:pt x="1399053" y="1511396"/>
                  </a:lnTo>
                  <a:lnTo>
                    <a:pt x="1400954" y="1516076"/>
                  </a:lnTo>
                  <a:lnTo>
                    <a:pt x="1402856" y="1477103"/>
                  </a:lnTo>
                  <a:lnTo>
                    <a:pt x="1404757" y="1500959"/>
                  </a:lnTo>
                  <a:lnTo>
                    <a:pt x="1406658" y="1514840"/>
                  </a:lnTo>
                  <a:lnTo>
                    <a:pt x="1408559" y="1548793"/>
                  </a:lnTo>
                  <a:lnTo>
                    <a:pt x="1410460" y="1558323"/>
                  </a:lnTo>
                  <a:lnTo>
                    <a:pt x="1412362" y="1559041"/>
                  </a:lnTo>
                  <a:lnTo>
                    <a:pt x="1414263" y="1557032"/>
                  </a:lnTo>
                  <a:lnTo>
                    <a:pt x="1416164" y="1555997"/>
                  </a:lnTo>
                  <a:lnTo>
                    <a:pt x="1418065" y="1553860"/>
                  </a:lnTo>
                  <a:lnTo>
                    <a:pt x="1419967" y="1547327"/>
                  </a:lnTo>
                  <a:lnTo>
                    <a:pt x="1421868" y="1544349"/>
                  </a:lnTo>
                  <a:lnTo>
                    <a:pt x="1423769" y="1545466"/>
                  </a:lnTo>
                  <a:lnTo>
                    <a:pt x="1425670" y="1545257"/>
                  </a:lnTo>
                  <a:lnTo>
                    <a:pt x="1427571" y="1553735"/>
                  </a:lnTo>
                  <a:lnTo>
                    <a:pt x="1429473" y="1542800"/>
                  </a:lnTo>
                  <a:lnTo>
                    <a:pt x="1431374" y="1526244"/>
                  </a:lnTo>
                  <a:lnTo>
                    <a:pt x="1433275" y="1497864"/>
                  </a:lnTo>
                  <a:lnTo>
                    <a:pt x="1435176" y="1481259"/>
                  </a:lnTo>
                  <a:lnTo>
                    <a:pt x="1437077" y="1503114"/>
                  </a:lnTo>
                  <a:lnTo>
                    <a:pt x="1438979" y="1481111"/>
                  </a:lnTo>
                  <a:lnTo>
                    <a:pt x="1440880" y="1493214"/>
                  </a:lnTo>
                  <a:lnTo>
                    <a:pt x="1442781" y="1481706"/>
                  </a:lnTo>
                  <a:lnTo>
                    <a:pt x="1444682" y="1437368"/>
                  </a:lnTo>
                  <a:lnTo>
                    <a:pt x="1446584" y="1454231"/>
                  </a:lnTo>
                  <a:lnTo>
                    <a:pt x="1448485" y="1408808"/>
                  </a:lnTo>
                  <a:lnTo>
                    <a:pt x="1450386" y="1337951"/>
                  </a:lnTo>
                  <a:lnTo>
                    <a:pt x="1452287" y="1365858"/>
                  </a:lnTo>
                  <a:lnTo>
                    <a:pt x="1454188" y="1432051"/>
                  </a:lnTo>
                  <a:lnTo>
                    <a:pt x="1456090" y="1477313"/>
                  </a:lnTo>
                  <a:lnTo>
                    <a:pt x="1457991" y="1475204"/>
                  </a:lnTo>
                  <a:lnTo>
                    <a:pt x="1459892" y="1504573"/>
                  </a:lnTo>
                  <a:lnTo>
                    <a:pt x="1461793" y="1546552"/>
                  </a:lnTo>
                  <a:lnTo>
                    <a:pt x="1463694" y="1533080"/>
                  </a:lnTo>
                  <a:lnTo>
                    <a:pt x="1465596" y="1539814"/>
                  </a:lnTo>
                  <a:lnTo>
                    <a:pt x="1467497" y="1501466"/>
                  </a:lnTo>
                  <a:lnTo>
                    <a:pt x="1469398" y="1522670"/>
                  </a:lnTo>
                  <a:lnTo>
                    <a:pt x="1471299" y="1546957"/>
                  </a:lnTo>
                  <a:lnTo>
                    <a:pt x="1473201" y="1545371"/>
                  </a:lnTo>
                  <a:lnTo>
                    <a:pt x="1475102" y="1537763"/>
                  </a:lnTo>
                  <a:lnTo>
                    <a:pt x="1477003" y="1499538"/>
                  </a:lnTo>
                  <a:lnTo>
                    <a:pt x="1478904" y="1497219"/>
                  </a:lnTo>
                  <a:lnTo>
                    <a:pt x="1480805" y="1486578"/>
                  </a:lnTo>
                  <a:lnTo>
                    <a:pt x="1482707" y="1452958"/>
                  </a:lnTo>
                  <a:lnTo>
                    <a:pt x="1484608" y="1469229"/>
                  </a:lnTo>
                  <a:lnTo>
                    <a:pt x="1484608" y="146922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444934" y="3848677"/>
              <a:ext cx="8553560" cy="2530772"/>
            </a:xfrm>
            <a:custGeom>
              <a:avLst/>
              <a:pathLst>
                <a:path w="8553560" h="2530772">
                  <a:moveTo>
                    <a:pt x="0" y="2530772"/>
                  </a:moveTo>
                  <a:lnTo>
                    <a:pt x="1901" y="2530772"/>
                  </a:lnTo>
                  <a:lnTo>
                    <a:pt x="3802" y="2517174"/>
                  </a:lnTo>
                  <a:lnTo>
                    <a:pt x="5703" y="2497717"/>
                  </a:lnTo>
                  <a:lnTo>
                    <a:pt x="7604" y="2496113"/>
                  </a:lnTo>
                  <a:lnTo>
                    <a:pt x="9506" y="2494608"/>
                  </a:lnTo>
                  <a:lnTo>
                    <a:pt x="11407" y="2475249"/>
                  </a:lnTo>
                  <a:lnTo>
                    <a:pt x="13308" y="2494171"/>
                  </a:lnTo>
                  <a:lnTo>
                    <a:pt x="15209" y="2493437"/>
                  </a:lnTo>
                  <a:lnTo>
                    <a:pt x="17110" y="2489040"/>
                  </a:lnTo>
                  <a:lnTo>
                    <a:pt x="19012" y="2483928"/>
                  </a:lnTo>
                  <a:lnTo>
                    <a:pt x="20913" y="2515596"/>
                  </a:lnTo>
                  <a:lnTo>
                    <a:pt x="22814" y="2526857"/>
                  </a:lnTo>
                  <a:lnTo>
                    <a:pt x="24715" y="2527595"/>
                  </a:lnTo>
                  <a:lnTo>
                    <a:pt x="26616" y="2530772"/>
                  </a:lnTo>
                  <a:lnTo>
                    <a:pt x="28518" y="2530772"/>
                  </a:lnTo>
                  <a:lnTo>
                    <a:pt x="30419" y="2530772"/>
                  </a:lnTo>
                  <a:lnTo>
                    <a:pt x="32320" y="2530772"/>
                  </a:lnTo>
                  <a:lnTo>
                    <a:pt x="34221" y="2530772"/>
                  </a:lnTo>
                  <a:lnTo>
                    <a:pt x="36123" y="2530772"/>
                  </a:lnTo>
                  <a:lnTo>
                    <a:pt x="38024" y="2530772"/>
                  </a:lnTo>
                  <a:lnTo>
                    <a:pt x="39925" y="2530772"/>
                  </a:lnTo>
                  <a:lnTo>
                    <a:pt x="41826" y="2530772"/>
                  </a:lnTo>
                  <a:lnTo>
                    <a:pt x="43727" y="2530772"/>
                  </a:lnTo>
                  <a:lnTo>
                    <a:pt x="45629" y="2530772"/>
                  </a:lnTo>
                  <a:lnTo>
                    <a:pt x="47530" y="2530772"/>
                  </a:lnTo>
                  <a:lnTo>
                    <a:pt x="49431" y="2530772"/>
                  </a:lnTo>
                  <a:lnTo>
                    <a:pt x="51332" y="2530772"/>
                  </a:lnTo>
                  <a:lnTo>
                    <a:pt x="53233" y="2499735"/>
                  </a:lnTo>
                  <a:lnTo>
                    <a:pt x="55135" y="2511244"/>
                  </a:lnTo>
                  <a:lnTo>
                    <a:pt x="57036" y="2492476"/>
                  </a:lnTo>
                  <a:lnTo>
                    <a:pt x="58937" y="2490214"/>
                  </a:lnTo>
                  <a:lnTo>
                    <a:pt x="60838" y="2441454"/>
                  </a:lnTo>
                  <a:lnTo>
                    <a:pt x="62740" y="2449889"/>
                  </a:lnTo>
                  <a:lnTo>
                    <a:pt x="64641" y="2434021"/>
                  </a:lnTo>
                  <a:lnTo>
                    <a:pt x="66542" y="2429543"/>
                  </a:lnTo>
                  <a:lnTo>
                    <a:pt x="68443" y="2455348"/>
                  </a:lnTo>
                  <a:lnTo>
                    <a:pt x="70344" y="2468662"/>
                  </a:lnTo>
                  <a:lnTo>
                    <a:pt x="72246" y="2467323"/>
                  </a:lnTo>
                  <a:lnTo>
                    <a:pt x="74147" y="2470317"/>
                  </a:lnTo>
                  <a:lnTo>
                    <a:pt x="76048" y="2444011"/>
                  </a:lnTo>
                  <a:lnTo>
                    <a:pt x="77949" y="2409083"/>
                  </a:lnTo>
                  <a:lnTo>
                    <a:pt x="79850" y="2388156"/>
                  </a:lnTo>
                  <a:lnTo>
                    <a:pt x="81752" y="2428674"/>
                  </a:lnTo>
                  <a:lnTo>
                    <a:pt x="83653" y="2435097"/>
                  </a:lnTo>
                  <a:lnTo>
                    <a:pt x="85554" y="2404951"/>
                  </a:lnTo>
                  <a:lnTo>
                    <a:pt x="87455" y="2378274"/>
                  </a:lnTo>
                  <a:lnTo>
                    <a:pt x="89357" y="2435988"/>
                  </a:lnTo>
                  <a:lnTo>
                    <a:pt x="91258" y="2445842"/>
                  </a:lnTo>
                  <a:lnTo>
                    <a:pt x="93159" y="2447195"/>
                  </a:lnTo>
                  <a:lnTo>
                    <a:pt x="95060" y="2411431"/>
                  </a:lnTo>
                  <a:lnTo>
                    <a:pt x="96961" y="2464134"/>
                  </a:lnTo>
                  <a:lnTo>
                    <a:pt x="98863" y="2479061"/>
                  </a:lnTo>
                  <a:lnTo>
                    <a:pt x="100764" y="2513711"/>
                  </a:lnTo>
                  <a:lnTo>
                    <a:pt x="102665" y="2500292"/>
                  </a:lnTo>
                  <a:lnTo>
                    <a:pt x="104566" y="2483831"/>
                  </a:lnTo>
                  <a:lnTo>
                    <a:pt x="106467" y="2524227"/>
                  </a:lnTo>
                  <a:lnTo>
                    <a:pt x="108369" y="2511996"/>
                  </a:lnTo>
                  <a:lnTo>
                    <a:pt x="110270" y="2508632"/>
                  </a:lnTo>
                  <a:lnTo>
                    <a:pt x="112171" y="2503381"/>
                  </a:lnTo>
                  <a:lnTo>
                    <a:pt x="114072" y="2525872"/>
                  </a:lnTo>
                  <a:lnTo>
                    <a:pt x="115974" y="2530772"/>
                  </a:lnTo>
                  <a:lnTo>
                    <a:pt x="117875" y="2530772"/>
                  </a:lnTo>
                  <a:lnTo>
                    <a:pt x="119776" y="2530760"/>
                  </a:lnTo>
                  <a:lnTo>
                    <a:pt x="121677" y="2524362"/>
                  </a:lnTo>
                  <a:lnTo>
                    <a:pt x="123578" y="2529079"/>
                  </a:lnTo>
                  <a:lnTo>
                    <a:pt x="125480" y="2525960"/>
                  </a:lnTo>
                  <a:lnTo>
                    <a:pt x="127381" y="2530772"/>
                  </a:lnTo>
                  <a:lnTo>
                    <a:pt x="129282" y="2530772"/>
                  </a:lnTo>
                  <a:lnTo>
                    <a:pt x="131183" y="2530772"/>
                  </a:lnTo>
                  <a:lnTo>
                    <a:pt x="133084" y="2530772"/>
                  </a:lnTo>
                  <a:lnTo>
                    <a:pt x="134986" y="2530772"/>
                  </a:lnTo>
                  <a:lnTo>
                    <a:pt x="136887" y="2530772"/>
                  </a:lnTo>
                  <a:lnTo>
                    <a:pt x="138788" y="2530772"/>
                  </a:lnTo>
                  <a:lnTo>
                    <a:pt x="140689" y="2530772"/>
                  </a:lnTo>
                  <a:lnTo>
                    <a:pt x="142591" y="2530772"/>
                  </a:lnTo>
                  <a:lnTo>
                    <a:pt x="144492" y="2530772"/>
                  </a:lnTo>
                  <a:lnTo>
                    <a:pt x="146393" y="2530772"/>
                  </a:lnTo>
                  <a:lnTo>
                    <a:pt x="148294" y="2530772"/>
                  </a:lnTo>
                  <a:lnTo>
                    <a:pt x="150195" y="2530772"/>
                  </a:lnTo>
                  <a:lnTo>
                    <a:pt x="152097" y="2530772"/>
                  </a:lnTo>
                  <a:lnTo>
                    <a:pt x="153998" y="2530772"/>
                  </a:lnTo>
                  <a:lnTo>
                    <a:pt x="155899" y="2519649"/>
                  </a:lnTo>
                  <a:lnTo>
                    <a:pt x="157800" y="2525760"/>
                  </a:lnTo>
                  <a:lnTo>
                    <a:pt x="159701" y="2530772"/>
                  </a:lnTo>
                  <a:lnTo>
                    <a:pt x="161603" y="2530772"/>
                  </a:lnTo>
                  <a:lnTo>
                    <a:pt x="163504" y="2530772"/>
                  </a:lnTo>
                  <a:lnTo>
                    <a:pt x="165405" y="2530772"/>
                  </a:lnTo>
                  <a:lnTo>
                    <a:pt x="167306" y="2530772"/>
                  </a:lnTo>
                  <a:lnTo>
                    <a:pt x="169208" y="2530772"/>
                  </a:lnTo>
                  <a:lnTo>
                    <a:pt x="171109" y="2530772"/>
                  </a:lnTo>
                  <a:lnTo>
                    <a:pt x="173010" y="2530772"/>
                  </a:lnTo>
                  <a:lnTo>
                    <a:pt x="174911" y="2530772"/>
                  </a:lnTo>
                  <a:lnTo>
                    <a:pt x="176812" y="2530772"/>
                  </a:lnTo>
                  <a:lnTo>
                    <a:pt x="178714" y="2527383"/>
                  </a:lnTo>
                  <a:lnTo>
                    <a:pt x="180615" y="2530772"/>
                  </a:lnTo>
                  <a:lnTo>
                    <a:pt x="182516" y="2516266"/>
                  </a:lnTo>
                  <a:lnTo>
                    <a:pt x="184417" y="2478965"/>
                  </a:lnTo>
                  <a:lnTo>
                    <a:pt x="186318" y="2485639"/>
                  </a:lnTo>
                  <a:lnTo>
                    <a:pt x="188220" y="2471703"/>
                  </a:lnTo>
                  <a:lnTo>
                    <a:pt x="190121" y="2488580"/>
                  </a:lnTo>
                  <a:lnTo>
                    <a:pt x="192022" y="2520659"/>
                  </a:lnTo>
                  <a:lnTo>
                    <a:pt x="193923" y="2471363"/>
                  </a:lnTo>
                  <a:lnTo>
                    <a:pt x="195825" y="2490840"/>
                  </a:lnTo>
                  <a:lnTo>
                    <a:pt x="197726" y="2518831"/>
                  </a:lnTo>
                  <a:lnTo>
                    <a:pt x="199627" y="2497582"/>
                  </a:lnTo>
                  <a:lnTo>
                    <a:pt x="201528" y="2530772"/>
                  </a:lnTo>
                  <a:lnTo>
                    <a:pt x="203429" y="2460467"/>
                  </a:lnTo>
                  <a:lnTo>
                    <a:pt x="205331" y="2522138"/>
                  </a:lnTo>
                  <a:lnTo>
                    <a:pt x="207232" y="2530772"/>
                  </a:lnTo>
                  <a:lnTo>
                    <a:pt x="209133" y="2513740"/>
                  </a:lnTo>
                  <a:lnTo>
                    <a:pt x="211034" y="2530772"/>
                  </a:lnTo>
                  <a:lnTo>
                    <a:pt x="212935" y="2491678"/>
                  </a:lnTo>
                  <a:lnTo>
                    <a:pt x="214837" y="2502914"/>
                  </a:lnTo>
                  <a:lnTo>
                    <a:pt x="216738" y="2489193"/>
                  </a:lnTo>
                  <a:lnTo>
                    <a:pt x="218639" y="2480793"/>
                  </a:lnTo>
                  <a:lnTo>
                    <a:pt x="220540" y="2498464"/>
                  </a:lnTo>
                  <a:lnTo>
                    <a:pt x="222442" y="2492981"/>
                  </a:lnTo>
                  <a:lnTo>
                    <a:pt x="224343" y="2529904"/>
                  </a:lnTo>
                  <a:lnTo>
                    <a:pt x="226244" y="2530772"/>
                  </a:lnTo>
                  <a:lnTo>
                    <a:pt x="228145" y="2526465"/>
                  </a:lnTo>
                  <a:lnTo>
                    <a:pt x="230046" y="2530772"/>
                  </a:lnTo>
                  <a:lnTo>
                    <a:pt x="231948" y="2530772"/>
                  </a:lnTo>
                  <a:lnTo>
                    <a:pt x="233849" y="2530772"/>
                  </a:lnTo>
                  <a:lnTo>
                    <a:pt x="235750" y="2530772"/>
                  </a:lnTo>
                  <a:lnTo>
                    <a:pt x="237651" y="2518154"/>
                  </a:lnTo>
                  <a:lnTo>
                    <a:pt x="239552" y="2528528"/>
                  </a:lnTo>
                  <a:lnTo>
                    <a:pt x="241454" y="2497664"/>
                  </a:lnTo>
                  <a:lnTo>
                    <a:pt x="243355" y="2482009"/>
                  </a:lnTo>
                  <a:lnTo>
                    <a:pt x="245256" y="2487809"/>
                  </a:lnTo>
                  <a:lnTo>
                    <a:pt x="247157" y="2504891"/>
                  </a:lnTo>
                  <a:lnTo>
                    <a:pt x="249059" y="2530772"/>
                  </a:lnTo>
                  <a:lnTo>
                    <a:pt x="250960" y="2524649"/>
                  </a:lnTo>
                  <a:lnTo>
                    <a:pt x="252861" y="2530772"/>
                  </a:lnTo>
                  <a:lnTo>
                    <a:pt x="254762" y="2530772"/>
                  </a:lnTo>
                  <a:lnTo>
                    <a:pt x="256663" y="2530772"/>
                  </a:lnTo>
                  <a:lnTo>
                    <a:pt x="258565" y="2530772"/>
                  </a:lnTo>
                  <a:lnTo>
                    <a:pt x="260466" y="2529709"/>
                  </a:lnTo>
                  <a:lnTo>
                    <a:pt x="262367" y="2525541"/>
                  </a:lnTo>
                  <a:lnTo>
                    <a:pt x="264268" y="2530772"/>
                  </a:lnTo>
                  <a:lnTo>
                    <a:pt x="266169" y="2530772"/>
                  </a:lnTo>
                  <a:lnTo>
                    <a:pt x="268071" y="2530772"/>
                  </a:lnTo>
                  <a:lnTo>
                    <a:pt x="269972" y="2507381"/>
                  </a:lnTo>
                  <a:lnTo>
                    <a:pt x="271873" y="2514855"/>
                  </a:lnTo>
                  <a:lnTo>
                    <a:pt x="273774" y="2526184"/>
                  </a:lnTo>
                  <a:lnTo>
                    <a:pt x="275676" y="2524395"/>
                  </a:lnTo>
                  <a:lnTo>
                    <a:pt x="277577" y="2494824"/>
                  </a:lnTo>
                  <a:lnTo>
                    <a:pt x="279478" y="2480195"/>
                  </a:lnTo>
                  <a:lnTo>
                    <a:pt x="281379" y="2504215"/>
                  </a:lnTo>
                  <a:lnTo>
                    <a:pt x="283280" y="2508780"/>
                  </a:lnTo>
                  <a:lnTo>
                    <a:pt x="285182" y="2522846"/>
                  </a:lnTo>
                  <a:lnTo>
                    <a:pt x="287083" y="2530772"/>
                  </a:lnTo>
                  <a:lnTo>
                    <a:pt x="288984" y="2530772"/>
                  </a:lnTo>
                  <a:lnTo>
                    <a:pt x="290885" y="2530772"/>
                  </a:lnTo>
                  <a:lnTo>
                    <a:pt x="292786" y="2530772"/>
                  </a:lnTo>
                  <a:lnTo>
                    <a:pt x="294688" y="2530772"/>
                  </a:lnTo>
                  <a:lnTo>
                    <a:pt x="296589" y="2530772"/>
                  </a:lnTo>
                  <a:lnTo>
                    <a:pt x="298490" y="2530772"/>
                  </a:lnTo>
                  <a:lnTo>
                    <a:pt x="300391" y="2530772"/>
                  </a:lnTo>
                  <a:lnTo>
                    <a:pt x="302292" y="2530772"/>
                  </a:lnTo>
                  <a:lnTo>
                    <a:pt x="304194" y="2530772"/>
                  </a:lnTo>
                  <a:lnTo>
                    <a:pt x="306095" y="2530772"/>
                  </a:lnTo>
                  <a:lnTo>
                    <a:pt x="307996" y="2530772"/>
                  </a:lnTo>
                  <a:lnTo>
                    <a:pt x="309897" y="2530772"/>
                  </a:lnTo>
                  <a:lnTo>
                    <a:pt x="311799" y="2506163"/>
                  </a:lnTo>
                  <a:lnTo>
                    <a:pt x="313700" y="2512909"/>
                  </a:lnTo>
                  <a:lnTo>
                    <a:pt x="315601" y="2478103"/>
                  </a:lnTo>
                  <a:lnTo>
                    <a:pt x="317502" y="2453062"/>
                  </a:lnTo>
                  <a:lnTo>
                    <a:pt x="319403" y="2444511"/>
                  </a:lnTo>
                  <a:lnTo>
                    <a:pt x="321305" y="2438741"/>
                  </a:lnTo>
                  <a:lnTo>
                    <a:pt x="323206" y="2483447"/>
                  </a:lnTo>
                  <a:lnTo>
                    <a:pt x="325107" y="2494631"/>
                  </a:lnTo>
                  <a:lnTo>
                    <a:pt x="327008" y="2504465"/>
                  </a:lnTo>
                  <a:lnTo>
                    <a:pt x="328909" y="2530772"/>
                  </a:lnTo>
                  <a:lnTo>
                    <a:pt x="330811" y="2524662"/>
                  </a:lnTo>
                  <a:lnTo>
                    <a:pt x="332712" y="2530772"/>
                  </a:lnTo>
                  <a:lnTo>
                    <a:pt x="334613" y="2527539"/>
                  </a:lnTo>
                  <a:lnTo>
                    <a:pt x="336514" y="2530772"/>
                  </a:lnTo>
                  <a:lnTo>
                    <a:pt x="338416" y="2530772"/>
                  </a:lnTo>
                  <a:lnTo>
                    <a:pt x="340317" y="2530772"/>
                  </a:lnTo>
                  <a:lnTo>
                    <a:pt x="342218" y="2530772"/>
                  </a:lnTo>
                  <a:lnTo>
                    <a:pt x="344119" y="2522364"/>
                  </a:lnTo>
                  <a:lnTo>
                    <a:pt x="346020" y="2530772"/>
                  </a:lnTo>
                  <a:lnTo>
                    <a:pt x="347922" y="2530772"/>
                  </a:lnTo>
                  <a:lnTo>
                    <a:pt x="349823" y="2530772"/>
                  </a:lnTo>
                  <a:lnTo>
                    <a:pt x="351724" y="2530772"/>
                  </a:lnTo>
                  <a:lnTo>
                    <a:pt x="353625" y="2530772"/>
                  </a:lnTo>
                  <a:lnTo>
                    <a:pt x="355526" y="2526305"/>
                  </a:lnTo>
                  <a:lnTo>
                    <a:pt x="357428" y="2530772"/>
                  </a:lnTo>
                  <a:lnTo>
                    <a:pt x="359329" y="2530772"/>
                  </a:lnTo>
                  <a:lnTo>
                    <a:pt x="361230" y="2526708"/>
                  </a:lnTo>
                  <a:lnTo>
                    <a:pt x="363131" y="2522603"/>
                  </a:lnTo>
                  <a:lnTo>
                    <a:pt x="365033" y="2521360"/>
                  </a:lnTo>
                  <a:lnTo>
                    <a:pt x="366934" y="2530690"/>
                  </a:lnTo>
                  <a:lnTo>
                    <a:pt x="368835" y="2530772"/>
                  </a:lnTo>
                  <a:lnTo>
                    <a:pt x="370736" y="2530772"/>
                  </a:lnTo>
                  <a:lnTo>
                    <a:pt x="372637" y="2530772"/>
                  </a:lnTo>
                  <a:lnTo>
                    <a:pt x="374539" y="2526779"/>
                  </a:lnTo>
                  <a:lnTo>
                    <a:pt x="376440" y="2513521"/>
                  </a:lnTo>
                  <a:lnTo>
                    <a:pt x="378341" y="2513355"/>
                  </a:lnTo>
                  <a:lnTo>
                    <a:pt x="380242" y="2493697"/>
                  </a:lnTo>
                  <a:lnTo>
                    <a:pt x="382143" y="2478622"/>
                  </a:lnTo>
                  <a:lnTo>
                    <a:pt x="384045" y="2480386"/>
                  </a:lnTo>
                  <a:lnTo>
                    <a:pt x="385946" y="2499377"/>
                  </a:lnTo>
                  <a:lnTo>
                    <a:pt x="387847" y="2529456"/>
                  </a:lnTo>
                  <a:lnTo>
                    <a:pt x="389748" y="2530772"/>
                  </a:lnTo>
                  <a:lnTo>
                    <a:pt x="391650" y="2530772"/>
                  </a:lnTo>
                  <a:lnTo>
                    <a:pt x="393551" y="2530772"/>
                  </a:lnTo>
                  <a:lnTo>
                    <a:pt x="395452" y="2530772"/>
                  </a:lnTo>
                  <a:lnTo>
                    <a:pt x="397353" y="2530772"/>
                  </a:lnTo>
                  <a:lnTo>
                    <a:pt x="399254" y="2530772"/>
                  </a:lnTo>
                  <a:lnTo>
                    <a:pt x="401156" y="2530772"/>
                  </a:lnTo>
                  <a:lnTo>
                    <a:pt x="403057" y="2530772"/>
                  </a:lnTo>
                  <a:lnTo>
                    <a:pt x="404958" y="2530772"/>
                  </a:lnTo>
                  <a:lnTo>
                    <a:pt x="406859" y="2530772"/>
                  </a:lnTo>
                  <a:lnTo>
                    <a:pt x="408760" y="2530772"/>
                  </a:lnTo>
                  <a:lnTo>
                    <a:pt x="410662" y="2530772"/>
                  </a:lnTo>
                  <a:lnTo>
                    <a:pt x="412563" y="2530772"/>
                  </a:lnTo>
                  <a:lnTo>
                    <a:pt x="414464" y="2530772"/>
                  </a:lnTo>
                  <a:lnTo>
                    <a:pt x="416365" y="2530772"/>
                  </a:lnTo>
                  <a:lnTo>
                    <a:pt x="418267" y="2530772"/>
                  </a:lnTo>
                  <a:lnTo>
                    <a:pt x="420168" y="2530772"/>
                  </a:lnTo>
                  <a:lnTo>
                    <a:pt x="422069" y="2530772"/>
                  </a:lnTo>
                  <a:lnTo>
                    <a:pt x="423970" y="2530772"/>
                  </a:lnTo>
                  <a:lnTo>
                    <a:pt x="425871" y="2530772"/>
                  </a:lnTo>
                  <a:lnTo>
                    <a:pt x="427773" y="2530772"/>
                  </a:lnTo>
                  <a:lnTo>
                    <a:pt x="429674" y="2530772"/>
                  </a:lnTo>
                  <a:lnTo>
                    <a:pt x="431575" y="2530772"/>
                  </a:lnTo>
                  <a:lnTo>
                    <a:pt x="433476" y="2530772"/>
                  </a:lnTo>
                  <a:lnTo>
                    <a:pt x="435377" y="2530772"/>
                  </a:lnTo>
                  <a:lnTo>
                    <a:pt x="437279" y="2530772"/>
                  </a:lnTo>
                  <a:lnTo>
                    <a:pt x="439180" y="2530772"/>
                  </a:lnTo>
                  <a:lnTo>
                    <a:pt x="441081" y="2530772"/>
                  </a:lnTo>
                  <a:lnTo>
                    <a:pt x="442982" y="2530772"/>
                  </a:lnTo>
                  <a:lnTo>
                    <a:pt x="444884" y="2530772"/>
                  </a:lnTo>
                  <a:lnTo>
                    <a:pt x="446785" y="2530772"/>
                  </a:lnTo>
                  <a:lnTo>
                    <a:pt x="448686" y="2530772"/>
                  </a:lnTo>
                  <a:lnTo>
                    <a:pt x="450587" y="2530772"/>
                  </a:lnTo>
                  <a:lnTo>
                    <a:pt x="452488" y="2530772"/>
                  </a:lnTo>
                  <a:lnTo>
                    <a:pt x="454390" y="2530772"/>
                  </a:lnTo>
                  <a:lnTo>
                    <a:pt x="456291" y="2530772"/>
                  </a:lnTo>
                  <a:lnTo>
                    <a:pt x="458192" y="2530772"/>
                  </a:lnTo>
                  <a:lnTo>
                    <a:pt x="460093" y="2530772"/>
                  </a:lnTo>
                  <a:lnTo>
                    <a:pt x="461994" y="2530772"/>
                  </a:lnTo>
                  <a:lnTo>
                    <a:pt x="463896" y="2517051"/>
                  </a:lnTo>
                  <a:lnTo>
                    <a:pt x="465797" y="2525279"/>
                  </a:lnTo>
                  <a:lnTo>
                    <a:pt x="467698" y="2530772"/>
                  </a:lnTo>
                  <a:lnTo>
                    <a:pt x="469599" y="2530772"/>
                  </a:lnTo>
                  <a:lnTo>
                    <a:pt x="471501" y="2530772"/>
                  </a:lnTo>
                  <a:lnTo>
                    <a:pt x="473402" y="2530772"/>
                  </a:lnTo>
                  <a:lnTo>
                    <a:pt x="475303" y="2530772"/>
                  </a:lnTo>
                  <a:lnTo>
                    <a:pt x="477204" y="2530772"/>
                  </a:lnTo>
                  <a:lnTo>
                    <a:pt x="479105" y="2530772"/>
                  </a:lnTo>
                  <a:lnTo>
                    <a:pt x="481007" y="2530772"/>
                  </a:lnTo>
                  <a:lnTo>
                    <a:pt x="482908" y="2530772"/>
                  </a:lnTo>
                  <a:lnTo>
                    <a:pt x="484809" y="2530772"/>
                  </a:lnTo>
                  <a:lnTo>
                    <a:pt x="486710" y="2530772"/>
                  </a:lnTo>
                  <a:lnTo>
                    <a:pt x="488611" y="2530772"/>
                  </a:lnTo>
                  <a:lnTo>
                    <a:pt x="490513" y="2530772"/>
                  </a:lnTo>
                  <a:lnTo>
                    <a:pt x="492414" y="2530772"/>
                  </a:lnTo>
                  <a:lnTo>
                    <a:pt x="494315" y="2530772"/>
                  </a:lnTo>
                  <a:lnTo>
                    <a:pt x="496216" y="2530772"/>
                  </a:lnTo>
                  <a:lnTo>
                    <a:pt x="498118" y="2530772"/>
                  </a:lnTo>
                  <a:lnTo>
                    <a:pt x="500019" y="2530772"/>
                  </a:lnTo>
                  <a:lnTo>
                    <a:pt x="501920" y="2530772"/>
                  </a:lnTo>
                  <a:lnTo>
                    <a:pt x="503821" y="2530772"/>
                  </a:lnTo>
                  <a:lnTo>
                    <a:pt x="505722" y="2530772"/>
                  </a:lnTo>
                  <a:lnTo>
                    <a:pt x="507624" y="2530772"/>
                  </a:lnTo>
                  <a:lnTo>
                    <a:pt x="509525" y="2530772"/>
                  </a:lnTo>
                  <a:lnTo>
                    <a:pt x="511426" y="2530772"/>
                  </a:lnTo>
                  <a:lnTo>
                    <a:pt x="513327" y="2530772"/>
                  </a:lnTo>
                  <a:lnTo>
                    <a:pt x="515228" y="2530772"/>
                  </a:lnTo>
                  <a:lnTo>
                    <a:pt x="517130" y="2530772"/>
                  </a:lnTo>
                  <a:lnTo>
                    <a:pt x="519031" y="2530772"/>
                  </a:lnTo>
                  <a:lnTo>
                    <a:pt x="520932" y="2530772"/>
                  </a:lnTo>
                  <a:lnTo>
                    <a:pt x="522833" y="2530772"/>
                  </a:lnTo>
                  <a:lnTo>
                    <a:pt x="524735" y="2530772"/>
                  </a:lnTo>
                  <a:lnTo>
                    <a:pt x="526636" y="2530772"/>
                  </a:lnTo>
                  <a:lnTo>
                    <a:pt x="528537" y="2530772"/>
                  </a:lnTo>
                  <a:lnTo>
                    <a:pt x="530438" y="2530772"/>
                  </a:lnTo>
                  <a:lnTo>
                    <a:pt x="532339" y="2530772"/>
                  </a:lnTo>
                  <a:lnTo>
                    <a:pt x="534241" y="2530772"/>
                  </a:lnTo>
                  <a:lnTo>
                    <a:pt x="536142" y="2530772"/>
                  </a:lnTo>
                  <a:lnTo>
                    <a:pt x="538043" y="2530772"/>
                  </a:lnTo>
                  <a:lnTo>
                    <a:pt x="539944" y="2530772"/>
                  </a:lnTo>
                  <a:lnTo>
                    <a:pt x="541845" y="2530772"/>
                  </a:lnTo>
                  <a:lnTo>
                    <a:pt x="543747" y="2530772"/>
                  </a:lnTo>
                  <a:lnTo>
                    <a:pt x="545648" y="2530772"/>
                  </a:lnTo>
                  <a:lnTo>
                    <a:pt x="547549" y="2530772"/>
                  </a:lnTo>
                  <a:lnTo>
                    <a:pt x="549450" y="2530772"/>
                  </a:lnTo>
                  <a:lnTo>
                    <a:pt x="551352" y="2530772"/>
                  </a:lnTo>
                  <a:lnTo>
                    <a:pt x="553253" y="2530772"/>
                  </a:lnTo>
                  <a:lnTo>
                    <a:pt x="555154" y="2519440"/>
                  </a:lnTo>
                  <a:lnTo>
                    <a:pt x="557055" y="2507572"/>
                  </a:lnTo>
                  <a:lnTo>
                    <a:pt x="558956" y="2472385"/>
                  </a:lnTo>
                  <a:lnTo>
                    <a:pt x="560858" y="2482840"/>
                  </a:lnTo>
                  <a:lnTo>
                    <a:pt x="562759" y="2441353"/>
                  </a:lnTo>
                  <a:lnTo>
                    <a:pt x="564660" y="2443476"/>
                  </a:lnTo>
                  <a:lnTo>
                    <a:pt x="566561" y="2385673"/>
                  </a:lnTo>
                  <a:lnTo>
                    <a:pt x="568462" y="2402995"/>
                  </a:lnTo>
                  <a:lnTo>
                    <a:pt x="570364" y="2420740"/>
                  </a:lnTo>
                  <a:lnTo>
                    <a:pt x="572265" y="2420479"/>
                  </a:lnTo>
                  <a:lnTo>
                    <a:pt x="574166" y="2404951"/>
                  </a:lnTo>
                  <a:lnTo>
                    <a:pt x="576067" y="2395687"/>
                  </a:lnTo>
                  <a:lnTo>
                    <a:pt x="577969" y="2433608"/>
                  </a:lnTo>
                  <a:lnTo>
                    <a:pt x="579870" y="2440688"/>
                  </a:lnTo>
                  <a:lnTo>
                    <a:pt x="581771" y="2457410"/>
                  </a:lnTo>
                  <a:lnTo>
                    <a:pt x="583672" y="2477516"/>
                  </a:lnTo>
                  <a:lnTo>
                    <a:pt x="585573" y="2487504"/>
                  </a:lnTo>
                  <a:lnTo>
                    <a:pt x="587475" y="2524600"/>
                  </a:lnTo>
                  <a:lnTo>
                    <a:pt x="589376" y="2530772"/>
                  </a:lnTo>
                  <a:lnTo>
                    <a:pt x="591277" y="2508474"/>
                  </a:lnTo>
                  <a:lnTo>
                    <a:pt x="593178" y="2530772"/>
                  </a:lnTo>
                  <a:lnTo>
                    <a:pt x="595079" y="2530772"/>
                  </a:lnTo>
                  <a:lnTo>
                    <a:pt x="596981" y="2530772"/>
                  </a:lnTo>
                  <a:lnTo>
                    <a:pt x="598882" y="2530772"/>
                  </a:lnTo>
                  <a:lnTo>
                    <a:pt x="600783" y="2530772"/>
                  </a:lnTo>
                  <a:lnTo>
                    <a:pt x="602684" y="2530772"/>
                  </a:lnTo>
                  <a:lnTo>
                    <a:pt x="604585" y="2530772"/>
                  </a:lnTo>
                  <a:lnTo>
                    <a:pt x="606487" y="2530772"/>
                  </a:lnTo>
                  <a:lnTo>
                    <a:pt x="608388" y="2530772"/>
                  </a:lnTo>
                  <a:lnTo>
                    <a:pt x="610289" y="2530772"/>
                  </a:lnTo>
                  <a:lnTo>
                    <a:pt x="612190" y="2530772"/>
                  </a:lnTo>
                  <a:lnTo>
                    <a:pt x="614092" y="2530772"/>
                  </a:lnTo>
                  <a:lnTo>
                    <a:pt x="615993" y="2530772"/>
                  </a:lnTo>
                  <a:lnTo>
                    <a:pt x="617894" y="2530772"/>
                  </a:lnTo>
                  <a:lnTo>
                    <a:pt x="619795" y="2530772"/>
                  </a:lnTo>
                  <a:lnTo>
                    <a:pt x="621696" y="2530772"/>
                  </a:lnTo>
                  <a:lnTo>
                    <a:pt x="623598" y="2530772"/>
                  </a:lnTo>
                  <a:lnTo>
                    <a:pt x="625499" y="2530772"/>
                  </a:lnTo>
                  <a:lnTo>
                    <a:pt x="627400" y="2528821"/>
                  </a:lnTo>
                  <a:lnTo>
                    <a:pt x="629301" y="2522528"/>
                  </a:lnTo>
                  <a:lnTo>
                    <a:pt x="631202" y="2516073"/>
                  </a:lnTo>
                  <a:lnTo>
                    <a:pt x="633104" y="2526186"/>
                  </a:lnTo>
                  <a:lnTo>
                    <a:pt x="635005" y="2530772"/>
                  </a:lnTo>
                  <a:lnTo>
                    <a:pt x="636906" y="2499415"/>
                  </a:lnTo>
                  <a:lnTo>
                    <a:pt x="638807" y="2502041"/>
                  </a:lnTo>
                  <a:lnTo>
                    <a:pt x="640709" y="2522314"/>
                  </a:lnTo>
                  <a:lnTo>
                    <a:pt x="642610" y="2523279"/>
                  </a:lnTo>
                  <a:lnTo>
                    <a:pt x="644511" y="2514350"/>
                  </a:lnTo>
                  <a:lnTo>
                    <a:pt x="646412" y="2440332"/>
                  </a:lnTo>
                  <a:lnTo>
                    <a:pt x="648313" y="2425677"/>
                  </a:lnTo>
                  <a:lnTo>
                    <a:pt x="650215" y="2423266"/>
                  </a:lnTo>
                  <a:lnTo>
                    <a:pt x="652116" y="2470351"/>
                  </a:lnTo>
                  <a:lnTo>
                    <a:pt x="654017" y="2466993"/>
                  </a:lnTo>
                  <a:lnTo>
                    <a:pt x="655918" y="2483079"/>
                  </a:lnTo>
                  <a:lnTo>
                    <a:pt x="657819" y="2473731"/>
                  </a:lnTo>
                  <a:lnTo>
                    <a:pt x="659721" y="2501812"/>
                  </a:lnTo>
                  <a:lnTo>
                    <a:pt x="661622" y="2503743"/>
                  </a:lnTo>
                  <a:lnTo>
                    <a:pt x="663523" y="2506638"/>
                  </a:lnTo>
                  <a:lnTo>
                    <a:pt x="665424" y="2512489"/>
                  </a:lnTo>
                  <a:lnTo>
                    <a:pt x="667326" y="2478885"/>
                  </a:lnTo>
                  <a:lnTo>
                    <a:pt x="669227" y="2519104"/>
                  </a:lnTo>
                  <a:lnTo>
                    <a:pt x="671128" y="2511478"/>
                  </a:lnTo>
                  <a:lnTo>
                    <a:pt x="673029" y="2507550"/>
                  </a:lnTo>
                  <a:lnTo>
                    <a:pt x="674930" y="2530772"/>
                  </a:lnTo>
                  <a:lnTo>
                    <a:pt x="676832" y="2509068"/>
                  </a:lnTo>
                  <a:lnTo>
                    <a:pt x="678733" y="2524502"/>
                  </a:lnTo>
                  <a:lnTo>
                    <a:pt x="680634" y="2530772"/>
                  </a:lnTo>
                  <a:lnTo>
                    <a:pt x="682535" y="2530772"/>
                  </a:lnTo>
                  <a:lnTo>
                    <a:pt x="684436" y="2530772"/>
                  </a:lnTo>
                  <a:lnTo>
                    <a:pt x="686338" y="2530772"/>
                  </a:lnTo>
                  <a:lnTo>
                    <a:pt x="688239" y="2530772"/>
                  </a:lnTo>
                  <a:lnTo>
                    <a:pt x="690140" y="2530772"/>
                  </a:lnTo>
                  <a:lnTo>
                    <a:pt x="692041" y="2530772"/>
                  </a:lnTo>
                  <a:lnTo>
                    <a:pt x="693943" y="2530772"/>
                  </a:lnTo>
                  <a:lnTo>
                    <a:pt x="695844" y="2530772"/>
                  </a:lnTo>
                  <a:lnTo>
                    <a:pt x="697745" y="2530772"/>
                  </a:lnTo>
                  <a:lnTo>
                    <a:pt x="699646" y="2530772"/>
                  </a:lnTo>
                  <a:lnTo>
                    <a:pt x="701547" y="2530772"/>
                  </a:lnTo>
                  <a:lnTo>
                    <a:pt x="703449" y="2530772"/>
                  </a:lnTo>
                  <a:lnTo>
                    <a:pt x="705350" y="2530772"/>
                  </a:lnTo>
                  <a:lnTo>
                    <a:pt x="707251" y="2530772"/>
                  </a:lnTo>
                  <a:lnTo>
                    <a:pt x="709152" y="2530772"/>
                  </a:lnTo>
                  <a:lnTo>
                    <a:pt x="711053" y="2530772"/>
                  </a:lnTo>
                  <a:lnTo>
                    <a:pt x="712955" y="2530772"/>
                  </a:lnTo>
                  <a:lnTo>
                    <a:pt x="714856" y="2530772"/>
                  </a:lnTo>
                  <a:lnTo>
                    <a:pt x="716757" y="2523368"/>
                  </a:lnTo>
                  <a:lnTo>
                    <a:pt x="718658" y="2522434"/>
                  </a:lnTo>
                  <a:lnTo>
                    <a:pt x="720560" y="2530772"/>
                  </a:lnTo>
                  <a:lnTo>
                    <a:pt x="722461" y="2530772"/>
                  </a:lnTo>
                  <a:lnTo>
                    <a:pt x="724362" y="2530772"/>
                  </a:lnTo>
                  <a:lnTo>
                    <a:pt x="726263" y="2530772"/>
                  </a:lnTo>
                  <a:lnTo>
                    <a:pt x="728164" y="2530772"/>
                  </a:lnTo>
                  <a:lnTo>
                    <a:pt x="730066" y="2530772"/>
                  </a:lnTo>
                  <a:lnTo>
                    <a:pt x="731967" y="2530772"/>
                  </a:lnTo>
                  <a:lnTo>
                    <a:pt x="733868" y="2530772"/>
                  </a:lnTo>
                  <a:lnTo>
                    <a:pt x="735769" y="2530772"/>
                  </a:lnTo>
                  <a:lnTo>
                    <a:pt x="737670" y="2530772"/>
                  </a:lnTo>
                  <a:lnTo>
                    <a:pt x="739572" y="2530772"/>
                  </a:lnTo>
                  <a:lnTo>
                    <a:pt x="741473" y="2530772"/>
                  </a:lnTo>
                  <a:lnTo>
                    <a:pt x="743374" y="2530772"/>
                  </a:lnTo>
                  <a:lnTo>
                    <a:pt x="745275" y="2530772"/>
                  </a:lnTo>
                  <a:lnTo>
                    <a:pt x="747177" y="2530772"/>
                  </a:lnTo>
                  <a:lnTo>
                    <a:pt x="749078" y="2518151"/>
                  </a:lnTo>
                  <a:lnTo>
                    <a:pt x="750979" y="2530772"/>
                  </a:lnTo>
                  <a:lnTo>
                    <a:pt x="752880" y="2516761"/>
                  </a:lnTo>
                  <a:lnTo>
                    <a:pt x="754781" y="2511643"/>
                  </a:lnTo>
                  <a:lnTo>
                    <a:pt x="756683" y="2515584"/>
                  </a:lnTo>
                  <a:lnTo>
                    <a:pt x="758584" y="2469255"/>
                  </a:lnTo>
                  <a:lnTo>
                    <a:pt x="760485" y="2504597"/>
                  </a:lnTo>
                  <a:lnTo>
                    <a:pt x="762386" y="2486866"/>
                  </a:lnTo>
                  <a:lnTo>
                    <a:pt x="764287" y="2460843"/>
                  </a:lnTo>
                  <a:lnTo>
                    <a:pt x="766189" y="2454935"/>
                  </a:lnTo>
                  <a:lnTo>
                    <a:pt x="768090" y="2439333"/>
                  </a:lnTo>
                  <a:lnTo>
                    <a:pt x="769991" y="2444246"/>
                  </a:lnTo>
                  <a:lnTo>
                    <a:pt x="771892" y="2482834"/>
                  </a:lnTo>
                  <a:lnTo>
                    <a:pt x="773794" y="2467385"/>
                  </a:lnTo>
                  <a:lnTo>
                    <a:pt x="775695" y="2454981"/>
                  </a:lnTo>
                  <a:lnTo>
                    <a:pt x="777596" y="2423714"/>
                  </a:lnTo>
                  <a:lnTo>
                    <a:pt x="779497" y="2442574"/>
                  </a:lnTo>
                  <a:lnTo>
                    <a:pt x="781398" y="2419808"/>
                  </a:lnTo>
                  <a:lnTo>
                    <a:pt x="783300" y="2418812"/>
                  </a:lnTo>
                  <a:lnTo>
                    <a:pt x="785201" y="2392980"/>
                  </a:lnTo>
                  <a:lnTo>
                    <a:pt x="787102" y="2391252"/>
                  </a:lnTo>
                  <a:lnTo>
                    <a:pt x="789003" y="2338432"/>
                  </a:lnTo>
                  <a:lnTo>
                    <a:pt x="790904" y="2327288"/>
                  </a:lnTo>
                  <a:lnTo>
                    <a:pt x="792806" y="2330471"/>
                  </a:lnTo>
                  <a:lnTo>
                    <a:pt x="794707" y="2288605"/>
                  </a:lnTo>
                  <a:lnTo>
                    <a:pt x="796608" y="2336726"/>
                  </a:lnTo>
                  <a:lnTo>
                    <a:pt x="798509" y="2293189"/>
                  </a:lnTo>
                  <a:lnTo>
                    <a:pt x="800411" y="2316036"/>
                  </a:lnTo>
                  <a:lnTo>
                    <a:pt x="802312" y="2302651"/>
                  </a:lnTo>
                  <a:lnTo>
                    <a:pt x="804213" y="2261707"/>
                  </a:lnTo>
                  <a:lnTo>
                    <a:pt x="806114" y="2333025"/>
                  </a:lnTo>
                  <a:lnTo>
                    <a:pt x="808015" y="2300073"/>
                  </a:lnTo>
                  <a:lnTo>
                    <a:pt x="809917" y="2300089"/>
                  </a:lnTo>
                  <a:lnTo>
                    <a:pt x="811818" y="2311032"/>
                  </a:lnTo>
                  <a:lnTo>
                    <a:pt x="813719" y="2285237"/>
                  </a:lnTo>
                  <a:lnTo>
                    <a:pt x="815620" y="2352917"/>
                  </a:lnTo>
                  <a:lnTo>
                    <a:pt x="817521" y="2325568"/>
                  </a:lnTo>
                  <a:lnTo>
                    <a:pt x="819423" y="2341263"/>
                  </a:lnTo>
                  <a:lnTo>
                    <a:pt x="821324" y="2417554"/>
                  </a:lnTo>
                  <a:lnTo>
                    <a:pt x="823225" y="2419300"/>
                  </a:lnTo>
                  <a:lnTo>
                    <a:pt x="825126" y="2419355"/>
                  </a:lnTo>
                  <a:lnTo>
                    <a:pt x="827028" y="2405193"/>
                  </a:lnTo>
                  <a:lnTo>
                    <a:pt x="828929" y="2404634"/>
                  </a:lnTo>
                  <a:lnTo>
                    <a:pt x="830830" y="2464084"/>
                  </a:lnTo>
                  <a:lnTo>
                    <a:pt x="832731" y="2438529"/>
                  </a:lnTo>
                  <a:lnTo>
                    <a:pt x="834632" y="2441385"/>
                  </a:lnTo>
                  <a:lnTo>
                    <a:pt x="836534" y="2379295"/>
                  </a:lnTo>
                  <a:lnTo>
                    <a:pt x="838435" y="2388377"/>
                  </a:lnTo>
                  <a:lnTo>
                    <a:pt x="840336" y="2374389"/>
                  </a:lnTo>
                  <a:lnTo>
                    <a:pt x="842237" y="2375822"/>
                  </a:lnTo>
                  <a:lnTo>
                    <a:pt x="844138" y="2404951"/>
                  </a:lnTo>
                  <a:lnTo>
                    <a:pt x="846040" y="2370239"/>
                  </a:lnTo>
                  <a:lnTo>
                    <a:pt x="847941" y="2371976"/>
                  </a:lnTo>
                  <a:lnTo>
                    <a:pt x="849842" y="2361554"/>
                  </a:lnTo>
                  <a:lnTo>
                    <a:pt x="851743" y="2363801"/>
                  </a:lnTo>
                  <a:lnTo>
                    <a:pt x="853645" y="2382881"/>
                  </a:lnTo>
                  <a:lnTo>
                    <a:pt x="855546" y="2350582"/>
                  </a:lnTo>
                  <a:lnTo>
                    <a:pt x="857447" y="2386002"/>
                  </a:lnTo>
                  <a:lnTo>
                    <a:pt x="859348" y="2377784"/>
                  </a:lnTo>
                  <a:lnTo>
                    <a:pt x="861249" y="2363527"/>
                  </a:lnTo>
                  <a:lnTo>
                    <a:pt x="863151" y="2364787"/>
                  </a:lnTo>
                  <a:lnTo>
                    <a:pt x="865052" y="2344644"/>
                  </a:lnTo>
                  <a:lnTo>
                    <a:pt x="866953" y="2335758"/>
                  </a:lnTo>
                  <a:lnTo>
                    <a:pt x="868854" y="2310437"/>
                  </a:lnTo>
                  <a:lnTo>
                    <a:pt x="870755" y="2306323"/>
                  </a:lnTo>
                  <a:lnTo>
                    <a:pt x="872657" y="2276437"/>
                  </a:lnTo>
                  <a:lnTo>
                    <a:pt x="874558" y="2301278"/>
                  </a:lnTo>
                  <a:lnTo>
                    <a:pt x="876459" y="2346341"/>
                  </a:lnTo>
                  <a:lnTo>
                    <a:pt x="878360" y="2375212"/>
                  </a:lnTo>
                  <a:lnTo>
                    <a:pt x="880261" y="2416689"/>
                  </a:lnTo>
                  <a:lnTo>
                    <a:pt x="882163" y="2397495"/>
                  </a:lnTo>
                  <a:lnTo>
                    <a:pt x="884064" y="2436194"/>
                  </a:lnTo>
                  <a:lnTo>
                    <a:pt x="885965" y="2464246"/>
                  </a:lnTo>
                  <a:lnTo>
                    <a:pt x="887866" y="2471121"/>
                  </a:lnTo>
                  <a:lnTo>
                    <a:pt x="889768" y="2483265"/>
                  </a:lnTo>
                  <a:lnTo>
                    <a:pt x="891669" y="2468743"/>
                  </a:lnTo>
                  <a:lnTo>
                    <a:pt x="893570" y="2515788"/>
                  </a:lnTo>
                  <a:lnTo>
                    <a:pt x="895471" y="2530716"/>
                  </a:lnTo>
                  <a:lnTo>
                    <a:pt x="897372" y="2498045"/>
                  </a:lnTo>
                  <a:lnTo>
                    <a:pt x="899274" y="2501845"/>
                  </a:lnTo>
                  <a:lnTo>
                    <a:pt x="901175" y="2473121"/>
                  </a:lnTo>
                  <a:lnTo>
                    <a:pt x="903076" y="2459234"/>
                  </a:lnTo>
                  <a:lnTo>
                    <a:pt x="904977" y="2466612"/>
                  </a:lnTo>
                  <a:lnTo>
                    <a:pt x="906878" y="2451712"/>
                  </a:lnTo>
                  <a:lnTo>
                    <a:pt x="908780" y="2457886"/>
                  </a:lnTo>
                  <a:lnTo>
                    <a:pt x="910681" y="2454590"/>
                  </a:lnTo>
                  <a:lnTo>
                    <a:pt x="912582" y="2480617"/>
                  </a:lnTo>
                  <a:lnTo>
                    <a:pt x="914483" y="2475363"/>
                  </a:lnTo>
                  <a:lnTo>
                    <a:pt x="916385" y="2467269"/>
                  </a:lnTo>
                  <a:lnTo>
                    <a:pt x="918286" y="2459489"/>
                  </a:lnTo>
                  <a:lnTo>
                    <a:pt x="920187" y="2444062"/>
                  </a:lnTo>
                  <a:lnTo>
                    <a:pt x="922088" y="2442287"/>
                  </a:lnTo>
                  <a:lnTo>
                    <a:pt x="923989" y="2419047"/>
                  </a:lnTo>
                  <a:lnTo>
                    <a:pt x="925891" y="2478201"/>
                  </a:lnTo>
                  <a:lnTo>
                    <a:pt x="927792" y="2464122"/>
                  </a:lnTo>
                  <a:lnTo>
                    <a:pt x="929693" y="2446568"/>
                  </a:lnTo>
                  <a:lnTo>
                    <a:pt x="931594" y="2459188"/>
                  </a:lnTo>
                  <a:lnTo>
                    <a:pt x="933495" y="2459883"/>
                  </a:lnTo>
                  <a:lnTo>
                    <a:pt x="935397" y="2482634"/>
                  </a:lnTo>
                  <a:lnTo>
                    <a:pt x="937298" y="2492834"/>
                  </a:lnTo>
                  <a:lnTo>
                    <a:pt x="939199" y="2507737"/>
                  </a:lnTo>
                  <a:lnTo>
                    <a:pt x="941100" y="2489461"/>
                  </a:lnTo>
                  <a:lnTo>
                    <a:pt x="943002" y="2422354"/>
                  </a:lnTo>
                  <a:lnTo>
                    <a:pt x="944903" y="2426629"/>
                  </a:lnTo>
                  <a:lnTo>
                    <a:pt x="946804" y="2367117"/>
                  </a:lnTo>
                  <a:lnTo>
                    <a:pt x="948705" y="2326633"/>
                  </a:lnTo>
                  <a:lnTo>
                    <a:pt x="950606" y="2332010"/>
                  </a:lnTo>
                  <a:lnTo>
                    <a:pt x="952508" y="2367186"/>
                  </a:lnTo>
                  <a:lnTo>
                    <a:pt x="954409" y="2424646"/>
                  </a:lnTo>
                  <a:lnTo>
                    <a:pt x="956310" y="2434288"/>
                  </a:lnTo>
                  <a:lnTo>
                    <a:pt x="958211" y="2439733"/>
                  </a:lnTo>
                  <a:lnTo>
                    <a:pt x="960112" y="2437069"/>
                  </a:lnTo>
                  <a:lnTo>
                    <a:pt x="962014" y="2419264"/>
                  </a:lnTo>
                  <a:lnTo>
                    <a:pt x="963915" y="2413945"/>
                  </a:lnTo>
                  <a:lnTo>
                    <a:pt x="965816" y="2417549"/>
                  </a:lnTo>
                  <a:lnTo>
                    <a:pt x="967717" y="2438117"/>
                  </a:lnTo>
                  <a:lnTo>
                    <a:pt x="969619" y="2453480"/>
                  </a:lnTo>
                  <a:lnTo>
                    <a:pt x="971520" y="2483778"/>
                  </a:lnTo>
                  <a:lnTo>
                    <a:pt x="973421" y="2493853"/>
                  </a:lnTo>
                  <a:lnTo>
                    <a:pt x="975322" y="2503116"/>
                  </a:lnTo>
                  <a:lnTo>
                    <a:pt x="977223" y="2496916"/>
                  </a:lnTo>
                  <a:lnTo>
                    <a:pt x="979125" y="2503466"/>
                  </a:lnTo>
                  <a:lnTo>
                    <a:pt x="981026" y="2467058"/>
                  </a:lnTo>
                  <a:lnTo>
                    <a:pt x="982927" y="2446335"/>
                  </a:lnTo>
                  <a:lnTo>
                    <a:pt x="984828" y="2477771"/>
                  </a:lnTo>
                  <a:lnTo>
                    <a:pt x="986729" y="2439570"/>
                  </a:lnTo>
                  <a:lnTo>
                    <a:pt x="988631" y="2425968"/>
                  </a:lnTo>
                  <a:lnTo>
                    <a:pt x="990532" y="2444342"/>
                  </a:lnTo>
                  <a:lnTo>
                    <a:pt x="992433" y="2451056"/>
                  </a:lnTo>
                  <a:lnTo>
                    <a:pt x="994334" y="2465309"/>
                  </a:lnTo>
                  <a:lnTo>
                    <a:pt x="996236" y="2468438"/>
                  </a:lnTo>
                  <a:lnTo>
                    <a:pt x="998137" y="2461202"/>
                  </a:lnTo>
                  <a:lnTo>
                    <a:pt x="1000038" y="2449584"/>
                  </a:lnTo>
                  <a:lnTo>
                    <a:pt x="1001939" y="2453522"/>
                  </a:lnTo>
                  <a:lnTo>
                    <a:pt x="1003840" y="2433794"/>
                  </a:lnTo>
                  <a:lnTo>
                    <a:pt x="1005742" y="2422213"/>
                  </a:lnTo>
                  <a:lnTo>
                    <a:pt x="1007643" y="2422707"/>
                  </a:lnTo>
                  <a:lnTo>
                    <a:pt x="1009544" y="2408816"/>
                  </a:lnTo>
                  <a:lnTo>
                    <a:pt x="1011445" y="2408339"/>
                  </a:lnTo>
                  <a:lnTo>
                    <a:pt x="1013346" y="2411421"/>
                  </a:lnTo>
                  <a:lnTo>
                    <a:pt x="1015248" y="2447293"/>
                  </a:lnTo>
                  <a:lnTo>
                    <a:pt x="1017149" y="2445249"/>
                  </a:lnTo>
                  <a:lnTo>
                    <a:pt x="1019050" y="2429934"/>
                  </a:lnTo>
                  <a:lnTo>
                    <a:pt x="1020951" y="2406725"/>
                  </a:lnTo>
                  <a:lnTo>
                    <a:pt x="1022853" y="2371563"/>
                  </a:lnTo>
                  <a:lnTo>
                    <a:pt x="1024754" y="2352739"/>
                  </a:lnTo>
                  <a:lnTo>
                    <a:pt x="1026655" y="2349827"/>
                  </a:lnTo>
                  <a:lnTo>
                    <a:pt x="1028556" y="2347936"/>
                  </a:lnTo>
                  <a:lnTo>
                    <a:pt x="1030457" y="2321998"/>
                  </a:lnTo>
                  <a:lnTo>
                    <a:pt x="1032359" y="2340023"/>
                  </a:lnTo>
                  <a:lnTo>
                    <a:pt x="1034260" y="2339228"/>
                  </a:lnTo>
                  <a:lnTo>
                    <a:pt x="1036161" y="2325573"/>
                  </a:lnTo>
                  <a:lnTo>
                    <a:pt x="1038062" y="2351415"/>
                  </a:lnTo>
                  <a:lnTo>
                    <a:pt x="1039963" y="2336241"/>
                  </a:lnTo>
                  <a:lnTo>
                    <a:pt x="1041865" y="2352220"/>
                  </a:lnTo>
                  <a:lnTo>
                    <a:pt x="1043766" y="2359217"/>
                  </a:lnTo>
                  <a:lnTo>
                    <a:pt x="1045667" y="2375321"/>
                  </a:lnTo>
                  <a:lnTo>
                    <a:pt x="1047568" y="2390127"/>
                  </a:lnTo>
                  <a:lnTo>
                    <a:pt x="1049470" y="2398281"/>
                  </a:lnTo>
                  <a:lnTo>
                    <a:pt x="1051371" y="2408314"/>
                  </a:lnTo>
                  <a:lnTo>
                    <a:pt x="1053272" y="2428274"/>
                  </a:lnTo>
                  <a:lnTo>
                    <a:pt x="1055173" y="2439484"/>
                  </a:lnTo>
                  <a:lnTo>
                    <a:pt x="1057074" y="2426313"/>
                  </a:lnTo>
                  <a:lnTo>
                    <a:pt x="1058976" y="2469005"/>
                  </a:lnTo>
                  <a:lnTo>
                    <a:pt x="1060877" y="2463099"/>
                  </a:lnTo>
                  <a:lnTo>
                    <a:pt x="1062778" y="2466942"/>
                  </a:lnTo>
                  <a:lnTo>
                    <a:pt x="1064679" y="2485518"/>
                  </a:lnTo>
                  <a:lnTo>
                    <a:pt x="1066580" y="2451371"/>
                  </a:lnTo>
                  <a:lnTo>
                    <a:pt x="1068482" y="2451186"/>
                  </a:lnTo>
                  <a:lnTo>
                    <a:pt x="1070383" y="2444166"/>
                  </a:lnTo>
                  <a:lnTo>
                    <a:pt x="1072284" y="2456977"/>
                  </a:lnTo>
                  <a:lnTo>
                    <a:pt x="1074185" y="2483590"/>
                  </a:lnTo>
                  <a:lnTo>
                    <a:pt x="1076087" y="2490684"/>
                  </a:lnTo>
                  <a:lnTo>
                    <a:pt x="1077988" y="2484573"/>
                  </a:lnTo>
                  <a:lnTo>
                    <a:pt x="1079889" y="2485207"/>
                  </a:lnTo>
                  <a:lnTo>
                    <a:pt x="1081790" y="2457424"/>
                  </a:lnTo>
                  <a:lnTo>
                    <a:pt x="1083691" y="2471699"/>
                  </a:lnTo>
                  <a:lnTo>
                    <a:pt x="1085593" y="2443648"/>
                  </a:lnTo>
                  <a:lnTo>
                    <a:pt x="1087494" y="2391684"/>
                  </a:lnTo>
                  <a:lnTo>
                    <a:pt x="1089395" y="2383396"/>
                  </a:lnTo>
                  <a:lnTo>
                    <a:pt x="1091296" y="2386092"/>
                  </a:lnTo>
                  <a:lnTo>
                    <a:pt x="1093197" y="2376643"/>
                  </a:lnTo>
                  <a:lnTo>
                    <a:pt x="1095099" y="2334704"/>
                  </a:lnTo>
                  <a:lnTo>
                    <a:pt x="1097000" y="2319967"/>
                  </a:lnTo>
                  <a:lnTo>
                    <a:pt x="1098901" y="2317435"/>
                  </a:lnTo>
                  <a:lnTo>
                    <a:pt x="1100802" y="2357398"/>
                  </a:lnTo>
                  <a:lnTo>
                    <a:pt x="1102704" y="2374517"/>
                  </a:lnTo>
                  <a:lnTo>
                    <a:pt x="1104605" y="2352911"/>
                  </a:lnTo>
                  <a:lnTo>
                    <a:pt x="1106506" y="2329275"/>
                  </a:lnTo>
                  <a:lnTo>
                    <a:pt x="1108407" y="2335247"/>
                  </a:lnTo>
                  <a:lnTo>
                    <a:pt x="1110308" y="2365345"/>
                  </a:lnTo>
                  <a:lnTo>
                    <a:pt x="1112210" y="2366048"/>
                  </a:lnTo>
                  <a:lnTo>
                    <a:pt x="1114111" y="2345910"/>
                  </a:lnTo>
                  <a:lnTo>
                    <a:pt x="1116012" y="2334493"/>
                  </a:lnTo>
                  <a:lnTo>
                    <a:pt x="1117913" y="2355071"/>
                  </a:lnTo>
                  <a:lnTo>
                    <a:pt x="1119814" y="2380382"/>
                  </a:lnTo>
                  <a:lnTo>
                    <a:pt x="1121716" y="2353563"/>
                  </a:lnTo>
                  <a:lnTo>
                    <a:pt x="1123617" y="2362474"/>
                  </a:lnTo>
                  <a:lnTo>
                    <a:pt x="1125518" y="2353212"/>
                  </a:lnTo>
                  <a:lnTo>
                    <a:pt x="1127419" y="2356347"/>
                  </a:lnTo>
                  <a:lnTo>
                    <a:pt x="1129321" y="2360478"/>
                  </a:lnTo>
                  <a:lnTo>
                    <a:pt x="1131222" y="2368060"/>
                  </a:lnTo>
                  <a:lnTo>
                    <a:pt x="1133123" y="2362269"/>
                  </a:lnTo>
                  <a:lnTo>
                    <a:pt x="1135024" y="2318502"/>
                  </a:lnTo>
                  <a:lnTo>
                    <a:pt x="1136925" y="2290564"/>
                  </a:lnTo>
                  <a:lnTo>
                    <a:pt x="1138827" y="2312067"/>
                  </a:lnTo>
                  <a:lnTo>
                    <a:pt x="1140728" y="2319019"/>
                  </a:lnTo>
                  <a:lnTo>
                    <a:pt x="1142629" y="2307407"/>
                  </a:lnTo>
                  <a:lnTo>
                    <a:pt x="1144530" y="2312371"/>
                  </a:lnTo>
                  <a:lnTo>
                    <a:pt x="1146431" y="2347106"/>
                  </a:lnTo>
                  <a:lnTo>
                    <a:pt x="1148333" y="2350998"/>
                  </a:lnTo>
                  <a:lnTo>
                    <a:pt x="1150234" y="2353215"/>
                  </a:lnTo>
                  <a:lnTo>
                    <a:pt x="1152135" y="2359147"/>
                  </a:lnTo>
                  <a:lnTo>
                    <a:pt x="1154036" y="2345795"/>
                  </a:lnTo>
                  <a:lnTo>
                    <a:pt x="1155938" y="2350374"/>
                  </a:lnTo>
                  <a:lnTo>
                    <a:pt x="1157839" y="2354031"/>
                  </a:lnTo>
                  <a:lnTo>
                    <a:pt x="1159740" y="2356642"/>
                  </a:lnTo>
                  <a:lnTo>
                    <a:pt x="1161641" y="2357340"/>
                  </a:lnTo>
                  <a:lnTo>
                    <a:pt x="1163542" y="2345250"/>
                  </a:lnTo>
                  <a:lnTo>
                    <a:pt x="1165444" y="2343612"/>
                  </a:lnTo>
                  <a:lnTo>
                    <a:pt x="1167345" y="2360005"/>
                  </a:lnTo>
                  <a:lnTo>
                    <a:pt x="1169246" y="2366200"/>
                  </a:lnTo>
                  <a:lnTo>
                    <a:pt x="1171147" y="2345733"/>
                  </a:lnTo>
                  <a:lnTo>
                    <a:pt x="1173048" y="2343886"/>
                  </a:lnTo>
                  <a:lnTo>
                    <a:pt x="1174950" y="2345638"/>
                  </a:lnTo>
                  <a:lnTo>
                    <a:pt x="1176851" y="2335026"/>
                  </a:lnTo>
                  <a:lnTo>
                    <a:pt x="1178752" y="2321530"/>
                  </a:lnTo>
                  <a:lnTo>
                    <a:pt x="1180653" y="2309877"/>
                  </a:lnTo>
                  <a:lnTo>
                    <a:pt x="1182554" y="2380835"/>
                  </a:lnTo>
                  <a:lnTo>
                    <a:pt x="1184456" y="2383438"/>
                  </a:lnTo>
                  <a:lnTo>
                    <a:pt x="1186357" y="2402631"/>
                  </a:lnTo>
                  <a:lnTo>
                    <a:pt x="1188258" y="2399231"/>
                  </a:lnTo>
                  <a:lnTo>
                    <a:pt x="1190159" y="2367659"/>
                  </a:lnTo>
                  <a:lnTo>
                    <a:pt x="1192061" y="2316457"/>
                  </a:lnTo>
                  <a:lnTo>
                    <a:pt x="1193962" y="2299800"/>
                  </a:lnTo>
                  <a:lnTo>
                    <a:pt x="1195863" y="2284466"/>
                  </a:lnTo>
                  <a:lnTo>
                    <a:pt x="1197764" y="2271127"/>
                  </a:lnTo>
                  <a:lnTo>
                    <a:pt x="1199665" y="2263627"/>
                  </a:lnTo>
                  <a:lnTo>
                    <a:pt x="1201567" y="2270184"/>
                  </a:lnTo>
                  <a:lnTo>
                    <a:pt x="1203468" y="2246715"/>
                  </a:lnTo>
                  <a:lnTo>
                    <a:pt x="1205369" y="2279790"/>
                  </a:lnTo>
                  <a:lnTo>
                    <a:pt x="1207270" y="2320705"/>
                  </a:lnTo>
                  <a:lnTo>
                    <a:pt x="1209171" y="2299796"/>
                  </a:lnTo>
                  <a:lnTo>
                    <a:pt x="1211073" y="2273612"/>
                  </a:lnTo>
                  <a:lnTo>
                    <a:pt x="1212974" y="2264281"/>
                  </a:lnTo>
                  <a:lnTo>
                    <a:pt x="1214875" y="2284802"/>
                  </a:lnTo>
                  <a:lnTo>
                    <a:pt x="1216776" y="2247090"/>
                  </a:lnTo>
                  <a:lnTo>
                    <a:pt x="1218678" y="2222859"/>
                  </a:lnTo>
                  <a:lnTo>
                    <a:pt x="1220579" y="2259185"/>
                  </a:lnTo>
                  <a:lnTo>
                    <a:pt x="1222480" y="2256084"/>
                  </a:lnTo>
                  <a:lnTo>
                    <a:pt x="1224381" y="2293651"/>
                  </a:lnTo>
                  <a:lnTo>
                    <a:pt x="1226282" y="2303195"/>
                  </a:lnTo>
                  <a:lnTo>
                    <a:pt x="1228184" y="2297955"/>
                  </a:lnTo>
                  <a:lnTo>
                    <a:pt x="1230085" y="2248774"/>
                  </a:lnTo>
                  <a:lnTo>
                    <a:pt x="1231986" y="2288643"/>
                  </a:lnTo>
                  <a:lnTo>
                    <a:pt x="1233887" y="2365693"/>
                  </a:lnTo>
                  <a:lnTo>
                    <a:pt x="1235788" y="2394430"/>
                  </a:lnTo>
                  <a:lnTo>
                    <a:pt x="1237690" y="2382105"/>
                  </a:lnTo>
                  <a:lnTo>
                    <a:pt x="1239591" y="2430738"/>
                  </a:lnTo>
                  <a:lnTo>
                    <a:pt x="1241492" y="2416734"/>
                  </a:lnTo>
                  <a:lnTo>
                    <a:pt x="1243393" y="2426305"/>
                  </a:lnTo>
                  <a:lnTo>
                    <a:pt x="1245295" y="1794648"/>
                  </a:lnTo>
                  <a:lnTo>
                    <a:pt x="1247196" y="1823167"/>
                  </a:lnTo>
                  <a:lnTo>
                    <a:pt x="1249097" y="1805320"/>
                  </a:lnTo>
                  <a:lnTo>
                    <a:pt x="1250998" y="1763561"/>
                  </a:lnTo>
                  <a:lnTo>
                    <a:pt x="1252899" y="1741135"/>
                  </a:lnTo>
                  <a:lnTo>
                    <a:pt x="1254801" y="1709702"/>
                  </a:lnTo>
                  <a:lnTo>
                    <a:pt x="1256702" y="1625365"/>
                  </a:lnTo>
                  <a:lnTo>
                    <a:pt x="1258603" y="1691424"/>
                  </a:lnTo>
                  <a:lnTo>
                    <a:pt x="1260504" y="1626327"/>
                  </a:lnTo>
                  <a:lnTo>
                    <a:pt x="1262405" y="1670694"/>
                  </a:lnTo>
                  <a:lnTo>
                    <a:pt x="1264307" y="1682678"/>
                  </a:lnTo>
                  <a:lnTo>
                    <a:pt x="1266208" y="1739991"/>
                  </a:lnTo>
                  <a:lnTo>
                    <a:pt x="1268109" y="1796448"/>
                  </a:lnTo>
                  <a:lnTo>
                    <a:pt x="1270010" y="1813886"/>
                  </a:lnTo>
                  <a:lnTo>
                    <a:pt x="1271912" y="1816728"/>
                  </a:lnTo>
                  <a:lnTo>
                    <a:pt x="1273813" y="1867011"/>
                  </a:lnTo>
                  <a:lnTo>
                    <a:pt x="1275714" y="1811909"/>
                  </a:lnTo>
                  <a:lnTo>
                    <a:pt x="1277615" y="1826408"/>
                  </a:lnTo>
                  <a:lnTo>
                    <a:pt x="1279516" y="1843135"/>
                  </a:lnTo>
                  <a:lnTo>
                    <a:pt x="1281418" y="1975489"/>
                  </a:lnTo>
                  <a:lnTo>
                    <a:pt x="1283319" y="1993006"/>
                  </a:lnTo>
                  <a:lnTo>
                    <a:pt x="1285220" y="2042137"/>
                  </a:lnTo>
                  <a:lnTo>
                    <a:pt x="1287121" y="2077880"/>
                  </a:lnTo>
                  <a:lnTo>
                    <a:pt x="1289022" y="2059697"/>
                  </a:lnTo>
                  <a:lnTo>
                    <a:pt x="1290924" y="2055948"/>
                  </a:lnTo>
                  <a:lnTo>
                    <a:pt x="1292825" y="2053890"/>
                  </a:lnTo>
                  <a:lnTo>
                    <a:pt x="1294726" y="2068064"/>
                  </a:lnTo>
                  <a:lnTo>
                    <a:pt x="1296627" y="2019061"/>
                  </a:lnTo>
                  <a:lnTo>
                    <a:pt x="1298529" y="2063256"/>
                  </a:lnTo>
                  <a:lnTo>
                    <a:pt x="1300430" y="2123387"/>
                  </a:lnTo>
                  <a:lnTo>
                    <a:pt x="1302331" y="2109743"/>
                  </a:lnTo>
                  <a:lnTo>
                    <a:pt x="1304232" y="2122246"/>
                  </a:lnTo>
                  <a:lnTo>
                    <a:pt x="1306133" y="2175064"/>
                  </a:lnTo>
                  <a:lnTo>
                    <a:pt x="1308035" y="2204998"/>
                  </a:lnTo>
                  <a:lnTo>
                    <a:pt x="1309936" y="2213843"/>
                  </a:lnTo>
                  <a:lnTo>
                    <a:pt x="1311837" y="2255505"/>
                  </a:lnTo>
                  <a:lnTo>
                    <a:pt x="1313738" y="2257615"/>
                  </a:lnTo>
                  <a:lnTo>
                    <a:pt x="1315639" y="2266276"/>
                  </a:lnTo>
                  <a:lnTo>
                    <a:pt x="1317541" y="2234825"/>
                  </a:lnTo>
                  <a:lnTo>
                    <a:pt x="1319442" y="2229397"/>
                  </a:lnTo>
                  <a:lnTo>
                    <a:pt x="1321343" y="2208182"/>
                  </a:lnTo>
                  <a:lnTo>
                    <a:pt x="1323244" y="2166887"/>
                  </a:lnTo>
                  <a:lnTo>
                    <a:pt x="1325146" y="2163638"/>
                  </a:lnTo>
                  <a:lnTo>
                    <a:pt x="1327047" y="2128319"/>
                  </a:lnTo>
                  <a:lnTo>
                    <a:pt x="1328948" y="2085924"/>
                  </a:lnTo>
                  <a:lnTo>
                    <a:pt x="1330849" y="2031307"/>
                  </a:lnTo>
                  <a:lnTo>
                    <a:pt x="1332750" y="1991274"/>
                  </a:lnTo>
                  <a:lnTo>
                    <a:pt x="1334652" y="1966933"/>
                  </a:lnTo>
                  <a:lnTo>
                    <a:pt x="1336553" y="2036717"/>
                  </a:lnTo>
                  <a:lnTo>
                    <a:pt x="1338454" y="2056522"/>
                  </a:lnTo>
                  <a:lnTo>
                    <a:pt x="1340355" y="2104124"/>
                  </a:lnTo>
                  <a:lnTo>
                    <a:pt x="1342256" y="1997025"/>
                  </a:lnTo>
                  <a:lnTo>
                    <a:pt x="1344158" y="2002031"/>
                  </a:lnTo>
                  <a:lnTo>
                    <a:pt x="1346059" y="2022127"/>
                  </a:lnTo>
                  <a:lnTo>
                    <a:pt x="1347960" y="2089980"/>
                  </a:lnTo>
                  <a:lnTo>
                    <a:pt x="1349861" y="2090998"/>
                  </a:lnTo>
                  <a:lnTo>
                    <a:pt x="1351763" y="2128121"/>
                  </a:lnTo>
                  <a:lnTo>
                    <a:pt x="1353664" y="2133069"/>
                  </a:lnTo>
                  <a:lnTo>
                    <a:pt x="1355565" y="2109968"/>
                  </a:lnTo>
                  <a:lnTo>
                    <a:pt x="1357466" y="2082743"/>
                  </a:lnTo>
                  <a:lnTo>
                    <a:pt x="1359367" y="1980588"/>
                  </a:lnTo>
                  <a:lnTo>
                    <a:pt x="1361269" y="1954998"/>
                  </a:lnTo>
                  <a:lnTo>
                    <a:pt x="1363170" y="2010183"/>
                  </a:lnTo>
                  <a:lnTo>
                    <a:pt x="1365071" y="2027197"/>
                  </a:lnTo>
                  <a:lnTo>
                    <a:pt x="1366972" y="2140433"/>
                  </a:lnTo>
                  <a:lnTo>
                    <a:pt x="1368873" y="2097894"/>
                  </a:lnTo>
                  <a:lnTo>
                    <a:pt x="1370775" y="2074927"/>
                  </a:lnTo>
                  <a:lnTo>
                    <a:pt x="1372676" y="2166715"/>
                  </a:lnTo>
                  <a:lnTo>
                    <a:pt x="1374577" y="2127847"/>
                  </a:lnTo>
                  <a:lnTo>
                    <a:pt x="1376478" y="2028890"/>
                  </a:lnTo>
                  <a:lnTo>
                    <a:pt x="1378380" y="1990918"/>
                  </a:lnTo>
                  <a:lnTo>
                    <a:pt x="1380281" y="1987045"/>
                  </a:lnTo>
                  <a:lnTo>
                    <a:pt x="1382182" y="1960509"/>
                  </a:lnTo>
                  <a:lnTo>
                    <a:pt x="1384083" y="1996795"/>
                  </a:lnTo>
                  <a:lnTo>
                    <a:pt x="1385984" y="2065932"/>
                  </a:lnTo>
                  <a:lnTo>
                    <a:pt x="1387886" y="2072507"/>
                  </a:lnTo>
                  <a:lnTo>
                    <a:pt x="1389787" y="2092490"/>
                  </a:lnTo>
                  <a:lnTo>
                    <a:pt x="1391688" y="2150278"/>
                  </a:lnTo>
                  <a:lnTo>
                    <a:pt x="1393589" y="2022627"/>
                  </a:lnTo>
                  <a:lnTo>
                    <a:pt x="1395490" y="2005684"/>
                  </a:lnTo>
                  <a:lnTo>
                    <a:pt x="1397392" y="1980464"/>
                  </a:lnTo>
                  <a:lnTo>
                    <a:pt x="1399293" y="1935645"/>
                  </a:lnTo>
                  <a:lnTo>
                    <a:pt x="1401194" y="1986742"/>
                  </a:lnTo>
                  <a:lnTo>
                    <a:pt x="1403095" y="1989724"/>
                  </a:lnTo>
                  <a:lnTo>
                    <a:pt x="1404997" y="2024798"/>
                  </a:lnTo>
                  <a:lnTo>
                    <a:pt x="1406898" y="2077017"/>
                  </a:lnTo>
                  <a:lnTo>
                    <a:pt x="1408799" y="2025850"/>
                  </a:lnTo>
                  <a:lnTo>
                    <a:pt x="1410700" y="2031482"/>
                  </a:lnTo>
                  <a:lnTo>
                    <a:pt x="1412601" y="1973471"/>
                  </a:lnTo>
                  <a:lnTo>
                    <a:pt x="1414503" y="1802205"/>
                  </a:lnTo>
                  <a:lnTo>
                    <a:pt x="1416404" y="1765721"/>
                  </a:lnTo>
                  <a:lnTo>
                    <a:pt x="1418305" y="1543826"/>
                  </a:lnTo>
                  <a:lnTo>
                    <a:pt x="1420206" y="1382711"/>
                  </a:lnTo>
                  <a:lnTo>
                    <a:pt x="1422107" y="1428885"/>
                  </a:lnTo>
                  <a:lnTo>
                    <a:pt x="1424009" y="1284484"/>
                  </a:lnTo>
                  <a:lnTo>
                    <a:pt x="1425910" y="1175509"/>
                  </a:lnTo>
                  <a:lnTo>
                    <a:pt x="1427811" y="1059919"/>
                  </a:lnTo>
                  <a:lnTo>
                    <a:pt x="1429712" y="946211"/>
                  </a:lnTo>
                  <a:lnTo>
                    <a:pt x="1431614" y="953970"/>
                  </a:lnTo>
                  <a:lnTo>
                    <a:pt x="1433515" y="831210"/>
                  </a:lnTo>
                  <a:lnTo>
                    <a:pt x="1435416" y="939921"/>
                  </a:lnTo>
                  <a:lnTo>
                    <a:pt x="1437317" y="941278"/>
                  </a:lnTo>
                  <a:lnTo>
                    <a:pt x="1439218" y="928576"/>
                  </a:lnTo>
                  <a:lnTo>
                    <a:pt x="1441120" y="1062795"/>
                  </a:lnTo>
                  <a:lnTo>
                    <a:pt x="1443021" y="1123967"/>
                  </a:lnTo>
                  <a:lnTo>
                    <a:pt x="1444922" y="1178473"/>
                  </a:lnTo>
                  <a:lnTo>
                    <a:pt x="1446823" y="1183659"/>
                  </a:lnTo>
                  <a:lnTo>
                    <a:pt x="1448724" y="1228330"/>
                  </a:lnTo>
                  <a:lnTo>
                    <a:pt x="1450626" y="1218629"/>
                  </a:lnTo>
                  <a:lnTo>
                    <a:pt x="1452527" y="1208372"/>
                  </a:lnTo>
                  <a:lnTo>
                    <a:pt x="1454428" y="1198534"/>
                  </a:lnTo>
                  <a:lnTo>
                    <a:pt x="1456329" y="1190966"/>
                  </a:lnTo>
                  <a:lnTo>
                    <a:pt x="1458230" y="1183558"/>
                  </a:lnTo>
                  <a:lnTo>
                    <a:pt x="1460132" y="1161153"/>
                  </a:lnTo>
                  <a:lnTo>
                    <a:pt x="1462033" y="1193687"/>
                  </a:lnTo>
                  <a:lnTo>
                    <a:pt x="1463934" y="1118999"/>
                  </a:lnTo>
                  <a:lnTo>
                    <a:pt x="1465835" y="1191206"/>
                  </a:lnTo>
                  <a:lnTo>
                    <a:pt x="1467737" y="1196127"/>
                  </a:lnTo>
                  <a:lnTo>
                    <a:pt x="1469638" y="1208075"/>
                  </a:lnTo>
                  <a:lnTo>
                    <a:pt x="1471539" y="1286675"/>
                  </a:lnTo>
                  <a:lnTo>
                    <a:pt x="1473440" y="1279079"/>
                  </a:lnTo>
                  <a:lnTo>
                    <a:pt x="1475341" y="1363490"/>
                  </a:lnTo>
                  <a:lnTo>
                    <a:pt x="1477243" y="1441135"/>
                  </a:lnTo>
                  <a:lnTo>
                    <a:pt x="1479144" y="1539005"/>
                  </a:lnTo>
                  <a:lnTo>
                    <a:pt x="1481045" y="1673736"/>
                  </a:lnTo>
                  <a:lnTo>
                    <a:pt x="1482946" y="1793370"/>
                  </a:lnTo>
                  <a:lnTo>
                    <a:pt x="1484847" y="1804723"/>
                  </a:lnTo>
                  <a:lnTo>
                    <a:pt x="1486749" y="1850923"/>
                  </a:lnTo>
                  <a:lnTo>
                    <a:pt x="1488650" y="1892291"/>
                  </a:lnTo>
                  <a:lnTo>
                    <a:pt x="1490551" y="1922812"/>
                  </a:lnTo>
                  <a:lnTo>
                    <a:pt x="1492452" y="1969058"/>
                  </a:lnTo>
                  <a:lnTo>
                    <a:pt x="1494354" y="1837391"/>
                  </a:lnTo>
                  <a:lnTo>
                    <a:pt x="1496255" y="1841075"/>
                  </a:lnTo>
                  <a:lnTo>
                    <a:pt x="1498156" y="1791075"/>
                  </a:lnTo>
                  <a:lnTo>
                    <a:pt x="1500057" y="1741905"/>
                  </a:lnTo>
                  <a:lnTo>
                    <a:pt x="1501958" y="1700284"/>
                  </a:lnTo>
                  <a:lnTo>
                    <a:pt x="1503860" y="1666917"/>
                  </a:lnTo>
                  <a:lnTo>
                    <a:pt x="1505761" y="1701530"/>
                  </a:lnTo>
                  <a:lnTo>
                    <a:pt x="1507662" y="1818325"/>
                  </a:lnTo>
                  <a:lnTo>
                    <a:pt x="1509563" y="1908771"/>
                  </a:lnTo>
                  <a:lnTo>
                    <a:pt x="1511464" y="2001035"/>
                  </a:lnTo>
                  <a:lnTo>
                    <a:pt x="1513366" y="2018454"/>
                  </a:lnTo>
                  <a:lnTo>
                    <a:pt x="1515267" y="2039057"/>
                  </a:lnTo>
                  <a:lnTo>
                    <a:pt x="1517168" y="2016453"/>
                  </a:lnTo>
                  <a:lnTo>
                    <a:pt x="1519069" y="2025851"/>
                  </a:lnTo>
                  <a:lnTo>
                    <a:pt x="1520971" y="2099858"/>
                  </a:lnTo>
                  <a:lnTo>
                    <a:pt x="1522872" y="2100722"/>
                  </a:lnTo>
                  <a:lnTo>
                    <a:pt x="1524773" y="2112799"/>
                  </a:lnTo>
                  <a:lnTo>
                    <a:pt x="1526674" y="2105815"/>
                  </a:lnTo>
                  <a:lnTo>
                    <a:pt x="1528575" y="2094833"/>
                  </a:lnTo>
                  <a:lnTo>
                    <a:pt x="1530477" y="2083774"/>
                  </a:lnTo>
                  <a:lnTo>
                    <a:pt x="1532378" y="2104783"/>
                  </a:lnTo>
                  <a:lnTo>
                    <a:pt x="1534279" y="2083460"/>
                  </a:lnTo>
                  <a:lnTo>
                    <a:pt x="1536180" y="2137094"/>
                  </a:lnTo>
                  <a:lnTo>
                    <a:pt x="1538081" y="2171819"/>
                  </a:lnTo>
                  <a:lnTo>
                    <a:pt x="1539983" y="2180793"/>
                  </a:lnTo>
                  <a:lnTo>
                    <a:pt x="1541884" y="2064028"/>
                  </a:lnTo>
                  <a:lnTo>
                    <a:pt x="1543785" y="2034744"/>
                  </a:lnTo>
                  <a:lnTo>
                    <a:pt x="1545686" y="2014998"/>
                  </a:lnTo>
                  <a:lnTo>
                    <a:pt x="1547588" y="2052607"/>
                  </a:lnTo>
                  <a:lnTo>
                    <a:pt x="1549489" y="2081734"/>
                  </a:lnTo>
                  <a:lnTo>
                    <a:pt x="1551390" y="2207672"/>
                  </a:lnTo>
                  <a:lnTo>
                    <a:pt x="1553291" y="2192987"/>
                  </a:lnTo>
                  <a:lnTo>
                    <a:pt x="1555192" y="2158713"/>
                  </a:lnTo>
                  <a:lnTo>
                    <a:pt x="1557094" y="2019812"/>
                  </a:lnTo>
                  <a:lnTo>
                    <a:pt x="1558995" y="1899551"/>
                  </a:lnTo>
                  <a:lnTo>
                    <a:pt x="1560896" y="1854387"/>
                  </a:lnTo>
                  <a:lnTo>
                    <a:pt x="1562797" y="1793390"/>
                  </a:lnTo>
                  <a:lnTo>
                    <a:pt x="1564698" y="1764721"/>
                  </a:lnTo>
                  <a:lnTo>
                    <a:pt x="1566600" y="1854422"/>
                  </a:lnTo>
                  <a:lnTo>
                    <a:pt x="1568501" y="1905180"/>
                  </a:lnTo>
                  <a:lnTo>
                    <a:pt x="1570402" y="1979868"/>
                  </a:lnTo>
                  <a:lnTo>
                    <a:pt x="1572303" y="1988414"/>
                  </a:lnTo>
                  <a:lnTo>
                    <a:pt x="1574205" y="1997406"/>
                  </a:lnTo>
                  <a:lnTo>
                    <a:pt x="1576106" y="2012026"/>
                  </a:lnTo>
                  <a:lnTo>
                    <a:pt x="1578007" y="2100720"/>
                  </a:lnTo>
                  <a:lnTo>
                    <a:pt x="1579908" y="2192068"/>
                  </a:lnTo>
                  <a:lnTo>
                    <a:pt x="1581809" y="2095628"/>
                  </a:lnTo>
                  <a:lnTo>
                    <a:pt x="1583711" y="2032176"/>
                  </a:lnTo>
                  <a:lnTo>
                    <a:pt x="1585612" y="2020097"/>
                  </a:lnTo>
                  <a:lnTo>
                    <a:pt x="1587513" y="2015146"/>
                  </a:lnTo>
                  <a:lnTo>
                    <a:pt x="1589414" y="1981466"/>
                  </a:lnTo>
                  <a:lnTo>
                    <a:pt x="1591315" y="1964053"/>
                  </a:lnTo>
                  <a:lnTo>
                    <a:pt x="1593217" y="1945894"/>
                  </a:lnTo>
                  <a:lnTo>
                    <a:pt x="1595118" y="1998098"/>
                  </a:lnTo>
                  <a:lnTo>
                    <a:pt x="1597019" y="1999941"/>
                  </a:lnTo>
                  <a:lnTo>
                    <a:pt x="1598920" y="1979598"/>
                  </a:lnTo>
                  <a:lnTo>
                    <a:pt x="1600822" y="2024822"/>
                  </a:lnTo>
                  <a:lnTo>
                    <a:pt x="1602723" y="2043290"/>
                  </a:lnTo>
                  <a:lnTo>
                    <a:pt x="1604624" y="2076338"/>
                  </a:lnTo>
                  <a:lnTo>
                    <a:pt x="1606525" y="2085911"/>
                  </a:lnTo>
                  <a:lnTo>
                    <a:pt x="1608426" y="2086764"/>
                  </a:lnTo>
                  <a:lnTo>
                    <a:pt x="1610328" y="2040992"/>
                  </a:lnTo>
                  <a:lnTo>
                    <a:pt x="1612229" y="2077384"/>
                  </a:lnTo>
                  <a:lnTo>
                    <a:pt x="1614130" y="2066217"/>
                  </a:lnTo>
                  <a:lnTo>
                    <a:pt x="1616031" y="2066466"/>
                  </a:lnTo>
                  <a:lnTo>
                    <a:pt x="1617932" y="2079038"/>
                  </a:lnTo>
                  <a:lnTo>
                    <a:pt x="1619834" y="2079279"/>
                  </a:lnTo>
                  <a:lnTo>
                    <a:pt x="1621735" y="2086160"/>
                  </a:lnTo>
                  <a:lnTo>
                    <a:pt x="1623636" y="2051290"/>
                  </a:lnTo>
                  <a:lnTo>
                    <a:pt x="1625537" y="2070736"/>
                  </a:lnTo>
                  <a:lnTo>
                    <a:pt x="1627439" y="2172837"/>
                  </a:lnTo>
                  <a:lnTo>
                    <a:pt x="1629340" y="2167933"/>
                  </a:lnTo>
                  <a:lnTo>
                    <a:pt x="1631241" y="2191333"/>
                  </a:lnTo>
                  <a:lnTo>
                    <a:pt x="1633142" y="2220360"/>
                  </a:lnTo>
                  <a:lnTo>
                    <a:pt x="1635043" y="2261892"/>
                  </a:lnTo>
                  <a:lnTo>
                    <a:pt x="1636945" y="2323568"/>
                  </a:lnTo>
                  <a:lnTo>
                    <a:pt x="1638846" y="2223429"/>
                  </a:lnTo>
                  <a:lnTo>
                    <a:pt x="1640747" y="2169799"/>
                  </a:lnTo>
                  <a:lnTo>
                    <a:pt x="1642648" y="2125918"/>
                  </a:lnTo>
                  <a:lnTo>
                    <a:pt x="1644549" y="2099023"/>
                  </a:lnTo>
                  <a:lnTo>
                    <a:pt x="1646451" y="2151018"/>
                  </a:lnTo>
                  <a:lnTo>
                    <a:pt x="1648352" y="2164295"/>
                  </a:lnTo>
                  <a:lnTo>
                    <a:pt x="1650253" y="2227957"/>
                  </a:lnTo>
                  <a:lnTo>
                    <a:pt x="1652154" y="2264890"/>
                  </a:lnTo>
                  <a:lnTo>
                    <a:pt x="1654056" y="2296897"/>
                  </a:lnTo>
                  <a:lnTo>
                    <a:pt x="1655957" y="2293309"/>
                  </a:lnTo>
                  <a:lnTo>
                    <a:pt x="1657858" y="2331630"/>
                  </a:lnTo>
                  <a:lnTo>
                    <a:pt x="1659759" y="2312244"/>
                  </a:lnTo>
                  <a:lnTo>
                    <a:pt x="1661660" y="2209263"/>
                  </a:lnTo>
                  <a:lnTo>
                    <a:pt x="1663562" y="2140931"/>
                  </a:lnTo>
                  <a:lnTo>
                    <a:pt x="1665463" y="2043397"/>
                  </a:lnTo>
                  <a:lnTo>
                    <a:pt x="1667364" y="2113858"/>
                  </a:lnTo>
                  <a:lnTo>
                    <a:pt x="1669265" y="2121214"/>
                  </a:lnTo>
                  <a:lnTo>
                    <a:pt x="1671166" y="2105737"/>
                  </a:lnTo>
                  <a:lnTo>
                    <a:pt x="1673068" y="2203199"/>
                  </a:lnTo>
                  <a:lnTo>
                    <a:pt x="1674969" y="2200476"/>
                  </a:lnTo>
                  <a:lnTo>
                    <a:pt x="1676870" y="2258085"/>
                  </a:lnTo>
                  <a:lnTo>
                    <a:pt x="1678771" y="2280583"/>
                  </a:lnTo>
                  <a:lnTo>
                    <a:pt x="1680673" y="2255004"/>
                  </a:lnTo>
                  <a:lnTo>
                    <a:pt x="1682574" y="2231579"/>
                  </a:lnTo>
                  <a:lnTo>
                    <a:pt x="1684475" y="2194264"/>
                  </a:lnTo>
                  <a:lnTo>
                    <a:pt x="1686376" y="2213972"/>
                  </a:lnTo>
                  <a:lnTo>
                    <a:pt x="1688277" y="2266178"/>
                  </a:lnTo>
                  <a:lnTo>
                    <a:pt x="1690179" y="2327036"/>
                  </a:lnTo>
                  <a:lnTo>
                    <a:pt x="1692080" y="2325218"/>
                  </a:lnTo>
                  <a:lnTo>
                    <a:pt x="1693981" y="2283691"/>
                  </a:lnTo>
                  <a:lnTo>
                    <a:pt x="1695882" y="2241208"/>
                  </a:lnTo>
                  <a:lnTo>
                    <a:pt x="1697783" y="2222352"/>
                  </a:lnTo>
                  <a:lnTo>
                    <a:pt x="1699685" y="2216896"/>
                  </a:lnTo>
                  <a:lnTo>
                    <a:pt x="1701586" y="2218868"/>
                  </a:lnTo>
                  <a:lnTo>
                    <a:pt x="1703487" y="2203573"/>
                  </a:lnTo>
                  <a:lnTo>
                    <a:pt x="1705388" y="2234114"/>
                  </a:lnTo>
                  <a:lnTo>
                    <a:pt x="1707290" y="2223171"/>
                  </a:lnTo>
                  <a:lnTo>
                    <a:pt x="1709191" y="2202213"/>
                  </a:lnTo>
                  <a:lnTo>
                    <a:pt x="1711092" y="2193722"/>
                  </a:lnTo>
                  <a:lnTo>
                    <a:pt x="1712993" y="2262742"/>
                  </a:lnTo>
                  <a:lnTo>
                    <a:pt x="1714894" y="2263251"/>
                  </a:lnTo>
                  <a:lnTo>
                    <a:pt x="1716796" y="2207807"/>
                  </a:lnTo>
                  <a:lnTo>
                    <a:pt x="1718697" y="2132126"/>
                  </a:lnTo>
                  <a:lnTo>
                    <a:pt x="1720598" y="2131500"/>
                  </a:lnTo>
                  <a:lnTo>
                    <a:pt x="1722499" y="2034007"/>
                  </a:lnTo>
                  <a:lnTo>
                    <a:pt x="1724400" y="2018568"/>
                  </a:lnTo>
                  <a:lnTo>
                    <a:pt x="1726302" y="2022545"/>
                  </a:lnTo>
                  <a:lnTo>
                    <a:pt x="1728203" y="2021093"/>
                  </a:lnTo>
                  <a:lnTo>
                    <a:pt x="1730104" y="1996232"/>
                  </a:lnTo>
                  <a:lnTo>
                    <a:pt x="1732005" y="2035730"/>
                  </a:lnTo>
                  <a:lnTo>
                    <a:pt x="1733907" y="2063814"/>
                  </a:lnTo>
                  <a:lnTo>
                    <a:pt x="1735808" y="2159896"/>
                  </a:lnTo>
                  <a:lnTo>
                    <a:pt x="1737709" y="2136060"/>
                  </a:lnTo>
                  <a:lnTo>
                    <a:pt x="1739610" y="2098243"/>
                  </a:lnTo>
                  <a:lnTo>
                    <a:pt x="1741511" y="2097443"/>
                  </a:lnTo>
                  <a:lnTo>
                    <a:pt x="1743413" y="2108595"/>
                  </a:lnTo>
                  <a:lnTo>
                    <a:pt x="1745314" y="2164167"/>
                  </a:lnTo>
                  <a:lnTo>
                    <a:pt x="1747215" y="2154247"/>
                  </a:lnTo>
                  <a:lnTo>
                    <a:pt x="1749116" y="2099015"/>
                  </a:lnTo>
                  <a:lnTo>
                    <a:pt x="1751017" y="2109157"/>
                  </a:lnTo>
                  <a:lnTo>
                    <a:pt x="1752919" y="2127320"/>
                  </a:lnTo>
                  <a:lnTo>
                    <a:pt x="1754820" y="2089649"/>
                  </a:lnTo>
                  <a:lnTo>
                    <a:pt x="1756721" y="2156249"/>
                  </a:lnTo>
                  <a:lnTo>
                    <a:pt x="1758622" y="2228628"/>
                  </a:lnTo>
                  <a:lnTo>
                    <a:pt x="1760523" y="2229466"/>
                  </a:lnTo>
                  <a:lnTo>
                    <a:pt x="1762425" y="2213533"/>
                  </a:lnTo>
                  <a:lnTo>
                    <a:pt x="1764326" y="2221229"/>
                  </a:lnTo>
                  <a:lnTo>
                    <a:pt x="1766227" y="2212229"/>
                  </a:lnTo>
                  <a:lnTo>
                    <a:pt x="1768128" y="2227408"/>
                  </a:lnTo>
                  <a:lnTo>
                    <a:pt x="1770030" y="2209149"/>
                  </a:lnTo>
                  <a:lnTo>
                    <a:pt x="1771931" y="2193911"/>
                  </a:lnTo>
                  <a:lnTo>
                    <a:pt x="1773832" y="2233610"/>
                  </a:lnTo>
                  <a:lnTo>
                    <a:pt x="1775733" y="2203514"/>
                  </a:lnTo>
                  <a:lnTo>
                    <a:pt x="1777634" y="2156625"/>
                  </a:lnTo>
                  <a:lnTo>
                    <a:pt x="1779536" y="2123662"/>
                  </a:lnTo>
                  <a:lnTo>
                    <a:pt x="1781437" y="2003625"/>
                  </a:lnTo>
                  <a:lnTo>
                    <a:pt x="1783338" y="1993763"/>
                  </a:lnTo>
                  <a:lnTo>
                    <a:pt x="1785239" y="1975979"/>
                  </a:lnTo>
                  <a:lnTo>
                    <a:pt x="1787140" y="2040342"/>
                  </a:lnTo>
                  <a:lnTo>
                    <a:pt x="1789042" y="2049270"/>
                  </a:lnTo>
                  <a:lnTo>
                    <a:pt x="1790943" y="2065899"/>
                  </a:lnTo>
                  <a:lnTo>
                    <a:pt x="1792844" y="1943302"/>
                  </a:lnTo>
                  <a:lnTo>
                    <a:pt x="1794745" y="1827185"/>
                  </a:lnTo>
                  <a:lnTo>
                    <a:pt x="1796647" y="1916403"/>
                  </a:lnTo>
                  <a:lnTo>
                    <a:pt x="1798548" y="1942360"/>
                  </a:lnTo>
                  <a:lnTo>
                    <a:pt x="1800449" y="1937810"/>
                  </a:lnTo>
                  <a:lnTo>
                    <a:pt x="1802350" y="1938577"/>
                  </a:lnTo>
                  <a:lnTo>
                    <a:pt x="1804251" y="1788811"/>
                  </a:lnTo>
                  <a:lnTo>
                    <a:pt x="1806153" y="1773813"/>
                  </a:lnTo>
                  <a:lnTo>
                    <a:pt x="1808054" y="1667148"/>
                  </a:lnTo>
                  <a:lnTo>
                    <a:pt x="1809955" y="1657072"/>
                  </a:lnTo>
                  <a:lnTo>
                    <a:pt x="1811856" y="1656313"/>
                  </a:lnTo>
                  <a:lnTo>
                    <a:pt x="1813757" y="1627115"/>
                  </a:lnTo>
                  <a:lnTo>
                    <a:pt x="1815659" y="1619125"/>
                  </a:lnTo>
                  <a:lnTo>
                    <a:pt x="1817560" y="1603885"/>
                  </a:lnTo>
                  <a:lnTo>
                    <a:pt x="1819461" y="1629045"/>
                  </a:lnTo>
                  <a:lnTo>
                    <a:pt x="1821362" y="1700858"/>
                  </a:lnTo>
                  <a:lnTo>
                    <a:pt x="1823264" y="1594593"/>
                  </a:lnTo>
                  <a:lnTo>
                    <a:pt x="1825165" y="1533165"/>
                  </a:lnTo>
                  <a:lnTo>
                    <a:pt x="1827066" y="1441299"/>
                  </a:lnTo>
                  <a:lnTo>
                    <a:pt x="1828967" y="1428242"/>
                  </a:lnTo>
                  <a:lnTo>
                    <a:pt x="1830868" y="1383150"/>
                  </a:lnTo>
                  <a:lnTo>
                    <a:pt x="1832770" y="1350113"/>
                  </a:lnTo>
                  <a:lnTo>
                    <a:pt x="1834671" y="1355140"/>
                  </a:lnTo>
                  <a:lnTo>
                    <a:pt x="1836572" y="1348927"/>
                  </a:lnTo>
                  <a:lnTo>
                    <a:pt x="1838473" y="1240559"/>
                  </a:lnTo>
                  <a:lnTo>
                    <a:pt x="1840374" y="1189990"/>
                  </a:lnTo>
                  <a:lnTo>
                    <a:pt x="1842276" y="1134600"/>
                  </a:lnTo>
                  <a:lnTo>
                    <a:pt x="1844177" y="1141122"/>
                  </a:lnTo>
                  <a:lnTo>
                    <a:pt x="1846078" y="1017877"/>
                  </a:lnTo>
                  <a:lnTo>
                    <a:pt x="1847979" y="1076571"/>
                  </a:lnTo>
                  <a:lnTo>
                    <a:pt x="1849881" y="1063299"/>
                  </a:lnTo>
                  <a:lnTo>
                    <a:pt x="1851782" y="1064253"/>
                  </a:lnTo>
                  <a:lnTo>
                    <a:pt x="1853683" y="997020"/>
                  </a:lnTo>
                  <a:lnTo>
                    <a:pt x="1855584" y="945769"/>
                  </a:lnTo>
                  <a:lnTo>
                    <a:pt x="1857485" y="1045040"/>
                  </a:lnTo>
                  <a:lnTo>
                    <a:pt x="1859387" y="1018059"/>
                  </a:lnTo>
                  <a:lnTo>
                    <a:pt x="1861288" y="1016065"/>
                  </a:lnTo>
                  <a:lnTo>
                    <a:pt x="1863189" y="983124"/>
                  </a:lnTo>
                  <a:lnTo>
                    <a:pt x="1865090" y="969979"/>
                  </a:lnTo>
                  <a:lnTo>
                    <a:pt x="1866991" y="1201055"/>
                  </a:lnTo>
                  <a:lnTo>
                    <a:pt x="1868893" y="1182757"/>
                  </a:lnTo>
                  <a:lnTo>
                    <a:pt x="1870794" y="1185445"/>
                  </a:lnTo>
                  <a:lnTo>
                    <a:pt x="1872695" y="1166304"/>
                  </a:lnTo>
                  <a:lnTo>
                    <a:pt x="1874596" y="1183229"/>
                  </a:lnTo>
                  <a:lnTo>
                    <a:pt x="1876498" y="1167964"/>
                  </a:lnTo>
                  <a:lnTo>
                    <a:pt x="1878399" y="1179801"/>
                  </a:lnTo>
                  <a:lnTo>
                    <a:pt x="1880300" y="1197030"/>
                  </a:lnTo>
                  <a:lnTo>
                    <a:pt x="1882201" y="1177652"/>
                  </a:lnTo>
                  <a:lnTo>
                    <a:pt x="1884102" y="1163230"/>
                  </a:lnTo>
                  <a:lnTo>
                    <a:pt x="1886004" y="1246822"/>
                  </a:lnTo>
                  <a:lnTo>
                    <a:pt x="1887905" y="1246194"/>
                  </a:lnTo>
                  <a:lnTo>
                    <a:pt x="1889806" y="1223317"/>
                  </a:lnTo>
                  <a:lnTo>
                    <a:pt x="1891707" y="1376614"/>
                  </a:lnTo>
                  <a:lnTo>
                    <a:pt x="1893608" y="1356607"/>
                  </a:lnTo>
                  <a:lnTo>
                    <a:pt x="1895510" y="1424989"/>
                  </a:lnTo>
                  <a:lnTo>
                    <a:pt x="1897411" y="1320943"/>
                  </a:lnTo>
                  <a:lnTo>
                    <a:pt x="1899312" y="1382723"/>
                  </a:lnTo>
                  <a:lnTo>
                    <a:pt x="1901213" y="1447634"/>
                  </a:lnTo>
                  <a:lnTo>
                    <a:pt x="1903115" y="1443688"/>
                  </a:lnTo>
                  <a:lnTo>
                    <a:pt x="1905016" y="1357537"/>
                  </a:lnTo>
                  <a:lnTo>
                    <a:pt x="1906917" y="1283181"/>
                  </a:lnTo>
                  <a:lnTo>
                    <a:pt x="1908818" y="1269286"/>
                  </a:lnTo>
                  <a:lnTo>
                    <a:pt x="1910719" y="1314393"/>
                  </a:lnTo>
                  <a:lnTo>
                    <a:pt x="1912621" y="1253377"/>
                  </a:lnTo>
                  <a:lnTo>
                    <a:pt x="1914522" y="1151786"/>
                  </a:lnTo>
                  <a:lnTo>
                    <a:pt x="1916423" y="1214837"/>
                  </a:lnTo>
                  <a:lnTo>
                    <a:pt x="1918324" y="1172504"/>
                  </a:lnTo>
                  <a:lnTo>
                    <a:pt x="1920225" y="1184405"/>
                  </a:lnTo>
                  <a:lnTo>
                    <a:pt x="1922127" y="1170009"/>
                  </a:lnTo>
                  <a:lnTo>
                    <a:pt x="1924028" y="1185845"/>
                  </a:lnTo>
                  <a:lnTo>
                    <a:pt x="1925929" y="1129338"/>
                  </a:lnTo>
                  <a:lnTo>
                    <a:pt x="1927830" y="1050800"/>
                  </a:lnTo>
                  <a:lnTo>
                    <a:pt x="1929732" y="971639"/>
                  </a:lnTo>
                  <a:lnTo>
                    <a:pt x="1931633" y="974360"/>
                  </a:lnTo>
                  <a:lnTo>
                    <a:pt x="1933534" y="948947"/>
                  </a:lnTo>
                  <a:lnTo>
                    <a:pt x="1935435" y="944440"/>
                  </a:lnTo>
                  <a:lnTo>
                    <a:pt x="1937336" y="934427"/>
                  </a:lnTo>
                  <a:lnTo>
                    <a:pt x="1939238" y="923089"/>
                  </a:lnTo>
                  <a:lnTo>
                    <a:pt x="1941139" y="951757"/>
                  </a:lnTo>
                  <a:lnTo>
                    <a:pt x="1943040" y="867061"/>
                  </a:lnTo>
                  <a:lnTo>
                    <a:pt x="1944941" y="815986"/>
                  </a:lnTo>
                  <a:lnTo>
                    <a:pt x="1946842" y="749836"/>
                  </a:lnTo>
                  <a:lnTo>
                    <a:pt x="1948744" y="769897"/>
                  </a:lnTo>
                  <a:lnTo>
                    <a:pt x="1950645" y="808636"/>
                  </a:lnTo>
                  <a:lnTo>
                    <a:pt x="1952546" y="856719"/>
                  </a:lnTo>
                  <a:lnTo>
                    <a:pt x="1954447" y="887134"/>
                  </a:lnTo>
                  <a:lnTo>
                    <a:pt x="1956349" y="992023"/>
                  </a:lnTo>
                  <a:lnTo>
                    <a:pt x="1958250" y="965197"/>
                  </a:lnTo>
                  <a:lnTo>
                    <a:pt x="1960151" y="971566"/>
                  </a:lnTo>
                  <a:lnTo>
                    <a:pt x="1962052" y="1045041"/>
                  </a:lnTo>
                  <a:lnTo>
                    <a:pt x="1963953" y="1023310"/>
                  </a:lnTo>
                  <a:lnTo>
                    <a:pt x="1965855" y="987495"/>
                  </a:lnTo>
                  <a:lnTo>
                    <a:pt x="1967756" y="911728"/>
                  </a:lnTo>
                  <a:lnTo>
                    <a:pt x="1969657" y="858067"/>
                  </a:lnTo>
                  <a:lnTo>
                    <a:pt x="1971558" y="869392"/>
                  </a:lnTo>
                  <a:lnTo>
                    <a:pt x="1973459" y="802835"/>
                  </a:lnTo>
                  <a:lnTo>
                    <a:pt x="1975361" y="761727"/>
                  </a:lnTo>
                  <a:lnTo>
                    <a:pt x="1977262" y="761596"/>
                  </a:lnTo>
                  <a:lnTo>
                    <a:pt x="1979163" y="784951"/>
                  </a:lnTo>
                  <a:lnTo>
                    <a:pt x="1981064" y="879894"/>
                  </a:lnTo>
                  <a:lnTo>
                    <a:pt x="1982966" y="858724"/>
                  </a:lnTo>
                  <a:lnTo>
                    <a:pt x="1984867" y="889337"/>
                  </a:lnTo>
                  <a:lnTo>
                    <a:pt x="1986768" y="944510"/>
                  </a:lnTo>
                  <a:lnTo>
                    <a:pt x="1988669" y="998825"/>
                  </a:lnTo>
                  <a:lnTo>
                    <a:pt x="1990570" y="1039695"/>
                  </a:lnTo>
                  <a:lnTo>
                    <a:pt x="1992472" y="1119318"/>
                  </a:lnTo>
                  <a:lnTo>
                    <a:pt x="1994373" y="1197116"/>
                  </a:lnTo>
                  <a:lnTo>
                    <a:pt x="1996274" y="1248192"/>
                  </a:lnTo>
                  <a:lnTo>
                    <a:pt x="1998175" y="1511513"/>
                  </a:lnTo>
                  <a:lnTo>
                    <a:pt x="2000076" y="1581347"/>
                  </a:lnTo>
                  <a:lnTo>
                    <a:pt x="2001978" y="1615924"/>
                  </a:lnTo>
                  <a:lnTo>
                    <a:pt x="2003879" y="1750162"/>
                  </a:lnTo>
                  <a:lnTo>
                    <a:pt x="2005780" y="1724955"/>
                  </a:lnTo>
                  <a:lnTo>
                    <a:pt x="2007681" y="1612560"/>
                  </a:lnTo>
                  <a:lnTo>
                    <a:pt x="2009583" y="1488170"/>
                  </a:lnTo>
                  <a:lnTo>
                    <a:pt x="2011484" y="1565191"/>
                  </a:lnTo>
                  <a:lnTo>
                    <a:pt x="2013385" y="1570506"/>
                  </a:lnTo>
                  <a:lnTo>
                    <a:pt x="2015286" y="1606756"/>
                  </a:lnTo>
                  <a:lnTo>
                    <a:pt x="2017187" y="1573645"/>
                  </a:lnTo>
                  <a:lnTo>
                    <a:pt x="2019089" y="1518760"/>
                  </a:lnTo>
                  <a:lnTo>
                    <a:pt x="2020990" y="1612233"/>
                  </a:lnTo>
                  <a:lnTo>
                    <a:pt x="2022891" y="1576215"/>
                  </a:lnTo>
                  <a:lnTo>
                    <a:pt x="2024792" y="1652133"/>
                  </a:lnTo>
                  <a:lnTo>
                    <a:pt x="2026693" y="1671418"/>
                  </a:lnTo>
                  <a:lnTo>
                    <a:pt x="2028595" y="1616110"/>
                  </a:lnTo>
                  <a:lnTo>
                    <a:pt x="2030496" y="1578555"/>
                  </a:lnTo>
                  <a:lnTo>
                    <a:pt x="2032397" y="1417124"/>
                  </a:lnTo>
                  <a:lnTo>
                    <a:pt x="2034298" y="1442397"/>
                  </a:lnTo>
                  <a:lnTo>
                    <a:pt x="2036199" y="1465365"/>
                  </a:lnTo>
                  <a:lnTo>
                    <a:pt x="2038101" y="1401118"/>
                  </a:lnTo>
                  <a:lnTo>
                    <a:pt x="2040002" y="1493401"/>
                  </a:lnTo>
                  <a:lnTo>
                    <a:pt x="2041903" y="1474941"/>
                  </a:lnTo>
                  <a:lnTo>
                    <a:pt x="2043804" y="1502417"/>
                  </a:lnTo>
                  <a:lnTo>
                    <a:pt x="2045706" y="1504446"/>
                  </a:lnTo>
                  <a:lnTo>
                    <a:pt x="2047607" y="1527307"/>
                  </a:lnTo>
                  <a:lnTo>
                    <a:pt x="2049508" y="1674582"/>
                  </a:lnTo>
                  <a:lnTo>
                    <a:pt x="2051409" y="1801027"/>
                  </a:lnTo>
                  <a:lnTo>
                    <a:pt x="2053310" y="1926528"/>
                  </a:lnTo>
                  <a:lnTo>
                    <a:pt x="2055212" y="2015350"/>
                  </a:lnTo>
                  <a:lnTo>
                    <a:pt x="2057113" y="2020562"/>
                  </a:lnTo>
                  <a:lnTo>
                    <a:pt x="2059014" y="2125718"/>
                  </a:lnTo>
                  <a:lnTo>
                    <a:pt x="2060915" y="2156989"/>
                  </a:lnTo>
                  <a:lnTo>
                    <a:pt x="2062816" y="2181695"/>
                  </a:lnTo>
                  <a:lnTo>
                    <a:pt x="2064718" y="2150957"/>
                  </a:lnTo>
                  <a:lnTo>
                    <a:pt x="2066619" y="2120646"/>
                  </a:lnTo>
                  <a:lnTo>
                    <a:pt x="2068520" y="2035088"/>
                  </a:lnTo>
                  <a:lnTo>
                    <a:pt x="2070421" y="2019200"/>
                  </a:lnTo>
                  <a:lnTo>
                    <a:pt x="2072323" y="1939835"/>
                  </a:lnTo>
                  <a:lnTo>
                    <a:pt x="2074224" y="1954852"/>
                  </a:lnTo>
                  <a:lnTo>
                    <a:pt x="2076125" y="2061110"/>
                  </a:lnTo>
                  <a:lnTo>
                    <a:pt x="2078026" y="2054509"/>
                  </a:lnTo>
                  <a:lnTo>
                    <a:pt x="2079927" y="2199778"/>
                  </a:lnTo>
                  <a:lnTo>
                    <a:pt x="2081829" y="2227252"/>
                  </a:lnTo>
                  <a:lnTo>
                    <a:pt x="2083730" y="2171510"/>
                  </a:lnTo>
                  <a:lnTo>
                    <a:pt x="2085631" y="2137758"/>
                  </a:lnTo>
                  <a:lnTo>
                    <a:pt x="2087532" y="2205157"/>
                  </a:lnTo>
                  <a:lnTo>
                    <a:pt x="2089433" y="2233501"/>
                  </a:lnTo>
                  <a:lnTo>
                    <a:pt x="2091335" y="2244356"/>
                  </a:lnTo>
                  <a:lnTo>
                    <a:pt x="2093236" y="2265015"/>
                  </a:lnTo>
                  <a:lnTo>
                    <a:pt x="2095137" y="2277175"/>
                  </a:lnTo>
                  <a:lnTo>
                    <a:pt x="2097038" y="2263892"/>
                  </a:lnTo>
                  <a:lnTo>
                    <a:pt x="2098940" y="2245099"/>
                  </a:lnTo>
                  <a:lnTo>
                    <a:pt x="2100841" y="2193526"/>
                  </a:lnTo>
                  <a:lnTo>
                    <a:pt x="2102742" y="2072238"/>
                  </a:lnTo>
                  <a:lnTo>
                    <a:pt x="2104643" y="2169838"/>
                  </a:lnTo>
                  <a:lnTo>
                    <a:pt x="2106544" y="2126345"/>
                  </a:lnTo>
                  <a:lnTo>
                    <a:pt x="2108446" y="2089511"/>
                  </a:lnTo>
                  <a:lnTo>
                    <a:pt x="2110347" y="2057079"/>
                  </a:lnTo>
                  <a:lnTo>
                    <a:pt x="2112248" y="1996742"/>
                  </a:lnTo>
                  <a:lnTo>
                    <a:pt x="2114149" y="2036356"/>
                  </a:lnTo>
                  <a:lnTo>
                    <a:pt x="2116050" y="2082352"/>
                  </a:lnTo>
                  <a:lnTo>
                    <a:pt x="2117952" y="2221893"/>
                  </a:lnTo>
                  <a:lnTo>
                    <a:pt x="2119853" y="2260860"/>
                  </a:lnTo>
                  <a:lnTo>
                    <a:pt x="2121754" y="2289838"/>
                  </a:lnTo>
                  <a:lnTo>
                    <a:pt x="2123655" y="2272838"/>
                  </a:lnTo>
                  <a:lnTo>
                    <a:pt x="2125557" y="2263086"/>
                  </a:lnTo>
                  <a:lnTo>
                    <a:pt x="2127458" y="2253995"/>
                  </a:lnTo>
                  <a:lnTo>
                    <a:pt x="2129359" y="2206694"/>
                  </a:lnTo>
                  <a:lnTo>
                    <a:pt x="2131260" y="2203102"/>
                  </a:lnTo>
                  <a:lnTo>
                    <a:pt x="2133161" y="2189459"/>
                  </a:lnTo>
                  <a:lnTo>
                    <a:pt x="2135063" y="2302981"/>
                  </a:lnTo>
                  <a:lnTo>
                    <a:pt x="2136964" y="2332753"/>
                  </a:lnTo>
                  <a:lnTo>
                    <a:pt x="2138865" y="2348388"/>
                  </a:lnTo>
                  <a:lnTo>
                    <a:pt x="2140766" y="2350983"/>
                  </a:lnTo>
                  <a:lnTo>
                    <a:pt x="2142667" y="2371822"/>
                  </a:lnTo>
                  <a:lnTo>
                    <a:pt x="2144569" y="2361900"/>
                  </a:lnTo>
                  <a:lnTo>
                    <a:pt x="2146470" y="2360687"/>
                  </a:lnTo>
                  <a:lnTo>
                    <a:pt x="2148371" y="2362667"/>
                  </a:lnTo>
                  <a:lnTo>
                    <a:pt x="2150272" y="2320172"/>
                  </a:lnTo>
                  <a:lnTo>
                    <a:pt x="2152174" y="2329909"/>
                  </a:lnTo>
                  <a:lnTo>
                    <a:pt x="2154075" y="2339357"/>
                  </a:lnTo>
                  <a:lnTo>
                    <a:pt x="2155976" y="2339713"/>
                  </a:lnTo>
                  <a:lnTo>
                    <a:pt x="2157877" y="2308404"/>
                  </a:lnTo>
                  <a:lnTo>
                    <a:pt x="2159778" y="2297777"/>
                  </a:lnTo>
                  <a:lnTo>
                    <a:pt x="2161680" y="2306278"/>
                  </a:lnTo>
                  <a:lnTo>
                    <a:pt x="2163581" y="2330716"/>
                  </a:lnTo>
                  <a:lnTo>
                    <a:pt x="2165482" y="2336330"/>
                  </a:lnTo>
                  <a:lnTo>
                    <a:pt x="2167383" y="2349448"/>
                  </a:lnTo>
                  <a:lnTo>
                    <a:pt x="2169284" y="2336823"/>
                  </a:lnTo>
                  <a:lnTo>
                    <a:pt x="2171186" y="2314296"/>
                  </a:lnTo>
                  <a:lnTo>
                    <a:pt x="2173087" y="2326865"/>
                  </a:lnTo>
                  <a:lnTo>
                    <a:pt x="2174988" y="2324364"/>
                  </a:lnTo>
                  <a:lnTo>
                    <a:pt x="2176889" y="2298189"/>
                  </a:lnTo>
                  <a:lnTo>
                    <a:pt x="2178791" y="2307907"/>
                  </a:lnTo>
                  <a:lnTo>
                    <a:pt x="2180692" y="2283674"/>
                  </a:lnTo>
                  <a:lnTo>
                    <a:pt x="2182593" y="2292618"/>
                  </a:lnTo>
                  <a:lnTo>
                    <a:pt x="2184494" y="2242787"/>
                  </a:lnTo>
                  <a:lnTo>
                    <a:pt x="2186395" y="2197975"/>
                  </a:lnTo>
                  <a:lnTo>
                    <a:pt x="2188297" y="2197606"/>
                  </a:lnTo>
                  <a:lnTo>
                    <a:pt x="2190198" y="2256113"/>
                  </a:lnTo>
                  <a:lnTo>
                    <a:pt x="2192099" y="2212585"/>
                  </a:lnTo>
                  <a:lnTo>
                    <a:pt x="2194000" y="2180826"/>
                  </a:lnTo>
                  <a:lnTo>
                    <a:pt x="2195901" y="2143745"/>
                  </a:lnTo>
                  <a:lnTo>
                    <a:pt x="2197803" y="2203587"/>
                  </a:lnTo>
                  <a:lnTo>
                    <a:pt x="2199704" y="2291730"/>
                  </a:lnTo>
                  <a:lnTo>
                    <a:pt x="2201605" y="2301722"/>
                  </a:lnTo>
                  <a:lnTo>
                    <a:pt x="2203506" y="2284853"/>
                  </a:lnTo>
                  <a:lnTo>
                    <a:pt x="2205408" y="2319682"/>
                  </a:lnTo>
                  <a:lnTo>
                    <a:pt x="2207309" y="2297240"/>
                  </a:lnTo>
                  <a:lnTo>
                    <a:pt x="2209210" y="2324711"/>
                  </a:lnTo>
                  <a:lnTo>
                    <a:pt x="2211111" y="2322053"/>
                  </a:lnTo>
                  <a:lnTo>
                    <a:pt x="2213012" y="2335449"/>
                  </a:lnTo>
                  <a:lnTo>
                    <a:pt x="2214914" y="2363156"/>
                  </a:lnTo>
                  <a:lnTo>
                    <a:pt x="2216815" y="2349373"/>
                  </a:lnTo>
                  <a:lnTo>
                    <a:pt x="2218716" y="2327332"/>
                  </a:lnTo>
                  <a:lnTo>
                    <a:pt x="2220617" y="2347995"/>
                  </a:lnTo>
                  <a:lnTo>
                    <a:pt x="2222518" y="2346603"/>
                  </a:lnTo>
                  <a:lnTo>
                    <a:pt x="2224420" y="2351283"/>
                  </a:lnTo>
                  <a:lnTo>
                    <a:pt x="2226321" y="2318205"/>
                  </a:lnTo>
                  <a:lnTo>
                    <a:pt x="2228222" y="2331164"/>
                  </a:lnTo>
                  <a:lnTo>
                    <a:pt x="2230123" y="2351952"/>
                  </a:lnTo>
                  <a:lnTo>
                    <a:pt x="2232025" y="2375697"/>
                  </a:lnTo>
                  <a:lnTo>
                    <a:pt x="2233926" y="2368984"/>
                  </a:lnTo>
                  <a:lnTo>
                    <a:pt x="2235827" y="2340512"/>
                  </a:lnTo>
                  <a:lnTo>
                    <a:pt x="2237728" y="2345507"/>
                  </a:lnTo>
                  <a:lnTo>
                    <a:pt x="2239629" y="2340791"/>
                  </a:lnTo>
                  <a:lnTo>
                    <a:pt x="2241531" y="2352263"/>
                  </a:lnTo>
                  <a:lnTo>
                    <a:pt x="2243432" y="2296213"/>
                  </a:lnTo>
                  <a:lnTo>
                    <a:pt x="2245333" y="2272720"/>
                  </a:lnTo>
                  <a:lnTo>
                    <a:pt x="2247234" y="2270440"/>
                  </a:lnTo>
                  <a:lnTo>
                    <a:pt x="2249135" y="2338744"/>
                  </a:lnTo>
                  <a:lnTo>
                    <a:pt x="2251037" y="2323802"/>
                  </a:lnTo>
                  <a:lnTo>
                    <a:pt x="2252938" y="2312721"/>
                  </a:lnTo>
                  <a:lnTo>
                    <a:pt x="2254839" y="2337497"/>
                  </a:lnTo>
                  <a:lnTo>
                    <a:pt x="2256740" y="2353730"/>
                  </a:lnTo>
                  <a:lnTo>
                    <a:pt x="2258642" y="2375935"/>
                  </a:lnTo>
                  <a:lnTo>
                    <a:pt x="2260543" y="2296487"/>
                  </a:lnTo>
                  <a:lnTo>
                    <a:pt x="2262444" y="2310139"/>
                  </a:lnTo>
                  <a:lnTo>
                    <a:pt x="2264345" y="2308049"/>
                  </a:lnTo>
                  <a:lnTo>
                    <a:pt x="2266246" y="2275520"/>
                  </a:lnTo>
                  <a:lnTo>
                    <a:pt x="2268148" y="2276001"/>
                  </a:lnTo>
                  <a:lnTo>
                    <a:pt x="2270049" y="2240532"/>
                  </a:lnTo>
                  <a:lnTo>
                    <a:pt x="2271950" y="2250010"/>
                  </a:lnTo>
                  <a:lnTo>
                    <a:pt x="2273851" y="2270237"/>
                  </a:lnTo>
                  <a:lnTo>
                    <a:pt x="2275752" y="2211373"/>
                  </a:lnTo>
                  <a:lnTo>
                    <a:pt x="2277654" y="2245078"/>
                  </a:lnTo>
                  <a:lnTo>
                    <a:pt x="2279555" y="2207531"/>
                  </a:lnTo>
                  <a:lnTo>
                    <a:pt x="2281456" y="2164667"/>
                  </a:lnTo>
                  <a:lnTo>
                    <a:pt x="2283357" y="2188028"/>
                  </a:lnTo>
                  <a:lnTo>
                    <a:pt x="2285259" y="2157775"/>
                  </a:lnTo>
                  <a:lnTo>
                    <a:pt x="2287160" y="2274377"/>
                  </a:lnTo>
                  <a:lnTo>
                    <a:pt x="2289061" y="2320890"/>
                  </a:lnTo>
                  <a:lnTo>
                    <a:pt x="2290962" y="2290183"/>
                  </a:lnTo>
                  <a:lnTo>
                    <a:pt x="2292863" y="2328697"/>
                  </a:lnTo>
                  <a:lnTo>
                    <a:pt x="2294765" y="2354028"/>
                  </a:lnTo>
                  <a:lnTo>
                    <a:pt x="2296666" y="2370122"/>
                  </a:lnTo>
                  <a:lnTo>
                    <a:pt x="2298567" y="2370770"/>
                  </a:lnTo>
                  <a:lnTo>
                    <a:pt x="2300468" y="2330720"/>
                  </a:lnTo>
                  <a:lnTo>
                    <a:pt x="2302369" y="2333758"/>
                  </a:lnTo>
                  <a:lnTo>
                    <a:pt x="2304271" y="2290059"/>
                  </a:lnTo>
                  <a:lnTo>
                    <a:pt x="2306172" y="2319123"/>
                  </a:lnTo>
                  <a:lnTo>
                    <a:pt x="2308073" y="2313715"/>
                  </a:lnTo>
                  <a:lnTo>
                    <a:pt x="2309974" y="2282450"/>
                  </a:lnTo>
                  <a:lnTo>
                    <a:pt x="2311876" y="2349731"/>
                  </a:lnTo>
                  <a:lnTo>
                    <a:pt x="2313777" y="2366726"/>
                  </a:lnTo>
                  <a:lnTo>
                    <a:pt x="2315678" y="2352828"/>
                  </a:lnTo>
                  <a:lnTo>
                    <a:pt x="2317579" y="2345790"/>
                  </a:lnTo>
                  <a:lnTo>
                    <a:pt x="2319480" y="2343769"/>
                  </a:lnTo>
                  <a:lnTo>
                    <a:pt x="2321382" y="2417053"/>
                  </a:lnTo>
                  <a:lnTo>
                    <a:pt x="2323283" y="2376883"/>
                  </a:lnTo>
                  <a:lnTo>
                    <a:pt x="2325184" y="2307722"/>
                  </a:lnTo>
                  <a:lnTo>
                    <a:pt x="2327085" y="2295200"/>
                  </a:lnTo>
                  <a:lnTo>
                    <a:pt x="2328986" y="2301936"/>
                  </a:lnTo>
                  <a:lnTo>
                    <a:pt x="2330888" y="2387197"/>
                  </a:lnTo>
                  <a:lnTo>
                    <a:pt x="2332789" y="2359386"/>
                  </a:lnTo>
                  <a:lnTo>
                    <a:pt x="2334690" y="2316890"/>
                  </a:lnTo>
                  <a:lnTo>
                    <a:pt x="2336591" y="2395583"/>
                  </a:lnTo>
                  <a:lnTo>
                    <a:pt x="2338492" y="2428554"/>
                  </a:lnTo>
                  <a:lnTo>
                    <a:pt x="2340394" y="2461733"/>
                  </a:lnTo>
                  <a:lnTo>
                    <a:pt x="2342295" y="2395383"/>
                  </a:lnTo>
                  <a:lnTo>
                    <a:pt x="2344196" y="2360511"/>
                  </a:lnTo>
                  <a:lnTo>
                    <a:pt x="2346097" y="2390921"/>
                  </a:lnTo>
                  <a:lnTo>
                    <a:pt x="2347999" y="2419823"/>
                  </a:lnTo>
                  <a:lnTo>
                    <a:pt x="2349900" y="2401355"/>
                  </a:lnTo>
                  <a:lnTo>
                    <a:pt x="2351801" y="2390757"/>
                  </a:lnTo>
                  <a:lnTo>
                    <a:pt x="2353702" y="2374774"/>
                  </a:lnTo>
                  <a:lnTo>
                    <a:pt x="2355603" y="2396376"/>
                  </a:lnTo>
                  <a:lnTo>
                    <a:pt x="2357505" y="2391379"/>
                  </a:lnTo>
                  <a:lnTo>
                    <a:pt x="2359406" y="2330537"/>
                  </a:lnTo>
                  <a:lnTo>
                    <a:pt x="2361307" y="2296732"/>
                  </a:lnTo>
                  <a:lnTo>
                    <a:pt x="2363208" y="2321257"/>
                  </a:lnTo>
                  <a:lnTo>
                    <a:pt x="2365109" y="2357776"/>
                  </a:lnTo>
                  <a:lnTo>
                    <a:pt x="2367011" y="2335058"/>
                  </a:lnTo>
                  <a:lnTo>
                    <a:pt x="2368912" y="2284299"/>
                  </a:lnTo>
                  <a:lnTo>
                    <a:pt x="2370813" y="2275062"/>
                  </a:lnTo>
                  <a:lnTo>
                    <a:pt x="2372714" y="2285733"/>
                  </a:lnTo>
                  <a:lnTo>
                    <a:pt x="2374616" y="2338023"/>
                  </a:lnTo>
                  <a:lnTo>
                    <a:pt x="2376517" y="2329495"/>
                  </a:lnTo>
                  <a:lnTo>
                    <a:pt x="2378418" y="2311560"/>
                  </a:lnTo>
                  <a:lnTo>
                    <a:pt x="2380319" y="2242224"/>
                  </a:lnTo>
                  <a:lnTo>
                    <a:pt x="2382220" y="2193451"/>
                  </a:lnTo>
                  <a:lnTo>
                    <a:pt x="2384122" y="2133037"/>
                  </a:lnTo>
                  <a:lnTo>
                    <a:pt x="2386023" y="2120309"/>
                  </a:lnTo>
                  <a:lnTo>
                    <a:pt x="2387924" y="2193798"/>
                  </a:lnTo>
                  <a:lnTo>
                    <a:pt x="2389825" y="2223078"/>
                  </a:lnTo>
                  <a:lnTo>
                    <a:pt x="2391726" y="2255122"/>
                  </a:lnTo>
                  <a:lnTo>
                    <a:pt x="2393628" y="2276593"/>
                  </a:lnTo>
                  <a:lnTo>
                    <a:pt x="2395529" y="2315555"/>
                  </a:lnTo>
                  <a:lnTo>
                    <a:pt x="2397430" y="2343097"/>
                  </a:lnTo>
                  <a:lnTo>
                    <a:pt x="2399331" y="2323056"/>
                  </a:lnTo>
                  <a:lnTo>
                    <a:pt x="2401233" y="2330768"/>
                  </a:lnTo>
                  <a:lnTo>
                    <a:pt x="2403134" y="2360526"/>
                  </a:lnTo>
                  <a:lnTo>
                    <a:pt x="2405035" y="2328826"/>
                  </a:lnTo>
                  <a:lnTo>
                    <a:pt x="2406936" y="2378366"/>
                  </a:lnTo>
                  <a:lnTo>
                    <a:pt x="2408837" y="2391664"/>
                  </a:lnTo>
                  <a:lnTo>
                    <a:pt x="2410739" y="2412454"/>
                  </a:lnTo>
                  <a:lnTo>
                    <a:pt x="2412640" y="2428446"/>
                  </a:lnTo>
                  <a:lnTo>
                    <a:pt x="2414541" y="2380566"/>
                  </a:lnTo>
                  <a:lnTo>
                    <a:pt x="2416442" y="2421518"/>
                  </a:lnTo>
                  <a:lnTo>
                    <a:pt x="2418343" y="2342571"/>
                  </a:lnTo>
                  <a:lnTo>
                    <a:pt x="2420245" y="2320845"/>
                  </a:lnTo>
                  <a:lnTo>
                    <a:pt x="2422146" y="2265942"/>
                  </a:lnTo>
                  <a:lnTo>
                    <a:pt x="2424047" y="2287095"/>
                  </a:lnTo>
                  <a:lnTo>
                    <a:pt x="2425948" y="2337324"/>
                  </a:lnTo>
                  <a:lnTo>
                    <a:pt x="2427850" y="2263892"/>
                  </a:lnTo>
                  <a:lnTo>
                    <a:pt x="2429751" y="2220587"/>
                  </a:lnTo>
                  <a:lnTo>
                    <a:pt x="2431652" y="2202879"/>
                  </a:lnTo>
                  <a:lnTo>
                    <a:pt x="2433553" y="2224829"/>
                  </a:lnTo>
                  <a:lnTo>
                    <a:pt x="2435454" y="2256169"/>
                  </a:lnTo>
                  <a:lnTo>
                    <a:pt x="2437356" y="2183863"/>
                  </a:lnTo>
                  <a:lnTo>
                    <a:pt x="2439257" y="2175476"/>
                  </a:lnTo>
                  <a:lnTo>
                    <a:pt x="2441158" y="2194323"/>
                  </a:lnTo>
                  <a:lnTo>
                    <a:pt x="2443059" y="2178112"/>
                  </a:lnTo>
                  <a:lnTo>
                    <a:pt x="2444960" y="2139940"/>
                  </a:lnTo>
                  <a:lnTo>
                    <a:pt x="2446862" y="2108999"/>
                  </a:lnTo>
                  <a:lnTo>
                    <a:pt x="2448763" y="2104143"/>
                  </a:lnTo>
                  <a:lnTo>
                    <a:pt x="2450664" y="2139225"/>
                  </a:lnTo>
                  <a:lnTo>
                    <a:pt x="2452565" y="2159686"/>
                  </a:lnTo>
                  <a:lnTo>
                    <a:pt x="2454467" y="2226407"/>
                  </a:lnTo>
                  <a:lnTo>
                    <a:pt x="2456368" y="2266955"/>
                  </a:lnTo>
                  <a:lnTo>
                    <a:pt x="2458269" y="2285412"/>
                  </a:lnTo>
                  <a:lnTo>
                    <a:pt x="2460170" y="2321778"/>
                  </a:lnTo>
                  <a:lnTo>
                    <a:pt x="2462071" y="2340403"/>
                  </a:lnTo>
                  <a:lnTo>
                    <a:pt x="2463973" y="2299973"/>
                  </a:lnTo>
                  <a:lnTo>
                    <a:pt x="2465874" y="2217032"/>
                  </a:lnTo>
                  <a:lnTo>
                    <a:pt x="2467775" y="2210627"/>
                  </a:lnTo>
                  <a:lnTo>
                    <a:pt x="2469676" y="2224539"/>
                  </a:lnTo>
                  <a:lnTo>
                    <a:pt x="2471577" y="2263636"/>
                  </a:lnTo>
                  <a:lnTo>
                    <a:pt x="2473479" y="2211101"/>
                  </a:lnTo>
                  <a:lnTo>
                    <a:pt x="2475380" y="2246969"/>
                  </a:lnTo>
                  <a:lnTo>
                    <a:pt x="2477281" y="2235833"/>
                  </a:lnTo>
                  <a:lnTo>
                    <a:pt x="2479182" y="2227636"/>
                  </a:lnTo>
                  <a:lnTo>
                    <a:pt x="2481084" y="2229950"/>
                  </a:lnTo>
                  <a:lnTo>
                    <a:pt x="2482985" y="2221773"/>
                  </a:lnTo>
                  <a:lnTo>
                    <a:pt x="2484886" y="2274951"/>
                  </a:lnTo>
                  <a:lnTo>
                    <a:pt x="2486787" y="2192933"/>
                  </a:lnTo>
                  <a:lnTo>
                    <a:pt x="2488688" y="2195342"/>
                  </a:lnTo>
                  <a:lnTo>
                    <a:pt x="2490590" y="2192066"/>
                  </a:lnTo>
                  <a:lnTo>
                    <a:pt x="2492491" y="2226095"/>
                  </a:lnTo>
                  <a:lnTo>
                    <a:pt x="2494392" y="2187369"/>
                  </a:lnTo>
                  <a:lnTo>
                    <a:pt x="2496293" y="2218315"/>
                  </a:lnTo>
                  <a:lnTo>
                    <a:pt x="2498194" y="2306122"/>
                  </a:lnTo>
                  <a:lnTo>
                    <a:pt x="2500096" y="2346642"/>
                  </a:lnTo>
                  <a:lnTo>
                    <a:pt x="2501997" y="2310249"/>
                  </a:lnTo>
                  <a:lnTo>
                    <a:pt x="2503898" y="2296548"/>
                  </a:lnTo>
                  <a:lnTo>
                    <a:pt x="2505799" y="2348558"/>
                  </a:lnTo>
                  <a:lnTo>
                    <a:pt x="2507701" y="2337666"/>
                  </a:lnTo>
                  <a:lnTo>
                    <a:pt x="2509602" y="2329626"/>
                  </a:lnTo>
                  <a:lnTo>
                    <a:pt x="2511503" y="2230950"/>
                  </a:lnTo>
                  <a:lnTo>
                    <a:pt x="2513404" y="2258661"/>
                  </a:lnTo>
                  <a:lnTo>
                    <a:pt x="2515305" y="2300005"/>
                  </a:lnTo>
                  <a:lnTo>
                    <a:pt x="2517207" y="2249542"/>
                  </a:lnTo>
                  <a:lnTo>
                    <a:pt x="2519108" y="2236122"/>
                  </a:lnTo>
                  <a:lnTo>
                    <a:pt x="2521009" y="2192328"/>
                  </a:lnTo>
                  <a:lnTo>
                    <a:pt x="2522910" y="2207944"/>
                  </a:lnTo>
                  <a:lnTo>
                    <a:pt x="2524811" y="2300417"/>
                  </a:lnTo>
                  <a:lnTo>
                    <a:pt x="2526713" y="2304615"/>
                  </a:lnTo>
                  <a:lnTo>
                    <a:pt x="2528614" y="2330858"/>
                  </a:lnTo>
                  <a:lnTo>
                    <a:pt x="2530515" y="2343288"/>
                  </a:lnTo>
                  <a:lnTo>
                    <a:pt x="2532416" y="2360656"/>
                  </a:lnTo>
                  <a:lnTo>
                    <a:pt x="2534318" y="2380576"/>
                  </a:lnTo>
                  <a:lnTo>
                    <a:pt x="2536219" y="2369103"/>
                  </a:lnTo>
                  <a:lnTo>
                    <a:pt x="2538120" y="2370673"/>
                  </a:lnTo>
                  <a:lnTo>
                    <a:pt x="2540021" y="2355540"/>
                  </a:lnTo>
                  <a:lnTo>
                    <a:pt x="2541922" y="2329710"/>
                  </a:lnTo>
                  <a:lnTo>
                    <a:pt x="2543824" y="2312847"/>
                  </a:lnTo>
                  <a:lnTo>
                    <a:pt x="2545725" y="2254135"/>
                  </a:lnTo>
                  <a:lnTo>
                    <a:pt x="2547626" y="2200619"/>
                  </a:lnTo>
                  <a:lnTo>
                    <a:pt x="2549527" y="2203614"/>
                  </a:lnTo>
                  <a:lnTo>
                    <a:pt x="2551428" y="2171127"/>
                  </a:lnTo>
                  <a:lnTo>
                    <a:pt x="2553330" y="2110547"/>
                  </a:lnTo>
                  <a:lnTo>
                    <a:pt x="2555231" y="2101799"/>
                  </a:lnTo>
                  <a:lnTo>
                    <a:pt x="2557132" y="2108618"/>
                  </a:lnTo>
                  <a:lnTo>
                    <a:pt x="2559033" y="2140129"/>
                  </a:lnTo>
                  <a:lnTo>
                    <a:pt x="2560935" y="2145848"/>
                  </a:lnTo>
                  <a:lnTo>
                    <a:pt x="2562836" y="2204907"/>
                  </a:lnTo>
                  <a:lnTo>
                    <a:pt x="2564737" y="2193987"/>
                  </a:lnTo>
                  <a:lnTo>
                    <a:pt x="2566638" y="2177448"/>
                  </a:lnTo>
                  <a:lnTo>
                    <a:pt x="2568539" y="2153499"/>
                  </a:lnTo>
                  <a:lnTo>
                    <a:pt x="2570441" y="2089479"/>
                  </a:lnTo>
                  <a:lnTo>
                    <a:pt x="2572342" y="2101376"/>
                  </a:lnTo>
                  <a:lnTo>
                    <a:pt x="2574243" y="2056193"/>
                  </a:lnTo>
                  <a:lnTo>
                    <a:pt x="2576144" y="2116070"/>
                  </a:lnTo>
                  <a:lnTo>
                    <a:pt x="2578045" y="2207293"/>
                  </a:lnTo>
                  <a:lnTo>
                    <a:pt x="2579947" y="2239022"/>
                  </a:lnTo>
                  <a:lnTo>
                    <a:pt x="2581848" y="2253280"/>
                  </a:lnTo>
                  <a:lnTo>
                    <a:pt x="2583749" y="2272880"/>
                  </a:lnTo>
                  <a:lnTo>
                    <a:pt x="2585650" y="2296827"/>
                  </a:lnTo>
                  <a:lnTo>
                    <a:pt x="2587552" y="2333632"/>
                  </a:lnTo>
                  <a:lnTo>
                    <a:pt x="2589453" y="2317198"/>
                  </a:lnTo>
                  <a:lnTo>
                    <a:pt x="2591354" y="2284733"/>
                  </a:lnTo>
                  <a:lnTo>
                    <a:pt x="2593255" y="2310556"/>
                  </a:lnTo>
                  <a:lnTo>
                    <a:pt x="2595156" y="2350393"/>
                  </a:lnTo>
                  <a:lnTo>
                    <a:pt x="2597058" y="2340044"/>
                  </a:lnTo>
                  <a:lnTo>
                    <a:pt x="2598959" y="2305805"/>
                  </a:lnTo>
                  <a:lnTo>
                    <a:pt x="2600860" y="2338784"/>
                  </a:lnTo>
                  <a:lnTo>
                    <a:pt x="2602761" y="2384833"/>
                  </a:lnTo>
                  <a:lnTo>
                    <a:pt x="2604662" y="2362164"/>
                  </a:lnTo>
                  <a:lnTo>
                    <a:pt x="2606564" y="2404388"/>
                  </a:lnTo>
                  <a:lnTo>
                    <a:pt x="2608465" y="2387969"/>
                  </a:lnTo>
                  <a:lnTo>
                    <a:pt x="2610366" y="2387428"/>
                  </a:lnTo>
                  <a:lnTo>
                    <a:pt x="2612267" y="2427132"/>
                  </a:lnTo>
                  <a:lnTo>
                    <a:pt x="2614169" y="2424492"/>
                  </a:lnTo>
                  <a:lnTo>
                    <a:pt x="2616070" y="2429783"/>
                  </a:lnTo>
                  <a:lnTo>
                    <a:pt x="2617971" y="2449004"/>
                  </a:lnTo>
                  <a:lnTo>
                    <a:pt x="2619872" y="2444691"/>
                  </a:lnTo>
                  <a:lnTo>
                    <a:pt x="2621773" y="2411797"/>
                  </a:lnTo>
                  <a:lnTo>
                    <a:pt x="2623675" y="2390740"/>
                  </a:lnTo>
                  <a:lnTo>
                    <a:pt x="2625576" y="2377120"/>
                  </a:lnTo>
                  <a:lnTo>
                    <a:pt x="2627477" y="2388119"/>
                  </a:lnTo>
                  <a:lnTo>
                    <a:pt x="2629378" y="2392173"/>
                  </a:lnTo>
                  <a:lnTo>
                    <a:pt x="2631279" y="2377307"/>
                  </a:lnTo>
                  <a:lnTo>
                    <a:pt x="2633181" y="2380160"/>
                  </a:lnTo>
                  <a:lnTo>
                    <a:pt x="2635082" y="2366437"/>
                  </a:lnTo>
                  <a:lnTo>
                    <a:pt x="2636983" y="2346436"/>
                  </a:lnTo>
                  <a:lnTo>
                    <a:pt x="2638884" y="2314706"/>
                  </a:lnTo>
                  <a:lnTo>
                    <a:pt x="2640785" y="2250692"/>
                  </a:lnTo>
                  <a:lnTo>
                    <a:pt x="2642687" y="2175376"/>
                  </a:lnTo>
                  <a:lnTo>
                    <a:pt x="2644588" y="2195473"/>
                  </a:lnTo>
                  <a:lnTo>
                    <a:pt x="2646489" y="2221053"/>
                  </a:lnTo>
                  <a:lnTo>
                    <a:pt x="2648390" y="2206412"/>
                  </a:lnTo>
                  <a:lnTo>
                    <a:pt x="2650292" y="2209184"/>
                  </a:lnTo>
                  <a:lnTo>
                    <a:pt x="2652193" y="2258731"/>
                  </a:lnTo>
                  <a:lnTo>
                    <a:pt x="2654094" y="2297596"/>
                  </a:lnTo>
                  <a:lnTo>
                    <a:pt x="2655995" y="2290663"/>
                  </a:lnTo>
                  <a:lnTo>
                    <a:pt x="2657896" y="2257834"/>
                  </a:lnTo>
                  <a:lnTo>
                    <a:pt x="2659798" y="2283788"/>
                  </a:lnTo>
                  <a:lnTo>
                    <a:pt x="2661699" y="2340540"/>
                  </a:lnTo>
                  <a:lnTo>
                    <a:pt x="2663600" y="2412835"/>
                  </a:lnTo>
                  <a:lnTo>
                    <a:pt x="2665501" y="2427394"/>
                  </a:lnTo>
                  <a:lnTo>
                    <a:pt x="2667402" y="2426206"/>
                  </a:lnTo>
                  <a:lnTo>
                    <a:pt x="2669304" y="2453481"/>
                  </a:lnTo>
                  <a:lnTo>
                    <a:pt x="2671205" y="2423174"/>
                  </a:lnTo>
                  <a:lnTo>
                    <a:pt x="2673106" y="2439337"/>
                  </a:lnTo>
                  <a:lnTo>
                    <a:pt x="2675007" y="2420821"/>
                  </a:lnTo>
                  <a:lnTo>
                    <a:pt x="2676909" y="2422591"/>
                  </a:lnTo>
                  <a:lnTo>
                    <a:pt x="2678810" y="2434534"/>
                  </a:lnTo>
                  <a:lnTo>
                    <a:pt x="2680711" y="2459160"/>
                  </a:lnTo>
                  <a:lnTo>
                    <a:pt x="2682612" y="2432162"/>
                  </a:lnTo>
                  <a:lnTo>
                    <a:pt x="2684513" y="2409776"/>
                  </a:lnTo>
                  <a:lnTo>
                    <a:pt x="2686415" y="2434563"/>
                  </a:lnTo>
                  <a:lnTo>
                    <a:pt x="2688316" y="2435150"/>
                  </a:lnTo>
                  <a:lnTo>
                    <a:pt x="2690217" y="2448728"/>
                  </a:lnTo>
                  <a:lnTo>
                    <a:pt x="2692118" y="2408949"/>
                  </a:lnTo>
                  <a:lnTo>
                    <a:pt x="2694019" y="2371397"/>
                  </a:lnTo>
                  <a:lnTo>
                    <a:pt x="2695921" y="2388784"/>
                  </a:lnTo>
                  <a:lnTo>
                    <a:pt x="2697822" y="2367348"/>
                  </a:lnTo>
                  <a:lnTo>
                    <a:pt x="2699723" y="2388887"/>
                  </a:lnTo>
                  <a:lnTo>
                    <a:pt x="2701624" y="2357400"/>
                  </a:lnTo>
                  <a:lnTo>
                    <a:pt x="2703526" y="2360853"/>
                  </a:lnTo>
                  <a:lnTo>
                    <a:pt x="2705427" y="2391021"/>
                  </a:lnTo>
                  <a:lnTo>
                    <a:pt x="2707328" y="2377502"/>
                  </a:lnTo>
                  <a:lnTo>
                    <a:pt x="2709229" y="2392878"/>
                  </a:lnTo>
                  <a:lnTo>
                    <a:pt x="2711130" y="2402423"/>
                  </a:lnTo>
                  <a:lnTo>
                    <a:pt x="2713032" y="2423512"/>
                  </a:lnTo>
                  <a:lnTo>
                    <a:pt x="2714933" y="2447233"/>
                  </a:lnTo>
                  <a:lnTo>
                    <a:pt x="2716834" y="2459857"/>
                  </a:lnTo>
                  <a:lnTo>
                    <a:pt x="2718735" y="2460064"/>
                  </a:lnTo>
                  <a:lnTo>
                    <a:pt x="2720636" y="2458391"/>
                  </a:lnTo>
                  <a:lnTo>
                    <a:pt x="2722538" y="2460349"/>
                  </a:lnTo>
                  <a:lnTo>
                    <a:pt x="2724439" y="2469420"/>
                  </a:lnTo>
                  <a:lnTo>
                    <a:pt x="2726340" y="2467394"/>
                  </a:lnTo>
                  <a:lnTo>
                    <a:pt x="2728241" y="2464244"/>
                  </a:lnTo>
                  <a:lnTo>
                    <a:pt x="2730143" y="2475575"/>
                  </a:lnTo>
                  <a:lnTo>
                    <a:pt x="2732044" y="2473062"/>
                  </a:lnTo>
                  <a:lnTo>
                    <a:pt x="2733945" y="2473318"/>
                  </a:lnTo>
                  <a:lnTo>
                    <a:pt x="2735846" y="2467096"/>
                  </a:lnTo>
                  <a:lnTo>
                    <a:pt x="2737747" y="2481288"/>
                  </a:lnTo>
                  <a:lnTo>
                    <a:pt x="2739649" y="2473548"/>
                  </a:lnTo>
                  <a:lnTo>
                    <a:pt x="2741550" y="2453664"/>
                  </a:lnTo>
                  <a:lnTo>
                    <a:pt x="2743451" y="2449018"/>
                  </a:lnTo>
                  <a:lnTo>
                    <a:pt x="2745352" y="2440250"/>
                  </a:lnTo>
                  <a:lnTo>
                    <a:pt x="2747253" y="2435689"/>
                  </a:lnTo>
                  <a:lnTo>
                    <a:pt x="2749155" y="2404237"/>
                  </a:lnTo>
                  <a:lnTo>
                    <a:pt x="2751056" y="2334273"/>
                  </a:lnTo>
                  <a:lnTo>
                    <a:pt x="2752957" y="2326311"/>
                  </a:lnTo>
                  <a:lnTo>
                    <a:pt x="2754858" y="2393920"/>
                  </a:lnTo>
                  <a:lnTo>
                    <a:pt x="2756760" y="2380639"/>
                  </a:lnTo>
                  <a:lnTo>
                    <a:pt x="2758661" y="2379610"/>
                  </a:lnTo>
                  <a:lnTo>
                    <a:pt x="2760562" y="2404463"/>
                  </a:lnTo>
                  <a:lnTo>
                    <a:pt x="2762463" y="2373905"/>
                  </a:lnTo>
                  <a:lnTo>
                    <a:pt x="2764364" y="2407485"/>
                  </a:lnTo>
                  <a:lnTo>
                    <a:pt x="2766266" y="2421207"/>
                  </a:lnTo>
                  <a:lnTo>
                    <a:pt x="2768167" y="2386622"/>
                  </a:lnTo>
                  <a:lnTo>
                    <a:pt x="2770068" y="2422793"/>
                  </a:lnTo>
                  <a:lnTo>
                    <a:pt x="2771969" y="2392640"/>
                  </a:lnTo>
                  <a:lnTo>
                    <a:pt x="2773870" y="2391173"/>
                  </a:lnTo>
                  <a:lnTo>
                    <a:pt x="2775772" y="2365226"/>
                  </a:lnTo>
                  <a:lnTo>
                    <a:pt x="2777673" y="2304523"/>
                  </a:lnTo>
                  <a:lnTo>
                    <a:pt x="2779574" y="2224132"/>
                  </a:lnTo>
                  <a:lnTo>
                    <a:pt x="2781475" y="2148052"/>
                  </a:lnTo>
                  <a:lnTo>
                    <a:pt x="2783377" y="2197416"/>
                  </a:lnTo>
                  <a:lnTo>
                    <a:pt x="2785278" y="2219480"/>
                  </a:lnTo>
                  <a:lnTo>
                    <a:pt x="2787179" y="2210259"/>
                  </a:lnTo>
                  <a:lnTo>
                    <a:pt x="2789080" y="2179368"/>
                  </a:lnTo>
                  <a:lnTo>
                    <a:pt x="2790981" y="2241701"/>
                  </a:lnTo>
                  <a:lnTo>
                    <a:pt x="2792883" y="2289731"/>
                  </a:lnTo>
                  <a:lnTo>
                    <a:pt x="2794784" y="2300775"/>
                  </a:lnTo>
                  <a:lnTo>
                    <a:pt x="2796685" y="2330474"/>
                  </a:lnTo>
                  <a:lnTo>
                    <a:pt x="2798586" y="2352415"/>
                  </a:lnTo>
                  <a:lnTo>
                    <a:pt x="2800487" y="2381713"/>
                  </a:lnTo>
                  <a:lnTo>
                    <a:pt x="2802389" y="2396379"/>
                  </a:lnTo>
                  <a:lnTo>
                    <a:pt x="2804290" y="2411980"/>
                  </a:lnTo>
                  <a:lnTo>
                    <a:pt x="2806191" y="2397895"/>
                  </a:lnTo>
                  <a:lnTo>
                    <a:pt x="2808092" y="2364192"/>
                  </a:lnTo>
                  <a:lnTo>
                    <a:pt x="2809994" y="2347812"/>
                  </a:lnTo>
                  <a:lnTo>
                    <a:pt x="2811895" y="2318942"/>
                  </a:lnTo>
                  <a:lnTo>
                    <a:pt x="2813796" y="2336359"/>
                  </a:lnTo>
                  <a:lnTo>
                    <a:pt x="2815697" y="2317789"/>
                  </a:lnTo>
                  <a:lnTo>
                    <a:pt x="2817598" y="2323781"/>
                  </a:lnTo>
                  <a:lnTo>
                    <a:pt x="2819500" y="2324133"/>
                  </a:lnTo>
                  <a:lnTo>
                    <a:pt x="2821401" y="2287146"/>
                  </a:lnTo>
                  <a:lnTo>
                    <a:pt x="2823302" y="2232145"/>
                  </a:lnTo>
                  <a:lnTo>
                    <a:pt x="2825203" y="2190898"/>
                  </a:lnTo>
                  <a:lnTo>
                    <a:pt x="2827104" y="2170768"/>
                  </a:lnTo>
                  <a:lnTo>
                    <a:pt x="2829006" y="2117286"/>
                  </a:lnTo>
                  <a:lnTo>
                    <a:pt x="2830907" y="2081817"/>
                  </a:lnTo>
                  <a:lnTo>
                    <a:pt x="2832808" y="2097120"/>
                  </a:lnTo>
                  <a:lnTo>
                    <a:pt x="2834709" y="2184586"/>
                  </a:lnTo>
                  <a:lnTo>
                    <a:pt x="2836611" y="2211608"/>
                  </a:lnTo>
                  <a:lnTo>
                    <a:pt x="2838512" y="2227283"/>
                  </a:lnTo>
                  <a:lnTo>
                    <a:pt x="2840413" y="2269797"/>
                  </a:lnTo>
                  <a:lnTo>
                    <a:pt x="2842314" y="2182592"/>
                  </a:lnTo>
                  <a:lnTo>
                    <a:pt x="2844215" y="2144873"/>
                  </a:lnTo>
                  <a:lnTo>
                    <a:pt x="2846117" y="2151113"/>
                  </a:lnTo>
                  <a:lnTo>
                    <a:pt x="2848018" y="2167563"/>
                  </a:lnTo>
                  <a:lnTo>
                    <a:pt x="2849919" y="2188093"/>
                  </a:lnTo>
                  <a:lnTo>
                    <a:pt x="2851820" y="2271279"/>
                  </a:lnTo>
                  <a:lnTo>
                    <a:pt x="2853721" y="2334350"/>
                  </a:lnTo>
                  <a:lnTo>
                    <a:pt x="2855623" y="2329674"/>
                  </a:lnTo>
                  <a:lnTo>
                    <a:pt x="2857524" y="2320238"/>
                  </a:lnTo>
                  <a:lnTo>
                    <a:pt x="2859425" y="2328003"/>
                  </a:lnTo>
                  <a:lnTo>
                    <a:pt x="2861326" y="2312816"/>
                  </a:lnTo>
                  <a:lnTo>
                    <a:pt x="2863228" y="2305976"/>
                  </a:lnTo>
                  <a:lnTo>
                    <a:pt x="2865129" y="2291068"/>
                  </a:lnTo>
                  <a:lnTo>
                    <a:pt x="2867030" y="2291335"/>
                  </a:lnTo>
                  <a:lnTo>
                    <a:pt x="2868931" y="2322753"/>
                  </a:lnTo>
                  <a:lnTo>
                    <a:pt x="2870832" y="2268937"/>
                  </a:lnTo>
                  <a:lnTo>
                    <a:pt x="2872734" y="2172037"/>
                  </a:lnTo>
                  <a:lnTo>
                    <a:pt x="2874635" y="2132275"/>
                  </a:lnTo>
                  <a:lnTo>
                    <a:pt x="2876536" y="2114705"/>
                  </a:lnTo>
                  <a:lnTo>
                    <a:pt x="2878437" y="2144629"/>
                  </a:lnTo>
                  <a:lnTo>
                    <a:pt x="2880338" y="2120808"/>
                  </a:lnTo>
                  <a:lnTo>
                    <a:pt x="2882240" y="2162499"/>
                  </a:lnTo>
                  <a:lnTo>
                    <a:pt x="2884141" y="2186917"/>
                  </a:lnTo>
                  <a:lnTo>
                    <a:pt x="2886042" y="2205449"/>
                  </a:lnTo>
                  <a:lnTo>
                    <a:pt x="2887943" y="2286609"/>
                  </a:lnTo>
                  <a:lnTo>
                    <a:pt x="2889845" y="2270703"/>
                  </a:lnTo>
                  <a:lnTo>
                    <a:pt x="2891746" y="2303059"/>
                  </a:lnTo>
                  <a:lnTo>
                    <a:pt x="2893647" y="2286399"/>
                  </a:lnTo>
                  <a:lnTo>
                    <a:pt x="2895548" y="2321055"/>
                  </a:lnTo>
                  <a:lnTo>
                    <a:pt x="2897449" y="2370103"/>
                  </a:lnTo>
                  <a:lnTo>
                    <a:pt x="2899351" y="2373350"/>
                  </a:lnTo>
                  <a:lnTo>
                    <a:pt x="2901252" y="2423122"/>
                  </a:lnTo>
                  <a:lnTo>
                    <a:pt x="2903153" y="2371904"/>
                  </a:lnTo>
                  <a:lnTo>
                    <a:pt x="2905054" y="2386380"/>
                  </a:lnTo>
                  <a:lnTo>
                    <a:pt x="2906955" y="2368809"/>
                  </a:lnTo>
                  <a:lnTo>
                    <a:pt x="2908857" y="2405979"/>
                  </a:lnTo>
                  <a:lnTo>
                    <a:pt x="2910758" y="2422403"/>
                  </a:lnTo>
                  <a:lnTo>
                    <a:pt x="2912659" y="2400142"/>
                  </a:lnTo>
                  <a:lnTo>
                    <a:pt x="2914560" y="2448677"/>
                  </a:lnTo>
                  <a:lnTo>
                    <a:pt x="2916461" y="2412192"/>
                  </a:lnTo>
                  <a:lnTo>
                    <a:pt x="2918363" y="2395351"/>
                  </a:lnTo>
                  <a:lnTo>
                    <a:pt x="2920264" y="2367124"/>
                  </a:lnTo>
                  <a:lnTo>
                    <a:pt x="2922165" y="2358883"/>
                  </a:lnTo>
                  <a:lnTo>
                    <a:pt x="2924066" y="2390477"/>
                  </a:lnTo>
                  <a:lnTo>
                    <a:pt x="2925968" y="2383777"/>
                  </a:lnTo>
                  <a:lnTo>
                    <a:pt x="2927869" y="2415801"/>
                  </a:lnTo>
                  <a:lnTo>
                    <a:pt x="2929770" y="2395495"/>
                  </a:lnTo>
                  <a:lnTo>
                    <a:pt x="2931671" y="2426550"/>
                  </a:lnTo>
                  <a:lnTo>
                    <a:pt x="2933572" y="2444263"/>
                  </a:lnTo>
                  <a:lnTo>
                    <a:pt x="2935474" y="2373655"/>
                  </a:lnTo>
                  <a:lnTo>
                    <a:pt x="2937375" y="2327600"/>
                  </a:lnTo>
                  <a:lnTo>
                    <a:pt x="2939276" y="2358208"/>
                  </a:lnTo>
                  <a:lnTo>
                    <a:pt x="2941177" y="2419845"/>
                  </a:lnTo>
                  <a:lnTo>
                    <a:pt x="2943078" y="2437421"/>
                  </a:lnTo>
                  <a:lnTo>
                    <a:pt x="2944980" y="2421625"/>
                  </a:lnTo>
                  <a:lnTo>
                    <a:pt x="2946881" y="2457156"/>
                  </a:lnTo>
                  <a:lnTo>
                    <a:pt x="2948782" y="2451952"/>
                  </a:lnTo>
                  <a:lnTo>
                    <a:pt x="2950683" y="2473645"/>
                  </a:lnTo>
                  <a:lnTo>
                    <a:pt x="2952585" y="2442453"/>
                  </a:lnTo>
                  <a:lnTo>
                    <a:pt x="2954486" y="2440236"/>
                  </a:lnTo>
                  <a:lnTo>
                    <a:pt x="2956387" y="2416075"/>
                  </a:lnTo>
                  <a:lnTo>
                    <a:pt x="2958288" y="2430985"/>
                  </a:lnTo>
                  <a:lnTo>
                    <a:pt x="2960189" y="2424221"/>
                  </a:lnTo>
                  <a:lnTo>
                    <a:pt x="2962091" y="2419792"/>
                  </a:lnTo>
                  <a:lnTo>
                    <a:pt x="2963992" y="2460294"/>
                  </a:lnTo>
                  <a:lnTo>
                    <a:pt x="2965893" y="2471254"/>
                  </a:lnTo>
                  <a:lnTo>
                    <a:pt x="2967794" y="2459860"/>
                  </a:lnTo>
                  <a:lnTo>
                    <a:pt x="2969695" y="2465278"/>
                  </a:lnTo>
                  <a:lnTo>
                    <a:pt x="2971597" y="2444378"/>
                  </a:lnTo>
                  <a:lnTo>
                    <a:pt x="2973498" y="2420754"/>
                  </a:lnTo>
                  <a:lnTo>
                    <a:pt x="2975399" y="2399268"/>
                  </a:lnTo>
                  <a:lnTo>
                    <a:pt x="2977300" y="2390128"/>
                  </a:lnTo>
                  <a:lnTo>
                    <a:pt x="2979202" y="2399752"/>
                  </a:lnTo>
                  <a:lnTo>
                    <a:pt x="2981103" y="2399489"/>
                  </a:lnTo>
                  <a:lnTo>
                    <a:pt x="2983004" y="2371692"/>
                  </a:lnTo>
                  <a:lnTo>
                    <a:pt x="2984905" y="2366081"/>
                  </a:lnTo>
                  <a:lnTo>
                    <a:pt x="2986806" y="2333815"/>
                  </a:lnTo>
                  <a:lnTo>
                    <a:pt x="2988708" y="2297103"/>
                  </a:lnTo>
                  <a:lnTo>
                    <a:pt x="2990609" y="2282641"/>
                  </a:lnTo>
                  <a:lnTo>
                    <a:pt x="2992510" y="2226952"/>
                  </a:lnTo>
                  <a:lnTo>
                    <a:pt x="2994411" y="2186110"/>
                  </a:lnTo>
                  <a:lnTo>
                    <a:pt x="2996312" y="2164917"/>
                  </a:lnTo>
                  <a:lnTo>
                    <a:pt x="2998214" y="2173902"/>
                  </a:lnTo>
                  <a:lnTo>
                    <a:pt x="3000115" y="2234423"/>
                  </a:lnTo>
                  <a:lnTo>
                    <a:pt x="3002016" y="2213070"/>
                  </a:lnTo>
                  <a:lnTo>
                    <a:pt x="3003917" y="2219966"/>
                  </a:lnTo>
                  <a:lnTo>
                    <a:pt x="3005819" y="2198465"/>
                  </a:lnTo>
                  <a:lnTo>
                    <a:pt x="3007720" y="2238403"/>
                  </a:lnTo>
                  <a:lnTo>
                    <a:pt x="3009621" y="2304500"/>
                  </a:lnTo>
                  <a:lnTo>
                    <a:pt x="3011522" y="2359062"/>
                  </a:lnTo>
                  <a:lnTo>
                    <a:pt x="3013423" y="2377068"/>
                  </a:lnTo>
                  <a:lnTo>
                    <a:pt x="3015325" y="2387181"/>
                  </a:lnTo>
                  <a:lnTo>
                    <a:pt x="3017226" y="2395180"/>
                  </a:lnTo>
                  <a:lnTo>
                    <a:pt x="3019127" y="2377417"/>
                  </a:lnTo>
                  <a:lnTo>
                    <a:pt x="3021028" y="2382927"/>
                  </a:lnTo>
                  <a:lnTo>
                    <a:pt x="3022929" y="2355372"/>
                  </a:lnTo>
                  <a:lnTo>
                    <a:pt x="3024831" y="2360536"/>
                  </a:lnTo>
                  <a:lnTo>
                    <a:pt x="3026732" y="2381029"/>
                  </a:lnTo>
                  <a:lnTo>
                    <a:pt x="3028633" y="2398421"/>
                  </a:lnTo>
                  <a:lnTo>
                    <a:pt x="3030534" y="2429744"/>
                  </a:lnTo>
                  <a:lnTo>
                    <a:pt x="3032436" y="2394136"/>
                  </a:lnTo>
                  <a:lnTo>
                    <a:pt x="3034337" y="2418661"/>
                  </a:lnTo>
                  <a:lnTo>
                    <a:pt x="3036238" y="2376232"/>
                  </a:lnTo>
                  <a:lnTo>
                    <a:pt x="3038139" y="2401353"/>
                  </a:lnTo>
                  <a:lnTo>
                    <a:pt x="3040040" y="2435542"/>
                  </a:lnTo>
                  <a:lnTo>
                    <a:pt x="3041942" y="2406018"/>
                  </a:lnTo>
                  <a:lnTo>
                    <a:pt x="3043843" y="2418874"/>
                  </a:lnTo>
                  <a:lnTo>
                    <a:pt x="3045744" y="2411086"/>
                  </a:lnTo>
                  <a:lnTo>
                    <a:pt x="3047645" y="2404978"/>
                  </a:lnTo>
                  <a:lnTo>
                    <a:pt x="3049546" y="2375655"/>
                  </a:lnTo>
                  <a:lnTo>
                    <a:pt x="3051448" y="2329255"/>
                  </a:lnTo>
                  <a:lnTo>
                    <a:pt x="3053349" y="2320424"/>
                  </a:lnTo>
                  <a:lnTo>
                    <a:pt x="3055250" y="2318393"/>
                  </a:lnTo>
                  <a:lnTo>
                    <a:pt x="3057151" y="2287434"/>
                  </a:lnTo>
                  <a:lnTo>
                    <a:pt x="3059053" y="2240371"/>
                  </a:lnTo>
                  <a:lnTo>
                    <a:pt x="3060954" y="2228014"/>
                  </a:lnTo>
                  <a:lnTo>
                    <a:pt x="3062855" y="2293840"/>
                  </a:lnTo>
                  <a:lnTo>
                    <a:pt x="3064756" y="2322320"/>
                  </a:lnTo>
                  <a:lnTo>
                    <a:pt x="3066657" y="2316810"/>
                  </a:lnTo>
                  <a:lnTo>
                    <a:pt x="3068559" y="2323235"/>
                  </a:lnTo>
                  <a:lnTo>
                    <a:pt x="3070460" y="2355381"/>
                  </a:lnTo>
                  <a:lnTo>
                    <a:pt x="3072361" y="2358054"/>
                  </a:lnTo>
                  <a:lnTo>
                    <a:pt x="3074262" y="2387686"/>
                  </a:lnTo>
                  <a:lnTo>
                    <a:pt x="3076163" y="2332801"/>
                  </a:lnTo>
                  <a:lnTo>
                    <a:pt x="3078065" y="2326526"/>
                  </a:lnTo>
                  <a:lnTo>
                    <a:pt x="3079966" y="2335722"/>
                  </a:lnTo>
                  <a:lnTo>
                    <a:pt x="3081867" y="2342126"/>
                  </a:lnTo>
                  <a:lnTo>
                    <a:pt x="3083768" y="2349974"/>
                  </a:lnTo>
                  <a:lnTo>
                    <a:pt x="3085670" y="2366016"/>
                  </a:lnTo>
                  <a:lnTo>
                    <a:pt x="3087571" y="2381903"/>
                  </a:lnTo>
                  <a:lnTo>
                    <a:pt x="3089472" y="2369743"/>
                  </a:lnTo>
                  <a:lnTo>
                    <a:pt x="3091373" y="2373606"/>
                  </a:lnTo>
                  <a:lnTo>
                    <a:pt x="3093274" y="2363727"/>
                  </a:lnTo>
                  <a:lnTo>
                    <a:pt x="3095176" y="2367191"/>
                  </a:lnTo>
                  <a:lnTo>
                    <a:pt x="3097077" y="2364397"/>
                  </a:lnTo>
                  <a:lnTo>
                    <a:pt x="3098978" y="2361610"/>
                  </a:lnTo>
                  <a:lnTo>
                    <a:pt x="3100879" y="2367176"/>
                  </a:lnTo>
                  <a:lnTo>
                    <a:pt x="3102780" y="2359797"/>
                  </a:lnTo>
                  <a:lnTo>
                    <a:pt x="3104682" y="2367059"/>
                  </a:lnTo>
                  <a:lnTo>
                    <a:pt x="3106583" y="2355165"/>
                  </a:lnTo>
                  <a:lnTo>
                    <a:pt x="3108484" y="2346452"/>
                  </a:lnTo>
                  <a:lnTo>
                    <a:pt x="3110385" y="2354376"/>
                  </a:lnTo>
                  <a:lnTo>
                    <a:pt x="3112287" y="2359030"/>
                  </a:lnTo>
                  <a:lnTo>
                    <a:pt x="3114188" y="2366724"/>
                  </a:lnTo>
                  <a:lnTo>
                    <a:pt x="3116089" y="2364549"/>
                  </a:lnTo>
                  <a:lnTo>
                    <a:pt x="3117990" y="2371469"/>
                  </a:lnTo>
                  <a:lnTo>
                    <a:pt x="3119891" y="2372540"/>
                  </a:lnTo>
                  <a:lnTo>
                    <a:pt x="3121793" y="2367781"/>
                  </a:lnTo>
                  <a:lnTo>
                    <a:pt x="3123694" y="2361564"/>
                  </a:lnTo>
                  <a:lnTo>
                    <a:pt x="3125595" y="2358741"/>
                  </a:lnTo>
                  <a:lnTo>
                    <a:pt x="3127496" y="2342283"/>
                  </a:lnTo>
                  <a:lnTo>
                    <a:pt x="3129397" y="2308649"/>
                  </a:lnTo>
                  <a:lnTo>
                    <a:pt x="3131299" y="2275659"/>
                  </a:lnTo>
                  <a:lnTo>
                    <a:pt x="3133200" y="2284461"/>
                  </a:lnTo>
                  <a:lnTo>
                    <a:pt x="3135101" y="2297659"/>
                  </a:lnTo>
                  <a:lnTo>
                    <a:pt x="3137002" y="2267572"/>
                  </a:lnTo>
                  <a:lnTo>
                    <a:pt x="3138904" y="2277673"/>
                  </a:lnTo>
                  <a:lnTo>
                    <a:pt x="3140805" y="2277341"/>
                  </a:lnTo>
                  <a:lnTo>
                    <a:pt x="3142706" y="2291640"/>
                  </a:lnTo>
                  <a:lnTo>
                    <a:pt x="3144607" y="2300247"/>
                  </a:lnTo>
                  <a:lnTo>
                    <a:pt x="3146508" y="2263208"/>
                  </a:lnTo>
                  <a:lnTo>
                    <a:pt x="3148410" y="2232382"/>
                  </a:lnTo>
                  <a:lnTo>
                    <a:pt x="3150311" y="2241761"/>
                  </a:lnTo>
                  <a:lnTo>
                    <a:pt x="3152212" y="2245622"/>
                  </a:lnTo>
                  <a:lnTo>
                    <a:pt x="3154113" y="2268171"/>
                  </a:lnTo>
                  <a:lnTo>
                    <a:pt x="3156014" y="2262010"/>
                  </a:lnTo>
                  <a:lnTo>
                    <a:pt x="3157916" y="2201353"/>
                  </a:lnTo>
                  <a:lnTo>
                    <a:pt x="3159817" y="2150355"/>
                  </a:lnTo>
                  <a:lnTo>
                    <a:pt x="3161718" y="2127846"/>
                  </a:lnTo>
                  <a:lnTo>
                    <a:pt x="3163619" y="2174258"/>
                  </a:lnTo>
                  <a:lnTo>
                    <a:pt x="3165521" y="2184719"/>
                  </a:lnTo>
                  <a:lnTo>
                    <a:pt x="3167422" y="2174815"/>
                  </a:lnTo>
                  <a:lnTo>
                    <a:pt x="3169323" y="2166649"/>
                  </a:lnTo>
                  <a:lnTo>
                    <a:pt x="3171224" y="2171480"/>
                  </a:lnTo>
                  <a:lnTo>
                    <a:pt x="3173125" y="2180887"/>
                  </a:lnTo>
                  <a:lnTo>
                    <a:pt x="3175027" y="2170889"/>
                  </a:lnTo>
                  <a:lnTo>
                    <a:pt x="3176928" y="2203593"/>
                  </a:lnTo>
                  <a:lnTo>
                    <a:pt x="3178829" y="2204831"/>
                  </a:lnTo>
                  <a:lnTo>
                    <a:pt x="3180730" y="2235355"/>
                  </a:lnTo>
                  <a:lnTo>
                    <a:pt x="3182631" y="2197036"/>
                  </a:lnTo>
                  <a:lnTo>
                    <a:pt x="3184533" y="2250264"/>
                  </a:lnTo>
                  <a:lnTo>
                    <a:pt x="3186434" y="2256227"/>
                  </a:lnTo>
                  <a:lnTo>
                    <a:pt x="3188335" y="2270580"/>
                  </a:lnTo>
                  <a:lnTo>
                    <a:pt x="3190236" y="2271785"/>
                  </a:lnTo>
                  <a:lnTo>
                    <a:pt x="3192138" y="2286691"/>
                  </a:lnTo>
                  <a:lnTo>
                    <a:pt x="3194039" y="2262978"/>
                  </a:lnTo>
                  <a:lnTo>
                    <a:pt x="3195940" y="2262868"/>
                  </a:lnTo>
                  <a:lnTo>
                    <a:pt x="3197841" y="2262762"/>
                  </a:lnTo>
                  <a:lnTo>
                    <a:pt x="3199742" y="2275286"/>
                  </a:lnTo>
                  <a:lnTo>
                    <a:pt x="3201644" y="2301286"/>
                  </a:lnTo>
                  <a:lnTo>
                    <a:pt x="3203545" y="2299121"/>
                  </a:lnTo>
                  <a:lnTo>
                    <a:pt x="3205446" y="2326359"/>
                  </a:lnTo>
                  <a:lnTo>
                    <a:pt x="3207347" y="2282639"/>
                  </a:lnTo>
                  <a:lnTo>
                    <a:pt x="3209248" y="2262690"/>
                  </a:lnTo>
                  <a:lnTo>
                    <a:pt x="3211150" y="2266899"/>
                  </a:lnTo>
                  <a:lnTo>
                    <a:pt x="3213051" y="2262386"/>
                  </a:lnTo>
                  <a:lnTo>
                    <a:pt x="3214952" y="2279112"/>
                  </a:lnTo>
                  <a:lnTo>
                    <a:pt x="3216853" y="2285645"/>
                  </a:lnTo>
                  <a:lnTo>
                    <a:pt x="3218754" y="2304861"/>
                  </a:lnTo>
                  <a:lnTo>
                    <a:pt x="3220656" y="2321450"/>
                  </a:lnTo>
                  <a:lnTo>
                    <a:pt x="3222557" y="2303509"/>
                  </a:lnTo>
                  <a:lnTo>
                    <a:pt x="3224458" y="2292092"/>
                  </a:lnTo>
                  <a:lnTo>
                    <a:pt x="3226359" y="2271703"/>
                  </a:lnTo>
                  <a:lnTo>
                    <a:pt x="3228261" y="2280845"/>
                  </a:lnTo>
                  <a:lnTo>
                    <a:pt x="3230162" y="2267293"/>
                  </a:lnTo>
                  <a:lnTo>
                    <a:pt x="3232063" y="2271896"/>
                  </a:lnTo>
                  <a:lnTo>
                    <a:pt x="3233964" y="2249745"/>
                  </a:lnTo>
                  <a:lnTo>
                    <a:pt x="3235865" y="2254669"/>
                  </a:lnTo>
                  <a:lnTo>
                    <a:pt x="3237767" y="2264375"/>
                  </a:lnTo>
                  <a:lnTo>
                    <a:pt x="3239668" y="2273607"/>
                  </a:lnTo>
                  <a:lnTo>
                    <a:pt x="3241569" y="2288234"/>
                  </a:lnTo>
                  <a:lnTo>
                    <a:pt x="3243470" y="2298531"/>
                  </a:lnTo>
                  <a:lnTo>
                    <a:pt x="3245371" y="2302397"/>
                  </a:lnTo>
                  <a:lnTo>
                    <a:pt x="3247273" y="2306195"/>
                  </a:lnTo>
                  <a:lnTo>
                    <a:pt x="3249174" y="2311795"/>
                  </a:lnTo>
                  <a:lnTo>
                    <a:pt x="3251075" y="2319032"/>
                  </a:lnTo>
                  <a:lnTo>
                    <a:pt x="3252976" y="2311529"/>
                  </a:lnTo>
                  <a:lnTo>
                    <a:pt x="3254878" y="2320584"/>
                  </a:lnTo>
                  <a:lnTo>
                    <a:pt x="3256779" y="2310323"/>
                  </a:lnTo>
                  <a:lnTo>
                    <a:pt x="3258680" y="2304657"/>
                  </a:lnTo>
                  <a:lnTo>
                    <a:pt x="3260581" y="2308281"/>
                  </a:lnTo>
                  <a:lnTo>
                    <a:pt x="3262482" y="2285684"/>
                  </a:lnTo>
                  <a:lnTo>
                    <a:pt x="3264384" y="2282560"/>
                  </a:lnTo>
                  <a:lnTo>
                    <a:pt x="3266285" y="2234833"/>
                  </a:lnTo>
                  <a:lnTo>
                    <a:pt x="3268186" y="2239034"/>
                  </a:lnTo>
                  <a:lnTo>
                    <a:pt x="3270087" y="2252774"/>
                  </a:lnTo>
                  <a:lnTo>
                    <a:pt x="3271988" y="2246403"/>
                  </a:lnTo>
                  <a:lnTo>
                    <a:pt x="3273890" y="2211262"/>
                  </a:lnTo>
                  <a:lnTo>
                    <a:pt x="3275791" y="2218057"/>
                  </a:lnTo>
                  <a:lnTo>
                    <a:pt x="3277692" y="2230352"/>
                  </a:lnTo>
                  <a:lnTo>
                    <a:pt x="3279593" y="2202634"/>
                  </a:lnTo>
                  <a:lnTo>
                    <a:pt x="3281495" y="2225189"/>
                  </a:lnTo>
                  <a:lnTo>
                    <a:pt x="3283396" y="2229903"/>
                  </a:lnTo>
                  <a:lnTo>
                    <a:pt x="3285297" y="2234054"/>
                  </a:lnTo>
                  <a:lnTo>
                    <a:pt x="3287198" y="2261613"/>
                  </a:lnTo>
                  <a:lnTo>
                    <a:pt x="3289099" y="2220868"/>
                  </a:lnTo>
                  <a:lnTo>
                    <a:pt x="3291001" y="2228109"/>
                  </a:lnTo>
                  <a:lnTo>
                    <a:pt x="3292902" y="2152920"/>
                  </a:lnTo>
                  <a:lnTo>
                    <a:pt x="3294803" y="2106617"/>
                  </a:lnTo>
                  <a:lnTo>
                    <a:pt x="3296704" y="2058444"/>
                  </a:lnTo>
                  <a:lnTo>
                    <a:pt x="3298605" y="2092913"/>
                  </a:lnTo>
                  <a:lnTo>
                    <a:pt x="3300507" y="2166541"/>
                  </a:lnTo>
                  <a:lnTo>
                    <a:pt x="3302408" y="2208763"/>
                  </a:lnTo>
                  <a:lnTo>
                    <a:pt x="3304309" y="2177934"/>
                  </a:lnTo>
                  <a:lnTo>
                    <a:pt x="3306210" y="2181136"/>
                  </a:lnTo>
                  <a:lnTo>
                    <a:pt x="3308112" y="2164543"/>
                  </a:lnTo>
                  <a:lnTo>
                    <a:pt x="3310013" y="2166040"/>
                  </a:lnTo>
                  <a:lnTo>
                    <a:pt x="3311914" y="2189314"/>
                  </a:lnTo>
                  <a:lnTo>
                    <a:pt x="3313815" y="2167085"/>
                  </a:lnTo>
                  <a:lnTo>
                    <a:pt x="3315716" y="2202806"/>
                  </a:lnTo>
                  <a:lnTo>
                    <a:pt x="3317618" y="2225543"/>
                  </a:lnTo>
                  <a:lnTo>
                    <a:pt x="3319519" y="2242436"/>
                  </a:lnTo>
                  <a:lnTo>
                    <a:pt x="3321420" y="2249276"/>
                  </a:lnTo>
                  <a:lnTo>
                    <a:pt x="3323321" y="2195973"/>
                  </a:lnTo>
                  <a:lnTo>
                    <a:pt x="3325222" y="2185129"/>
                  </a:lnTo>
                  <a:lnTo>
                    <a:pt x="3327124" y="2140773"/>
                  </a:lnTo>
                  <a:lnTo>
                    <a:pt x="3329025" y="2162178"/>
                  </a:lnTo>
                  <a:lnTo>
                    <a:pt x="3330926" y="2106156"/>
                  </a:lnTo>
                  <a:lnTo>
                    <a:pt x="3332827" y="2106701"/>
                  </a:lnTo>
                  <a:lnTo>
                    <a:pt x="3334729" y="2141157"/>
                  </a:lnTo>
                  <a:lnTo>
                    <a:pt x="3336630" y="2120619"/>
                  </a:lnTo>
                  <a:lnTo>
                    <a:pt x="3338531" y="2192298"/>
                  </a:lnTo>
                  <a:lnTo>
                    <a:pt x="3340432" y="2228080"/>
                  </a:lnTo>
                  <a:lnTo>
                    <a:pt x="3342333" y="2236860"/>
                  </a:lnTo>
                  <a:lnTo>
                    <a:pt x="3344235" y="2253240"/>
                  </a:lnTo>
                  <a:lnTo>
                    <a:pt x="3346136" y="2184055"/>
                  </a:lnTo>
                  <a:lnTo>
                    <a:pt x="3348037" y="2208473"/>
                  </a:lnTo>
                  <a:lnTo>
                    <a:pt x="3349938" y="2188912"/>
                  </a:lnTo>
                  <a:lnTo>
                    <a:pt x="3351839" y="2089987"/>
                  </a:lnTo>
                  <a:lnTo>
                    <a:pt x="3353741" y="2089368"/>
                  </a:lnTo>
                  <a:lnTo>
                    <a:pt x="3355642" y="2105489"/>
                  </a:lnTo>
                  <a:lnTo>
                    <a:pt x="3357543" y="2170902"/>
                  </a:lnTo>
                  <a:lnTo>
                    <a:pt x="3359444" y="2167639"/>
                  </a:lnTo>
                  <a:lnTo>
                    <a:pt x="3361346" y="2120721"/>
                  </a:lnTo>
                  <a:lnTo>
                    <a:pt x="3363247" y="2175403"/>
                  </a:lnTo>
                  <a:lnTo>
                    <a:pt x="3365148" y="2089507"/>
                  </a:lnTo>
                  <a:lnTo>
                    <a:pt x="3367049" y="2089258"/>
                  </a:lnTo>
                  <a:lnTo>
                    <a:pt x="3368950" y="2082121"/>
                  </a:lnTo>
                  <a:lnTo>
                    <a:pt x="3370852" y="2103263"/>
                  </a:lnTo>
                  <a:lnTo>
                    <a:pt x="3372753" y="2127723"/>
                  </a:lnTo>
                  <a:lnTo>
                    <a:pt x="3374654" y="2086750"/>
                  </a:lnTo>
                  <a:lnTo>
                    <a:pt x="3376555" y="2122583"/>
                  </a:lnTo>
                  <a:lnTo>
                    <a:pt x="3378456" y="2122494"/>
                  </a:lnTo>
                  <a:lnTo>
                    <a:pt x="3380358" y="2160837"/>
                  </a:lnTo>
                  <a:lnTo>
                    <a:pt x="3382259" y="2172896"/>
                  </a:lnTo>
                  <a:lnTo>
                    <a:pt x="3384160" y="2159632"/>
                  </a:lnTo>
                  <a:lnTo>
                    <a:pt x="3386061" y="2199736"/>
                  </a:lnTo>
                  <a:lnTo>
                    <a:pt x="3387963" y="2211152"/>
                  </a:lnTo>
                  <a:lnTo>
                    <a:pt x="3389864" y="2195313"/>
                  </a:lnTo>
                  <a:lnTo>
                    <a:pt x="3391765" y="2181497"/>
                  </a:lnTo>
                  <a:lnTo>
                    <a:pt x="3393666" y="2201244"/>
                  </a:lnTo>
                  <a:lnTo>
                    <a:pt x="3395567" y="2197638"/>
                  </a:lnTo>
                  <a:lnTo>
                    <a:pt x="3397469" y="2197649"/>
                  </a:lnTo>
                  <a:lnTo>
                    <a:pt x="3399370" y="2216650"/>
                  </a:lnTo>
                  <a:lnTo>
                    <a:pt x="3401271" y="2151222"/>
                  </a:lnTo>
                  <a:lnTo>
                    <a:pt x="3403172" y="2162128"/>
                  </a:lnTo>
                  <a:lnTo>
                    <a:pt x="3405073" y="2121169"/>
                  </a:lnTo>
                  <a:lnTo>
                    <a:pt x="3406975" y="2106102"/>
                  </a:lnTo>
                  <a:lnTo>
                    <a:pt x="3408876" y="2146922"/>
                  </a:lnTo>
                  <a:lnTo>
                    <a:pt x="3410777" y="2142811"/>
                  </a:lnTo>
                  <a:lnTo>
                    <a:pt x="3412678" y="2197869"/>
                  </a:lnTo>
                  <a:lnTo>
                    <a:pt x="3414580" y="2214185"/>
                  </a:lnTo>
                  <a:lnTo>
                    <a:pt x="3416481" y="2210080"/>
                  </a:lnTo>
                  <a:lnTo>
                    <a:pt x="3418382" y="2181523"/>
                  </a:lnTo>
                  <a:lnTo>
                    <a:pt x="3420283" y="2150752"/>
                  </a:lnTo>
                  <a:lnTo>
                    <a:pt x="3422184" y="2144541"/>
                  </a:lnTo>
                  <a:lnTo>
                    <a:pt x="3424086" y="2150772"/>
                  </a:lnTo>
                  <a:lnTo>
                    <a:pt x="3425987" y="2168689"/>
                  </a:lnTo>
                  <a:lnTo>
                    <a:pt x="3427888" y="2152832"/>
                  </a:lnTo>
                  <a:lnTo>
                    <a:pt x="3429789" y="2167803"/>
                  </a:lnTo>
                  <a:lnTo>
                    <a:pt x="3431690" y="2160604"/>
                  </a:lnTo>
                  <a:lnTo>
                    <a:pt x="3433592" y="2162748"/>
                  </a:lnTo>
                  <a:lnTo>
                    <a:pt x="3435493" y="2161804"/>
                  </a:lnTo>
                  <a:lnTo>
                    <a:pt x="3437394" y="2161142"/>
                  </a:lnTo>
                  <a:lnTo>
                    <a:pt x="3439295" y="2168129"/>
                  </a:lnTo>
                  <a:lnTo>
                    <a:pt x="3441197" y="2145654"/>
                  </a:lnTo>
                  <a:lnTo>
                    <a:pt x="3443098" y="2139568"/>
                  </a:lnTo>
                  <a:lnTo>
                    <a:pt x="3444999" y="2121898"/>
                  </a:lnTo>
                  <a:lnTo>
                    <a:pt x="3446900" y="2079240"/>
                  </a:lnTo>
                  <a:lnTo>
                    <a:pt x="3448801" y="2047916"/>
                  </a:lnTo>
                  <a:lnTo>
                    <a:pt x="3450703" y="2045233"/>
                  </a:lnTo>
                  <a:lnTo>
                    <a:pt x="3452604" y="2085935"/>
                  </a:lnTo>
                  <a:lnTo>
                    <a:pt x="3454505" y="2077708"/>
                  </a:lnTo>
                  <a:lnTo>
                    <a:pt x="3456406" y="2093860"/>
                  </a:lnTo>
                  <a:lnTo>
                    <a:pt x="3458307" y="2044470"/>
                  </a:lnTo>
                  <a:lnTo>
                    <a:pt x="3460209" y="2027847"/>
                  </a:lnTo>
                  <a:lnTo>
                    <a:pt x="3462110" y="1909838"/>
                  </a:lnTo>
                  <a:lnTo>
                    <a:pt x="3464011" y="1779583"/>
                  </a:lnTo>
                  <a:lnTo>
                    <a:pt x="3465912" y="1810634"/>
                  </a:lnTo>
                  <a:lnTo>
                    <a:pt x="3467814" y="1891453"/>
                  </a:lnTo>
                  <a:lnTo>
                    <a:pt x="3469715" y="1937608"/>
                  </a:lnTo>
                  <a:lnTo>
                    <a:pt x="3471616" y="1940095"/>
                  </a:lnTo>
                  <a:lnTo>
                    <a:pt x="3473517" y="2002962"/>
                  </a:lnTo>
                  <a:lnTo>
                    <a:pt x="3475418" y="2014417"/>
                  </a:lnTo>
                  <a:lnTo>
                    <a:pt x="3477320" y="1988632"/>
                  </a:lnTo>
                  <a:lnTo>
                    <a:pt x="3479221" y="1943195"/>
                  </a:lnTo>
                  <a:lnTo>
                    <a:pt x="3481122" y="1813736"/>
                  </a:lnTo>
                  <a:lnTo>
                    <a:pt x="3483023" y="1764434"/>
                  </a:lnTo>
                  <a:lnTo>
                    <a:pt x="3484924" y="1720543"/>
                  </a:lnTo>
                  <a:lnTo>
                    <a:pt x="3486826" y="1754883"/>
                  </a:lnTo>
                  <a:lnTo>
                    <a:pt x="3488727" y="1769609"/>
                  </a:lnTo>
                  <a:lnTo>
                    <a:pt x="3490628" y="1740735"/>
                  </a:lnTo>
                  <a:lnTo>
                    <a:pt x="3492529" y="1619707"/>
                  </a:lnTo>
                  <a:lnTo>
                    <a:pt x="3494430" y="1606453"/>
                  </a:lnTo>
                  <a:lnTo>
                    <a:pt x="3496332" y="1554392"/>
                  </a:lnTo>
                  <a:lnTo>
                    <a:pt x="3498233" y="1480210"/>
                  </a:lnTo>
                  <a:lnTo>
                    <a:pt x="3500134" y="1434894"/>
                  </a:lnTo>
                  <a:lnTo>
                    <a:pt x="3502035" y="1409023"/>
                  </a:lnTo>
                  <a:lnTo>
                    <a:pt x="3503937" y="1358272"/>
                  </a:lnTo>
                  <a:lnTo>
                    <a:pt x="3505838" y="1323933"/>
                  </a:lnTo>
                  <a:lnTo>
                    <a:pt x="3507739" y="1218435"/>
                  </a:lnTo>
                  <a:lnTo>
                    <a:pt x="3509640" y="1228627"/>
                  </a:lnTo>
                  <a:lnTo>
                    <a:pt x="3511541" y="1196901"/>
                  </a:lnTo>
                  <a:lnTo>
                    <a:pt x="3513443" y="1195892"/>
                  </a:lnTo>
                  <a:lnTo>
                    <a:pt x="3515344" y="1161811"/>
                  </a:lnTo>
                  <a:lnTo>
                    <a:pt x="3517245" y="1126285"/>
                  </a:lnTo>
                  <a:lnTo>
                    <a:pt x="3519146" y="1184067"/>
                  </a:lnTo>
                  <a:lnTo>
                    <a:pt x="3521047" y="1269412"/>
                  </a:lnTo>
                  <a:lnTo>
                    <a:pt x="3522949" y="1263937"/>
                  </a:lnTo>
                  <a:lnTo>
                    <a:pt x="3524850" y="1381737"/>
                  </a:lnTo>
                  <a:lnTo>
                    <a:pt x="3526751" y="1413128"/>
                  </a:lnTo>
                  <a:lnTo>
                    <a:pt x="3528652" y="1439274"/>
                  </a:lnTo>
                  <a:lnTo>
                    <a:pt x="3530554" y="1355554"/>
                  </a:lnTo>
                  <a:lnTo>
                    <a:pt x="3532455" y="1420327"/>
                  </a:lnTo>
                  <a:lnTo>
                    <a:pt x="3534356" y="1455570"/>
                  </a:lnTo>
                  <a:lnTo>
                    <a:pt x="3536257" y="1317878"/>
                  </a:lnTo>
                  <a:lnTo>
                    <a:pt x="3538158" y="1410428"/>
                  </a:lnTo>
                  <a:lnTo>
                    <a:pt x="3540060" y="1402795"/>
                  </a:lnTo>
                  <a:lnTo>
                    <a:pt x="3541961" y="1416417"/>
                  </a:lnTo>
                  <a:lnTo>
                    <a:pt x="3543862" y="1433746"/>
                  </a:lnTo>
                  <a:lnTo>
                    <a:pt x="3545763" y="1574273"/>
                  </a:lnTo>
                  <a:lnTo>
                    <a:pt x="3547664" y="1712604"/>
                  </a:lnTo>
                  <a:lnTo>
                    <a:pt x="3549566" y="1635691"/>
                  </a:lnTo>
                  <a:lnTo>
                    <a:pt x="3551467" y="1651761"/>
                  </a:lnTo>
                  <a:lnTo>
                    <a:pt x="3553368" y="1680958"/>
                  </a:lnTo>
                  <a:lnTo>
                    <a:pt x="3555269" y="1584962"/>
                  </a:lnTo>
                  <a:lnTo>
                    <a:pt x="3557171" y="1539276"/>
                  </a:lnTo>
                  <a:lnTo>
                    <a:pt x="3559072" y="1541656"/>
                  </a:lnTo>
                  <a:lnTo>
                    <a:pt x="3560973" y="1470800"/>
                  </a:lnTo>
                  <a:lnTo>
                    <a:pt x="3562874" y="1480122"/>
                  </a:lnTo>
                  <a:lnTo>
                    <a:pt x="3564775" y="1345074"/>
                  </a:lnTo>
                  <a:lnTo>
                    <a:pt x="3566677" y="1211719"/>
                  </a:lnTo>
                  <a:lnTo>
                    <a:pt x="3568578" y="1112137"/>
                  </a:lnTo>
                  <a:lnTo>
                    <a:pt x="3570479" y="1129890"/>
                  </a:lnTo>
                  <a:lnTo>
                    <a:pt x="3572380" y="1084632"/>
                  </a:lnTo>
                  <a:lnTo>
                    <a:pt x="3574281" y="990718"/>
                  </a:lnTo>
                  <a:lnTo>
                    <a:pt x="3576183" y="926498"/>
                  </a:lnTo>
                  <a:lnTo>
                    <a:pt x="3578084" y="895234"/>
                  </a:lnTo>
                  <a:lnTo>
                    <a:pt x="3579985" y="831222"/>
                  </a:lnTo>
                  <a:lnTo>
                    <a:pt x="3581886" y="823145"/>
                  </a:lnTo>
                  <a:lnTo>
                    <a:pt x="3583788" y="653842"/>
                  </a:lnTo>
                  <a:lnTo>
                    <a:pt x="3585689" y="669258"/>
                  </a:lnTo>
                  <a:lnTo>
                    <a:pt x="3587590" y="679777"/>
                  </a:lnTo>
                  <a:lnTo>
                    <a:pt x="3589491" y="578605"/>
                  </a:lnTo>
                  <a:lnTo>
                    <a:pt x="3591392" y="486970"/>
                  </a:lnTo>
                  <a:lnTo>
                    <a:pt x="3593294" y="470194"/>
                  </a:lnTo>
                  <a:lnTo>
                    <a:pt x="3595195" y="339153"/>
                  </a:lnTo>
                  <a:lnTo>
                    <a:pt x="3597096" y="343901"/>
                  </a:lnTo>
                  <a:lnTo>
                    <a:pt x="3598997" y="309237"/>
                  </a:lnTo>
                  <a:lnTo>
                    <a:pt x="3600898" y="288421"/>
                  </a:lnTo>
                  <a:lnTo>
                    <a:pt x="3602800" y="361955"/>
                  </a:lnTo>
                  <a:lnTo>
                    <a:pt x="3604701" y="250811"/>
                  </a:lnTo>
                  <a:lnTo>
                    <a:pt x="3606602" y="340971"/>
                  </a:lnTo>
                  <a:lnTo>
                    <a:pt x="3608503" y="310231"/>
                  </a:lnTo>
                  <a:lnTo>
                    <a:pt x="3610405" y="378673"/>
                  </a:lnTo>
                  <a:lnTo>
                    <a:pt x="3612306" y="652530"/>
                  </a:lnTo>
                  <a:lnTo>
                    <a:pt x="3614207" y="553196"/>
                  </a:lnTo>
                  <a:lnTo>
                    <a:pt x="3616108" y="475887"/>
                  </a:lnTo>
                  <a:lnTo>
                    <a:pt x="3618009" y="553684"/>
                  </a:lnTo>
                  <a:lnTo>
                    <a:pt x="3619911" y="579472"/>
                  </a:lnTo>
                  <a:lnTo>
                    <a:pt x="3621812" y="620062"/>
                  </a:lnTo>
                  <a:lnTo>
                    <a:pt x="3623713" y="520404"/>
                  </a:lnTo>
                  <a:lnTo>
                    <a:pt x="3625614" y="448846"/>
                  </a:lnTo>
                  <a:lnTo>
                    <a:pt x="3627515" y="518255"/>
                  </a:lnTo>
                  <a:lnTo>
                    <a:pt x="3629417" y="473337"/>
                  </a:lnTo>
                  <a:lnTo>
                    <a:pt x="3631318" y="395931"/>
                  </a:lnTo>
                  <a:lnTo>
                    <a:pt x="3633219" y="458877"/>
                  </a:lnTo>
                  <a:lnTo>
                    <a:pt x="3635120" y="474097"/>
                  </a:lnTo>
                  <a:lnTo>
                    <a:pt x="3637022" y="539843"/>
                  </a:lnTo>
                  <a:lnTo>
                    <a:pt x="3638923" y="578364"/>
                  </a:lnTo>
                  <a:lnTo>
                    <a:pt x="3640824" y="606398"/>
                  </a:lnTo>
                  <a:lnTo>
                    <a:pt x="3642725" y="536203"/>
                  </a:lnTo>
                  <a:lnTo>
                    <a:pt x="3644626" y="608904"/>
                  </a:lnTo>
                  <a:lnTo>
                    <a:pt x="3646528" y="718934"/>
                  </a:lnTo>
                  <a:lnTo>
                    <a:pt x="3648429" y="694757"/>
                  </a:lnTo>
                  <a:lnTo>
                    <a:pt x="3650330" y="793323"/>
                  </a:lnTo>
                  <a:lnTo>
                    <a:pt x="3652231" y="629278"/>
                  </a:lnTo>
                  <a:lnTo>
                    <a:pt x="3654132" y="659718"/>
                  </a:lnTo>
                  <a:lnTo>
                    <a:pt x="3656034" y="687118"/>
                  </a:lnTo>
                  <a:lnTo>
                    <a:pt x="3657935" y="616946"/>
                  </a:lnTo>
                  <a:lnTo>
                    <a:pt x="3659836" y="518106"/>
                  </a:lnTo>
                  <a:lnTo>
                    <a:pt x="3661737" y="490028"/>
                  </a:lnTo>
                  <a:lnTo>
                    <a:pt x="3663639" y="431555"/>
                  </a:lnTo>
                  <a:lnTo>
                    <a:pt x="3665540" y="381935"/>
                  </a:lnTo>
                  <a:lnTo>
                    <a:pt x="3667441" y="499584"/>
                  </a:lnTo>
                  <a:lnTo>
                    <a:pt x="3669342" y="458794"/>
                  </a:lnTo>
                  <a:lnTo>
                    <a:pt x="3671243" y="472721"/>
                  </a:lnTo>
                  <a:lnTo>
                    <a:pt x="3673145" y="482105"/>
                  </a:lnTo>
                  <a:lnTo>
                    <a:pt x="3675046" y="424160"/>
                  </a:lnTo>
                  <a:lnTo>
                    <a:pt x="3676947" y="484591"/>
                  </a:lnTo>
                  <a:lnTo>
                    <a:pt x="3678848" y="435919"/>
                  </a:lnTo>
                  <a:lnTo>
                    <a:pt x="3680749" y="561143"/>
                  </a:lnTo>
                  <a:lnTo>
                    <a:pt x="3682651" y="490215"/>
                  </a:lnTo>
                  <a:lnTo>
                    <a:pt x="3684552" y="563160"/>
                  </a:lnTo>
                  <a:lnTo>
                    <a:pt x="3686453" y="603693"/>
                  </a:lnTo>
                  <a:lnTo>
                    <a:pt x="3688354" y="622164"/>
                  </a:lnTo>
                  <a:lnTo>
                    <a:pt x="3690256" y="572279"/>
                  </a:lnTo>
                  <a:lnTo>
                    <a:pt x="3692157" y="565743"/>
                  </a:lnTo>
                  <a:lnTo>
                    <a:pt x="3694058" y="465319"/>
                  </a:lnTo>
                  <a:lnTo>
                    <a:pt x="3695959" y="454960"/>
                  </a:lnTo>
                  <a:lnTo>
                    <a:pt x="3697860" y="596530"/>
                  </a:lnTo>
                  <a:lnTo>
                    <a:pt x="3699762" y="770806"/>
                  </a:lnTo>
                  <a:lnTo>
                    <a:pt x="3701663" y="743384"/>
                  </a:lnTo>
                  <a:lnTo>
                    <a:pt x="3703564" y="834709"/>
                  </a:lnTo>
                  <a:lnTo>
                    <a:pt x="3705465" y="907847"/>
                  </a:lnTo>
                  <a:lnTo>
                    <a:pt x="3707366" y="894138"/>
                  </a:lnTo>
                  <a:lnTo>
                    <a:pt x="3709268" y="723716"/>
                  </a:lnTo>
                  <a:lnTo>
                    <a:pt x="3711169" y="639958"/>
                  </a:lnTo>
                  <a:lnTo>
                    <a:pt x="3713070" y="671149"/>
                  </a:lnTo>
                  <a:lnTo>
                    <a:pt x="3714971" y="630992"/>
                  </a:lnTo>
                  <a:lnTo>
                    <a:pt x="3716873" y="561190"/>
                  </a:lnTo>
                  <a:lnTo>
                    <a:pt x="3718774" y="478886"/>
                  </a:lnTo>
                  <a:lnTo>
                    <a:pt x="3720675" y="502499"/>
                  </a:lnTo>
                  <a:lnTo>
                    <a:pt x="3722576" y="347383"/>
                  </a:lnTo>
                  <a:lnTo>
                    <a:pt x="3724477" y="327427"/>
                  </a:lnTo>
                  <a:lnTo>
                    <a:pt x="3726379" y="230925"/>
                  </a:lnTo>
                  <a:lnTo>
                    <a:pt x="3728280" y="199283"/>
                  </a:lnTo>
                  <a:lnTo>
                    <a:pt x="3730181" y="182271"/>
                  </a:lnTo>
                  <a:lnTo>
                    <a:pt x="3732082" y="90319"/>
                  </a:lnTo>
                  <a:lnTo>
                    <a:pt x="3733983" y="81155"/>
                  </a:lnTo>
                  <a:lnTo>
                    <a:pt x="3735885" y="89688"/>
                  </a:lnTo>
                  <a:lnTo>
                    <a:pt x="3737786" y="151775"/>
                  </a:lnTo>
                  <a:lnTo>
                    <a:pt x="3739687" y="83649"/>
                  </a:lnTo>
                  <a:lnTo>
                    <a:pt x="3741588" y="108318"/>
                  </a:lnTo>
                  <a:lnTo>
                    <a:pt x="3743490" y="121019"/>
                  </a:lnTo>
                  <a:lnTo>
                    <a:pt x="3745391" y="159403"/>
                  </a:lnTo>
                  <a:lnTo>
                    <a:pt x="3747292" y="155625"/>
                  </a:lnTo>
                  <a:lnTo>
                    <a:pt x="3749193" y="114984"/>
                  </a:lnTo>
                  <a:lnTo>
                    <a:pt x="3751094" y="163591"/>
                  </a:lnTo>
                  <a:lnTo>
                    <a:pt x="3752996" y="148006"/>
                  </a:lnTo>
                  <a:lnTo>
                    <a:pt x="3754897" y="141853"/>
                  </a:lnTo>
                  <a:lnTo>
                    <a:pt x="3756798" y="155698"/>
                  </a:lnTo>
                  <a:lnTo>
                    <a:pt x="3758699" y="122085"/>
                  </a:lnTo>
                  <a:lnTo>
                    <a:pt x="3760600" y="196466"/>
                  </a:lnTo>
                  <a:lnTo>
                    <a:pt x="3762502" y="200157"/>
                  </a:lnTo>
                  <a:lnTo>
                    <a:pt x="3764403" y="230124"/>
                  </a:lnTo>
                  <a:lnTo>
                    <a:pt x="3766304" y="262682"/>
                  </a:lnTo>
                  <a:lnTo>
                    <a:pt x="3768205" y="279516"/>
                  </a:lnTo>
                  <a:lnTo>
                    <a:pt x="3770107" y="262669"/>
                  </a:lnTo>
                  <a:lnTo>
                    <a:pt x="3772008" y="233212"/>
                  </a:lnTo>
                  <a:lnTo>
                    <a:pt x="3773909" y="209017"/>
                  </a:lnTo>
                  <a:lnTo>
                    <a:pt x="3775810" y="170876"/>
                  </a:lnTo>
                  <a:lnTo>
                    <a:pt x="3777711" y="191287"/>
                  </a:lnTo>
                  <a:lnTo>
                    <a:pt x="3779613" y="139138"/>
                  </a:lnTo>
                  <a:lnTo>
                    <a:pt x="3781514" y="269393"/>
                  </a:lnTo>
                  <a:lnTo>
                    <a:pt x="3783415" y="272170"/>
                  </a:lnTo>
                  <a:lnTo>
                    <a:pt x="3785316" y="260168"/>
                  </a:lnTo>
                  <a:lnTo>
                    <a:pt x="3787217" y="316238"/>
                  </a:lnTo>
                  <a:lnTo>
                    <a:pt x="3789119" y="387276"/>
                  </a:lnTo>
                  <a:lnTo>
                    <a:pt x="3791020" y="368638"/>
                  </a:lnTo>
                  <a:lnTo>
                    <a:pt x="3792921" y="355132"/>
                  </a:lnTo>
                  <a:lnTo>
                    <a:pt x="3794822" y="303109"/>
                  </a:lnTo>
                  <a:lnTo>
                    <a:pt x="3796723" y="313613"/>
                  </a:lnTo>
                  <a:lnTo>
                    <a:pt x="3798625" y="298066"/>
                  </a:lnTo>
                  <a:lnTo>
                    <a:pt x="3800526" y="389754"/>
                  </a:lnTo>
                  <a:lnTo>
                    <a:pt x="3802427" y="483924"/>
                  </a:lnTo>
                  <a:lnTo>
                    <a:pt x="3804328" y="459098"/>
                  </a:lnTo>
                  <a:lnTo>
                    <a:pt x="3806230" y="369142"/>
                  </a:lnTo>
                  <a:lnTo>
                    <a:pt x="3808131" y="316222"/>
                  </a:lnTo>
                  <a:lnTo>
                    <a:pt x="3810032" y="365866"/>
                  </a:lnTo>
                  <a:lnTo>
                    <a:pt x="3811933" y="350076"/>
                  </a:lnTo>
                  <a:lnTo>
                    <a:pt x="3813834" y="421406"/>
                  </a:lnTo>
                  <a:lnTo>
                    <a:pt x="3815736" y="365518"/>
                  </a:lnTo>
                  <a:lnTo>
                    <a:pt x="3817637" y="433827"/>
                  </a:lnTo>
                  <a:lnTo>
                    <a:pt x="3819538" y="373324"/>
                  </a:lnTo>
                  <a:lnTo>
                    <a:pt x="3821439" y="347743"/>
                  </a:lnTo>
                  <a:lnTo>
                    <a:pt x="3823340" y="290740"/>
                  </a:lnTo>
                  <a:lnTo>
                    <a:pt x="3825242" y="291560"/>
                  </a:lnTo>
                  <a:lnTo>
                    <a:pt x="3827143" y="358740"/>
                  </a:lnTo>
                  <a:lnTo>
                    <a:pt x="3829044" y="310380"/>
                  </a:lnTo>
                  <a:lnTo>
                    <a:pt x="3830945" y="393557"/>
                  </a:lnTo>
                  <a:lnTo>
                    <a:pt x="3832847" y="448397"/>
                  </a:lnTo>
                  <a:lnTo>
                    <a:pt x="3834748" y="518076"/>
                  </a:lnTo>
                  <a:lnTo>
                    <a:pt x="3836649" y="604783"/>
                  </a:lnTo>
                  <a:lnTo>
                    <a:pt x="3838550" y="587993"/>
                  </a:lnTo>
                  <a:lnTo>
                    <a:pt x="3840451" y="610981"/>
                  </a:lnTo>
                  <a:lnTo>
                    <a:pt x="3842353" y="518194"/>
                  </a:lnTo>
                  <a:lnTo>
                    <a:pt x="3844254" y="464362"/>
                  </a:lnTo>
                  <a:lnTo>
                    <a:pt x="3846155" y="422850"/>
                  </a:lnTo>
                  <a:lnTo>
                    <a:pt x="3848056" y="502224"/>
                  </a:lnTo>
                  <a:lnTo>
                    <a:pt x="3849957" y="489295"/>
                  </a:lnTo>
                  <a:lnTo>
                    <a:pt x="3851859" y="585057"/>
                  </a:lnTo>
                  <a:lnTo>
                    <a:pt x="3853760" y="822252"/>
                  </a:lnTo>
                  <a:lnTo>
                    <a:pt x="3855661" y="890731"/>
                  </a:lnTo>
                  <a:lnTo>
                    <a:pt x="3857562" y="967882"/>
                  </a:lnTo>
                  <a:lnTo>
                    <a:pt x="3859464" y="965861"/>
                  </a:lnTo>
                  <a:lnTo>
                    <a:pt x="3861365" y="911376"/>
                  </a:lnTo>
                  <a:lnTo>
                    <a:pt x="3863266" y="850189"/>
                  </a:lnTo>
                  <a:lnTo>
                    <a:pt x="3865167" y="733676"/>
                  </a:lnTo>
                  <a:lnTo>
                    <a:pt x="3867068" y="692335"/>
                  </a:lnTo>
                  <a:lnTo>
                    <a:pt x="3868970" y="660894"/>
                  </a:lnTo>
                  <a:lnTo>
                    <a:pt x="3870871" y="672766"/>
                  </a:lnTo>
                  <a:lnTo>
                    <a:pt x="3872772" y="737384"/>
                  </a:lnTo>
                  <a:lnTo>
                    <a:pt x="3874673" y="726486"/>
                  </a:lnTo>
                  <a:lnTo>
                    <a:pt x="3876574" y="774484"/>
                  </a:lnTo>
                  <a:lnTo>
                    <a:pt x="3878476" y="758327"/>
                  </a:lnTo>
                  <a:lnTo>
                    <a:pt x="3880377" y="825410"/>
                  </a:lnTo>
                  <a:lnTo>
                    <a:pt x="3882278" y="730344"/>
                  </a:lnTo>
                  <a:lnTo>
                    <a:pt x="3884179" y="621027"/>
                  </a:lnTo>
                  <a:lnTo>
                    <a:pt x="3886081" y="674372"/>
                  </a:lnTo>
                  <a:lnTo>
                    <a:pt x="3887982" y="618956"/>
                  </a:lnTo>
                  <a:lnTo>
                    <a:pt x="3889883" y="615515"/>
                  </a:lnTo>
                  <a:lnTo>
                    <a:pt x="3891784" y="599255"/>
                  </a:lnTo>
                  <a:lnTo>
                    <a:pt x="3893685" y="519866"/>
                  </a:lnTo>
                  <a:lnTo>
                    <a:pt x="3895587" y="589761"/>
                  </a:lnTo>
                  <a:lnTo>
                    <a:pt x="3897488" y="512839"/>
                  </a:lnTo>
                  <a:lnTo>
                    <a:pt x="3899389" y="467049"/>
                  </a:lnTo>
                  <a:lnTo>
                    <a:pt x="3901290" y="428695"/>
                  </a:lnTo>
                  <a:lnTo>
                    <a:pt x="3903191" y="469794"/>
                  </a:lnTo>
                  <a:lnTo>
                    <a:pt x="3905093" y="395956"/>
                  </a:lnTo>
                  <a:lnTo>
                    <a:pt x="3906994" y="418019"/>
                  </a:lnTo>
                  <a:lnTo>
                    <a:pt x="3908895" y="297855"/>
                  </a:lnTo>
                  <a:lnTo>
                    <a:pt x="3910796" y="270733"/>
                  </a:lnTo>
                  <a:lnTo>
                    <a:pt x="3912698" y="252010"/>
                  </a:lnTo>
                  <a:lnTo>
                    <a:pt x="3914599" y="331541"/>
                  </a:lnTo>
                  <a:lnTo>
                    <a:pt x="3916500" y="334610"/>
                  </a:lnTo>
                  <a:lnTo>
                    <a:pt x="3918401" y="302255"/>
                  </a:lnTo>
                  <a:lnTo>
                    <a:pt x="3920302" y="197698"/>
                  </a:lnTo>
                  <a:lnTo>
                    <a:pt x="3922204" y="162526"/>
                  </a:lnTo>
                  <a:lnTo>
                    <a:pt x="3924105" y="139042"/>
                  </a:lnTo>
                  <a:lnTo>
                    <a:pt x="3926006" y="192992"/>
                  </a:lnTo>
                  <a:lnTo>
                    <a:pt x="3927907" y="129880"/>
                  </a:lnTo>
                  <a:lnTo>
                    <a:pt x="3929808" y="139205"/>
                  </a:lnTo>
                  <a:lnTo>
                    <a:pt x="3931710" y="219297"/>
                  </a:lnTo>
                  <a:lnTo>
                    <a:pt x="3933611" y="247210"/>
                  </a:lnTo>
                  <a:lnTo>
                    <a:pt x="3935512" y="357620"/>
                  </a:lnTo>
                  <a:lnTo>
                    <a:pt x="3937413" y="330367"/>
                  </a:lnTo>
                  <a:lnTo>
                    <a:pt x="3939315" y="369834"/>
                  </a:lnTo>
                  <a:lnTo>
                    <a:pt x="3941216" y="321878"/>
                  </a:lnTo>
                  <a:lnTo>
                    <a:pt x="3943117" y="259541"/>
                  </a:lnTo>
                  <a:lnTo>
                    <a:pt x="3945018" y="161410"/>
                  </a:lnTo>
                  <a:lnTo>
                    <a:pt x="3946919" y="147068"/>
                  </a:lnTo>
                  <a:lnTo>
                    <a:pt x="3948821" y="101106"/>
                  </a:lnTo>
                  <a:lnTo>
                    <a:pt x="3950722" y="146306"/>
                  </a:lnTo>
                  <a:lnTo>
                    <a:pt x="3952623" y="34020"/>
                  </a:lnTo>
                  <a:lnTo>
                    <a:pt x="3954524" y="29256"/>
                  </a:lnTo>
                  <a:lnTo>
                    <a:pt x="3956425" y="625"/>
                  </a:lnTo>
                  <a:lnTo>
                    <a:pt x="3958327" y="73816"/>
                  </a:lnTo>
                  <a:lnTo>
                    <a:pt x="3960228" y="67782"/>
                  </a:lnTo>
                  <a:lnTo>
                    <a:pt x="3962129" y="74703"/>
                  </a:lnTo>
                  <a:lnTo>
                    <a:pt x="3964030" y="79113"/>
                  </a:lnTo>
                  <a:lnTo>
                    <a:pt x="3965932" y="66301"/>
                  </a:lnTo>
                  <a:lnTo>
                    <a:pt x="3967833" y="17512"/>
                  </a:lnTo>
                  <a:lnTo>
                    <a:pt x="3969734" y="48739"/>
                  </a:lnTo>
                  <a:lnTo>
                    <a:pt x="3971635" y="192728"/>
                  </a:lnTo>
                  <a:lnTo>
                    <a:pt x="3973536" y="276384"/>
                  </a:lnTo>
                  <a:lnTo>
                    <a:pt x="3975438" y="473168"/>
                  </a:lnTo>
                  <a:lnTo>
                    <a:pt x="3977339" y="674622"/>
                  </a:lnTo>
                  <a:lnTo>
                    <a:pt x="3979240" y="711661"/>
                  </a:lnTo>
                  <a:lnTo>
                    <a:pt x="3981141" y="611466"/>
                  </a:lnTo>
                  <a:lnTo>
                    <a:pt x="3983042" y="580159"/>
                  </a:lnTo>
                  <a:lnTo>
                    <a:pt x="3984944" y="526025"/>
                  </a:lnTo>
                  <a:lnTo>
                    <a:pt x="3986845" y="472745"/>
                  </a:lnTo>
                  <a:lnTo>
                    <a:pt x="3988746" y="502525"/>
                  </a:lnTo>
                  <a:lnTo>
                    <a:pt x="3990647" y="499394"/>
                  </a:lnTo>
                  <a:lnTo>
                    <a:pt x="3992549" y="663252"/>
                  </a:lnTo>
                  <a:lnTo>
                    <a:pt x="3994450" y="778928"/>
                  </a:lnTo>
                  <a:lnTo>
                    <a:pt x="3996351" y="776249"/>
                  </a:lnTo>
                  <a:lnTo>
                    <a:pt x="3998252" y="713627"/>
                  </a:lnTo>
                  <a:lnTo>
                    <a:pt x="4000153" y="690344"/>
                  </a:lnTo>
                  <a:lnTo>
                    <a:pt x="4002055" y="702614"/>
                  </a:lnTo>
                  <a:lnTo>
                    <a:pt x="4003956" y="726437"/>
                  </a:lnTo>
                  <a:lnTo>
                    <a:pt x="4005857" y="677391"/>
                  </a:lnTo>
                  <a:lnTo>
                    <a:pt x="4007758" y="737050"/>
                  </a:lnTo>
                  <a:lnTo>
                    <a:pt x="4009659" y="788276"/>
                  </a:lnTo>
                  <a:lnTo>
                    <a:pt x="4011561" y="771271"/>
                  </a:lnTo>
                  <a:lnTo>
                    <a:pt x="4013462" y="828671"/>
                  </a:lnTo>
                  <a:lnTo>
                    <a:pt x="4015363" y="729814"/>
                  </a:lnTo>
                  <a:lnTo>
                    <a:pt x="4017264" y="616150"/>
                  </a:lnTo>
                  <a:lnTo>
                    <a:pt x="4019166" y="492746"/>
                  </a:lnTo>
                  <a:lnTo>
                    <a:pt x="4021067" y="565484"/>
                  </a:lnTo>
                  <a:lnTo>
                    <a:pt x="4022968" y="512838"/>
                  </a:lnTo>
                  <a:lnTo>
                    <a:pt x="4024869" y="427721"/>
                  </a:lnTo>
                  <a:lnTo>
                    <a:pt x="4026770" y="399781"/>
                  </a:lnTo>
                  <a:lnTo>
                    <a:pt x="4028672" y="372148"/>
                  </a:lnTo>
                  <a:lnTo>
                    <a:pt x="4030573" y="309297"/>
                  </a:lnTo>
                  <a:lnTo>
                    <a:pt x="4032474" y="302386"/>
                  </a:lnTo>
                  <a:lnTo>
                    <a:pt x="4034375" y="377155"/>
                  </a:lnTo>
                  <a:lnTo>
                    <a:pt x="4036276" y="330563"/>
                  </a:lnTo>
                  <a:lnTo>
                    <a:pt x="4038178" y="373948"/>
                  </a:lnTo>
                  <a:lnTo>
                    <a:pt x="4040079" y="361617"/>
                  </a:lnTo>
                  <a:lnTo>
                    <a:pt x="4041980" y="447213"/>
                  </a:lnTo>
                  <a:lnTo>
                    <a:pt x="4043881" y="451275"/>
                  </a:lnTo>
                  <a:lnTo>
                    <a:pt x="4045783" y="395065"/>
                  </a:lnTo>
                  <a:lnTo>
                    <a:pt x="4047684" y="463068"/>
                  </a:lnTo>
                  <a:lnTo>
                    <a:pt x="4049585" y="463861"/>
                  </a:lnTo>
                  <a:lnTo>
                    <a:pt x="4051486" y="464067"/>
                  </a:lnTo>
                  <a:lnTo>
                    <a:pt x="4053387" y="482428"/>
                  </a:lnTo>
                  <a:lnTo>
                    <a:pt x="4055289" y="480178"/>
                  </a:lnTo>
                  <a:lnTo>
                    <a:pt x="4057190" y="452171"/>
                  </a:lnTo>
                  <a:lnTo>
                    <a:pt x="4059091" y="370540"/>
                  </a:lnTo>
                  <a:lnTo>
                    <a:pt x="4060992" y="370208"/>
                  </a:lnTo>
                  <a:lnTo>
                    <a:pt x="4062893" y="341247"/>
                  </a:lnTo>
                  <a:lnTo>
                    <a:pt x="4064795" y="333506"/>
                  </a:lnTo>
                  <a:lnTo>
                    <a:pt x="4066696" y="323466"/>
                  </a:lnTo>
                  <a:lnTo>
                    <a:pt x="4068597" y="335658"/>
                  </a:lnTo>
                  <a:lnTo>
                    <a:pt x="4070498" y="272646"/>
                  </a:lnTo>
                  <a:lnTo>
                    <a:pt x="4072399" y="309975"/>
                  </a:lnTo>
                  <a:lnTo>
                    <a:pt x="4074301" y="319894"/>
                  </a:lnTo>
                  <a:lnTo>
                    <a:pt x="4076202" y="242607"/>
                  </a:lnTo>
                  <a:lnTo>
                    <a:pt x="4078103" y="406296"/>
                  </a:lnTo>
                  <a:lnTo>
                    <a:pt x="4080004" y="431058"/>
                  </a:lnTo>
                  <a:lnTo>
                    <a:pt x="4081906" y="518467"/>
                  </a:lnTo>
                  <a:lnTo>
                    <a:pt x="4083807" y="484901"/>
                  </a:lnTo>
                  <a:lnTo>
                    <a:pt x="4085708" y="316551"/>
                  </a:lnTo>
                  <a:lnTo>
                    <a:pt x="4087609" y="243029"/>
                  </a:lnTo>
                  <a:lnTo>
                    <a:pt x="4089510" y="306316"/>
                  </a:lnTo>
                  <a:lnTo>
                    <a:pt x="4091412" y="174639"/>
                  </a:lnTo>
                  <a:lnTo>
                    <a:pt x="4093313" y="201077"/>
                  </a:lnTo>
                  <a:lnTo>
                    <a:pt x="4095214" y="212462"/>
                  </a:lnTo>
                  <a:lnTo>
                    <a:pt x="4097115" y="191305"/>
                  </a:lnTo>
                  <a:lnTo>
                    <a:pt x="4099016" y="290447"/>
                  </a:lnTo>
                  <a:lnTo>
                    <a:pt x="4100918" y="263412"/>
                  </a:lnTo>
                  <a:lnTo>
                    <a:pt x="4102819" y="253313"/>
                  </a:lnTo>
                  <a:lnTo>
                    <a:pt x="4104720" y="283758"/>
                  </a:lnTo>
                  <a:lnTo>
                    <a:pt x="4106621" y="294067"/>
                  </a:lnTo>
                  <a:lnTo>
                    <a:pt x="4108523" y="212224"/>
                  </a:lnTo>
                  <a:lnTo>
                    <a:pt x="4110424" y="143058"/>
                  </a:lnTo>
                  <a:lnTo>
                    <a:pt x="4112325" y="69896"/>
                  </a:lnTo>
                  <a:lnTo>
                    <a:pt x="4114226" y="98244"/>
                  </a:lnTo>
                  <a:lnTo>
                    <a:pt x="4116127" y="119697"/>
                  </a:lnTo>
                  <a:lnTo>
                    <a:pt x="4118029" y="47663"/>
                  </a:lnTo>
                  <a:lnTo>
                    <a:pt x="4119930" y="100248"/>
                  </a:lnTo>
                  <a:lnTo>
                    <a:pt x="4121831" y="208238"/>
                  </a:lnTo>
                  <a:lnTo>
                    <a:pt x="4123732" y="154606"/>
                  </a:lnTo>
                  <a:lnTo>
                    <a:pt x="4125633" y="164224"/>
                  </a:lnTo>
                  <a:lnTo>
                    <a:pt x="4127535" y="189086"/>
                  </a:lnTo>
                  <a:lnTo>
                    <a:pt x="4129436" y="89680"/>
                  </a:lnTo>
                  <a:lnTo>
                    <a:pt x="4131337" y="69144"/>
                  </a:lnTo>
                  <a:lnTo>
                    <a:pt x="4133238" y="176746"/>
                  </a:lnTo>
                  <a:lnTo>
                    <a:pt x="4135140" y="74125"/>
                  </a:lnTo>
                  <a:lnTo>
                    <a:pt x="4137041" y="145907"/>
                  </a:lnTo>
                  <a:lnTo>
                    <a:pt x="4138942" y="157890"/>
                  </a:lnTo>
                  <a:lnTo>
                    <a:pt x="4140843" y="184179"/>
                  </a:lnTo>
                  <a:lnTo>
                    <a:pt x="4142744" y="200012"/>
                  </a:lnTo>
                  <a:lnTo>
                    <a:pt x="4144646" y="215530"/>
                  </a:lnTo>
                  <a:lnTo>
                    <a:pt x="4146547" y="181352"/>
                  </a:lnTo>
                  <a:lnTo>
                    <a:pt x="4148448" y="207788"/>
                  </a:lnTo>
                  <a:lnTo>
                    <a:pt x="4150349" y="98951"/>
                  </a:lnTo>
                  <a:lnTo>
                    <a:pt x="4152250" y="104321"/>
                  </a:lnTo>
                  <a:lnTo>
                    <a:pt x="4154152" y="70923"/>
                  </a:lnTo>
                  <a:lnTo>
                    <a:pt x="4156053" y="112557"/>
                  </a:lnTo>
                  <a:lnTo>
                    <a:pt x="4157954" y="40519"/>
                  </a:lnTo>
                  <a:lnTo>
                    <a:pt x="4159855" y="0"/>
                  </a:lnTo>
                  <a:lnTo>
                    <a:pt x="4161757" y="57776"/>
                  </a:lnTo>
                  <a:lnTo>
                    <a:pt x="4163658" y="40505"/>
                  </a:lnTo>
                  <a:lnTo>
                    <a:pt x="4165559" y="11045"/>
                  </a:lnTo>
                  <a:lnTo>
                    <a:pt x="4167460" y="424178"/>
                  </a:lnTo>
                  <a:lnTo>
                    <a:pt x="4169361" y="362463"/>
                  </a:lnTo>
                  <a:lnTo>
                    <a:pt x="4171263" y="345918"/>
                  </a:lnTo>
                  <a:lnTo>
                    <a:pt x="4173164" y="310553"/>
                  </a:lnTo>
                  <a:lnTo>
                    <a:pt x="4175065" y="336615"/>
                  </a:lnTo>
                  <a:lnTo>
                    <a:pt x="4176966" y="242150"/>
                  </a:lnTo>
                  <a:lnTo>
                    <a:pt x="4178867" y="213260"/>
                  </a:lnTo>
                  <a:lnTo>
                    <a:pt x="4180769" y="215923"/>
                  </a:lnTo>
                  <a:lnTo>
                    <a:pt x="4182670" y="310051"/>
                  </a:lnTo>
                  <a:lnTo>
                    <a:pt x="4184571" y="325275"/>
                  </a:lnTo>
                  <a:lnTo>
                    <a:pt x="4186472" y="529551"/>
                  </a:lnTo>
                  <a:lnTo>
                    <a:pt x="4188374" y="459357"/>
                  </a:lnTo>
                  <a:lnTo>
                    <a:pt x="4190275" y="556217"/>
                  </a:lnTo>
                  <a:lnTo>
                    <a:pt x="4192176" y="575118"/>
                  </a:lnTo>
                  <a:lnTo>
                    <a:pt x="4194077" y="524681"/>
                  </a:lnTo>
                  <a:lnTo>
                    <a:pt x="4195978" y="565130"/>
                  </a:lnTo>
                  <a:lnTo>
                    <a:pt x="4197880" y="625482"/>
                  </a:lnTo>
                  <a:lnTo>
                    <a:pt x="4199781" y="557098"/>
                  </a:lnTo>
                  <a:lnTo>
                    <a:pt x="4201682" y="544343"/>
                  </a:lnTo>
                  <a:lnTo>
                    <a:pt x="4203583" y="453655"/>
                  </a:lnTo>
                  <a:lnTo>
                    <a:pt x="4205484" y="532276"/>
                  </a:lnTo>
                  <a:lnTo>
                    <a:pt x="4207386" y="559125"/>
                  </a:lnTo>
                  <a:lnTo>
                    <a:pt x="4209287" y="385829"/>
                  </a:lnTo>
                  <a:lnTo>
                    <a:pt x="4211188" y="420764"/>
                  </a:lnTo>
                  <a:lnTo>
                    <a:pt x="4213089" y="403573"/>
                  </a:lnTo>
                  <a:lnTo>
                    <a:pt x="4214991" y="514100"/>
                  </a:lnTo>
                  <a:lnTo>
                    <a:pt x="4216892" y="571699"/>
                  </a:lnTo>
                  <a:lnTo>
                    <a:pt x="4218793" y="581848"/>
                  </a:lnTo>
                  <a:lnTo>
                    <a:pt x="4220694" y="655304"/>
                  </a:lnTo>
                  <a:lnTo>
                    <a:pt x="4222595" y="621158"/>
                  </a:lnTo>
                  <a:lnTo>
                    <a:pt x="4224497" y="708712"/>
                  </a:lnTo>
                  <a:lnTo>
                    <a:pt x="4226398" y="629693"/>
                  </a:lnTo>
                  <a:lnTo>
                    <a:pt x="4228299" y="722422"/>
                  </a:lnTo>
                  <a:lnTo>
                    <a:pt x="4230200" y="782108"/>
                  </a:lnTo>
                  <a:lnTo>
                    <a:pt x="4232101" y="870639"/>
                  </a:lnTo>
                  <a:lnTo>
                    <a:pt x="4234003" y="846445"/>
                  </a:lnTo>
                  <a:lnTo>
                    <a:pt x="4235904" y="731761"/>
                  </a:lnTo>
                  <a:lnTo>
                    <a:pt x="4237805" y="502926"/>
                  </a:lnTo>
                  <a:lnTo>
                    <a:pt x="4239706" y="463642"/>
                  </a:lnTo>
                  <a:lnTo>
                    <a:pt x="4241608" y="459428"/>
                  </a:lnTo>
                  <a:lnTo>
                    <a:pt x="4243509" y="374357"/>
                  </a:lnTo>
                  <a:lnTo>
                    <a:pt x="4245410" y="384423"/>
                  </a:lnTo>
                  <a:lnTo>
                    <a:pt x="4247311" y="375981"/>
                  </a:lnTo>
                  <a:lnTo>
                    <a:pt x="4249212" y="383473"/>
                  </a:lnTo>
                  <a:lnTo>
                    <a:pt x="4251114" y="413856"/>
                  </a:lnTo>
                  <a:lnTo>
                    <a:pt x="4253015" y="264041"/>
                  </a:lnTo>
                  <a:lnTo>
                    <a:pt x="4254916" y="227925"/>
                  </a:lnTo>
                  <a:lnTo>
                    <a:pt x="4256817" y="220768"/>
                  </a:lnTo>
                  <a:lnTo>
                    <a:pt x="4258718" y="296353"/>
                  </a:lnTo>
                  <a:lnTo>
                    <a:pt x="4260620" y="302474"/>
                  </a:lnTo>
                  <a:lnTo>
                    <a:pt x="4262521" y="324802"/>
                  </a:lnTo>
                  <a:lnTo>
                    <a:pt x="4264422" y="253700"/>
                  </a:lnTo>
                  <a:lnTo>
                    <a:pt x="4266323" y="260289"/>
                  </a:lnTo>
                  <a:lnTo>
                    <a:pt x="4268225" y="213336"/>
                  </a:lnTo>
                  <a:lnTo>
                    <a:pt x="4270126" y="209107"/>
                  </a:lnTo>
                  <a:lnTo>
                    <a:pt x="4272027" y="169352"/>
                  </a:lnTo>
                  <a:lnTo>
                    <a:pt x="4273928" y="126721"/>
                  </a:lnTo>
                  <a:lnTo>
                    <a:pt x="4275829" y="201381"/>
                  </a:lnTo>
                  <a:lnTo>
                    <a:pt x="4277731" y="180225"/>
                  </a:lnTo>
                  <a:lnTo>
                    <a:pt x="4279632" y="226003"/>
                  </a:lnTo>
                  <a:lnTo>
                    <a:pt x="4281533" y="256731"/>
                  </a:lnTo>
                  <a:lnTo>
                    <a:pt x="4283434" y="232270"/>
                  </a:lnTo>
                  <a:lnTo>
                    <a:pt x="4285335" y="199197"/>
                  </a:lnTo>
                  <a:lnTo>
                    <a:pt x="4287237" y="225008"/>
                  </a:lnTo>
                  <a:lnTo>
                    <a:pt x="4289138" y="182555"/>
                  </a:lnTo>
                  <a:lnTo>
                    <a:pt x="4291039" y="188790"/>
                  </a:lnTo>
                  <a:lnTo>
                    <a:pt x="4292940" y="260500"/>
                  </a:lnTo>
                  <a:lnTo>
                    <a:pt x="4294842" y="226085"/>
                  </a:lnTo>
                  <a:lnTo>
                    <a:pt x="4296743" y="218188"/>
                  </a:lnTo>
                  <a:lnTo>
                    <a:pt x="4298644" y="347213"/>
                  </a:lnTo>
                  <a:lnTo>
                    <a:pt x="4300545" y="393573"/>
                  </a:lnTo>
                  <a:lnTo>
                    <a:pt x="4302446" y="499103"/>
                  </a:lnTo>
                  <a:lnTo>
                    <a:pt x="4304348" y="572532"/>
                  </a:lnTo>
                  <a:lnTo>
                    <a:pt x="4306249" y="653073"/>
                  </a:lnTo>
                  <a:lnTo>
                    <a:pt x="4308150" y="735947"/>
                  </a:lnTo>
                  <a:lnTo>
                    <a:pt x="4310051" y="636024"/>
                  </a:lnTo>
                  <a:lnTo>
                    <a:pt x="4311952" y="561579"/>
                  </a:lnTo>
                  <a:lnTo>
                    <a:pt x="4313854" y="647662"/>
                  </a:lnTo>
                  <a:lnTo>
                    <a:pt x="4315755" y="590002"/>
                  </a:lnTo>
                  <a:lnTo>
                    <a:pt x="4317656" y="636001"/>
                  </a:lnTo>
                  <a:lnTo>
                    <a:pt x="4319557" y="550493"/>
                  </a:lnTo>
                  <a:lnTo>
                    <a:pt x="4321459" y="635369"/>
                  </a:lnTo>
                  <a:lnTo>
                    <a:pt x="4323360" y="604714"/>
                  </a:lnTo>
                  <a:lnTo>
                    <a:pt x="4325261" y="621763"/>
                  </a:lnTo>
                  <a:lnTo>
                    <a:pt x="4327162" y="621910"/>
                  </a:lnTo>
                  <a:lnTo>
                    <a:pt x="4329063" y="622192"/>
                  </a:lnTo>
                  <a:lnTo>
                    <a:pt x="4330965" y="543464"/>
                  </a:lnTo>
                  <a:lnTo>
                    <a:pt x="4332866" y="633678"/>
                  </a:lnTo>
                  <a:lnTo>
                    <a:pt x="4334767" y="564325"/>
                  </a:lnTo>
                  <a:lnTo>
                    <a:pt x="4336668" y="701525"/>
                  </a:lnTo>
                  <a:lnTo>
                    <a:pt x="4338569" y="722367"/>
                  </a:lnTo>
                  <a:lnTo>
                    <a:pt x="4340471" y="622132"/>
                  </a:lnTo>
                  <a:lnTo>
                    <a:pt x="4342372" y="767709"/>
                  </a:lnTo>
                  <a:lnTo>
                    <a:pt x="4344273" y="550962"/>
                  </a:lnTo>
                  <a:lnTo>
                    <a:pt x="4346174" y="525331"/>
                  </a:lnTo>
                  <a:lnTo>
                    <a:pt x="4348076" y="579288"/>
                  </a:lnTo>
                  <a:lnTo>
                    <a:pt x="4349977" y="458948"/>
                  </a:lnTo>
                  <a:lnTo>
                    <a:pt x="4351878" y="531840"/>
                  </a:lnTo>
                  <a:lnTo>
                    <a:pt x="4353779" y="518181"/>
                  </a:lnTo>
                  <a:lnTo>
                    <a:pt x="4355680" y="558761"/>
                  </a:lnTo>
                  <a:lnTo>
                    <a:pt x="4357582" y="461715"/>
                  </a:lnTo>
                  <a:lnTo>
                    <a:pt x="4359483" y="447996"/>
                  </a:lnTo>
                  <a:lnTo>
                    <a:pt x="4361384" y="522946"/>
                  </a:lnTo>
                  <a:lnTo>
                    <a:pt x="4363285" y="523468"/>
                  </a:lnTo>
                  <a:lnTo>
                    <a:pt x="4365186" y="557895"/>
                  </a:lnTo>
                  <a:lnTo>
                    <a:pt x="4367088" y="591518"/>
                  </a:lnTo>
                  <a:lnTo>
                    <a:pt x="4368989" y="506375"/>
                  </a:lnTo>
                  <a:lnTo>
                    <a:pt x="4370890" y="556817"/>
                  </a:lnTo>
                  <a:lnTo>
                    <a:pt x="4372791" y="526125"/>
                  </a:lnTo>
                  <a:lnTo>
                    <a:pt x="4374692" y="525471"/>
                  </a:lnTo>
                  <a:lnTo>
                    <a:pt x="4376594" y="506486"/>
                  </a:lnTo>
                  <a:lnTo>
                    <a:pt x="4378495" y="483169"/>
                  </a:lnTo>
                  <a:lnTo>
                    <a:pt x="4380396" y="528251"/>
                  </a:lnTo>
                  <a:lnTo>
                    <a:pt x="4382297" y="530600"/>
                  </a:lnTo>
                  <a:lnTo>
                    <a:pt x="4384199" y="538665"/>
                  </a:lnTo>
                  <a:lnTo>
                    <a:pt x="4386100" y="666210"/>
                  </a:lnTo>
                  <a:lnTo>
                    <a:pt x="4388001" y="683922"/>
                  </a:lnTo>
                  <a:lnTo>
                    <a:pt x="4389902" y="729120"/>
                  </a:lnTo>
                  <a:lnTo>
                    <a:pt x="4391803" y="765111"/>
                  </a:lnTo>
                  <a:lnTo>
                    <a:pt x="4393705" y="791727"/>
                  </a:lnTo>
                  <a:lnTo>
                    <a:pt x="4395606" y="822277"/>
                  </a:lnTo>
                  <a:lnTo>
                    <a:pt x="4397507" y="911341"/>
                  </a:lnTo>
                  <a:lnTo>
                    <a:pt x="4399408" y="1108650"/>
                  </a:lnTo>
                  <a:lnTo>
                    <a:pt x="4401309" y="1230438"/>
                  </a:lnTo>
                  <a:lnTo>
                    <a:pt x="4403211" y="1285121"/>
                  </a:lnTo>
                  <a:lnTo>
                    <a:pt x="4405112" y="1190064"/>
                  </a:lnTo>
                  <a:lnTo>
                    <a:pt x="4407013" y="1063015"/>
                  </a:lnTo>
                  <a:lnTo>
                    <a:pt x="4408914" y="1073010"/>
                  </a:lnTo>
                  <a:lnTo>
                    <a:pt x="4410816" y="1088487"/>
                  </a:lnTo>
                  <a:lnTo>
                    <a:pt x="4412717" y="1144616"/>
                  </a:lnTo>
                  <a:lnTo>
                    <a:pt x="4414618" y="1194798"/>
                  </a:lnTo>
                  <a:lnTo>
                    <a:pt x="4416519" y="1032630"/>
                  </a:lnTo>
                  <a:lnTo>
                    <a:pt x="4418420" y="1010936"/>
                  </a:lnTo>
                  <a:lnTo>
                    <a:pt x="4420322" y="943405"/>
                  </a:lnTo>
                  <a:lnTo>
                    <a:pt x="4422223" y="979684"/>
                  </a:lnTo>
                  <a:lnTo>
                    <a:pt x="4424124" y="1000714"/>
                  </a:lnTo>
                  <a:lnTo>
                    <a:pt x="4426025" y="1002661"/>
                  </a:lnTo>
                  <a:lnTo>
                    <a:pt x="4427926" y="930592"/>
                  </a:lnTo>
                  <a:lnTo>
                    <a:pt x="4429828" y="961967"/>
                  </a:lnTo>
                  <a:lnTo>
                    <a:pt x="4431729" y="904859"/>
                  </a:lnTo>
                  <a:lnTo>
                    <a:pt x="4433630" y="772667"/>
                  </a:lnTo>
                  <a:lnTo>
                    <a:pt x="4435531" y="733011"/>
                  </a:lnTo>
                  <a:lnTo>
                    <a:pt x="4437433" y="775889"/>
                  </a:lnTo>
                  <a:lnTo>
                    <a:pt x="4439334" y="666903"/>
                  </a:lnTo>
                  <a:lnTo>
                    <a:pt x="4441235" y="552080"/>
                  </a:lnTo>
                  <a:lnTo>
                    <a:pt x="4443136" y="587988"/>
                  </a:lnTo>
                  <a:lnTo>
                    <a:pt x="4445037" y="515684"/>
                  </a:lnTo>
                  <a:lnTo>
                    <a:pt x="4446939" y="346509"/>
                  </a:lnTo>
                  <a:lnTo>
                    <a:pt x="4448840" y="330684"/>
                  </a:lnTo>
                  <a:lnTo>
                    <a:pt x="4450741" y="254134"/>
                  </a:lnTo>
                  <a:lnTo>
                    <a:pt x="4452642" y="296066"/>
                  </a:lnTo>
                  <a:lnTo>
                    <a:pt x="4454543" y="201241"/>
                  </a:lnTo>
                  <a:lnTo>
                    <a:pt x="4456445" y="334590"/>
                  </a:lnTo>
                  <a:lnTo>
                    <a:pt x="4458346" y="332103"/>
                  </a:lnTo>
                  <a:lnTo>
                    <a:pt x="4460247" y="367807"/>
                  </a:lnTo>
                  <a:lnTo>
                    <a:pt x="4462148" y="428542"/>
                  </a:lnTo>
                  <a:lnTo>
                    <a:pt x="4464050" y="324107"/>
                  </a:lnTo>
                  <a:lnTo>
                    <a:pt x="4465951" y="398917"/>
                  </a:lnTo>
                  <a:lnTo>
                    <a:pt x="4467852" y="379413"/>
                  </a:lnTo>
                  <a:lnTo>
                    <a:pt x="4469753" y="342505"/>
                  </a:lnTo>
                  <a:lnTo>
                    <a:pt x="4471654" y="332466"/>
                  </a:lnTo>
                  <a:lnTo>
                    <a:pt x="4473556" y="328856"/>
                  </a:lnTo>
                  <a:lnTo>
                    <a:pt x="4475457" y="409384"/>
                  </a:lnTo>
                  <a:lnTo>
                    <a:pt x="4477358" y="359507"/>
                  </a:lnTo>
                  <a:lnTo>
                    <a:pt x="4479259" y="387651"/>
                  </a:lnTo>
                  <a:lnTo>
                    <a:pt x="4481160" y="321991"/>
                  </a:lnTo>
                  <a:lnTo>
                    <a:pt x="4483062" y="335542"/>
                  </a:lnTo>
                  <a:lnTo>
                    <a:pt x="4484963" y="388928"/>
                  </a:lnTo>
                  <a:lnTo>
                    <a:pt x="4486864" y="259697"/>
                  </a:lnTo>
                  <a:lnTo>
                    <a:pt x="4488765" y="346114"/>
                  </a:lnTo>
                  <a:lnTo>
                    <a:pt x="4490667" y="215976"/>
                  </a:lnTo>
                  <a:lnTo>
                    <a:pt x="4492568" y="223335"/>
                  </a:lnTo>
                  <a:lnTo>
                    <a:pt x="4494469" y="304567"/>
                  </a:lnTo>
                  <a:lnTo>
                    <a:pt x="4496370" y="305611"/>
                  </a:lnTo>
                  <a:lnTo>
                    <a:pt x="4498271" y="350399"/>
                  </a:lnTo>
                  <a:lnTo>
                    <a:pt x="4500173" y="340000"/>
                  </a:lnTo>
                  <a:lnTo>
                    <a:pt x="4502074" y="441924"/>
                  </a:lnTo>
                  <a:lnTo>
                    <a:pt x="4503975" y="438985"/>
                  </a:lnTo>
                  <a:lnTo>
                    <a:pt x="4505876" y="438033"/>
                  </a:lnTo>
                  <a:lnTo>
                    <a:pt x="4507777" y="472626"/>
                  </a:lnTo>
                  <a:lnTo>
                    <a:pt x="4509679" y="439681"/>
                  </a:lnTo>
                  <a:lnTo>
                    <a:pt x="4511580" y="395555"/>
                  </a:lnTo>
                  <a:lnTo>
                    <a:pt x="4513481" y="324455"/>
                  </a:lnTo>
                  <a:lnTo>
                    <a:pt x="4515382" y="266291"/>
                  </a:lnTo>
                  <a:lnTo>
                    <a:pt x="4517284" y="323340"/>
                  </a:lnTo>
                  <a:lnTo>
                    <a:pt x="4519185" y="249179"/>
                  </a:lnTo>
                  <a:lnTo>
                    <a:pt x="4521086" y="283006"/>
                  </a:lnTo>
                  <a:lnTo>
                    <a:pt x="4522987" y="185295"/>
                  </a:lnTo>
                  <a:lnTo>
                    <a:pt x="4524888" y="204919"/>
                  </a:lnTo>
                  <a:lnTo>
                    <a:pt x="4526790" y="185508"/>
                  </a:lnTo>
                  <a:lnTo>
                    <a:pt x="4528691" y="160407"/>
                  </a:lnTo>
                  <a:lnTo>
                    <a:pt x="4530592" y="103279"/>
                  </a:lnTo>
                  <a:lnTo>
                    <a:pt x="4532493" y="115535"/>
                  </a:lnTo>
                  <a:lnTo>
                    <a:pt x="4534394" y="72745"/>
                  </a:lnTo>
                  <a:lnTo>
                    <a:pt x="4536296" y="249534"/>
                  </a:lnTo>
                  <a:lnTo>
                    <a:pt x="4538197" y="231665"/>
                  </a:lnTo>
                  <a:lnTo>
                    <a:pt x="4540098" y="296009"/>
                  </a:lnTo>
                  <a:lnTo>
                    <a:pt x="4541999" y="295209"/>
                  </a:lnTo>
                  <a:lnTo>
                    <a:pt x="4543901" y="430523"/>
                  </a:lnTo>
                  <a:lnTo>
                    <a:pt x="4545802" y="488052"/>
                  </a:lnTo>
                  <a:lnTo>
                    <a:pt x="4547703" y="474242"/>
                  </a:lnTo>
                  <a:lnTo>
                    <a:pt x="4549604" y="544399"/>
                  </a:lnTo>
                  <a:lnTo>
                    <a:pt x="4551505" y="527995"/>
                  </a:lnTo>
                  <a:lnTo>
                    <a:pt x="4553407" y="554307"/>
                  </a:lnTo>
                  <a:lnTo>
                    <a:pt x="4555308" y="624865"/>
                  </a:lnTo>
                  <a:lnTo>
                    <a:pt x="4557209" y="610482"/>
                  </a:lnTo>
                  <a:lnTo>
                    <a:pt x="4559110" y="700376"/>
                  </a:lnTo>
                  <a:lnTo>
                    <a:pt x="4561011" y="829107"/>
                  </a:lnTo>
                  <a:lnTo>
                    <a:pt x="4562913" y="1015823"/>
                  </a:lnTo>
                  <a:lnTo>
                    <a:pt x="4564814" y="1003300"/>
                  </a:lnTo>
                  <a:lnTo>
                    <a:pt x="4566715" y="1070754"/>
                  </a:lnTo>
                  <a:lnTo>
                    <a:pt x="4568616" y="1063859"/>
                  </a:lnTo>
                  <a:lnTo>
                    <a:pt x="4570518" y="1164858"/>
                  </a:lnTo>
                  <a:lnTo>
                    <a:pt x="4572419" y="1227697"/>
                  </a:lnTo>
                  <a:lnTo>
                    <a:pt x="4574320" y="1239714"/>
                  </a:lnTo>
                  <a:lnTo>
                    <a:pt x="4576221" y="1171862"/>
                  </a:lnTo>
                  <a:lnTo>
                    <a:pt x="4578122" y="1091659"/>
                  </a:lnTo>
                  <a:lnTo>
                    <a:pt x="4580024" y="1133633"/>
                  </a:lnTo>
                  <a:lnTo>
                    <a:pt x="4581925" y="1187813"/>
                  </a:lnTo>
                  <a:lnTo>
                    <a:pt x="4583826" y="1279764"/>
                  </a:lnTo>
                  <a:lnTo>
                    <a:pt x="4585727" y="1171231"/>
                  </a:lnTo>
                  <a:lnTo>
                    <a:pt x="4587628" y="1187096"/>
                  </a:lnTo>
                  <a:lnTo>
                    <a:pt x="4589530" y="1277128"/>
                  </a:lnTo>
                  <a:lnTo>
                    <a:pt x="4591431" y="1224968"/>
                  </a:lnTo>
                  <a:lnTo>
                    <a:pt x="4593332" y="1205772"/>
                  </a:lnTo>
                  <a:lnTo>
                    <a:pt x="4595233" y="1113270"/>
                  </a:lnTo>
                  <a:lnTo>
                    <a:pt x="4597135" y="1015996"/>
                  </a:lnTo>
                  <a:lnTo>
                    <a:pt x="4599036" y="1203426"/>
                  </a:lnTo>
                  <a:lnTo>
                    <a:pt x="4600937" y="1207402"/>
                  </a:lnTo>
                  <a:lnTo>
                    <a:pt x="4602838" y="1140197"/>
                  </a:lnTo>
                  <a:lnTo>
                    <a:pt x="4604739" y="1019759"/>
                  </a:lnTo>
                  <a:lnTo>
                    <a:pt x="4606641" y="980560"/>
                  </a:lnTo>
                  <a:lnTo>
                    <a:pt x="4608542" y="1034365"/>
                  </a:lnTo>
                  <a:lnTo>
                    <a:pt x="4610443" y="953907"/>
                  </a:lnTo>
                  <a:lnTo>
                    <a:pt x="4612344" y="852835"/>
                  </a:lnTo>
                  <a:lnTo>
                    <a:pt x="4614245" y="811250"/>
                  </a:lnTo>
                  <a:lnTo>
                    <a:pt x="4616147" y="785681"/>
                  </a:lnTo>
                  <a:lnTo>
                    <a:pt x="4618048" y="738249"/>
                  </a:lnTo>
                  <a:lnTo>
                    <a:pt x="4619949" y="715259"/>
                  </a:lnTo>
                  <a:lnTo>
                    <a:pt x="4621850" y="716907"/>
                  </a:lnTo>
                  <a:lnTo>
                    <a:pt x="4623752" y="836475"/>
                  </a:lnTo>
                  <a:lnTo>
                    <a:pt x="4625653" y="832245"/>
                  </a:lnTo>
                  <a:lnTo>
                    <a:pt x="4627554" y="908228"/>
                  </a:lnTo>
                  <a:lnTo>
                    <a:pt x="4629455" y="904672"/>
                  </a:lnTo>
                  <a:lnTo>
                    <a:pt x="4631356" y="919614"/>
                  </a:lnTo>
                  <a:lnTo>
                    <a:pt x="4633258" y="843485"/>
                  </a:lnTo>
                  <a:lnTo>
                    <a:pt x="4635159" y="842571"/>
                  </a:lnTo>
                  <a:lnTo>
                    <a:pt x="4637060" y="873331"/>
                  </a:lnTo>
                  <a:lnTo>
                    <a:pt x="4638961" y="846407"/>
                  </a:lnTo>
                  <a:lnTo>
                    <a:pt x="4640862" y="841247"/>
                  </a:lnTo>
                  <a:lnTo>
                    <a:pt x="4642764" y="834838"/>
                  </a:lnTo>
                  <a:lnTo>
                    <a:pt x="4644665" y="887825"/>
                  </a:lnTo>
                  <a:lnTo>
                    <a:pt x="4646566" y="993484"/>
                  </a:lnTo>
                  <a:lnTo>
                    <a:pt x="4648467" y="1032873"/>
                  </a:lnTo>
                  <a:lnTo>
                    <a:pt x="4650369" y="1027472"/>
                  </a:lnTo>
                  <a:lnTo>
                    <a:pt x="4652270" y="1076833"/>
                  </a:lnTo>
                  <a:lnTo>
                    <a:pt x="4654171" y="1082526"/>
                  </a:lnTo>
                  <a:lnTo>
                    <a:pt x="4656072" y="1141382"/>
                  </a:lnTo>
                  <a:lnTo>
                    <a:pt x="4657973" y="1100178"/>
                  </a:lnTo>
                  <a:lnTo>
                    <a:pt x="4659875" y="1154515"/>
                  </a:lnTo>
                  <a:lnTo>
                    <a:pt x="4661776" y="1201488"/>
                  </a:lnTo>
                  <a:lnTo>
                    <a:pt x="4663677" y="1184618"/>
                  </a:lnTo>
                  <a:lnTo>
                    <a:pt x="4665578" y="976653"/>
                  </a:lnTo>
                  <a:lnTo>
                    <a:pt x="4667479" y="946544"/>
                  </a:lnTo>
                  <a:lnTo>
                    <a:pt x="4669381" y="908300"/>
                  </a:lnTo>
                  <a:lnTo>
                    <a:pt x="4671282" y="829167"/>
                  </a:lnTo>
                  <a:lnTo>
                    <a:pt x="4673183" y="798556"/>
                  </a:lnTo>
                  <a:lnTo>
                    <a:pt x="4675084" y="732733"/>
                  </a:lnTo>
                  <a:lnTo>
                    <a:pt x="4676985" y="740455"/>
                  </a:lnTo>
                  <a:lnTo>
                    <a:pt x="4678887" y="806459"/>
                  </a:lnTo>
                  <a:lnTo>
                    <a:pt x="4680788" y="714456"/>
                  </a:lnTo>
                  <a:lnTo>
                    <a:pt x="4682689" y="777610"/>
                  </a:lnTo>
                  <a:lnTo>
                    <a:pt x="4684590" y="721055"/>
                  </a:lnTo>
                  <a:lnTo>
                    <a:pt x="4686492" y="624976"/>
                  </a:lnTo>
                  <a:lnTo>
                    <a:pt x="4688393" y="705537"/>
                  </a:lnTo>
                  <a:lnTo>
                    <a:pt x="4690294" y="684983"/>
                  </a:lnTo>
                  <a:lnTo>
                    <a:pt x="4692195" y="791026"/>
                  </a:lnTo>
                  <a:lnTo>
                    <a:pt x="4694096" y="835422"/>
                  </a:lnTo>
                  <a:lnTo>
                    <a:pt x="4695998" y="865284"/>
                  </a:lnTo>
                  <a:lnTo>
                    <a:pt x="4697899" y="895425"/>
                  </a:lnTo>
                  <a:lnTo>
                    <a:pt x="4699800" y="854380"/>
                  </a:lnTo>
                  <a:lnTo>
                    <a:pt x="4701701" y="801927"/>
                  </a:lnTo>
                  <a:lnTo>
                    <a:pt x="4703602" y="791156"/>
                  </a:lnTo>
                  <a:lnTo>
                    <a:pt x="4705504" y="762426"/>
                  </a:lnTo>
                  <a:lnTo>
                    <a:pt x="4707405" y="773260"/>
                  </a:lnTo>
                  <a:lnTo>
                    <a:pt x="4709306" y="838687"/>
                  </a:lnTo>
                  <a:lnTo>
                    <a:pt x="4711207" y="913509"/>
                  </a:lnTo>
                  <a:lnTo>
                    <a:pt x="4713109" y="909167"/>
                  </a:lnTo>
                  <a:lnTo>
                    <a:pt x="4715010" y="876374"/>
                  </a:lnTo>
                  <a:lnTo>
                    <a:pt x="4716911" y="870166"/>
                  </a:lnTo>
                  <a:lnTo>
                    <a:pt x="4718812" y="777402"/>
                  </a:lnTo>
                  <a:lnTo>
                    <a:pt x="4720713" y="783550"/>
                  </a:lnTo>
                  <a:lnTo>
                    <a:pt x="4722615" y="939413"/>
                  </a:lnTo>
                  <a:lnTo>
                    <a:pt x="4724516" y="1080697"/>
                  </a:lnTo>
                  <a:lnTo>
                    <a:pt x="4726417" y="1198583"/>
                  </a:lnTo>
                  <a:lnTo>
                    <a:pt x="4728318" y="1151271"/>
                  </a:lnTo>
                  <a:lnTo>
                    <a:pt x="4730219" y="1063266"/>
                  </a:lnTo>
                  <a:lnTo>
                    <a:pt x="4732121" y="1117244"/>
                  </a:lnTo>
                  <a:lnTo>
                    <a:pt x="4734022" y="1116490"/>
                  </a:lnTo>
                  <a:lnTo>
                    <a:pt x="4735923" y="953973"/>
                  </a:lnTo>
                  <a:lnTo>
                    <a:pt x="4737824" y="933965"/>
                  </a:lnTo>
                  <a:lnTo>
                    <a:pt x="4739726" y="928789"/>
                  </a:lnTo>
                  <a:lnTo>
                    <a:pt x="4741627" y="998879"/>
                  </a:lnTo>
                  <a:lnTo>
                    <a:pt x="4743528" y="984222"/>
                  </a:lnTo>
                  <a:lnTo>
                    <a:pt x="4745429" y="1061205"/>
                  </a:lnTo>
                  <a:lnTo>
                    <a:pt x="4747330" y="945222"/>
                  </a:lnTo>
                  <a:lnTo>
                    <a:pt x="4749232" y="968807"/>
                  </a:lnTo>
                  <a:lnTo>
                    <a:pt x="4751133" y="867006"/>
                  </a:lnTo>
                  <a:lnTo>
                    <a:pt x="4753034" y="942119"/>
                  </a:lnTo>
                  <a:lnTo>
                    <a:pt x="4754935" y="1060476"/>
                  </a:lnTo>
                  <a:lnTo>
                    <a:pt x="4756836" y="1088022"/>
                  </a:lnTo>
                  <a:lnTo>
                    <a:pt x="4758738" y="1111469"/>
                  </a:lnTo>
                  <a:lnTo>
                    <a:pt x="4760639" y="1104636"/>
                  </a:lnTo>
                  <a:lnTo>
                    <a:pt x="4762540" y="1099666"/>
                  </a:lnTo>
                  <a:lnTo>
                    <a:pt x="4764441" y="1091045"/>
                  </a:lnTo>
                  <a:lnTo>
                    <a:pt x="4766343" y="1032393"/>
                  </a:lnTo>
                  <a:lnTo>
                    <a:pt x="4768244" y="1058705"/>
                  </a:lnTo>
                  <a:lnTo>
                    <a:pt x="4770145" y="1049016"/>
                  </a:lnTo>
                  <a:lnTo>
                    <a:pt x="4772046" y="1130057"/>
                  </a:lnTo>
                  <a:lnTo>
                    <a:pt x="4773947" y="1245442"/>
                  </a:lnTo>
                  <a:lnTo>
                    <a:pt x="4775849" y="1247629"/>
                  </a:lnTo>
                  <a:lnTo>
                    <a:pt x="4777750" y="1322246"/>
                  </a:lnTo>
                  <a:lnTo>
                    <a:pt x="4779651" y="1418907"/>
                  </a:lnTo>
                  <a:lnTo>
                    <a:pt x="4781552" y="1439642"/>
                  </a:lnTo>
                  <a:lnTo>
                    <a:pt x="4783453" y="1439149"/>
                  </a:lnTo>
                  <a:lnTo>
                    <a:pt x="4785355" y="1523150"/>
                  </a:lnTo>
                  <a:lnTo>
                    <a:pt x="4787256" y="1551442"/>
                  </a:lnTo>
                  <a:lnTo>
                    <a:pt x="4789157" y="1677549"/>
                  </a:lnTo>
                  <a:lnTo>
                    <a:pt x="4791058" y="1667509"/>
                  </a:lnTo>
                  <a:lnTo>
                    <a:pt x="4792960" y="1607963"/>
                  </a:lnTo>
                  <a:lnTo>
                    <a:pt x="4794861" y="1698562"/>
                  </a:lnTo>
                  <a:lnTo>
                    <a:pt x="4796762" y="1804729"/>
                  </a:lnTo>
                  <a:lnTo>
                    <a:pt x="4798663" y="1786092"/>
                  </a:lnTo>
                  <a:lnTo>
                    <a:pt x="4800564" y="1854751"/>
                  </a:lnTo>
                  <a:lnTo>
                    <a:pt x="4802466" y="1951576"/>
                  </a:lnTo>
                  <a:lnTo>
                    <a:pt x="4804367" y="1908183"/>
                  </a:lnTo>
                  <a:lnTo>
                    <a:pt x="4806268" y="1914764"/>
                  </a:lnTo>
                  <a:lnTo>
                    <a:pt x="4808169" y="1883956"/>
                  </a:lnTo>
                  <a:lnTo>
                    <a:pt x="4810070" y="1879160"/>
                  </a:lnTo>
                  <a:lnTo>
                    <a:pt x="4811972" y="1947251"/>
                  </a:lnTo>
                  <a:lnTo>
                    <a:pt x="4813873" y="1969139"/>
                  </a:lnTo>
                  <a:lnTo>
                    <a:pt x="4815774" y="1972860"/>
                  </a:lnTo>
                  <a:lnTo>
                    <a:pt x="4817675" y="1924248"/>
                  </a:lnTo>
                  <a:lnTo>
                    <a:pt x="4819577" y="1987753"/>
                  </a:lnTo>
                  <a:lnTo>
                    <a:pt x="4821478" y="1926360"/>
                  </a:lnTo>
                  <a:lnTo>
                    <a:pt x="4823379" y="1913348"/>
                  </a:lnTo>
                  <a:lnTo>
                    <a:pt x="4825280" y="1951204"/>
                  </a:lnTo>
                  <a:lnTo>
                    <a:pt x="4827181" y="1879221"/>
                  </a:lnTo>
                  <a:lnTo>
                    <a:pt x="4829083" y="1847244"/>
                  </a:lnTo>
                  <a:lnTo>
                    <a:pt x="4830984" y="1805173"/>
                  </a:lnTo>
                  <a:lnTo>
                    <a:pt x="4832885" y="1830591"/>
                  </a:lnTo>
                  <a:lnTo>
                    <a:pt x="4834786" y="1807793"/>
                  </a:lnTo>
                  <a:lnTo>
                    <a:pt x="4836687" y="1790198"/>
                  </a:lnTo>
                  <a:lnTo>
                    <a:pt x="4838589" y="1869620"/>
                  </a:lnTo>
                  <a:lnTo>
                    <a:pt x="4840490" y="1849227"/>
                  </a:lnTo>
                  <a:lnTo>
                    <a:pt x="4842391" y="1838121"/>
                  </a:lnTo>
                  <a:lnTo>
                    <a:pt x="4844292" y="1827547"/>
                  </a:lnTo>
                  <a:lnTo>
                    <a:pt x="4846194" y="1804010"/>
                  </a:lnTo>
                  <a:lnTo>
                    <a:pt x="4848095" y="1719538"/>
                  </a:lnTo>
                  <a:lnTo>
                    <a:pt x="4849996" y="1711637"/>
                  </a:lnTo>
                  <a:lnTo>
                    <a:pt x="4851897" y="1662005"/>
                  </a:lnTo>
                  <a:lnTo>
                    <a:pt x="4853798" y="1668245"/>
                  </a:lnTo>
                  <a:lnTo>
                    <a:pt x="4855700" y="1656559"/>
                  </a:lnTo>
                  <a:lnTo>
                    <a:pt x="4857601" y="1595852"/>
                  </a:lnTo>
                  <a:lnTo>
                    <a:pt x="4859502" y="1620533"/>
                  </a:lnTo>
                  <a:lnTo>
                    <a:pt x="4861403" y="1687928"/>
                  </a:lnTo>
                  <a:lnTo>
                    <a:pt x="4863304" y="1772342"/>
                  </a:lnTo>
                  <a:lnTo>
                    <a:pt x="4865206" y="1868371"/>
                  </a:lnTo>
                  <a:lnTo>
                    <a:pt x="4867107" y="1874652"/>
                  </a:lnTo>
                  <a:lnTo>
                    <a:pt x="4869008" y="1927199"/>
                  </a:lnTo>
                  <a:lnTo>
                    <a:pt x="4870909" y="1932379"/>
                  </a:lnTo>
                  <a:lnTo>
                    <a:pt x="4872811" y="1866471"/>
                  </a:lnTo>
                  <a:lnTo>
                    <a:pt x="4874712" y="1855778"/>
                  </a:lnTo>
                  <a:lnTo>
                    <a:pt x="4876613" y="1777049"/>
                  </a:lnTo>
                  <a:lnTo>
                    <a:pt x="4878514" y="1800543"/>
                  </a:lnTo>
                  <a:lnTo>
                    <a:pt x="4880415" y="1905693"/>
                  </a:lnTo>
                  <a:lnTo>
                    <a:pt x="4882317" y="1815126"/>
                  </a:lnTo>
                  <a:lnTo>
                    <a:pt x="4884218" y="1845779"/>
                  </a:lnTo>
                  <a:lnTo>
                    <a:pt x="4886119" y="1674911"/>
                  </a:lnTo>
                  <a:lnTo>
                    <a:pt x="4888020" y="1685117"/>
                  </a:lnTo>
                  <a:lnTo>
                    <a:pt x="4889921" y="1656660"/>
                  </a:lnTo>
                  <a:lnTo>
                    <a:pt x="4891823" y="1519334"/>
                  </a:lnTo>
                  <a:lnTo>
                    <a:pt x="4893724" y="1539724"/>
                  </a:lnTo>
                  <a:lnTo>
                    <a:pt x="4895625" y="1609422"/>
                  </a:lnTo>
                  <a:lnTo>
                    <a:pt x="4897526" y="1567035"/>
                  </a:lnTo>
                  <a:lnTo>
                    <a:pt x="4899428" y="1579166"/>
                  </a:lnTo>
                  <a:lnTo>
                    <a:pt x="4901329" y="1508123"/>
                  </a:lnTo>
                  <a:lnTo>
                    <a:pt x="4903230" y="1432818"/>
                  </a:lnTo>
                  <a:lnTo>
                    <a:pt x="4905131" y="1247766"/>
                  </a:lnTo>
                  <a:lnTo>
                    <a:pt x="4907032" y="1267281"/>
                  </a:lnTo>
                  <a:lnTo>
                    <a:pt x="4908934" y="1229201"/>
                  </a:lnTo>
                  <a:lnTo>
                    <a:pt x="4910835" y="1231916"/>
                  </a:lnTo>
                  <a:lnTo>
                    <a:pt x="4912736" y="1315451"/>
                  </a:lnTo>
                  <a:lnTo>
                    <a:pt x="4914637" y="1435547"/>
                  </a:lnTo>
                  <a:lnTo>
                    <a:pt x="4916538" y="1467001"/>
                  </a:lnTo>
                  <a:lnTo>
                    <a:pt x="4918440" y="1479827"/>
                  </a:lnTo>
                  <a:lnTo>
                    <a:pt x="4920341" y="1364260"/>
                  </a:lnTo>
                  <a:lnTo>
                    <a:pt x="4922242" y="1381672"/>
                  </a:lnTo>
                  <a:lnTo>
                    <a:pt x="4924143" y="1274896"/>
                  </a:lnTo>
                  <a:lnTo>
                    <a:pt x="4926045" y="1286453"/>
                  </a:lnTo>
                  <a:lnTo>
                    <a:pt x="4927946" y="1336745"/>
                  </a:lnTo>
                  <a:lnTo>
                    <a:pt x="4929847" y="1266983"/>
                  </a:lnTo>
                  <a:lnTo>
                    <a:pt x="4931748" y="1170503"/>
                  </a:lnTo>
                  <a:lnTo>
                    <a:pt x="4933649" y="1194732"/>
                  </a:lnTo>
                  <a:lnTo>
                    <a:pt x="4935551" y="1196815"/>
                  </a:lnTo>
                  <a:lnTo>
                    <a:pt x="4937452" y="1231075"/>
                  </a:lnTo>
                  <a:lnTo>
                    <a:pt x="4939353" y="1172398"/>
                  </a:lnTo>
                  <a:lnTo>
                    <a:pt x="4941254" y="1177854"/>
                  </a:lnTo>
                  <a:lnTo>
                    <a:pt x="4943155" y="1252014"/>
                  </a:lnTo>
                  <a:lnTo>
                    <a:pt x="4945057" y="1170151"/>
                  </a:lnTo>
                  <a:lnTo>
                    <a:pt x="4946958" y="1157591"/>
                  </a:lnTo>
                  <a:lnTo>
                    <a:pt x="4948859" y="1296086"/>
                  </a:lnTo>
                  <a:lnTo>
                    <a:pt x="4950760" y="1238478"/>
                  </a:lnTo>
                  <a:lnTo>
                    <a:pt x="4952661" y="1238350"/>
                  </a:lnTo>
                  <a:lnTo>
                    <a:pt x="4954563" y="1303814"/>
                  </a:lnTo>
                  <a:lnTo>
                    <a:pt x="4956464" y="1327095"/>
                  </a:lnTo>
                  <a:lnTo>
                    <a:pt x="4958365" y="1366266"/>
                  </a:lnTo>
                  <a:lnTo>
                    <a:pt x="4960266" y="1337685"/>
                  </a:lnTo>
                  <a:lnTo>
                    <a:pt x="4962168" y="1398319"/>
                  </a:lnTo>
                  <a:lnTo>
                    <a:pt x="4964069" y="1395684"/>
                  </a:lnTo>
                  <a:lnTo>
                    <a:pt x="4965970" y="1425397"/>
                  </a:lnTo>
                  <a:lnTo>
                    <a:pt x="4967871" y="1467672"/>
                  </a:lnTo>
                  <a:lnTo>
                    <a:pt x="4969772" y="1477892"/>
                  </a:lnTo>
                  <a:lnTo>
                    <a:pt x="4971674" y="1452801"/>
                  </a:lnTo>
                  <a:lnTo>
                    <a:pt x="4973575" y="1489658"/>
                  </a:lnTo>
                  <a:lnTo>
                    <a:pt x="4975476" y="1501197"/>
                  </a:lnTo>
                  <a:lnTo>
                    <a:pt x="4977377" y="1537601"/>
                  </a:lnTo>
                  <a:lnTo>
                    <a:pt x="4979278" y="1541763"/>
                  </a:lnTo>
                  <a:lnTo>
                    <a:pt x="4981180" y="1493005"/>
                  </a:lnTo>
                  <a:lnTo>
                    <a:pt x="4983081" y="1502527"/>
                  </a:lnTo>
                  <a:lnTo>
                    <a:pt x="4984982" y="1442050"/>
                  </a:lnTo>
                  <a:lnTo>
                    <a:pt x="4986883" y="1407440"/>
                  </a:lnTo>
                  <a:lnTo>
                    <a:pt x="4988785" y="1458987"/>
                  </a:lnTo>
                  <a:lnTo>
                    <a:pt x="4990686" y="1467475"/>
                  </a:lnTo>
                  <a:lnTo>
                    <a:pt x="4992587" y="1545054"/>
                  </a:lnTo>
                  <a:lnTo>
                    <a:pt x="4994488" y="1635472"/>
                  </a:lnTo>
                  <a:lnTo>
                    <a:pt x="4996389" y="1719666"/>
                  </a:lnTo>
                  <a:lnTo>
                    <a:pt x="4998291" y="1829181"/>
                  </a:lnTo>
                  <a:lnTo>
                    <a:pt x="5000192" y="1851895"/>
                  </a:lnTo>
                  <a:lnTo>
                    <a:pt x="5002093" y="1893606"/>
                  </a:lnTo>
                  <a:lnTo>
                    <a:pt x="5003994" y="1914921"/>
                  </a:lnTo>
                  <a:lnTo>
                    <a:pt x="5005895" y="1920751"/>
                  </a:lnTo>
                  <a:lnTo>
                    <a:pt x="5007797" y="1913250"/>
                  </a:lnTo>
                  <a:lnTo>
                    <a:pt x="5009698" y="1959251"/>
                  </a:lnTo>
                  <a:lnTo>
                    <a:pt x="5011599" y="1953072"/>
                  </a:lnTo>
                  <a:lnTo>
                    <a:pt x="5013500" y="1922756"/>
                  </a:lnTo>
                  <a:lnTo>
                    <a:pt x="5015402" y="1888013"/>
                  </a:lnTo>
                  <a:lnTo>
                    <a:pt x="5017303" y="1805952"/>
                  </a:lnTo>
                  <a:lnTo>
                    <a:pt x="5019204" y="1869809"/>
                  </a:lnTo>
                  <a:lnTo>
                    <a:pt x="5021105" y="1906999"/>
                  </a:lnTo>
                  <a:lnTo>
                    <a:pt x="5023006" y="1894480"/>
                  </a:lnTo>
                  <a:lnTo>
                    <a:pt x="5024908" y="1831176"/>
                  </a:lnTo>
                  <a:lnTo>
                    <a:pt x="5026809" y="1683925"/>
                  </a:lnTo>
                  <a:lnTo>
                    <a:pt x="5028710" y="1730817"/>
                  </a:lnTo>
                  <a:lnTo>
                    <a:pt x="5030611" y="1764301"/>
                  </a:lnTo>
                  <a:lnTo>
                    <a:pt x="5032512" y="1777252"/>
                  </a:lnTo>
                  <a:lnTo>
                    <a:pt x="5034414" y="1849494"/>
                  </a:lnTo>
                  <a:lnTo>
                    <a:pt x="5036315" y="1860559"/>
                  </a:lnTo>
                  <a:lnTo>
                    <a:pt x="5038216" y="1914436"/>
                  </a:lnTo>
                  <a:lnTo>
                    <a:pt x="5040117" y="1917265"/>
                  </a:lnTo>
                  <a:lnTo>
                    <a:pt x="5042019" y="1990370"/>
                  </a:lnTo>
                  <a:lnTo>
                    <a:pt x="5043920" y="2015624"/>
                  </a:lnTo>
                  <a:lnTo>
                    <a:pt x="5045821" y="2039419"/>
                  </a:lnTo>
                  <a:lnTo>
                    <a:pt x="5047722" y="2061242"/>
                  </a:lnTo>
                  <a:lnTo>
                    <a:pt x="5049623" y="2083316"/>
                  </a:lnTo>
                  <a:lnTo>
                    <a:pt x="5051525" y="2125696"/>
                  </a:lnTo>
                  <a:lnTo>
                    <a:pt x="5053426" y="2090134"/>
                  </a:lnTo>
                  <a:lnTo>
                    <a:pt x="5055327" y="2075949"/>
                  </a:lnTo>
                  <a:lnTo>
                    <a:pt x="5057228" y="2074465"/>
                  </a:lnTo>
                  <a:lnTo>
                    <a:pt x="5059129" y="2054612"/>
                  </a:lnTo>
                  <a:lnTo>
                    <a:pt x="5061031" y="2064146"/>
                  </a:lnTo>
                  <a:lnTo>
                    <a:pt x="5062932" y="2037829"/>
                  </a:lnTo>
                  <a:lnTo>
                    <a:pt x="5064833" y="2101258"/>
                  </a:lnTo>
                  <a:lnTo>
                    <a:pt x="5066734" y="2075315"/>
                  </a:lnTo>
                  <a:lnTo>
                    <a:pt x="5068636" y="2011413"/>
                  </a:lnTo>
                  <a:lnTo>
                    <a:pt x="5070537" y="1949469"/>
                  </a:lnTo>
                  <a:lnTo>
                    <a:pt x="5072438" y="1897606"/>
                  </a:lnTo>
                  <a:lnTo>
                    <a:pt x="5074339" y="1878522"/>
                  </a:lnTo>
                  <a:lnTo>
                    <a:pt x="5076240" y="1813454"/>
                  </a:lnTo>
                  <a:lnTo>
                    <a:pt x="5078142" y="1715285"/>
                  </a:lnTo>
                  <a:lnTo>
                    <a:pt x="5080043" y="1746590"/>
                  </a:lnTo>
                  <a:lnTo>
                    <a:pt x="5081944" y="1751604"/>
                  </a:lnTo>
                  <a:lnTo>
                    <a:pt x="5083845" y="1762811"/>
                  </a:lnTo>
                  <a:lnTo>
                    <a:pt x="5085746" y="1792939"/>
                  </a:lnTo>
                  <a:lnTo>
                    <a:pt x="5087648" y="1839937"/>
                  </a:lnTo>
                  <a:lnTo>
                    <a:pt x="5089549" y="1879487"/>
                  </a:lnTo>
                  <a:lnTo>
                    <a:pt x="5091450" y="1888298"/>
                  </a:lnTo>
                  <a:lnTo>
                    <a:pt x="5093351" y="1851589"/>
                  </a:lnTo>
                  <a:lnTo>
                    <a:pt x="5095253" y="1845633"/>
                  </a:lnTo>
                  <a:lnTo>
                    <a:pt x="5097154" y="1880681"/>
                  </a:lnTo>
                  <a:lnTo>
                    <a:pt x="5099055" y="2013770"/>
                  </a:lnTo>
                  <a:lnTo>
                    <a:pt x="5100956" y="2032084"/>
                  </a:lnTo>
                  <a:lnTo>
                    <a:pt x="5102857" y="1985685"/>
                  </a:lnTo>
                  <a:lnTo>
                    <a:pt x="5104759" y="1983383"/>
                  </a:lnTo>
                  <a:lnTo>
                    <a:pt x="5106660" y="2017218"/>
                  </a:lnTo>
                  <a:lnTo>
                    <a:pt x="5108561" y="1999129"/>
                  </a:lnTo>
                  <a:lnTo>
                    <a:pt x="5110462" y="2014357"/>
                  </a:lnTo>
                  <a:lnTo>
                    <a:pt x="5112363" y="2029654"/>
                  </a:lnTo>
                  <a:lnTo>
                    <a:pt x="5114265" y="2037027"/>
                  </a:lnTo>
                  <a:lnTo>
                    <a:pt x="5116166" y="2073658"/>
                  </a:lnTo>
                  <a:lnTo>
                    <a:pt x="5118067" y="2065748"/>
                  </a:lnTo>
                  <a:lnTo>
                    <a:pt x="5119968" y="2068577"/>
                  </a:lnTo>
                  <a:lnTo>
                    <a:pt x="5121870" y="2089394"/>
                  </a:lnTo>
                  <a:lnTo>
                    <a:pt x="5123771" y="2104560"/>
                  </a:lnTo>
                  <a:lnTo>
                    <a:pt x="5125672" y="2046935"/>
                  </a:lnTo>
                  <a:lnTo>
                    <a:pt x="5127573" y="1972628"/>
                  </a:lnTo>
                  <a:lnTo>
                    <a:pt x="5129474" y="1924005"/>
                  </a:lnTo>
                  <a:lnTo>
                    <a:pt x="5131376" y="1941311"/>
                  </a:lnTo>
                  <a:lnTo>
                    <a:pt x="5133277" y="1910162"/>
                  </a:lnTo>
                  <a:lnTo>
                    <a:pt x="5135178" y="1914273"/>
                  </a:lnTo>
                  <a:lnTo>
                    <a:pt x="5137079" y="1894708"/>
                  </a:lnTo>
                  <a:lnTo>
                    <a:pt x="5138980" y="1845896"/>
                  </a:lnTo>
                  <a:lnTo>
                    <a:pt x="5140882" y="1792824"/>
                  </a:lnTo>
                  <a:lnTo>
                    <a:pt x="5142783" y="1724605"/>
                  </a:lnTo>
                  <a:lnTo>
                    <a:pt x="5144684" y="1645595"/>
                  </a:lnTo>
                  <a:lnTo>
                    <a:pt x="5146585" y="1601338"/>
                  </a:lnTo>
                  <a:lnTo>
                    <a:pt x="5148487" y="1558297"/>
                  </a:lnTo>
                  <a:lnTo>
                    <a:pt x="5150388" y="1446155"/>
                  </a:lnTo>
                  <a:lnTo>
                    <a:pt x="5152289" y="1579180"/>
                  </a:lnTo>
                  <a:lnTo>
                    <a:pt x="5154190" y="1650434"/>
                  </a:lnTo>
                  <a:lnTo>
                    <a:pt x="5156091" y="1610060"/>
                  </a:lnTo>
                  <a:lnTo>
                    <a:pt x="5157993" y="1491927"/>
                  </a:lnTo>
                  <a:lnTo>
                    <a:pt x="5159894" y="1514438"/>
                  </a:lnTo>
                  <a:lnTo>
                    <a:pt x="5161795" y="1459001"/>
                  </a:lnTo>
                  <a:lnTo>
                    <a:pt x="5163696" y="1441009"/>
                  </a:lnTo>
                  <a:lnTo>
                    <a:pt x="5165597" y="1425012"/>
                  </a:lnTo>
                  <a:lnTo>
                    <a:pt x="5167499" y="1382489"/>
                  </a:lnTo>
                  <a:lnTo>
                    <a:pt x="5169400" y="1368863"/>
                  </a:lnTo>
                  <a:lnTo>
                    <a:pt x="5171301" y="1410813"/>
                  </a:lnTo>
                  <a:lnTo>
                    <a:pt x="5173202" y="1463393"/>
                  </a:lnTo>
                  <a:lnTo>
                    <a:pt x="5175104" y="1438917"/>
                  </a:lnTo>
                  <a:lnTo>
                    <a:pt x="5177005" y="1452764"/>
                  </a:lnTo>
                  <a:lnTo>
                    <a:pt x="5178906" y="1431577"/>
                  </a:lnTo>
                  <a:lnTo>
                    <a:pt x="5180807" y="1371991"/>
                  </a:lnTo>
                  <a:lnTo>
                    <a:pt x="5182708" y="1319506"/>
                  </a:lnTo>
                  <a:lnTo>
                    <a:pt x="5184610" y="1335001"/>
                  </a:lnTo>
                  <a:lnTo>
                    <a:pt x="5186511" y="1337485"/>
                  </a:lnTo>
                  <a:lnTo>
                    <a:pt x="5188412" y="1341006"/>
                  </a:lnTo>
                  <a:lnTo>
                    <a:pt x="5190313" y="1294165"/>
                  </a:lnTo>
                  <a:lnTo>
                    <a:pt x="5192214" y="1297915"/>
                  </a:lnTo>
                  <a:lnTo>
                    <a:pt x="5194116" y="1242680"/>
                  </a:lnTo>
                  <a:lnTo>
                    <a:pt x="5196017" y="1201767"/>
                  </a:lnTo>
                  <a:lnTo>
                    <a:pt x="5197918" y="1209724"/>
                  </a:lnTo>
                  <a:lnTo>
                    <a:pt x="5199819" y="1258940"/>
                  </a:lnTo>
                  <a:lnTo>
                    <a:pt x="5201721" y="1283416"/>
                  </a:lnTo>
                  <a:lnTo>
                    <a:pt x="5203622" y="1255843"/>
                  </a:lnTo>
                  <a:lnTo>
                    <a:pt x="5205523" y="1300942"/>
                  </a:lnTo>
                  <a:lnTo>
                    <a:pt x="5207424" y="1288466"/>
                  </a:lnTo>
                  <a:lnTo>
                    <a:pt x="5209325" y="1347891"/>
                  </a:lnTo>
                  <a:lnTo>
                    <a:pt x="5211227" y="1395011"/>
                  </a:lnTo>
                  <a:lnTo>
                    <a:pt x="5213128" y="1422141"/>
                  </a:lnTo>
                  <a:lnTo>
                    <a:pt x="5215029" y="1494670"/>
                  </a:lnTo>
                  <a:lnTo>
                    <a:pt x="5216930" y="1435055"/>
                  </a:lnTo>
                  <a:lnTo>
                    <a:pt x="5218831" y="1462070"/>
                  </a:lnTo>
                  <a:lnTo>
                    <a:pt x="5220733" y="1414285"/>
                  </a:lnTo>
                  <a:lnTo>
                    <a:pt x="5222634" y="1338071"/>
                  </a:lnTo>
                  <a:lnTo>
                    <a:pt x="5224535" y="1354976"/>
                  </a:lnTo>
                  <a:lnTo>
                    <a:pt x="5226436" y="1317532"/>
                  </a:lnTo>
                  <a:lnTo>
                    <a:pt x="5228338" y="1335237"/>
                  </a:lnTo>
                  <a:lnTo>
                    <a:pt x="5230239" y="1337724"/>
                  </a:lnTo>
                  <a:lnTo>
                    <a:pt x="5232140" y="1403969"/>
                  </a:lnTo>
                  <a:lnTo>
                    <a:pt x="5234041" y="1445837"/>
                  </a:lnTo>
                  <a:lnTo>
                    <a:pt x="5235942" y="1511768"/>
                  </a:lnTo>
                  <a:lnTo>
                    <a:pt x="5237844" y="1597257"/>
                  </a:lnTo>
                  <a:lnTo>
                    <a:pt x="5239745" y="1679169"/>
                  </a:lnTo>
                  <a:lnTo>
                    <a:pt x="5241646" y="1810821"/>
                  </a:lnTo>
                  <a:lnTo>
                    <a:pt x="5243547" y="1804338"/>
                  </a:lnTo>
                  <a:lnTo>
                    <a:pt x="5245448" y="1856068"/>
                  </a:lnTo>
                  <a:lnTo>
                    <a:pt x="5247350" y="1879245"/>
                  </a:lnTo>
                  <a:lnTo>
                    <a:pt x="5249251" y="1872735"/>
                  </a:lnTo>
                  <a:lnTo>
                    <a:pt x="5251152" y="1906119"/>
                  </a:lnTo>
                  <a:lnTo>
                    <a:pt x="5253053" y="1885660"/>
                  </a:lnTo>
                  <a:lnTo>
                    <a:pt x="5254954" y="1816438"/>
                  </a:lnTo>
                  <a:lnTo>
                    <a:pt x="5256856" y="1833344"/>
                  </a:lnTo>
                  <a:lnTo>
                    <a:pt x="5258757" y="1788306"/>
                  </a:lnTo>
                  <a:lnTo>
                    <a:pt x="5260658" y="1856065"/>
                  </a:lnTo>
                  <a:lnTo>
                    <a:pt x="5262559" y="1866746"/>
                  </a:lnTo>
                  <a:lnTo>
                    <a:pt x="5264461" y="1907142"/>
                  </a:lnTo>
                  <a:lnTo>
                    <a:pt x="5266362" y="1894564"/>
                  </a:lnTo>
                  <a:lnTo>
                    <a:pt x="5268263" y="1800995"/>
                  </a:lnTo>
                  <a:lnTo>
                    <a:pt x="5270164" y="1879110"/>
                  </a:lnTo>
                  <a:lnTo>
                    <a:pt x="5272065" y="1930793"/>
                  </a:lnTo>
                  <a:lnTo>
                    <a:pt x="5273967" y="1928723"/>
                  </a:lnTo>
                  <a:lnTo>
                    <a:pt x="5275868" y="1855523"/>
                  </a:lnTo>
                  <a:lnTo>
                    <a:pt x="5277769" y="1745508"/>
                  </a:lnTo>
                  <a:lnTo>
                    <a:pt x="5279670" y="1741933"/>
                  </a:lnTo>
                  <a:lnTo>
                    <a:pt x="5281571" y="1672631"/>
                  </a:lnTo>
                  <a:lnTo>
                    <a:pt x="5283473" y="1674004"/>
                  </a:lnTo>
                  <a:lnTo>
                    <a:pt x="5285374" y="1579128"/>
                  </a:lnTo>
                  <a:lnTo>
                    <a:pt x="5287275" y="1582284"/>
                  </a:lnTo>
                  <a:lnTo>
                    <a:pt x="5289176" y="1714250"/>
                  </a:lnTo>
                  <a:lnTo>
                    <a:pt x="5291078" y="1758011"/>
                  </a:lnTo>
                  <a:lnTo>
                    <a:pt x="5292979" y="1806280"/>
                  </a:lnTo>
                  <a:lnTo>
                    <a:pt x="5294880" y="1754792"/>
                  </a:lnTo>
                  <a:lnTo>
                    <a:pt x="5296781" y="1778393"/>
                  </a:lnTo>
                  <a:lnTo>
                    <a:pt x="5298682" y="1780077"/>
                  </a:lnTo>
                  <a:lnTo>
                    <a:pt x="5300584" y="1781918"/>
                  </a:lnTo>
                  <a:lnTo>
                    <a:pt x="5302485" y="1752338"/>
                  </a:lnTo>
                  <a:lnTo>
                    <a:pt x="5304386" y="1759679"/>
                  </a:lnTo>
                  <a:lnTo>
                    <a:pt x="5306287" y="1793523"/>
                  </a:lnTo>
                  <a:lnTo>
                    <a:pt x="5308188" y="1727839"/>
                  </a:lnTo>
                  <a:lnTo>
                    <a:pt x="5310090" y="1751539"/>
                  </a:lnTo>
                  <a:lnTo>
                    <a:pt x="5311991" y="1621690"/>
                  </a:lnTo>
                  <a:lnTo>
                    <a:pt x="5313892" y="1621810"/>
                  </a:lnTo>
                  <a:lnTo>
                    <a:pt x="5315793" y="1594084"/>
                  </a:lnTo>
                  <a:lnTo>
                    <a:pt x="5317695" y="1505467"/>
                  </a:lnTo>
                  <a:lnTo>
                    <a:pt x="5319596" y="1477532"/>
                  </a:lnTo>
                  <a:lnTo>
                    <a:pt x="5321497" y="1561941"/>
                  </a:lnTo>
                  <a:lnTo>
                    <a:pt x="5323398" y="1481910"/>
                  </a:lnTo>
                  <a:lnTo>
                    <a:pt x="5325299" y="1522562"/>
                  </a:lnTo>
                  <a:lnTo>
                    <a:pt x="5327201" y="1511968"/>
                  </a:lnTo>
                  <a:lnTo>
                    <a:pt x="5329102" y="1480489"/>
                  </a:lnTo>
                  <a:lnTo>
                    <a:pt x="5331003" y="1478417"/>
                  </a:lnTo>
                  <a:lnTo>
                    <a:pt x="5332904" y="1480192"/>
                  </a:lnTo>
                  <a:lnTo>
                    <a:pt x="5334805" y="1396883"/>
                  </a:lnTo>
                  <a:lnTo>
                    <a:pt x="5336707" y="1374210"/>
                  </a:lnTo>
                  <a:lnTo>
                    <a:pt x="5338608" y="1374552"/>
                  </a:lnTo>
                  <a:lnTo>
                    <a:pt x="5340509" y="1374319"/>
                  </a:lnTo>
                  <a:lnTo>
                    <a:pt x="5342410" y="1285490"/>
                  </a:lnTo>
                  <a:lnTo>
                    <a:pt x="5344312" y="1343322"/>
                  </a:lnTo>
                  <a:lnTo>
                    <a:pt x="5346213" y="1256643"/>
                  </a:lnTo>
                  <a:lnTo>
                    <a:pt x="5348114" y="1298032"/>
                  </a:lnTo>
                  <a:lnTo>
                    <a:pt x="5350015" y="1234195"/>
                  </a:lnTo>
                  <a:lnTo>
                    <a:pt x="5351916" y="1180161"/>
                  </a:lnTo>
                  <a:lnTo>
                    <a:pt x="5353818" y="1284210"/>
                  </a:lnTo>
                  <a:lnTo>
                    <a:pt x="5355719" y="1269381"/>
                  </a:lnTo>
                  <a:lnTo>
                    <a:pt x="5357620" y="1305680"/>
                  </a:lnTo>
                  <a:lnTo>
                    <a:pt x="5359521" y="1314170"/>
                  </a:lnTo>
                  <a:lnTo>
                    <a:pt x="5361422" y="1269984"/>
                  </a:lnTo>
                  <a:lnTo>
                    <a:pt x="5363324" y="1410471"/>
                  </a:lnTo>
                  <a:lnTo>
                    <a:pt x="5365225" y="1426597"/>
                  </a:lnTo>
                  <a:lnTo>
                    <a:pt x="5367126" y="1565781"/>
                  </a:lnTo>
                  <a:lnTo>
                    <a:pt x="5369027" y="1607598"/>
                  </a:lnTo>
                  <a:lnTo>
                    <a:pt x="5370929" y="1753794"/>
                  </a:lnTo>
                  <a:lnTo>
                    <a:pt x="5372830" y="1735234"/>
                  </a:lnTo>
                  <a:lnTo>
                    <a:pt x="5374731" y="1647110"/>
                  </a:lnTo>
                  <a:lnTo>
                    <a:pt x="5376632" y="1627394"/>
                  </a:lnTo>
                  <a:lnTo>
                    <a:pt x="5378533" y="1633545"/>
                  </a:lnTo>
                  <a:lnTo>
                    <a:pt x="5380435" y="1683396"/>
                  </a:lnTo>
                  <a:lnTo>
                    <a:pt x="5382336" y="1705937"/>
                  </a:lnTo>
                  <a:lnTo>
                    <a:pt x="5384237" y="1700120"/>
                  </a:lnTo>
                  <a:lnTo>
                    <a:pt x="5386138" y="1722429"/>
                  </a:lnTo>
                  <a:lnTo>
                    <a:pt x="5388039" y="1704007"/>
                  </a:lnTo>
                  <a:lnTo>
                    <a:pt x="5389941" y="1738506"/>
                  </a:lnTo>
                  <a:lnTo>
                    <a:pt x="5391842" y="1722985"/>
                  </a:lnTo>
                  <a:lnTo>
                    <a:pt x="5393743" y="1712672"/>
                  </a:lnTo>
                  <a:lnTo>
                    <a:pt x="5395644" y="1662851"/>
                  </a:lnTo>
                  <a:lnTo>
                    <a:pt x="5397546" y="1636882"/>
                  </a:lnTo>
                  <a:lnTo>
                    <a:pt x="5399447" y="1678335"/>
                  </a:lnTo>
                  <a:lnTo>
                    <a:pt x="5401348" y="1734558"/>
                  </a:lnTo>
                  <a:lnTo>
                    <a:pt x="5403249" y="1818121"/>
                  </a:lnTo>
                  <a:lnTo>
                    <a:pt x="5405150" y="1824242"/>
                  </a:lnTo>
                  <a:lnTo>
                    <a:pt x="5407052" y="1832289"/>
                  </a:lnTo>
                  <a:lnTo>
                    <a:pt x="5408953" y="1754833"/>
                  </a:lnTo>
                  <a:lnTo>
                    <a:pt x="5410854" y="1676244"/>
                  </a:lnTo>
                  <a:lnTo>
                    <a:pt x="5412755" y="1716490"/>
                  </a:lnTo>
                  <a:lnTo>
                    <a:pt x="5414656" y="1751502"/>
                  </a:lnTo>
                  <a:lnTo>
                    <a:pt x="5416558" y="1789883"/>
                  </a:lnTo>
                  <a:lnTo>
                    <a:pt x="5418459" y="1844473"/>
                  </a:lnTo>
                  <a:lnTo>
                    <a:pt x="5420360" y="1974205"/>
                  </a:lnTo>
                  <a:lnTo>
                    <a:pt x="5422261" y="2035462"/>
                  </a:lnTo>
                  <a:lnTo>
                    <a:pt x="5424163" y="2026495"/>
                  </a:lnTo>
                  <a:lnTo>
                    <a:pt x="5426064" y="2062085"/>
                  </a:lnTo>
                  <a:lnTo>
                    <a:pt x="5427965" y="2072975"/>
                  </a:lnTo>
                  <a:lnTo>
                    <a:pt x="5429866" y="2119793"/>
                  </a:lnTo>
                  <a:lnTo>
                    <a:pt x="5431767" y="2066176"/>
                  </a:lnTo>
                  <a:lnTo>
                    <a:pt x="5433669" y="2083379"/>
                  </a:lnTo>
                  <a:lnTo>
                    <a:pt x="5435570" y="2068651"/>
                  </a:lnTo>
                  <a:lnTo>
                    <a:pt x="5437471" y="2094362"/>
                  </a:lnTo>
                  <a:lnTo>
                    <a:pt x="5439372" y="2060080"/>
                  </a:lnTo>
                  <a:lnTo>
                    <a:pt x="5441273" y="2052155"/>
                  </a:lnTo>
                  <a:lnTo>
                    <a:pt x="5443175" y="1901502"/>
                  </a:lnTo>
                  <a:lnTo>
                    <a:pt x="5445076" y="1802854"/>
                  </a:lnTo>
                  <a:lnTo>
                    <a:pt x="5446977" y="1679395"/>
                  </a:lnTo>
                  <a:lnTo>
                    <a:pt x="5448878" y="1745500"/>
                  </a:lnTo>
                  <a:lnTo>
                    <a:pt x="5450780" y="1710144"/>
                  </a:lnTo>
                  <a:lnTo>
                    <a:pt x="5452681" y="1703772"/>
                  </a:lnTo>
                  <a:lnTo>
                    <a:pt x="5454582" y="1688079"/>
                  </a:lnTo>
                  <a:lnTo>
                    <a:pt x="5456483" y="1724452"/>
                  </a:lnTo>
                  <a:lnTo>
                    <a:pt x="5458384" y="1653412"/>
                  </a:lnTo>
                  <a:lnTo>
                    <a:pt x="5460286" y="1705809"/>
                  </a:lnTo>
                  <a:lnTo>
                    <a:pt x="5462187" y="1731252"/>
                  </a:lnTo>
                  <a:lnTo>
                    <a:pt x="5464088" y="1684760"/>
                  </a:lnTo>
                  <a:lnTo>
                    <a:pt x="5465989" y="1685696"/>
                  </a:lnTo>
                  <a:lnTo>
                    <a:pt x="5467890" y="1688702"/>
                  </a:lnTo>
                  <a:lnTo>
                    <a:pt x="5469792" y="1717323"/>
                  </a:lnTo>
                  <a:lnTo>
                    <a:pt x="5471693" y="1725287"/>
                  </a:lnTo>
                  <a:lnTo>
                    <a:pt x="5473594" y="1735554"/>
                  </a:lnTo>
                  <a:lnTo>
                    <a:pt x="5475495" y="1710447"/>
                  </a:lnTo>
                  <a:lnTo>
                    <a:pt x="5477397" y="1741810"/>
                  </a:lnTo>
                  <a:lnTo>
                    <a:pt x="5479298" y="1784361"/>
                  </a:lnTo>
                  <a:lnTo>
                    <a:pt x="5481199" y="1784384"/>
                  </a:lnTo>
                  <a:lnTo>
                    <a:pt x="5483100" y="1805264"/>
                  </a:lnTo>
                  <a:lnTo>
                    <a:pt x="5485001" y="1780038"/>
                  </a:lnTo>
                  <a:lnTo>
                    <a:pt x="5486903" y="1799419"/>
                  </a:lnTo>
                  <a:lnTo>
                    <a:pt x="5488804" y="1969916"/>
                  </a:lnTo>
                  <a:lnTo>
                    <a:pt x="5490705" y="2104897"/>
                  </a:lnTo>
                  <a:lnTo>
                    <a:pt x="5492606" y="2134227"/>
                  </a:lnTo>
                  <a:lnTo>
                    <a:pt x="5494507" y="2149969"/>
                  </a:lnTo>
                  <a:lnTo>
                    <a:pt x="5496409" y="2148297"/>
                  </a:lnTo>
                  <a:lnTo>
                    <a:pt x="5498310" y="2062378"/>
                  </a:lnTo>
                  <a:lnTo>
                    <a:pt x="5500211" y="2017889"/>
                  </a:lnTo>
                  <a:lnTo>
                    <a:pt x="5502112" y="1962657"/>
                  </a:lnTo>
                  <a:lnTo>
                    <a:pt x="5504014" y="1903904"/>
                  </a:lnTo>
                  <a:lnTo>
                    <a:pt x="5505915" y="2022123"/>
                  </a:lnTo>
                  <a:lnTo>
                    <a:pt x="5507816" y="1871017"/>
                  </a:lnTo>
                  <a:lnTo>
                    <a:pt x="5509717" y="1931077"/>
                  </a:lnTo>
                  <a:lnTo>
                    <a:pt x="5511618" y="1820930"/>
                  </a:lnTo>
                  <a:lnTo>
                    <a:pt x="5513520" y="1790841"/>
                  </a:lnTo>
                  <a:lnTo>
                    <a:pt x="5515421" y="1862435"/>
                  </a:lnTo>
                  <a:lnTo>
                    <a:pt x="5517322" y="1766151"/>
                  </a:lnTo>
                  <a:lnTo>
                    <a:pt x="5519223" y="1757467"/>
                  </a:lnTo>
                  <a:lnTo>
                    <a:pt x="5521124" y="1703770"/>
                  </a:lnTo>
                  <a:lnTo>
                    <a:pt x="5523026" y="1799662"/>
                  </a:lnTo>
                  <a:lnTo>
                    <a:pt x="5524927" y="1721204"/>
                  </a:lnTo>
                  <a:lnTo>
                    <a:pt x="5526828" y="1712435"/>
                  </a:lnTo>
                  <a:lnTo>
                    <a:pt x="5528729" y="1684893"/>
                  </a:lnTo>
                  <a:lnTo>
                    <a:pt x="5530630" y="1717578"/>
                  </a:lnTo>
                  <a:lnTo>
                    <a:pt x="5532532" y="1722217"/>
                  </a:lnTo>
                  <a:lnTo>
                    <a:pt x="5534433" y="1677677"/>
                  </a:lnTo>
                  <a:lnTo>
                    <a:pt x="5536334" y="1707044"/>
                  </a:lnTo>
                  <a:lnTo>
                    <a:pt x="5538235" y="1784335"/>
                  </a:lnTo>
                  <a:lnTo>
                    <a:pt x="5540137" y="1838714"/>
                  </a:lnTo>
                  <a:lnTo>
                    <a:pt x="5542038" y="1911916"/>
                  </a:lnTo>
                  <a:lnTo>
                    <a:pt x="5543939" y="2014967"/>
                  </a:lnTo>
                  <a:lnTo>
                    <a:pt x="5545840" y="1996651"/>
                  </a:lnTo>
                  <a:lnTo>
                    <a:pt x="5547741" y="1910872"/>
                  </a:lnTo>
                  <a:lnTo>
                    <a:pt x="5549643" y="1865699"/>
                  </a:lnTo>
                  <a:lnTo>
                    <a:pt x="5551544" y="1754867"/>
                  </a:lnTo>
                  <a:lnTo>
                    <a:pt x="5553445" y="1824585"/>
                  </a:lnTo>
                  <a:lnTo>
                    <a:pt x="5555346" y="1797931"/>
                  </a:lnTo>
                  <a:lnTo>
                    <a:pt x="5557247" y="1828840"/>
                  </a:lnTo>
                  <a:lnTo>
                    <a:pt x="5559149" y="1882368"/>
                  </a:lnTo>
                  <a:lnTo>
                    <a:pt x="5561050" y="1846736"/>
                  </a:lnTo>
                  <a:lnTo>
                    <a:pt x="5562951" y="1918712"/>
                  </a:lnTo>
                  <a:lnTo>
                    <a:pt x="5564852" y="1857399"/>
                  </a:lnTo>
                  <a:lnTo>
                    <a:pt x="5566754" y="1950534"/>
                  </a:lnTo>
                  <a:lnTo>
                    <a:pt x="5568655" y="2027245"/>
                  </a:lnTo>
                  <a:lnTo>
                    <a:pt x="5570556" y="2118694"/>
                  </a:lnTo>
                  <a:lnTo>
                    <a:pt x="5572457" y="2159137"/>
                  </a:lnTo>
                  <a:lnTo>
                    <a:pt x="5574358" y="2142454"/>
                  </a:lnTo>
                  <a:lnTo>
                    <a:pt x="5576260" y="2156116"/>
                  </a:lnTo>
                  <a:lnTo>
                    <a:pt x="5578161" y="2155944"/>
                  </a:lnTo>
                  <a:lnTo>
                    <a:pt x="5580062" y="2111364"/>
                  </a:lnTo>
                  <a:lnTo>
                    <a:pt x="5581963" y="2031212"/>
                  </a:lnTo>
                  <a:lnTo>
                    <a:pt x="5583864" y="1993659"/>
                  </a:lnTo>
                  <a:lnTo>
                    <a:pt x="5585766" y="2021626"/>
                  </a:lnTo>
                  <a:lnTo>
                    <a:pt x="5587667" y="2033788"/>
                  </a:lnTo>
                  <a:lnTo>
                    <a:pt x="5589568" y="2003656"/>
                  </a:lnTo>
                  <a:lnTo>
                    <a:pt x="5591469" y="1898437"/>
                  </a:lnTo>
                  <a:lnTo>
                    <a:pt x="5593371" y="1820512"/>
                  </a:lnTo>
                  <a:lnTo>
                    <a:pt x="5595272" y="1796569"/>
                  </a:lnTo>
                  <a:lnTo>
                    <a:pt x="5597173" y="1894378"/>
                  </a:lnTo>
                  <a:lnTo>
                    <a:pt x="5599074" y="1952662"/>
                  </a:lnTo>
                  <a:lnTo>
                    <a:pt x="5600975" y="2013454"/>
                  </a:lnTo>
                  <a:lnTo>
                    <a:pt x="5602877" y="2115060"/>
                  </a:lnTo>
                  <a:lnTo>
                    <a:pt x="5604778" y="2080257"/>
                  </a:lnTo>
                  <a:lnTo>
                    <a:pt x="5606679" y="2057961"/>
                  </a:lnTo>
                  <a:lnTo>
                    <a:pt x="5608580" y="2147676"/>
                  </a:lnTo>
                  <a:lnTo>
                    <a:pt x="5610481" y="2130838"/>
                  </a:lnTo>
                  <a:lnTo>
                    <a:pt x="5612383" y="2113447"/>
                  </a:lnTo>
                  <a:lnTo>
                    <a:pt x="5614284" y="2079907"/>
                  </a:lnTo>
                  <a:lnTo>
                    <a:pt x="5616185" y="1954509"/>
                  </a:lnTo>
                  <a:lnTo>
                    <a:pt x="5618086" y="1857357"/>
                  </a:lnTo>
                  <a:lnTo>
                    <a:pt x="5619988" y="1844734"/>
                  </a:lnTo>
                  <a:lnTo>
                    <a:pt x="5621889" y="1867979"/>
                  </a:lnTo>
                  <a:lnTo>
                    <a:pt x="5623790" y="1859219"/>
                  </a:lnTo>
                  <a:lnTo>
                    <a:pt x="5625691" y="1883348"/>
                  </a:lnTo>
                  <a:lnTo>
                    <a:pt x="5627592" y="1922710"/>
                  </a:lnTo>
                  <a:lnTo>
                    <a:pt x="5629494" y="1880933"/>
                  </a:lnTo>
                  <a:lnTo>
                    <a:pt x="5631395" y="1848831"/>
                  </a:lnTo>
                  <a:lnTo>
                    <a:pt x="5633296" y="1742657"/>
                  </a:lnTo>
                  <a:lnTo>
                    <a:pt x="5635197" y="1732618"/>
                  </a:lnTo>
                  <a:lnTo>
                    <a:pt x="5637098" y="1766418"/>
                  </a:lnTo>
                  <a:lnTo>
                    <a:pt x="5639000" y="1663059"/>
                  </a:lnTo>
                  <a:lnTo>
                    <a:pt x="5640901" y="1739219"/>
                  </a:lnTo>
                  <a:lnTo>
                    <a:pt x="5642802" y="1616580"/>
                  </a:lnTo>
                  <a:lnTo>
                    <a:pt x="5644703" y="1697685"/>
                  </a:lnTo>
                  <a:lnTo>
                    <a:pt x="5646605" y="1693560"/>
                  </a:lnTo>
                  <a:lnTo>
                    <a:pt x="5648506" y="1629091"/>
                  </a:lnTo>
                  <a:lnTo>
                    <a:pt x="5650407" y="1677704"/>
                  </a:lnTo>
                  <a:lnTo>
                    <a:pt x="5652308" y="1693190"/>
                  </a:lnTo>
                  <a:lnTo>
                    <a:pt x="5654209" y="1737819"/>
                  </a:lnTo>
                  <a:lnTo>
                    <a:pt x="5656111" y="1795955"/>
                  </a:lnTo>
                  <a:lnTo>
                    <a:pt x="5658012" y="1812148"/>
                  </a:lnTo>
                  <a:lnTo>
                    <a:pt x="5659913" y="1944230"/>
                  </a:lnTo>
                  <a:lnTo>
                    <a:pt x="5661814" y="1842710"/>
                  </a:lnTo>
                  <a:lnTo>
                    <a:pt x="5663715" y="1741311"/>
                  </a:lnTo>
                  <a:lnTo>
                    <a:pt x="5665617" y="1624372"/>
                  </a:lnTo>
                  <a:lnTo>
                    <a:pt x="5667518" y="1549638"/>
                  </a:lnTo>
                  <a:lnTo>
                    <a:pt x="5669419" y="1584583"/>
                  </a:lnTo>
                  <a:lnTo>
                    <a:pt x="5671320" y="1513068"/>
                  </a:lnTo>
                  <a:lnTo>
                    <a:pt x="5673222" y="1565801"/>
                  </a:lnTo>
                  <a:lnTo>
                    <a:pt x="5675123" y="1605230"/>
                  </a:lnTo>
                  <a:lnTo>
                    <a:pt x="5677024" y="1583320"/>
                  </a:lnTo>
                  <a:lnTo>
                    <a:pt x="5678925" y="1639399"/>
                  </a:lnTo>
                  <a:lnTo>
                    <a:pt x="5680826" y="1718279"/>
                  </a:lnTo>
                  <a:lnTo>
                    <a:pt x="5682728" y="1725058"/>
                  </a:lnTo>
                  <a:lnTo>
                    <a:pt x="5684629" y="1787814"/>
                  </a:lnTo>
                  <a:lnTo>
                    <a:pt x="5686530" y="1863151"/>
                  </a:lnTo>
                  <a:lnTo>
                    <a:pt x="5688431" y="1827541"/>
                  </a:lnTo>
                  <a:lnTo>
                    <a:pt x="5690332" y="1764819"/>
                  </a:lnTo>
                  <a:lnTo>
                    <a:pt x="5692234" y="1676629"/>
                  </a:lnTo>
                  <a:lnTo>
                    <a:pt x="5694135" y="1694173"/>
                  </a:lnTo>
                  <a:lnTo>
                    <a:pt x="5696036" y="1768892"/>
                  </a:lnTo>
                  <a:lnTo>
                    <a:pt x="5697937" y="1801648"/>
                  </a:lnTo>
                  <a:lnTo>
                    <a:pt x="5699839" y="1943780"/>
                  </a:lnTo>
                  <a:lnTo>
                    <a:pt x="5701740" y="1958903"/>
                  </a:lnTo>
                  <a:lnTo>
                    <a:pt x="5703641" y="1990276"/>
                  </a:lnTo>
                  <a:lnTo>
                    <a:pt x="5705542" y="2009919"/>
                  </a:lnTo>
                  <a:lnTo>
                    <a:pt x="5707443" y="2022950"/>
                  </a:lnTo>
                  <a:lnTo>
                    <a:pt x="5709345" y="1912551"/>
                  </a:lnTo>
                  <a:lnTo>
                    <a:pt x="5711246" y="1817766"/>
                  </a:lnTo>
                  <a:lnTo>
                    <a:pt x="5713147" y="1722314"/>
                  </a:lnTo>
                  <a:lnTo>
                    <a:pt x="5715048" y="1590313"/>
                  </a:lnTo>
                  <a:lnTo>
                    <a:pt x="5716949" y="1468792"/>
                  </a:lnTo>
                  <a:lnTo>
                    <a:pt x="5718851" y="1331397"/>
                  </a:lnTo>
                  <a:lnTo>
                    <a:pt x="5720752" y="1286603"/>
                  </a:lnTo>
                  <a:lnTo>
                    <a:pt x="5722653" y="1272245"/>
                  </a:lnTo>
                  <a:lnTo>
                    <a:pt x="5724554" y="1285110"/>
                  </a:lnTo>
                  <a:lnTo>
                    <a:pt x="5726456" y="1265878"/>
                  </a:lnTo>
                  <a:lnTo>
                    <a:pt x="5728357" y="1264380"/>
                  </a:lnTo>
                  <a:lnTo>
                    <a:pt x="5730258" y="1279296"/>
                  </a:lnTo>
                  <a:lnTo>
                    <a:pt x="5732159" y="1259227"/>
                  </a:lnTo>
                  <a:lnTo>
                    <a:pt x="5734060" y="1245781"/>
                  </a:lnTo>
                  <a:lnTo>
                    <a:pt x="5735962" y="1187346"/>
                  </a:lnTo>
                  <a:lnTo>
                    <a:pt x="5737863" y="1153822"/>
                  </a:lnTo>
                  <a:lnTo>
                    <a:pt x="5739764" y="1169371"/>
                  </a:lnTo>
                  <a:lnTo>
                    <a:pt x="5741665" y="1186924"/>
                  </a:lnTo>
                  <a:lnTo>
                    <a:pt x="5743566" y="1134520"/>
                  </a:lnTo>
                  <a:lnTo>
                    <a:pt x="5745468" y="991502"/>
                  </a:lnTo>
                  <a:lnTo>
                    <a:pt x="5747369" y="906695"/>
                  </a:lnTo>
                  <a:lnTo>
                    <a:pt x="5749270" y="945226"/>
                  </a:lnTo>
                  <a:lnTo>
                    <a:pt x="5751171" y="945160"/>
                  </a:lnTo>
                  <a:lnTo>
                    <a:pt x="5753073" y="869595"/>
                  </a:lnTo>
                  <a:lnTo>
                    <a:pt x="5754974" y="938518"/>
                  </a:lnTo>
                  <a:lnTo>
                    <a:pt x="5756875" y="919414"/>
                  </a:lnTo>
                  <a:lnTo>
                    <a:pt x="5758776" y="977389"/>
                  </a:lnTo>
                  <a:lnTo>
                    <a:pt x="5760677" y="1122966"/>
                  </a:lnTo>
                  <a:lnTo>
                    <a:pt x="5762579" y="1019618"/>
                  </a:lnTo>
                  <a:lnTo>
                    <a:pt x="5764480" y="1027544"/>
                  </a:lnTo>
                  <a:lnTo>
                    <a:pt x="5766381" y="1029266"/>
                  </a:lnTo>
                  <a:lnTo>
                    <a:pt x="5768282" y="1074394"/>
                  </a:lnTo>
                  <a:lnTo>
                    <a:pt x="5770183" y="1112963"/>
                  </a:lnTo>
                  <a:lnTo>
                    <a:pt x="5772085" y="1118686"/>
                  </a:lnTo>
                  <a:lnTo>
                    <a:pt x="5773986" y="1044987"/>
                  </a:lnTo>
                  <a:lnTo>
                    <a:pt x="5775887" y="1142521"/>
                  </a:lnTo>
                  <a:lnTo>
                    <a:pt x="5777788" y="1197225"/>
                  </a:lnTo>
                  <a:lnTo>
                    <a:pt x="5779690" y="1383314"/>
                  </a:lnTo>
                  <a:lnTo>
                    <a:pt x="5781591" y="1422450"/>
                  </a:lnTo>
                  <a:lnTo>
                    <a:pt x="5783492" y="1415521"/>
                  </a:lnTo>
                  <a:lnTo>
                    <a:pt x="5785393" y="1414071"/>
                  </a:lnTo>
                  <a:lnTo>
                    <a:pt x="5787294" y="1362309"/>
                  </a:lnTo>
                  <a:lnTo>
                    <a:pt x="5789196" y="1468753"/>
                  </a:lnTo>
                  <a:lnTo>
                    <a:pt x="5791097" y="1499846"/>
                  </a:lnTo>
                  <a:lnTo>
                    <a:pt x="5792998" y="1742687"/>
                  </a:lnTo>
                  <a:lnTo>
                    <a:pt x="5794899" y="1830202"/>
                  </a:lnTo>
                  <a:lnTo>
                    <a:pt x="5796800" y="1825566"/>
                  </a:lnTo>
                  <a:lnTo>
                    <a:pt x="5798702" y="1801917"/>
                  </a:lnTo>
                  <a:lnTo>
                    <a:pt x="5800603" y="1874165"/>
                  </a:lnTo>
                  <a:lnTo>
                    <a:pt x="5802504" y="1878659"/>
                  </a:lnTo>
                  <a:lnTo>
                    <a:pt x="5804405" y="1780345"/>
                  </a:lnTo>
                  <a:lnTo>
                    <a:pt x="5806307" y="1875432"/>
                  </a:lnTo>
                  <a:lnTo>
                    <a:pt x="5808208" y="1777815"/>
                  </a:lnTo>
                  <a:lnTo>
                    <a:pt x="5810109" y="1876854"/>
                  </a:lnTo>
                  <a:lnTo>
                    <a:pt x="5812010" y="1753183"/>
                  </a:lnTo>
                  <a:lnTo>
                    <a:pt x="5813911" y="1679682"/>
                  </a:lnTo>
                  <a:lnTo>
                    <a:pt x="5815813" y="1612168"/>
                  </a:lnTo>
                  <a:lnTo>
                    <a:pt x="5817714" y="1544363"/>
                  </a:lnTo>
                  <a:lnTo>
                    <a:pt x="5819615" y="1576543"/>
                  </a:lnTo>
                  <a:lnTo>
                    <a:pt x="5821516" y="1614175"/>
                  </a:lnTo>
                  <a:lnTo>
                    <a:pt x="5823417" y="1546518"/>
                  </a:lnTo>
                  <a:lnTo>
                    <a:pt x="5825319" y="1667448"/>
                  </a:lnTo>
                  <a:lnTo>
                    <a:pt x="5827220" y="1653918"/>
                  </a:lnTo>
                  <a:lnTo>
                    <a:pt x="5829121" y="1575823"/>
                  </a:lnTo>
                  <a:lnTo>
                    <a:pt x="5831022" y="1595258"/>
                  </a:lnTo>
                  <a:lnTo>
                    <a:pt x="5832923" y="1566332"/>
                  </a:lnTo>
                  <a:lnTo>
                    <a:pt x="5834825" y="1543346"/>
                  </a:lnTo>
                  <a:lnTo>
                    <a:pt x="5836726" y="1606934"/>
                  </a:lnTo>
                  <a:lnTo>
                    <a:pt x="5838627" y="1623190"/>
                  </a:lnTo>
                  <a:lnTo>
                    <a:pt x="5840528" y="1500646"/>
                  </a:lnTo>
                  <a:lnTo>
                    <a:pt x="5842430" y="1442730"/>
                  </a:lnTo>
                  <a:lnTo>
                    <a:pt x="5844331" y="1408538"/>
                  </a:lnTo>
                  <a:lnTo>
                    <a:pt x="5846232" y="1487794"/>
                  </a:lnTo>
                  <a:lnTo>
                    <a:pt x="5848133" y="1478547"/>
                  </a:lnTo>
                  <a:lnTo>
                    <a:pt x="5850034" y="1478143"/>
                  </a:lnTo>
                  <a:lnTo>
                    <a:pt x="5851936" y="1480720"/>
                  </a:lnTo>
                  <a:lnTo>
                    <a:pt x="5853837" y="1423201"/>
                  </a:lnTo>
                  <a:lnTo>
                    <a:pt x="5855738" y="1408064"/>
                  </a:lnTo>
                  <a:lnTo>
                    <a:pt x="5857639" y="1420222"/>
                  </a:lnTo>
                  <a:lnTo>
                    <a:pt x="5859540" y="1499042"/>
                  </a:lnTo>
                  <a:lnTo>
                    <a:pt x="5861442" y="1327844"/>
                  </a:lnTo>
                  <a:lnTo>
                    <a:pt x="5863343" y="1315409"/>
                  </a:lnTo>
                  <a:lnTo>
                    <a:pt x="5865244" y="1267057"/>
                  </a:lnTo>
                  <a:lnTo>
                    <a:pt x="5867145" y="1363947"/>
                  </a:lnTo>
                  <a:lnTo>
                    <a:pt x="5869047" y="1385273"/>
                  </a:lnTo>
                  <a:lnTo>
                    <a:pt x="5870948" y="1399938"/>
                  </a:lnTo>
                  <a:lnTo>
                    <a:pt x="5872849" y="1444102"/>
                  </a:lnTo>
                  <a:lnTo>
                    <a:pt x="5874750" y="1485252"/>
                  </a:lnTo>
                  <a:lnTo>
                    <a:pt x="5876651" y="1522133"/>
                  </a:lnTo>
                  <a:lnTo>
                    <a:pt x="5878553" y="1564508"/>
                  </a:lnTo>
                  <a:lnTo>
                    <a:pt x="5880454" y="1601658"/>
                  </a:lnTo>
                  <a:lnTo>
                    <a:pt x="5882355" y="1694907"/>
                  </a:lnTo>
                  <a:lnTo>
                    <a:pt x="5884256" y="1743404"/>
                  </a:lnTo>
                  <a:lnTo>
                    <a:pt x="5886157" y="1698697"/>
                  </a:lnTo>
                  <a:lnTo>
                    <a:pt x="5888059" y="1686375"/>
                  </a:lnTo>
                  <a:lnTo>
                    <a:pt x="5889960" y="1677137"/>
                  </a:lnTo>
                  <a:lnTo>
                    <a:pt x="5891861" y="1819130"/>
                  </a:lnTo>
                  <a:lnTo>
                    <a:pt x="5893762" y="1790468"/>
                  </a:lnTo>
                  <a:lnTo>
                    <a:pt x="5895664" y="1673088"/>
                  </a:lnTo>
                  <a:lnTo>
                    <a:pt x="5897565" y="1735185"/>
                  </a:lnTo>
                  <a:lnTo>
                    <a:pt x="5899466" y="1732903"/>
                  </a:lnTo>
                  <a:lnTo>
                    <a:pt x="5901367" y="1769801"/>
                  </a:lnTo>
                  <a:lnTo>
                    <a:pt x="5903268" y="1779093"/>
                  </a:lnTo>
                  <a:lnTo>
                    <a:pt x="5905170" y="1778137"/>
                  </a:lnTo>
                  <a:lnTo>
                    <a:pt x="5907071" y="1871282"/>
                  </a:lnTo>
                  <a:lnTo>
                    <a:pt x="5908972" y="1912358"/>
                  </a:lnTo>
                  <a:lnTo>
                    <a:pt x="5910873" y="1901795"/>
                  </a:lnTo>
                  <a:lnTo>
                    <a:pt x="5912774" y="1880465"/>
                  </a:lnTo>
                  <a:lnTo>
                    <a:pt x="5914676" y="1812889"/>
                  </a:lnTo>
                  <a:lnTo>
                    <a:pt x="5916577" y="1792454"/>
                  </a:lnTo>
                  <a:lnTo>
                    <a:pt x="5918478" y="1722622"/>
                  </a:lnTo>
                  <a:lnTo>
                    <a:pt x="5920379" y="1668312"/>
                  </a:lnTo>
                  <a:lnTo>
                    <a:pt x="5922281" y="1609020"/>
                  </a:lnTo>
                  <a:lnTo>
                    <a:pt x="5924182" y="1676638"/>
                  </a:lnTo>
                  <a:lnTo>
                    <a:pt x="5926083" y="1638252"/>
                  </a:lnTo>
                  <a:lnTo>
                    <a:pt x="5927984" y="1560433"/>
                  </a:lnTo>
                  <a:lnTo>
                    <a:pt x="5929885" y="1554492"/>
                  </a:lnTo>
                  <a:lnTo>
                    <a:pt x="5931787" y="1430683"/>
                  </a:lnTo>
                  <a:lnTo>
                    <a:pt x="5933688" y="1538989"/>
                  </a:lnTo>
                  <a:lnTo>
                    <a:pt x="5935589" y="1463511"/>
                  </a:lnTo>
                  <a:lnTo>
                    <a:pt x="5937490" y="1415228"/>
                  </a:lnTo>
                  <a:lnTo>
                    <a:pt x="5939391" y="1457490"/>
                  </a:lnTo>
                  <a:lnTo>
                    <a:pt x="5941293" y="1356530"/>
                  </a:lnTo>
                  <a:lnTo>
                    <a:pt x="5943194" y="1198511"/>
                  </a:lnTo>
                  <a:lnTo>
                    <a:pt x="5945095" y="1128997"/>
                  </a:lnTo>
                  <a:lnTo>
                    <a:pt x="5946996" y="1087618"/>
                  </a:lnTo>
                  <a:lnTo>
                    <a:pt x="5948898" y="1056631"/>
                  </a:lnTo>
                  <a:lnTo>
                    <a:pt x="5950799" y="1006386"/>
                  </a:lnTo>
                  <a:lnTo>
                    <a:pt x="5952700" y="851687"/>
                  </a:lnTo>
                  <a:lnTo>
                    <a:pt x="5954601" y="782270"/>
                  </a:lnTo>
                  <a:lnTo>
                    <a:pt x="5956502" y="534054"/>
                  </a:lnTo>
                  <a:lnTo>
                    <a:pt x="5958404" y="543363"/>
                  </a:lnTo>
                  <a:lnTo>
                    <a:pt x="5960305" y="562401"/>
                  </a:lnTo>
                  <a:lnTo>
                    <a:pt x="5962206" y="501629"/>
                  </a:lnTo>
                  <a:lnTo>
                    <a:pt x="5964107" y="511557"/>
                  </a:lnTo>
                  <a:lnTo>
                    <a:pt x="5966008" y="623520"/>
                  </a:lnTo>
                  <a:lnTo>
                    <a:pt x="5967910" y="592350"/>
                  </a:lnTo>
                  <a:lnTo>
                    <a:pt x="5969811" y="626501"/>
                  </a:lnTo>
                  <a:lnTo>
                    <a:pt x="5971712" y="680872"/>
                  </a:lnTo>
                  <a:lnTo>
                    <a:pt x="5973613" y="719323"/>
                  </a:lnTo>
                  <a:lnTo>
                    <a:pt x="5975515" y="722322"/>
                  </a:lnTo>
                  <a:lnTo>
                    <a:pt x="5977416" y="739913"/>
                  </a:lnTo>
                  <a:lnTo>
                    <a:pt x="5979317" y="673962"/>
                  </a:lnTo>
                  <a:lnTo>
                    <a:pt x="5981218" y="695534"/>
                  </a:lnTo>
                  <a:lnTo>
                    <a:pt x="5983119" y="793860"/>
                  </a:lnTo>
                  <a:lnTo>
                    <a:pt x="5985021" y="807986"/>
                  </a:lnTo>
                  <a:lnTo>
                    <a:pt x="5986922" y="795477"/>
                  </a:lnTo>
                  <a:lnTo>
                    <a:pt x="5988823" y="825000"/>
                  </a:lnTo>
                  <a:lnTo>
                    <a:pt x="5990724" y="792945"/>
                  </a:lnTo>
                  <a:lnTo>
                    <a:pt x="5992625" y="807969"/>
                  </a:lnTo>
                  <a:lnTo>
                    <a:pt x="5994527" y="790153"/>
                  </a:lnTo>
                  <a:lnTo>
                    <a:pt x="5996428" y="828838"/>
                  </a:lnTo>
                  <a:lnTo>
                    <a:pt x="5998329" y="794854"/>
                  </a:lnTo>
                  <a:lnTo>
                    <a:pt x="6000230" y="829387"/>
                  </a:lnTo>
                  <a:lnTo>
                    <a:pt x="6002132" y="808071"/>
                  </a:lnTo>
                  <a:lnTo>
                    <a:pt x="6004033" y="871040"/>
                  </a:lnTo>
                  <a:lnTo>
                    <a:pt x="6005934" y="936744"/>
                  </a:lnTo>
                  <a:lnTo>
                    <a:pt x="6007835" y="939267"/>
                  </a:lnTo>
                  <a:lnTo>
                    <a:pt x="6009736" y="988390"/>
                  </a:lnTo>
                  <a:lnTo>
                    <a:pt x="6011638" y="1034595"/>
                  </a:lnTo>
                  <a:lnTo>
                    <a:pt x="6013539" y="1045511"/>
                  </a:lnTo>
                  <a:lnTo>
                    <a:pt x="6015440" y="1117749"/>
                  </a:lnTo>
                  <a:lnTo>
                    <a:pt x="6017341" y="1067435"/>
                  </a:lnTo>
                  <a:lnTo>
                    <a:pt x="6019242" y="1268897"/>
                  </a:lnTo>
                  <a:lnTo>
                    <a:pt x="6021144" y="1240576"/>
                  </a:lnTo>
                  <a:lnTo>
                    <a:pt x="6023045" y="1197371"/>
                  </a:lnTo>
                  <a:lnTo>
                    <a:pt x="6024946" y="1240042"/>
                  </a:lnTo>
                  <a:lnTo>
                    <a:pt x="6026847" y="1237541"/>
                  </a:lnTo>
                  <a:lnTo>
                    <a:pt x="6028749" y="1338026"/>
                  </a:lnTo>
                  <a:lnTo>
                    <a:pt x="6030650" y="1305521"/>
                  </a:lnTo>
                  <a:lnTo>
                    <a:pt x="6032551" y="1357669"/>
                  </a:lnTo>
                  <a:lnTo>
                    <a:pt x="6034452" y="1568952"/>
                  </a:lnTo>
                  <a:lnTo>
                    <a:pt x="6036353" y="1514014"/>
                  </a:lnTo>
                  <a:lnTo>
                    <a:pt x="6038255" y="1608288"/>
                  </a:lnTo>
                  <a:lnTo>
                    <a:pt x="6040156" y="1644341"/>
                  </a:lnTo>
                  <a:lnTo>
                    <a:pt x="6042057" y="1730634"/>
                  </a:lnTo>
                  <a:lnTo>
                    <a:pt x="6043958" y="1844102"/>
                  </a:lnTo>
                  <a:lnTo>
                    <a:pt x="6045859" y="1774778"/>
                  </a:lnTo>
                  <a:lnTo>
                    <a:pt x="6047761" y="1770404"/>
                  </a:lnTo>
                  <a:lnTo>
                    <a:pt x="6049662" y="1731211"/>
                  </a:lnTo>
                  <a:lnTo>
                    <a:pt x="6051563" y="1682765"/>
                  </a:lnTo>
                  <a:lnTo>
                    <a:pt x="6053464" y="1656513"/>
                  </a:lnTo>
                  <a:lnTo>
                    <a:pt x="6055366" y="1586398"/>
                  </a:lnTo>
                  <a:lnTo>
                    <a:pt x="6057267" y="1542303"/>
                  </a:lnTo>
                  <a:lnTo>
                    <a:pt x="6059168" y="1524958"/>
                  </a:lnTo>
                  <a:lnTo>
                    <a:pt x="6061069" y="1488599"/>
                  </a:lnTo>
                  <a:lnTo>
                    <a:pt x="6062970" y="1428913"/>
                  </a:lnTo>
                  <a:lnTo>
                    <a:pt x="6064872" y="1344149"/>
                  </a:lnTo>
                  <a:lnTo>
                    <a:pt x="6066773" y="1296915"/>
                  </a:lnTo>
                  <a:lnTo>
                    <a:pt x="6068674" y="1177101"/>
                  </a:lnTo>
                  <a:lnTo>
                    <a:pt x="6070575" y="1183423"/>
                  </a:lnTo>
                  <a:lnTo>
                    <a:pt x="6072476" y="1157240"/>
                  </a:lnTo>
                  <a:lnTo>
                    <a:pt x="6074378" y="1132245"/>
                  </a:lnTo>
                  <a:lnTo>
                    <a:pt x="6076279" y="1189581"/>
                  </a:lnTo>
                  <a:lnTo>
                    <a:pt x="6078180" y="1209390"/>
                  </a:lnTo>
                  <a:lnTo>
                    <a:pt x="6080081" y="1153492"/>
                  </a:lnTo>
                  <a:lnTo>
                    <a:pt x="6081983" y="1182575"/>
                  </a:lnTo>
                  <a:lnTo>
                    <a:pt x="6083884" y="1196139"/>
                  </a:lnTo>
                  <a:lnTo>
                    <a:pt x="6085785" y="1160706"/>
                  </a:lnTo>
                  <a:lnTo>
                    <a:pt x="6087686" y="1105069"/>
                  </a:lnTo>
                  <a:lnTo>
                    <a:pt x="6089587" y="1151487"/>
                  </a:lnTo>
                  <a:lnTo>
                    <a:pt x="6091489" y="1109920"/>
                  </a:lnTo>
                  <a:lnTo>
                    <a:pt x="6093390" y="1021300"/>
                  </a:lnTo>
                  <a:lnTo>
                    <a:pt x="6095291" y="954480"/>
                  </a:lnTo>
                  <a:lnTo>
                    <a:pt x="6097192" y="1028851"/>
                  </a:lnTo>
                  <a:lnTo>
                    <a:pt x="6099093" y="1080434"/>
                  </a:lnTo>
                  <a:lnTo>
                    <a:pt x="6100995" y="1091312"/>
                  </a:lnTo>
                  <a:lnTo>
                    <a:pt x="6102896" y="1081162"/>
                  </a:lnTo>
                  <a:lnTo>
                    <a:pt x="6104797" y="1067167"/>
                  </a:lnTo>
                  <a:lnTo>
                    <a:pt x="6106698" y="1026023"/>
                  </a:lnTo>
                  <a:lnTo>
                    <a:pt x="6108599" y="1006305"/>
                  </a:lnTo>
                  <a:lnTo>
                    <a:pt x="6110501" y="1062980"/>
                  </a:lnTo>
                  <a:lnTo>
                    <a:pt x="6112402" y="1032903"/>
                  </a:lnTo>
                  <a:lnTo>
                    <a:pt x="6114303" y="1015259"/>
                  </a:lnTo>
                  <a:lnTo>
                    <a:pt x="6116204" y="1031967"/>
                  </a:lnTo>
                  <a:lnTo>
                    <a:pt x="6118106" y="1026809"/>
                  </a:lnTo>
                  <a:lnTo>
                    <a:pt x="6120007" y="1156687"/>
                  </a:lnTo>
                  <a:lnTo>
                    <a:pt x="6121908" y="1199320"/>
                  </a:lnTo>
                  <a:lnTo>
                    <a:pt x="6123809" y="1195358"/>
                  </a:lnTo>
                  <a:lnTo>
                    <a:pt x="6125710" y="1230673"/>
                  </a:lnTo>
                  <a:lnTo>
                    <a:pt x="6127612" y="1316253"/>
                  </a:lnTo>
                  <a:lnTo>
                    <a:pt x="6129513" y="1327519"/>
                  </a:lnTo>
                  <a:lnTo>
                    <a:pt x="6131414" y="1454725"/>
                  </a:lnTo>
                  <a:lnTo>
                    <a:pt x="6133315" y="1468449"/>
                  </a:lnTo>
                  <a:lnTo>
                    <a:pt x="6135216" y="1503174"/>
                  </a:lnTo>
                  <a:lnTo>
                    <a:pt x="6137118" y="1571856"/>
                  </a:lnTo>
                  <a:lnTo>
                    <a:pt x="6139019" y="1573383"/>
                  </a:lnTo>
                  <a:lnTo>
                    <a:pt x="6140920" y="1650464"/>
                  </a:lnTo>
                  <a:lnTo>
                    <a:pt x="6142821" y="1672439"/>
                  </a:lnTo>
                  <a:lnTo>
                    <a:pt x="6144723" y="1656848"/>
                  </a:lnTo>
                  <a:lnTo>
                    <a:pt x="6146624" y="1634931"/>
                  </a:lnTo>
                  <a:lnTo>
                    <a:pt x="6148525" y="1639963"/>
                  </a:lnTo>
                  <a:lnTo>
                    <a:pt x="6150426" y="1685939"/>
                  </a:lnTo>
                  <a:lnTo>
                    <a:pt x="6152327" y="1644528"/>
                  </a:lnTo>
                  <a:lnTo>
                    <a:pt x="6154229" y="1627138"/>
                  </a:lnTo>
                  <a:lnTo>
                    <a:pt x="6156130" y="1708727"/>
                  </a:lnTo>
                  <a:lnTo>
                    <a:pt x="6158031" y="1702025"/>
                  </a:lnTo>
                  <a:lnTo>
                    <a:pt x="6159932" y="1702820"/>
                  </a:lnTo>
                  <a:lnTo>
                    <a:pt x="6161833" y="1675729"/>
                  </a:lnTo>
                  <a:lnTo>
                    <a:pt x="6163735" y="1683468"/>
                  </a:lnTo>
                  <a:lnTo>
                    <a:pt x="6165636" y="1690460"/>
                  </a:lnTo>
                  <a:lnTo>
                    <a:pt x="6167537" y="1743339"/>
                  </a:lnTo>
                  <a:lnTo>
                    <a:pt x="6169438" y="1748847"/>
                  </a:lnTo>
                  <a:lnTo>
                    <a:pt x="6171340" y="1726221"/>
                  </a:lnTo>
                  <a:lnTo>
                    <a:pt x="6173241" y="1702277"/>
                  </a:lnTo>
                  <a:lnTo>
                    <a:pt x="6175142" y="1748242"/>
                  </a:lnTo>
                  <a:lnTo>
                    <a:pt x="6177043" y="1700858"/>
                  </a:lnTo>
                  <a:lnTo>
                    <a:pt x="6178944" y="1744816"/>
                  </a:lnTo>
                  <a:lnTo>
                    <a:pt x="6180846" y="1789599"/>
                  </a:lnTo>
                  <a:lnTo>
                    <a:pt x="6182747" y="1839756"/>
                  </a:lnTo>
                  <a:lnTo>
                    <a:pt x="6184648" y="1972612"/>
                  </a:lnTo>
                  <a:lnTo>
                    <a:pt x="6186549" y="2064315"/>
                  </a:lnTo>
                  <a:lnTo>
                    <a:pt x="6188450" y="2039467"/>
                  </a:lnTo>
                  <a:lnTo>
                    <a:pt x="6190352" y="2074812"/>
                  </a:lnTo>
                  <a:lnTo>
                    <a:pt x="6192253" y="1986674"/>
                  </a:lnTo>
                  <a:lnTo>
                    <a:pt x="6194154" y="1987653"/>
                  </a:lnTo>
                  <a:lnTo>
                    <a:pt x="6196055" y="2066002"/>
                  </a:lnTo>
                  <a:lnTo>
                    <a:pt x="6197957" y="2113805"/>
                  </a:lnTo>
                  <a:lnTo>
                    <a:pt x="6199858" y="2086937"/>
                  </a:lnTo>
                  <a:lnTo>
                    <a:pt x="6201759" y="2115434"/>
                  </a:lnTo>
                  <a:lnTo>
                    <a:pt x="6203660" y="2129095"/>
                  </a:lnTo>
                  <a:lnTo>
                    <a:pt x="6205561" y="2157137"/>
                  </a:lnTo>
                  <a:lnTo>
                    <a:pt x="6207463" y="2172697"/>
                  </a:lnTo>
                  <a:lnTo>
                    <a:pt x="6209364" y="2179738"/>
                  </a:lnTo>
                  <a:lnTo>
                    <a:pt x="6211265" y="2239977"/>
                  </a:lnTo>
                  <a:lnTo>
                    <a:pt x="6213166" y="2255633"/>
                  </a:lnTo>
                  <a:lnTo>
                    <a:pt x="6215067" y="2284667"/>
                  </a:lnTo>
                  <a:lnTo>
                    <a:pt x="6216969" y="2288296"/>
                  </a:lnTo>
                  <a:lnTo>
                    <a:pt x="6218870" y="2316096"/>
                  </a:lnTo>
                  <a:lnTo>
                    <a:pt x="6220771" y="2301689"/>
                  </a:lnTo>
                  <a:lnTo>
                    <a:pt x="6222672" y="2373399"/>
                  </a:lnTo>
                  <a:lnTo>
                    <a:pt x="6224574" y="2364064"/>
                  </a:lnTo>
                  <a:lnTo>
                    <a:pt x="6226475" y="2372422"/>
                  </a:lnTo>
                  <a:lnTo>
                    <a:pt x="6228376" y="2406449"/>
                  </a:lnTo>
                  <a:lnTo>
                    <a:pt x="6230277" y="2405986"/>
                  </a:lnTo>
                  <a:lnTo>
                    <a:pt x="6232178" y="2431203"/>
                  </a:lnTo>
                  <a:lnTo>
                    <a:pt x="6234080" y="2416947"/>
                  </a:lnTo>
                  <a:lnTo>
                    <a:pt x="6235981" y="2421132"/>
                  </a:lnTo>
                  <a:lnTo>
                    <a:pt x="6237882" y="2403897"/>
                  </a:lnTo>
                  <a:lnTo>
                    <a:pt x="6239783" y="2399274"/>
                  </a:lnTo>
                  <a:lnTo>
                    <a:pt x="6241684" y="2416460"/>
                  </a:lnTo>
                  <a:lnTo>
                    <a:pt x="6243586" y="2394657"/>
                  </a:lnTo>
                  <a:lnTo>
                    <a:pt x="6245487" y="2411385"/>
                  </a:lnTo>
                  <a:lnTo>
                    <a:pt x="6247388" y="2404750"/>
                  </a:lnTo>
                  <a:lnTo>
                    <a:pt x="6249289" y="2433837"/>
                  </a:lnTo>
                  <a:lnTo>
                    <a:pt x="6251191" y="2448755"/>
                  </a:lnTo>
                  <a:lnTo>
                    <a:pt x="6253092" y="2430630"/>
                  </a:lnTo>
                  <a:lnTo>
                    <a:pt x="6254993" y="2427353"/>
                  </a:lnTo>
                  <a:lnTo>
                    <a:pt x="6256894" y="2428745"/>
                  </a:lnTo>
                  <a:lnTo>
                    <a:pt x="6258795" y="2436621"/>
                  </a:lnTo>
                  <a:lnTo>
                    <a:pt x="6260697" y="2433783"/>
                  </a:lnTo>
                  <a:lnTo>
                    <a:pt x="6262598" y="2440886"/>
                  </a:lnTo>
                  <a:lnTo>
                    <a:pt x="6264499" y="2456638"/>
                  </a:lnTo>
                  <a:lnTo>
                    <a:pt x="6266400" y="2442636"/>
                  </a:lnTo>
                  <a:lnTo>
                    <a:pt x="6268301" y="2467060"/>
                  </a:lnTo>
                  <a:lnTo>
                    <a:pt x="6270203" y="2456708"/>
                  </a:lnTo>
                  <a:lnTo>
                    <a:pt x="6272104" y="2478312"/>
                  </a:lnTo>
                  <a:lnTo>
                    <a:pt x="6274005" y="2516424"/>
                  </a:lnTo>
                  <a:lnTo>
                    <a:pt x="6275906" y="2497845"/>
                  </a:lnTo>
                  <a:lnTo>
                    <a:pt x="6277808" y="2528778"/>
                  </a:lnTo>
                  <a:lnTo>
                    <a:pt x="6279709" y="2499731"/>
                  </a:lnTo>
                  <a:lnTo>
                    <a:pt x="6281610" y="2501174"/>
                  </a:lnTo>
                  <a:lnTo>
                    <a:pt x="6283511" y="2487529"/>
                  </a:lnTo>
                  <a:lnTo>
                    <a:pt x="6285412" y="2442320"/>
                  </a:lnTo>
                  <a:lnTo>
                    <a:pt x="6287314" y="2471215"/>
                  </a:lnTo>
                  <a:lnTo>
                    <a:pt x="6289215" y="2466838"/>
                  </a:lnTo>
                  <a:lnTo>
                    <a:pt x="6291116" y="2461851"/>
                  </a:lnTo>
                  <a:lnTo>
                    <a:pt x="6293017" y="2423305"/>
                  </a:lnTo>
                  <a:lnTo>
                    <a:pt x="6294918" y="2431331"/>
                  </a:lnTo>
                  <a:lnTo>
                    <a:pt x="6296820" y="2440865"/>
                  </a:lnTo>
                  <a:lnTo>
                    <a:pt x="6298721" y="2454187"/>
                  </a:lnTo>
                  <a:lnTo>
                    <a:pt x="6300622" y="2461290"/>
                  </a:lnTo>
                  <a:lnTo>
                    <a:pt x="6302523" y="2460060"/>
                  </a:lnTo>
                  <a:lnTo>
                    <a:pt x="6304425" y="2482826"/>
                  </a:lnTo>
                  <a:lnTo>
                    <a:pt x="6306326" y="2452400"/>
                  </a:lnTo>
                  <a:lnTo>
                    <a:pt x="6308227" y="2453698"/>
                  </a:lnTo>
                  <a:lnTo>
                    <a:pt x="6310128" y="2440516"/>
                  </a:lnTo>
                  <a:lnTo>
                    <a:pt x="6312029" y="2444368"/>
                  </a:lnTo>
                  <a:lnTo>
                    <a:pt x="6313931" y="2457417"/>
                  </a:lnTo>
                  <a:lnTo>
                    <a:pt x="6315832" y="2457274"/>
                  </a:lnTo>
                  <a:lnTo>
                    <a:pt x="6317733" y="2476073"/>
                  </a:lnTo>
                  <a:lnTo>
                    <a:pt x="6319634" y="2446625"/>
                  </a:lnTo>
                  <a:lnTo>
                    <a:pt x="6321535" y="2406124"/>
                  </a:lnTo>
                  <a:lnTo>
                    <a:pt x="6323437" y="2418661"/>
                  </a:lnTo>
                  <a:lnTo>
                    <a:pt x="6325338" y="2422715"/>
                  </a:lnTo>
                  <a:lnTo>
                    <a:pt x="6327239" y="2434825"/>
                  </a:lnTo>
                  <a:lnTo>
                    <a:pt x="6329140" y="2409892"/>
                  </a:lnTo>
                  <a:lnTo>
                    <a:pt x="6331042" y="2422953"/>
                  </a:lnTo>
                  <a:lnTo>
                    <a:pt x="6332943" y="2402316"/>
                  </a:lnTo>
                  <a:lnTo>
                    <a:pt x="6334844" y="2432819"/>
                  </a:lnTo>
                  <a:lnTo>
                    <a:pt x="6336745" y="2390536"/>
                  </a:lnTo>
                  <a:lnTo>
                    <a:pt x="6338646" y="2329979"/>
                  </a:lnTo>
                  <a:lnTo>
                    <a:pt x="6340548" y="2310761"/>
                  </a:lnTo>
                  <a:lnTo>
                    <a:pt x="6342449" y="2345408"/>
                  </a:lnTo>
                  <a:lnTo>
                    <a:pt x="6344350" y="2346535"/>
                  </a:lnTo>
                  <a:lnTo>
                    <a:pt x="6346251" y="2353682"/>
                  </a:lnTo>
                  <a:lnTo>
                    <a:pt x="6348152" y="2393068"/>
                  </a:lnTo>
                  <a:lnTo>
                    <a:pt x="6350054" y="2333766"/>
                  </a:lnTo>
                  <a:lnTo>
                    <a:pt x="6351955" y="2327287"/>
                  </a:lnTo>
                  <a:lnTo>
                    <a:pt x="6353856" y="2305434"/>
                  </a:lnTo>
                  <a:lnTo>
                    <a:pt x="6355757" y="2241076"/>
                  </a:lnTo>
                  <a:lnTo>
                    <a:pt x="6357659" y="2252828"/>
                  </a:lnTo>
                  <a:lnTo>
                    <a:pt x="6359560" y="2284724"/>
                  </a:lnTo>
                  <a:lnTo>
                    <a:pt x="6361461" y="2295724"/>
                  </a:lnTo>
                  <a:lnTo>
                    <a:pt x="6363362" y="2310018"/>
                  </a:lnTo>
                  <a:lnTo>
                    <a:pt x="6365263" y="2289851"/>
                  </a:lnTo>
                  <a:lnTo>
                    <a:pt x="6367165" y="2228322"/>
                  </a:lnTo>
                  <a:lnTo>
                    <a:pt x="6369066" y="2182789"/>
                  </a:lnTo>
                  <a:lnTo>
                    <a:pt x="6370967" y="2211463"/>
                  </a:lnTo>
                  <a:lnTo>
                    <a:pt x="6372868" y="2278388"/>
                  </a:lnTo>
                  <a:lnTo>
                    <a:pt x="6374769" y="2379779"/>
                  </a:lnTo>
                  <a:lnTo>
                    <a:pt x="6376671" y="2468162"/>
                  </a:lnTo>
                  <a:lnTo>
                    <a:pt x="6378572" y="2456539"/>
                  </a:lnTo>
                  <a:lnTo>
                    <a:pt x="6380473" y="2452892"/>
                  </a:lnTo>
                  <a:lnTo>
                    <a:pt x="6382374" y="2446652"/>
                  </a:lnTo>
                  <a:lnTo>
                    <a:pt x="6384276" y="2441959"/>
                  </a:lnTo>
                  <a:lnTo>
                    <a:pt x="6386177" y="2446806"/>
                  </a:lnTo>
                  <a:lnTo>
                    <a:pt x="6388078" y="2451394"/>
                  </a:lnTo>
                  <a:lnTo>
                    <a:pt x="6389979" y="2473871"/>
                  </a:lnTo>
                  <a:lnTo>
                    <a:pt x="6391880" y="2460860"/>
                  </a:lnTo>
                  <a:lnTo>
                    <a:pt x="6393782" y="2466204"/>
                  </a:lnTo>
                  <a:lnTo>
                    <a:pt x="6395683" y="2460636"/>
                  </a:lnTo>
                  <a:lnTo>
                    <a:pt x="6397584" y="2489173"/>
                  </a:lnTo>
                  <a:lnTo>
                    <a:pt x="6399485" y="2428218"/>
                  </a:lnTo>
                  <a:lnTo>
                    <a:pt x="6401386" y="2466761"/>
                  </a:lnTo>
                  <a:lnTo>
                    <a:pt x="6403288" y="2488979"/>
                  </a:lnTo>
                  <a:lnTo>
                    <a:pt x="6405189" y="2470601"/>
                  </a:lnTo>
                  <a:lnTo>
                    <a:pt x="6407090" y="2515085"/>
                  </a:lnTo>
                  <a:lnTo>
                    <a:pt x="6408991" y="2459954"/>
                  </a:lnTo>
                  <a:lnTo>
                    <a:pt x="6410892" y="2528560"/>
                  </a:lnTo>
                  <a:lnTo>
                    <a:pt x="6412794" y="2520455"/>
                  </a:lnTo>
                  <a:lnTo>
                    <a:pt x="6414695" y="2505088"/>
                  </a:lnTo>
                  <a:lnTo>
                    <a:pt x="6416596" y="2506568"/>
                  </a:lnTo>
                  <a:lnTo>
                    <a:pt x="6418497" y="2473643"/>
                  </a:lnTo>
                  <a:lnTo>
                    <a:pt x="6420399" y="2487052"/>
                  </a:lnTo>
                  <a:lnTo>
                    <a:pt x="6422300" y="2479871"/>
                  </a:lnTo>
                  <a:lnTo>
                    <a:pt x="6424201" y="2493705"/>
                  </a:lnTo>
                  <a:lnTo>
                    <a:pt x="6426102" y="2505792"/>
                  </a:lnTo>
                  <a:lnTo>
                    <a:pt x="6428003" y="2482517"/>
                  </a:lnTo>
                  <a:lnTo>
                    <a:pt x="6429905" y="2485743"/>
                  </a:lnTo>
                  <a:lnTo>
                    <a:pt x="6431806" y="2491949"/>
                  </a:lnTo>
                  <a:lnTo>
                    <a:pt x="6433707" y="2499416"/>
                  </a:lnTo>
                  <a:lnTo>
                    <a:pt x="6435608" y="2490710"/>
                  </a:lnTo>
                  <a:lnTo>
                    <a:pt x="6437509" y="2477876"/>
                  </a:lnTo>
                  <a:lnTo>
                    <a:pt x="6439411" y="2458109"/>
                  </a:lnTo>
                  <a:lnTo>
                    <a:pt x="6441312" y="2467791"/>
                  </a:lnTo>
                  <a:lnTo>
                    <a:pt x="6443213" y="2465707"/>
                  </a:lnTo>
                  <a:lnTo>
                    <a:pt x="6445114" y="2490729"/>
                  </a:lnTo>
                  <a:lnTo>
                    <a:pt x="6447016" y="2493254"/>
                  </a:lnTo>
                  <a:lnTo>
                    <a:pt x="6448917" y="2470182"/>
                  </a:lnTo>
                  <a:lnTo>
                    <a:pt x="6450818" y="2472577"/>
                  </a:lnTo>
                  <a:lnTo>
                    <a:pt x="6452719" y="2453887"/>
                  </a:lnTo>
                  <a:lnTo>
                    <a:pt x="6454620" y="2453919"/>
                  </a:lnTo>
                  <a:lnTo>
                    <a:pt x="6456522" y="2466063"/>
                  </a:lnTo>
                  <a:lnTo>
                    <a:pt x="6458423" y="2469028"/>
                  </a:lnTo>
                  <a:lnTo>
                    <a:pt x="6460324" y="2482498"/>
                  </a:lnTo>
                  <a:lnTo>
                    <a:pt x="6462225" y="2488528"/>
                  </a:lnTo>
                  <a:lnTo>
                    <a:pt x="6464126" y="2491406"/>
                  </a:lnTo>
                  <a:lnTo>
                    <a:pt x="6466028" y="2503438"/>
                  </a:lnTo>
                  <a:lnTo>
                    <a:pt x="6467929" y="2490165"/>
                  </a:lnTo>
                  <a:lnTo>
                    <a:pt x="6469830" y="2475772"/>
                  </a:lnTo>
                  <a:lnTo>
                    <a:pt x="6471731" y="2484535"/>
                  </a:lnTo>
                  <a:lnTo>
                    <a:pt x="6473633" y="2507419"/>
                  </a:lnTo>
                  <a:lnTo>
                    <a:pt x="6475534" y="2530772"/>
                  </a:lnTo>
                  <a:lnTo>
                    <a:pt x="6477435" y="2530772"/>
                  </a:lnTo>
                  <a:lnTo>
                    <a:pt x="6479336" y="2530772"/>
                  </a:lnTo>
                  <a:lnTo>
                    <a:pt x="6481237" y="2530772"/>
                  </a:lnTo>
                  <a:lnTo>
                    <a:pt x="6483139" y="2530772"/>
                  </a:lnTo>
                  <a:lnTo>
                    <a:pt x="6485040" y="2530772"/>
                  </a:lnTo>
                  <a:lnTo>
                    <a:pt x="6486941" y="2530772"/>
                  </a:lnTo>
                  <a:lnTo>
                    <a:pt x="6488842" y="2530772"/>
                  </a:lnTo>
                  <a:lnTo>
                    <a:pt x="6490743" y="2530772"/>
                  </a:lnTo>
                  <a:lnTo>
                    <a:pt x="6492645" y="2505540"/>
                  </a:lnTo>
                  <a:lnTo>
                    <a:pt x="6494546" y="2495733"/>
                  </a:lnTo>
                  <a:lnTo>
                    <a:pt x="6496447" y="2530772"/>
                  </a:lnTo>
                  <a:lnTo>
                    <a:pt x="6498348" y="2511630"/>
                  </a:lnTo>
                  <a:lnTo>
                    <a:pt x="6500250" y="2509502"/>
                  </a:lnTo>
                  <a:lnTo>
                    <a:pt x="6502151" y="2513328"/>
                  </a:lnTo>
                  <a:lnTo>
                    <a:pt x="6504052" y="2504551"/>
                  </a:lnTo>
                  <a:lnTo>
                    <a:pt x="6505953" y="2530772"/>
                  </a:lnTo>
                  <a:lnTo>
                    <a:pt x="6507854" y="2530772"/>
                  </a:lnTo>
                  <a:lnTo>
                    <a:pt x="6509756" y="2530772"/>
                  </a:lnTo>
                  <a:lnTo>
                    <a:pt x="6511657" y="2530772"/>
                  </a:lnTo>
                  <a:lnTo>
                    <a:pt x="6513558" y="2530772"/>
                  </a:lnTo>
                  <a:lnTo>
                    <a:pt x="6515459" y="2530772"/>
                  </a:lnTo>
                  <a:lnTo>
                    <a:pt x="6517360" y="2530772"/>
                  </a:lnTo>
                  <a:lnTo>
                    <a:pt x="6519262" y="2530772"/>
                  </a:lnTo>
                  <a:lnTo>
                    <a:pt x="6521163" y="2530772"/>
                  </a:lnTo>
                  <a:lnTo>
                    <a:pt x="6523064" y="2530772"/>
                  </a:lnTo>
                  <a:lnTo>
                    <a:pt x="6524965" y="2530772"/>
                  </a:lnTo>
                  <a:lnTo>
                    <a:pt x="6526867" y="2530772"/>
                  </a:lnTo>
                  <a:lnTo>
                    <a:pt x="6528768" y="2530772"/>
                  </a:lnTo>
                  <a:lnTo>
                    <a:pt x="6530669" y="2530772"/>
                  </a:lnTo>
                  <a:lnTo>
                    <a:pt x="6532570" y="2530772"/>
                  </a:lnTo>
                  <a:lnTo>
                    <a:pt x="6534471" y="2530772"/>
                  </a:lnTo>
                  <a:lnTo>
                    <a:pt x="6536373" y="2530772"/>
                  </a:lnTo>
                  <a:lnTo>
                    <a:pt x="6538274" y="2530772"/>
                  </a:lnTo>
                  <a:lnTo>
                    <a:pt x="6540175" y="2530772"/>
                  </a:lnTo>
                  <a:lnTo>
                    <a:pt x="6542076" y="2530772"/>
                  </a:lnTo>
                  <a:lnTo>
                    <a:pt x="6543977" y="2530772"/>
                  </a:lnTo>
                  <a:lnTo>
                    <a:pt x="6545879" y="2530772"/>
                  </a:lnTo>
                  <a:lnTo>
                    <a:pt x="6547780" y="2530772"/>
                  </a:lnTo>
                  <a:lnTo>
                    <a:pt x="6549681" y="2530772"/>
                  </a:lnTo>
                  <a:lnTo>
                    <a:pt x="6551582" y="2530772"/>
                  </a:lnTo>
                  <a:lnTo>
                    <a:pt x="6553484" y="2530772"/>
                  </a:lnTo>
                  <a:lnTo>
                    <a:pt x="6555385" y="2530772"/>
                  </a:lnTo>
                  <a:lnTo>
                    <a:pt x="6557286" y="2530772"/>
                  </a:lnTo>
                  <a:lnTo>
                    <a:pt x="6559187" y="2530772"/>
                  </a:lnTo>
                  <a:lnTo>
                    <a:pt x="6561088" y="2530772"/>
                  </a:lnTo>
                  <a:lnTo>
                    <a:pt x="6562990" y="2530772"/>
                  </a:lnTo>
                  <a:lnTo>
                    <a:pt x="6564891" y="2530772"/>
                  </a:lnTo>
                  <a:lnTo>
                    <a:pt x="6566792" y="2530772"/>
                  </a:lnTo>
                  <a:lnTo>
                    <a:pt x="6568693" y="2530772"/>
                  </a:lnTo>
                  <a:lnTo>
                    <a:pt x="6570594" y="2530772"/>
                  </a:lnTo>
                  <a:lnTo>
                    <a:pt x="6572496" y="2530772"/>
                  </a:lnTo>
                  <a:lnTo>
                    <a:pt x="6574397" y="2530772"/>
                  </a:lnTo>
                  <a:lnTo>
                    <a:pt x="6576298" y="2530772"/>
                  </a:lnTo>
                  <a:lnTo>
                    <a:pt x="6578199" y="2530772"/>
                  </a:lnTo>
                  <a:lnTo>
                    <a:pt x="6580101" y="2530772"/>
                  </a:lnTo>
                  <a:lnTo>
                    <a:pt x="6582002" y="2530772"/>
                  </a:lnTo>
                  <a:lnTo>
                    <a:pt x="6583903" y="2530772"/>
                  </a:lnTo>
                  <a:lnTo>
                    <a:pt x="6585804" y="2530772"/>
                  </a:lnTo>
                  <a:lnTo>
                    <a:pt x="6587705" y="2530772"/>
                  </a:lnTo>
                  <a:lnTo>
                    <a:pt x="6589607" y="2530772"/>
                  </a:lnTo>
                  <a:lnTo>
                    <a:pt x="6591508" y="2530772"/>
                  </a:lnTo>
                  <a:lnTo>
                    <a:pt x="6593409" y="2530772"/>
                  </a:lnTo>
                  <a:lnTo>
                    <a:pt x="6595310" y="2530772"/>
                  </a:lnTo>
                  <a:lnTo>
                    <a:pt x="6597211" y="2530772"/>
                  </a:lnTo>
                  <a:lnTo>
                    <a:pt x="6599113" y="2517833"/>
                  </a:lnTo>
                  <a:lnTo>
                    <a:pt x="6601014" y="2530772"/>
                  </a:lnTo>
                  <a:lnTo>
                    <a:pt x="6602915" y="2522248"/>
                  </a:lnTo>
                  <a:lnTo>
                    <a:pt x="6604816" y="2478661"/>
                  </a:lnTo>
                  <a:lnTo>
                    <a:pt x="6606718" y="2514142"/>
                  </a:lnTo>
                  <a:lnTo>
                    <a:pt x="6608619" y="2492150"/>
                  </a:lnTo>
                  <a:lnTo>
                    <a:pt x="6610520" y="2504137"/>
                  </a:lnTo>
                  <a:lnTo>
                    <a:pt x="6612421" y="2494060"/>
                  </a:lnTo>
                  <a:lnTo>
                    <a:pt x="6614322" y="2523632"/>
                  </a:lnTo>
                  <a:lnTo>
                    <a:pt x="6616224" y="2530772"/>
                  </a:lnTo>
                  <a:lnTo>
                    <a:pt x="6618125" y="2530772"/>
                  </a:lnTo>
                  <a:lnTo>
                    <a:pt x="6620026" y="2530772"/>
                  </a:lnTo>
                  <a:lnTo>
                    <a:pt x="6621927" y="2530772"/>
                  </a:lnTo>
                  <a:lnTo>
                    <a:pt x="6623828" y="2530772"/>
                  </a:lnTo>
                  <a:lnTo>
                    <a:pt x="6625730" y="2530772"/>
                  </a:lnTo>
                  <a:lnTo>
                    <a:pt x="6627631" y="2530772"/>
                  </a:lnTo>
                  <a:lnTo>
                    <a:pt x="6629532" y="2530772"/>
                  </a:lnTo>
                  <a:lnTo>
                    <a:pt x="6631433" y="2530772"/>
                  </a:lnTo>
                  <a:lnTo>
                    <a:pt x="6633335" y="2530772"/>
                  </a:lnTo>
                  <a:lnTo>
                    <a:pt x="6635236" y="2530772"/>
                  </a:lnTo>
                  <a:lnTo>
                    <a:pt x="6637137" y="2530772"/>
                  </a:lnTo>
                  <a:lnTo>
                    <a:pt x="6639038" y="2530772"/>
                  </a:lnTo>
                  <a:lnTo>
                    <a:pt x="6640939" y="2530772"/>
                  </a:lnTo>
                  <a:lnTo>
                    <a:pt x="6642841" y="2530772"/>
                  </a:lnTo>
                  <a:lnTo>
                    <a:pt x="6644742" y="2530772"/>
                  </a:lnTo>
                  <a:lnTo>
                    <a:pt x="6646643" y="2530772"/>
                  </a:lnTo>
                  <a:lnTo>
                    <a:pt x="6648544" y="2530772"/>
                  </a:lnTo>
                  <a:lnTo>
                    <a:pt x="6650445" y="2530772"/>
                  </a:lnTo>
                  <a:lnTo>
                    <a:pt x="6652347" y="2530772"/>
                  </a:lnTo>
                  <a:lnTo>
                    <a:pt x="6654248" y="2530772"/>
                  </a:lnTo>
                  <a:lnTo>
                    <a:pt x="6656149" y="2530772"/>
                  </a:lnTo>
                  <a:lnTo>
                    <a:pt x="6658050" y="2511666"/>
                  </a:lnTo>
                  <a:lnTo>
                    <a:pt x="6659952" y="2487954"/>
                  </a:lnTo>
                  <a:lnTo>
                    <a:pt x="6661853" y="2506535"/>
                  </a:lnTo>
                  <a:lnTo>
                    <a:pt x="6663754" y="2523902"/>
                  </a:lnTo>
                  <a:lnTo>
                    <a:pt x="6665655" y="2521868"/>
                  </a:lnTo>
                  <a:lnTo>
                    <a:pt x="6667556" y="2530772"/>
                  </a:lnTo>
                  <a:lnTo>
                    <a:pt x="6669458" y="2530772"/>
                  </a:lnTo>
                  <a:lnTo>
                    <a:pt x="6671359" y="2530772"/>
                  </a:lnTo>
                  <a:lnTo>
                    <a:pt x="6673260" y="2530772"/>
                  </a:lnTo>
                  <a:lnTo>
                    <a:pt x="6675161" y="2530772"/>
                  </a:lnTo>
                  <a:lnTo>
                    <a:pt x="6677062" y="2530772"/>
                  </a:lnTo>
                  <a:lnTo>
                    <a:pt x="6678964" y="2530772"/>
                  </a:lnTo>
                  <a:lnTo>
                    <a:pt x="6680865" y="2530772"/>
                  </a:lnTo>
                  <a:lnTo>
                    <a:pt x="6682766" y="2530772"/>
                  </a:lnTo>
                  <a:lnTo>
                    <a:pt x="6684667" y="2530772"/>
                  </a:lnTo>
                  <a:lnTo>
                    <a:pt x="6686569" y="2530772"/>
                  </a:lnTo>
                  <a:lnTo>
                    <a:pt x="6688470" y="2530772"/>
                  </a:lnTo>
                  <a:lnTo>
                    <a:pt x="6690371" y="2530772"/>
                  </a:lnTo>
                  <a:lnTo>
                    <a:pt x="6692272" y="2530772"/>
                  </a:lnTo>
                  <a:lnTo>
                    <a:pt x="6694173" y="2530772"/>
                  </a:lnTo>
                  <a:lnTo>
                    <a:pt x="6696075" y="2530772"/>
                  </a:lnTo>
                  <a:lnTo>
                    <a:pt x="6697976" y="2530772"/>
                  </a:lnTo>
                  <a:lnTo>
                    <a:pt x="6699877" y="2530772"/>
                  </a:lnTo>
                  <a:lnTo>
                    <a:pt x="6701778" y="2530772"/>
                  </a:lnTo>
                  <a:lnTo>
                    <a:pt x="6703679" y="2530772"/>
                  </a:lnTo>
                  <a:lnTo>
                    <a:pt x="6705581" y="2530772"/>
                  </a:lnTo>
                  <a:lnTo>
                    <a:pt x="6707482" y="2530772"/>
                  </a:lnTo>
                  <a:lnTo>
                    <a:pt x="6709383" y="2530772"/>
                  </a:lnTo>
                  <a:lnTo>
                    <a:pt x="6711284" y="2530772"/>
                  </a:lnTo>
                  <a:lnTo>
                    <a:pt x="6713185" y="2530772"/>
                  </a:lnTo>
                  <a:lnTo>
                    <a:pt x="6715087" y="2530772"/>
                  </a:lnTo>
                  <a:lnTo>
                    <a:pt x="6716988" y="2530772"/>
                  </a:lnTo>
                  <a:lnTo>
                    <a:pt x="6718889" y="2530772"/>
                  </a:lnTo>
                  <a:lnTo>
                    <a:pt x="6720790" y="2530143"/>
                  </a:lnTo>
                  <a:lnTo>
                    <a:pt x="6722692" y="2523818"/>
                  </a:lnTo>
                  <a:lnTo>
                    <a:pt x="6724593" y="2401950"/>
                  </a:lnTo>
                  <a:lnTo>
                    <a:pt x="6726494" y="2447177"/>
                  </a:lnTo>
                  <a:lnTo>
                    <a:pt x="6728395" y="2443872"/>
                  </a:lnTo>
                  <a:lnTo>
                    <a:pt x="6730296" y="2487824"/>
                  </a:lnTo>
                  <a:lnTo>
                    <a:pt x="6732198" y="2489354"/>
                  </a:lnTo>
                  <a:lnTo>
                    <a:pt x="6734099" y="2449461"/>
                  </a:lnTo>
                  <a:lnTo>
                    <a:pt x="6736000" y="2453390"/>
                  </a:lnTo>
                  <a:lnTo>
                    <a:pt x="6737901" y="2438339"/>
                  </a:lnTo>
                  <a:lnTo>
                    <a:pt x="6739802" y="2440797"/>
                  </a:lnTo>
                  <a:lnTo>
                    <a:pt x="6741704" y="2453079"/>
                  </a:lnTo>
                  <a:lnTo>
                    <a:pt x="6743605" y="2443419"/>
                  </a:lnTo>
                  <a:lnTo>
                    <a:pt x="6745506" y="2386813"/>
                  </a:lnTo>
                  <a:lnTo>
                    <a:pt x="6747407" y="2412270"/>
                  </a:lnTo>
                  <a:lnTo>
                    <a:pt x="6749309" y="2387978"/>
                  </a:lnTo>
                  <a:lnTo>
                    <a:pt x="6751210" y="2380572"/>
                  </a:lnTo>
                  <a:lnTo>
                    <a:pt x="6753111" y="2343222"/>
                  </a:lnTo>
                  <a:lnTo>
                    <a:pt x="6755012" y="2313280"/>
                  </a:lnTo>
                  <a:lnTo>
                    <a:pt x="6756913" y="2353755"/>
                  </a:lnTo>
                  <a:lnTo>
                    <a:pt x="6758815" y="2424790"/>
                  </a:lnTo>
                  <a:lnTo>
                    <a:pt x="6760716" y="2415497"/>
                  </a:lnTo>
                  <a:lnTo>
                    <a:pt x="6762617" y="2362005"/>
                  </a:lnTo>
                  <a:lnTo>
                    <a:pt x="6764518" y="2373684"/>
                  </a:lnTo>
                  <a:lnTo>
                    <a:pt x="6766419" y="2356208"/>
                  </a:lnTo>
                  <a:lnTo>
                    <a:pt x="6768321" y="2345624"/>
                  </a:lnTo>
                  <a:lnTo>
                    <a:pt x="6770222" y="2345962"/>
                  </a:lnTo>
                  <a:lnTo>
                    <a:pt x="6772123" y="2352100"/>
                  </a:lnTo>
                  <a:lnTo>
                    <a:pt x="6774024" y="2349514"/>
                  </a:lnTo>
                  <a:lnTo>
                    <a:pt x="6775926" y="2299067"/>
                  </a:lnTo>
                  <a:lnTo>
                    <a:pt x="6777827" y="2291746"/>
                  </a:lnTo>
                  <a:lnTo>
                    <a:pt x="6779728" y="2298545"/>
                  </a:lnTo>
                  <a:lnTo>
                    <a:pt x="6781629" y="2294007"/>
                  </a:lnTo>
                  <a:lnTo>
                    <a:pt x="6783530" y="2294702"/>
                  </a:lnTo>
                  <a:lnTo>
                    <a:pt x="6785432" y="2275750"/>
                  </a:lnTo>
                  <a:lnTo>
                    <a:pt x="6787333" y="2332674"/>
                  </a:lnTo>
                  <a:lnTo>
                    <a:pt x="6789234" y="2299327"/>
                  </a:lnTo>
                  <a:lnTo>
                    <a:pt x="6791135" y="2407291"/>
                  </a:lnTo>
                  <a:lnTo>
                    <a:pt x="6793036" y="2386213"/>
                  </a:lnTo>
                  <a:lnTo>
                    <a:pt x="6794938" y="2372394"/>
                  </a:lnTo>
                  <a:lnTo>
                    <a:pt x="6796839" y="2410689"/>
                  </a:lnTo>
                  <a:lnTo>
                    <a:pt x="6798740" y="2391699"/>
                  </a:lnTo>
                  <a:lnTo>
                    <a:pt x="6800641" y="2361223"/>
                  </a:lnTo>
                  <a:lnTo>
                    <a:pt x="6802543" y="2300778"/>
                  </a:lnTo>
                  <a:lnTo>
                    <a:pt x="6804444" y="2365024"/>
                  </a:lnTo>
                  <a:lnTo>
                    <a:pt x="6806345" y="2356712"/>
                  </a:lnTo>
                  <a:lnTo>
                    <a:pt x="6808246" y="2374507"/>
                  </a:lnTo>
                  <a:lnTo>
                    <a:pt x="6810147" y="2376639"/>
                  </a:lnTo>
                  <a:lnTo>
                    <a:pt x="6812049" y="2398446"/>
                  </a:lnTo>
                  <a:lnTo>
                    <a:pt x="6813950" y="2395412"/>
                  </a:lnTo>
                  <a:lnTo>
                    <a:pt x="6815851" y="2399327"/>
                  </a:lnTo>
                  <a:lnTo>
                    <a:pt x="6817752" y="2413787"/>
                  </a:lnTo>
                  <a:lnTo>
                    <a:pt x="6819653" y="2464528"/>
                  </a:lnTo>
                  <a:lnTo>
                    <a:pt x="6821555" y="2476390"/>
                  </a:lnTo>
                  <a:lnTo>
                    <a:pt x="6823456" y="2467993"/>
                  </a:lnTo>
                  <a:lnTo>
                    <a:pt x="6825357" y="2485083"/>
                  </a:lnTo>
                  <a:lnTo>
                    <a:pt x="6827258" y="2485480"/>
                  </a:lnTo>
                  <a:lnTo>
                    <a:pt x="6829160" y="2492488"/>
                  </a:lnTo>
                  <a:lnTo>
                    <a:pt x="6831061" y="2505188"/>
                  </a:lnTo>
                  <a:lnTo>
                    <a:pt x="6832962" y="2466874"/>
                  </a:lnTo>
                  <a:lnTo>
                    <a:pt x="6834863" y="2445899"/>
                  </a:lnTo>
                  <a:lnTo>
                    <a:pt x="6836764" y="2424118"/>
                  </a:lnTo>
                  <a:lnTo>
                    <a:pt x="6838666" y="2454980"/>
                  </a:lnTo>
                  <a:lnTo>
                    <a:pt x="6840567" y="2446413"/>
                  </a:lnTo>
                  <a:lnTo>
                    <a:pt x="6842468" y="2397848"/>
                  </a:lnTo>
                  <a:lnTo>
                    <a:pt x="6844369" y="2445802"/>
                  </a:lnTo>
                  <a:lnTo>
                    <a:pt x="6846270" y="2451627"/>
                  </a:lnTo>
                  <a:lnTo>
                    <a:pt x="6848172" y="2447028"/>
                  </a:lnTo>
                  <a:lnTo>
                    <a:pt x="6850073" y="2471693"/>
                  </a:lnTo>
                  <a:lnTo>
                    <a:pt x="6851974" y="2435960"/>
                  </a:lnTo>
                  <a:lnTo>
                    <a:pt x="6853875" y="2463279"/>
                  </a:lnTo>
                  <a:lnTo>
                    <a:pt x="6855777" y="2467257"/>
                  </a:lnTo>
                  <a:lnTo>
                    <a:pt x="6857678" y="2483345"/>
                  </a:lnTo>
                  <a:lnTo>
                    <a:pt x="6859579" y="2509269"/>
                  </a:lnTo>
                  <a:lnTo>
                    <a:pt x="6861480" y="2499576"/>
                  </a:lnTo>
                  <a:lnTo>
                    <a:pt x="6863381" y="2501056"/>
                  </a:lnTo>
                  <a:lnTo>
                    <a:pt x="6865283" y="2486256"/>
                  </a:lnTo>
                  <a:lnTo>
                    <a:pt x="6867184" y="2492453"/>
                  </a:lnTo>
                  <a:lnTo>
                    <a:pt x="6869085" y="2481448"/>
                  </a:lnTo>
                  <a:lnTo>
                    <a:pt x="6870986" y="2457769"/>
                  </a:lnTo>
                  <a:lnTo>
                    <a:pt x="6872887" y="2481383"/>
                  </a:lnTo>
                  <a:lnTo>
                    <a:pt x="6874789" y="2486972"/>
                  </a:lnTo>
                  <a:lnTo>
                    <a:pt x="6876690" y="2513175"/>
                  </a:lnTo>
                  <a:lnTo>
                    <a:pt x="6878591" y="2517003"/>
                  </a:lnTo>
                  <a:lnTo>
                    <a:pt x="6880492" y="2516814"/>
                  </a:lnTo>
                  <a:lnTo>
                    <a:pt x="6882394" y="2516107"/>
                  </a:lnTo>
                  <a:lnTo>
                    <a:pt x="6884295" y="2522616"/>
                  </a:lnTo>
                  <a:lnTo>
                    <a:pt x="6886196" y="2506966"/>
                  </a:lnTo>
                  <a:lnTo>
                    <a:pt x="6888097" y="2504432"/>
                  </a:lnTo>
                  <a:lnTo>
                    <a:pt x="6889998" y="2516353"/>
                  </a:lnTo>
                  <a:lnTo>
                    <a:pt x="6891900" y="2501787"/>
                  </a:lnTo>
                  <a:lnTo>
                    <a:pt x="6893801" y="2530772"/>
                  </a:lnTo>
                  <a:lnTo>
                    <a:pt x="6895702" y="2524744"/>
                  </a:lnTo>
                  <a:lnTo>
                    <a:pt x="6897603" y="2513419"/>
                  </a:lnTo>
                  <a:lnTo>
                    <a:pt x="6899504" y="2517878"/>
                  </a:lnTo>
                  <a:lnTo>
                    <a:pt x="6901406" y="2516043"/>
                  </a:lnTo>
                  <a:lnTo>
                    <a:pt x="6903307" y="2530772"/>
                  </a:lnTo>
                  <a:lnTo>
                    <a:pt x="6905208" y="2519235"/>
                  </a:lnTo>
                  <a:lnTo>
                    <a:pt x="6907109" y="2501858"/>
                  </a:lnTo>
                  <a:lnTo>
                    <a:pt x="6909011" y="2474348"/>
                  </a:lnTo>
                  <a:lnTo>
                    <a:pt x="6910912" y="2455474"/>
                  </a:lnTo>
                  <a:lnTo>
                    <a:pt x="6912813" y="2448097"/>
                  </a:lnTo>
                  <a:lnTo>
                    <a:pt x="6914714" y="2454921"/>
                  </a:lnTo>
                  <a:lnTo>
                    <a:pt x="6916615" y="2432532"/>
                  </a:lnTo>
                  <a:lnTo>
                    <a:pt x="6918517" y="2470377"/>
                  </a:lnTo>
                  <a:lnTo>
                    <a:pt x="6920418" y="2476204"/>
                  </a:lnTo>
                  <a:lnTo>
                    <a:pt x="6922319" y="2472448"/>
                  </a:lnTo>
                  <a:lnTo>
                    <a:pt x="6924220" y="2490507"/>
                  </a:lnTo>
                  <a:lnTo>
                    <a:pt x="6926121" y="2530772"/>
                  </a:lnTo>
                  <a:lnTo>
                    <a:pt x="6928023" y="2508478"/>
                  </a:lnTo>
                  <a:lnTo>
                    <a:pt x="6929924" y="2505647"/>
                  </a:lnTo>
                  <a:lnTo>
                    <a:pt x="6931825" y="2464627"/>
                  </a:lnTo>
                  <a:lnTo>
                    <a:pt x="6933726" y="2505175"/>
                  </a:lnTo>
                  <a:lnTo>
                    <a:pt x="6935628" y="2497711"/>
                  </a:lnTo>
                  <a:lnTo>
                    <a:pt x="6937529" y="2530772"/>
                  </a:lnTo>
                  <a:lnTo>
                    <a:pt x="6939430" y="2499635"/>
                  </a:lnTo>
                  <a:lnTo>
                    <a:pt x="6941331" y="2527886"/>
                  </a:lnTo>
                  <a:lnTo>
                    <a:pt x="6943232" y="2522895"/>
                  </a:lnTo>
                  <a:lnTo>
                    <a:pt x="6945134" y="2513521"/>
                  </a:lnTo>
                  <a:lnTo>
                    <a:pt x="6947035" y="2493701"/>
                  </a:lnTo>
                  <a:lnTo>
                    <a:pt x="6948936" y="2475831"/>
                  </a:lnTo>
                  <a:lnTo>
                    <a:pt x="6950837" y="2488554"/>
                  </a:lnTo>
                  <a:lnTo>
                    <a:pt x="6952738" y="2525659"/>
                  </a:lnTo>
                  <a:lnTo>
                    <a:pt x="6954640" y="2530772"/>
                  </a:lnTo>
                  <a:lnTo>
                    <a:pt x="6956541" y="2530772"/>
                  </a:lnTo>
                  <a:lnTo>
                    <a:pt x="6958442" y="2530772"/>
                  </a:lnTo>
                  <a:lnTo>
                    <a:pt x="6960343" y="2530772"/>
                  </a:lnTo>
                  <a:lnTo>
                    <a:pt x="6962245" y="2530772"/>
                  </a:lnTo>
                  <a:lnTo>
                    <a:pt x="6964146" y="2530772"/>
                  </a:lnTo>
                  <a:lnTo>
                    <a:pt x="6966047" y="2530772"/>
                  </a:lnTo>
                  <a:lnTo>
                    <a:pt x="6967948" y="2525364"/>
                  </a:lnTo>
                  <a:lnTo>
                    <a:pt x="6969849" y="2492781"/>
                  </a:lnTo>
                  <a:lnTo>
                    <a:pt x="6971751" y="2527265"/>
                  </a:lnTo>
                  <a:lnTo>
                    <a:pt x="6973652" y="2513756"/>
                  </a:lnTo>
                  <a:lnTo>
                    <a:pt x="6975553" y="2517608"/>
                  </a:lnTo>
                  <a:lnTo>
                    <a:pt x="6977454" y="2529967"/>
                  </a:lnTo>
                  <a:lnTo>
                    <a:pt x="6979355" y="2514814"/>
                  </a:lnTo>
                  <a:lnTo>
                    <a:pt x="6981257" y="2530772"/>
                  </a:lnTo>
                  <a:lnTo>
                    <a:pt x="6983158" y="2526679"/>
                  </a:lnTo>
                  <a:lnTo>
                    <a:pt x="6985059" y="2527133"/>
                  </a:lnTo>
                  <a:lnTo>
                    <a:pt x="6986960" y="2530772"/>
                  </a:lnTo>
                  <a:lnTo>
                    <a:pt x="6988861" y="2530772"/>
                  </a:lnTo>
                  <a:lnTo>
                    <a:pt x="6990763" y="2530772"/>
                  </a:lnTo>
                  <a:lnTo>
                    <a:pt x="6992664" y="2520657"/>
                  </a:lnTo>
                  <a:lnTo>
                    <a:pt x="6994565" y="2505182"/>
                  </a:lnTo>
                  <a:lnTo>
                    <a:pt x="6996466" y="2515798"/>
                  </a:lnTo>
                  <a:lnTo>
                    <a:pt x="6998368" y="2513902"/>
                  </a:lnTo>
                  <a:lnTo>
                    <a:pt x="7000269" y="2472958"/>
                  </a:lnTo>
                  <a:lnTo>
                    <a:pt x="7002170" y="2460650"/>
                  </a:lnTo>
                  <a:lnTo>
                    <a:pt x="7004071" y="2502161"/>
                  </a:lnTo>
                  <a:lnTo>
                    <a:pt x="7005972" y="2506369"/>
                  </a:lnTo>
                  <a:lnTo>
                    <a:pt x="7007874" y="2485251"/>
                  </a:lnTo>
                  <a:lnTo>
                    <a:pt x="7009775" y="2457793"/>
                  </a:lnTo>
                  <a:lnTo>
                    <a:pt x="7011676" y="2499872"/>
                  </a:lnTo>
                  <a:lnTo>
                    <a:pt x="7013577" y="2482156"/>
                  </a:lnTo>
                  <a:lnTo>
                    <a:pt x="7015478" y="2454106"/>
                  </a:lnTo>
                  <a:lnTo>
                    <a:pt x="7017380" y="2450364"/>
                  </a:lnTo>
                  <a:lnTo>
                    <a:pt x="7019281" y="2438747"/>
                  </a:lnTo>
                  <a:lnTo>
                    <a:pt x="7021182" y="2470381"/>
                  </a:lnTo>
                  <a:lnTo>
                    <a:pt x="7023083" y="2458210"/>
                  </a:lnTo>
                  <a:lnTo>
                    <a:pt x="7024985" y="2437869"/>
                  </a:lnTo>
                  <a:lnTo>
                    <a:pt x="7026886" y="2452897"/>
                  </a:lnTo>
                  <a:lnTo>
                    <a:pt x="7028787" y="2496264"/>
                  </a:lnTo>
                  <a:lnTo>
                    <a:pt x="7030688" y="2494986"/>
                  </a:lnTo>
                  <a:lnTo>
                    <a:pt x="7032589" y="2467071"/>
                  </a:lnTo>
                  <a:lnTo>
                    <a:pt x="7034491" y="2432075"/>
                  </a:lnTo>
                  <a:lnTo>
                    <a:pt x="7036392" y="2457514"/>
                  </a:lnTo>
                  <a:lnTo>
                    <a:pt x="7038293" y="2454124"/>
                  </a:lnTo>
                  <a:lnTo>
                    <a:pt x="7040194" y="2452012"/>
                  </a:lnTo>
                  <a:lnTo>
                    <a:pt x="7042095" y="2440536"/>
                  </a:lnTo>
                  <a:lnTo>
                    <a:pt x="7043997" y="2440866"/>
                  </a:lnTo>
                  <a:lnTo>
                    <a:pt x="7045898" y="2437889"/>
                  </a:lnTo>
                  <a:lnTo>
                    <a:pt x="7047799" y="2450648"/>
                  </a:lnTo>
                  <a:lnTo>
                    <a:pt x="7049700" y="2456066"/>
                  </a:lnTo>
                  <a:lnTo>
                    <a:pt x="7051602" y="2484812"/>
                  </a:lnTo>
                  <a:lnTo>
                    <a:pt x="7053503" y="2506317"/>
                  </a:lnTo>
                  <a:lnTo>
                    <a:pt x="7055404" y="2510222"/>
                  </a:lnTo>
                  <a:lnTo>
                    <a:pt x="7057305" y="2455889"/>
                  </a:lnTo>
                  <a:lnTo>
                    <a:pt x="7059206" y="2467145"/>
                  </a:lnTo>
                  <a:lnTo>
                    <a:pt x="7061108" y="2478192"/>
                  </a:lnTo>
                  <a:lnTo>
                    <a:pt x="7063009" y="2483715"/>
                  </a:lnTo>
                  <a:lnTo>
                    <a:pt x="7064910" y="2499243"/>
                  </a:lnTo>
                  <a:lnTo>
                    <a:pt x="7066811" y="2530772"/>
                  </a:lnTo>
                  <a:lnTo>
                    <a:pt x="7068712" y="2530772"/>
                  </a:lnTo>
                  <a:lnTo>
                    <a:pt x="7070614" y="2505733"/>
                  </a:lnTo>
                  <a:lnTo>
                    <a:pt x="7072515" y="2468387"/>
                  </a:lnTo>
                  <a:lnTo>
                    <a:pt x="7074416" y="2436849"/>
                  </a:lnTo>
                  <a:lnTo>
                    <a:pt x="7076317" y="2409638"/>
                  </a:lnTo>
                  <a:lnTo>
                    <a:pt x="7078219" y="2411806"/>
                  </a:lnTo>
                  <a:lnTo>
                    <a:pt x="7080120" y="2419220"/>
                  </a:lnTo>
                  <a:lnTo>
                    <a:pt x="7082021" y="2408341"/>
                  </a:lnTo>
                  <a:lnTo>
                    <a:pt x="7083922" y="2408560"/>
                  </a:lnTo>
                  <a:lnTo>
                    <a:pt x="7085823" y="2427249"/>
                  </a:lnTo>
                  <a:lnTo>
                    <a:pt x="7087725" y="2426992"/>
                  </a:lnTo>
                  <a:lnTo>
                    <a:pt x="7089626" y="2467690"/>
                  </a:lnTo>
                  <a:lnTo>
                    <a:pt x="7091527" y="2494709"/>
                  </a:lnTo>
                  <a:lnTo>
                    <a:pt x="7093428" y="2471663"/>
                  </a:lnTo>
                  <a:lnTo>
                    <a:pt x="7095329" y="2461140"/>
                  </a:lnTo>
                  <a:lnTo>
                    <a:pt x="7097231" y="2434043"/>
                  </a:lnTo>
                  <a:lnTo>
                    <a:pt x="7099132" y="2433315"/>
                  </a:lnTo>
                  <a:lnTo>
                    <a:pt x="7101033" y="2428623"/>
                  </a:lnTo>
                  <a:lnTo>
                    <a:pt x="7102934" y="2405483"/>
                  </a:lnTo>
                  <a:lnTo>
                    <a:pt x="7104836" y="2440844"/>
                  </a:lnTo>
                  <a:lnTo>
                    <a:pt x="7106737" y="2445634"/>
                  </a:lnTo>
                  <a:lnTo>
                    <a:pt x="7108638" y="2395849"/>
                  </a:lnTo>
                  <a:lnTo>
                    <a:pt x="7110539" y="2404231"/>
                  </a:lnTo>
                  <a:lnTo>
                    <a:pt x="7112440" y="2409308"/>
                  </a:lnTo>
                  <a:lnTo>
                    <a:pt x="7114342" y="2265245"/>
                  </a:lnTo>
                  <a:lnTo>
                    <a:pt x="7116243" y="2300217"/>
                  </a:lnTo>
                  <a:lnTo>
                    <a:pt x="7118144" y="2361729"/>
                  </a:lnTo>
                  <a:lnTo>
                    <a:pt x="7120045" y="2289316"/>
                  </a:lnTo>
                  <a:lnTo>
                    <a:pt x="7121946" y="2244117"/>
                  </a:lnTo>
                  <a:lnTo>
                    <a:pt x="7123848" y="2185220"/>
                  </a:lnTo>
                  <a:lnTo>
                    <a:pt x="7125749" y="2190878"/>
                  </a:lnTo>
                  <a:lnTo>
                    <a:pt x="7127650" y="2230004"/>
                  </a:lnTo>
                  <a:lnTo>
                    <a:pt x="7129551" y="2219880"/>
                  </a:lnTo>
                  <a:lnTo>
                    <a:pt x="7131453" y="2232714"/>
                  </a:lnTo>
                  <a:lnTo>
                    <a:pt x="7133354" y="2272904"/>
                  </a:lnTo>
                  <a:lnTo>
                    <a:pt x="7135255" y="2249093"/>
                  </a:lnTo>
                  <a:lnTo>
                    <a:pt x="7137156" y="2330138"/>
                  </a:lnTo>
                  <a:lnTo>
                    <a:pt x="7139057" y="2323222"/>
                  </a:lnTo>
                  <a:lnTo>
                    <a:pt x="7140959" y="2292941"/>
                  </a:lnTo>
                  <a:lnTo>
                    <a:pt x="7142860" y="2190032"/>
                  </a:lnTo>
                  <a:lnTo>
                    <a:pt x="7144761" y="2189650"/>
                  </a:lnTo>
                  <a:lnTo>
                    <a:pt x="7146662" y="2296696"/>
                  </a:lnTo>
                  <a:lnTo>
                    <a:pt x="7148563" y="2300160"/>
                  </a:lnTo>
                  <a:lnTo>
                    <a:pt x="7150465" y="2325894"/>
                  </a:lnTo>
                  <a:lnTo>
                    <a:pt x="7152366" y="2315814"/>
                  </a:lnTo>
                  <a:lnTo>
                    <a:pt x="7154267" y="2321188"/>
                  </a:lnTo>
                  <a:lnTo>
                    <a:pt x="7156168" y="2320147"/>
                  </a:lnTo>
                  <a:lnTo>
                    <a:pt x="7158070" y="2343334"/>
                  </a:lnTo>
                  <a:lnTo>
                    <a:pt x="7159971" y="2337845"/>
                  </a:lnTo>
                  <a:lnTo>
                    <a:pt x="7161872" y="2332278"/>
                  </a:lnTo>
                  <a:lnTo>
                    <a:pt x="7163773" y="2360655"/>
                  </a:lnTo>
                  <a:lnTo>
                    <a:pt x="7165674" y="2389120"/>
                  </a:lnTo>
                  <a:lnTo>
                    <a:pt x="7167576" y="2414997"/>
                  </a:lnTo>
                  <a:lnTo>
                    <a:pt x="7169477" y="2423739"/>
                  </a:lnTo>
                  <a:lnTo>
                    <a:pt x="7171378" y="2384551"/>
                  </a:lnTo>
                  <a:lnTo>
                    <a:pt x="7173279" y="2356783"/>
                  </a:lnTo>
                  <a:lnTo>
                    <a:pt x="7175180" y="2264125"/>
                  </a:lnTo>
                  <a:lnTo>
                    <a:pt x="7177082" y="2180476"/>
                  </a:lnTo>
                  <a:lnTo>
                    <a:pt x="7178983" y="2133296"/>
                  </a:lnTo>
                  <a:lnTo>
                    <a:pt x="7180884" y="2189622"/>
                  </a:lnTo>
                  <a:lnTo>
                    <a:pt x="7182785" y="2153840"/>
                  </a:lnTo>
                  <a:lnTo>
                    <a:pt x="7184687" y="2105435"/>
                  </a:lnTo>
                  <a:lnTo>
                    <a:pt x="7186588" y="2143732"/>
                  </a:lnTo>
                  <a:lnTo>
                    <a:pt x="7188489" y="2161611"/>
                  </a:lnTo>
                  <a:lnTo>
                    <a:pt x="7190390" y="2144032"/>
                  </a:lnTo>
                  <a:lnTo>
                    <a:pt x="7192291" y="2115577"/>
                  </a:lnTo>
                  <a:lnTo>
                    <a:pt x="7194193" y="2163384"/>
                  </a:lnTo>
                  <a:lnTo>
                    <a:pt x="7196094" y="2140590"/>
                  </a:lnTo>
                  <a:lnTo>
                    <a:pt x="7197995" y="2150858"/>
                  </a:lnTo>
                  <a:lnTo>
                    <a:pt x="7199896" y="2113559"/>
                  </a:lnTo>
                  <a:lnTo>
                    <a:pt x="7201797" y="2095973"/>
                  </a:lnTo>
                  <a:lnTo>
                    <a:pt x="7203699" y="2090291"/>
                  </a:lnTo>
                  <a:lnTo>
                    <a:pt x="7205600" y="2075023"/>
                  </a:lnTo>
                  <a:lnTo>
                    <a:pt x="7207501" y="2015344"/>
                  </a:lnTo>
                  <a:lnTo>
                    <a:pt x="7209402" y="1950806"/>
                  </a:lnTo>
                  <a:lnTo>
                    <a:pt x="7211304" y="1984814"/>
                  </a:lnTo>
                  <a:lnTo>
                    <a:pt x="7213205" y="1967994"/>
                  </a:lnTo>
                  <a:lnTo>
                    <a:pt x="7215106" y="1998438"/>
                  </a:lnTo>
                  <a:lnTo>
                    <a:pt x="7217007" y="2007969"/>
                  </a:lnTo>
                  <a:lnTo>
                    <a:pt x="7218908" y="1934627"/>
                  </a:lnTo>
                  <a:lnTo>
                    <a:pt x="7220810" y="1973525"/>
                  </a:lnTo>
                  <a:lnTo>
                    <a:pt x="7222711" y="1931346"/>
                  </a:lnTo>
                  <a:lnTo>
                    <a:pt x="7224612" y="1898437"/>
                  </a:lnTo>
                  <a:lnTo>
                    <a:pt x="7226513" y="1813490"/>
                  </a:lnTo>
                  <a:lnTo>
                    <a:pt x="7228414" y="1738924"/>
                  </a:lnTo>
                  <a:lnTo>
                    <a:pt x="7230316" y="1731101"/>
                  </a:lnTo>
                  <a:lnTo>
                    <a:pt x="7232217" y="1636299"/>
                  </a:lnTo>
                  <a:lnTo>
                    <a:pt x="7234118" y="1662250"/>
                  </a:lnTo>
                  <a:lnTo>
                    <a:pt x="7236019" y="1567742"/>
                  </a:lnTo>
                  <a:lnTo>
                    <a:pt x="7237921" y="1508322"/>
                  </a:lnTo>
                  <a:lnTo>
                    <a:pt x="7239822" y="1508372"/>
                  </a:lnTo>
                  <a:lnTo>
                    <a:pt x="7241723" y="1489121"/>
                  </a:lnTo>
                  <a:lnTo>
                    <a:pt x="7243624" y="1482192"/>
                  </a:lnTo>
                  <a:lnTo>
                    <a:pt x="7245525" y="1471977"/>
                  </a:lnTo>
                  <a:lnTo>
                    <a:pt x="7247427" y="1496452"/>
                  </a:lnTo>
                  <a:lnTo>
                    <a:pt x="7249328" y="1377480"/>
                  </a:lnTo>
                  <a:lnTo>
                    <a:pt x="7251229" y="1412296"/>
                  </a:lnTo>
                  <a:lnTo>
                    <a:pt x="7253130" y="1348182"/>
                  </a:lnTo>
                  <a:lnTo>
                    <a:pt x="7255031" y="1351096"/>
                  </a:lnTo>
                  <a:lnTo>
                    <a:pt x="7256933" y="1396195"/>
                  </a:lnTo>
                  <a:lnTo>
                    <a:pt x="7258834" y="1352150"/>
                  </a:lnTo>
                  <a:lnTo>
                    <a:pt x="7260735" y="1455729"/>
                  </a:lnTo>
                  <a:lnTo>
                    <a:pt x="7262636" y="1504098"/>
                  </a:lnTo>
                  <a:lnTo>
                    <a:pt x="7264538" y="1545137"/>
                  </a:lnTo>
                  <a:lnTo>
                    <a:pt x="7266439" y="1564305"/>
                  </a:lnTo>
                  <a:lnTo>
                    <a:pt x="7268340" y="1562417"/>
                  </a:lnTo>
                  <a:lnTo>
                    <a:pt x="7270241" y="1558568"/>
                  </a:lnTo>
                  <a:lnTo>
                    <a:pt x="7272142" y="1608315"/>
                  </a:lnTo>
                  <a:lnTo>
                    <a:pt x="7274044" y="1626982"/>
                  </a:lnTo>
                  <a:lnTo>
                    <a:pt x="7275945" y="1576428"/>
                  </a:lnTo>
                  <a:lnTo>
                    <a:pt x="7277846" y="1582771"/>
                  </a:lnTo>
                  <a:lnTo>
                    <a:pt x="7279747" y="1555166"/>
                  </a:lnTo>
                  <a:lnTo>
                    <a:pt x="7281648" y="1570188"/>
                  </a:lnTo>
                  <a:lnTo>
                    <a:pt x="7283550" y="1611530"/>
                  </a:lnTo>
                  <a:lnTo>
                    <a:pt x="7285451" y="1683270"/>
                  </a:lnTo>
                  <a:lnTo>
                    <a:pt x="7287352" y="1628193"/>
                  </a:lnTo>
                  <a:lnTo>
                    <a:pt x="7289253" y="1646438"/>
                  </a:lnTo>
                  <a:lnTo>
                    <a:pt x="7291154" y="1567424"/>
                  </a:lnTo>
                  <a:lnTo>
                    <a:pt x="7293056" y="1606139"/>
                  </a:lnTo>
                  <a:lnTo>
                    <a:pt x="7294957" y="1569668"/>
                  </a:lnTo>
                  <a:lnTo>
                    <a:pt x="7296858" y="1644551"/>
                  </a:lnTo>
                  <a:lnTo>
                    <a:pt x="7298759" y="1612981"/>
                  </a:lnTo>
                  <a:lnTo>
                    <a:pt x="7300661" y="1635320"/>
                  </a:lnTo>
                  <a:lnTo>
                    <a:pt x="7302562" y="1715452"/>
                  </a:lnTo>
                  <a:lnTo>
                    <a:pt x="7304463" y="1733524"/>
                  </a:lnTo>
                  <a:lnTo>
                    <a:pt x="7306364" y="1746813"/>
                  </a:lnTo>
                  <a:lnTo>
                    <a:pt x="7308265" y="1719887"/>
                  </a:lnTo>
                  <a:lnTo>
                    <a:pt x="7310167" y="1741833"/>
                  </a:lnTo>
                  <a:lnTo>
                    <a:pt x="7312068" y="1683018"/>
                  </a:lnTo>
                  <a:lnTo>
                    <a:pt x="7313969" y="1610368"/>
                  </a:lnTo>
                  <a:lnTo>
                    <a:pt x="7315870" y="1619632"/>
                  </a:lnTo>
                  <a:lnTo>
                    <a:pt x="7317771" y="1568386"/>
                  </a:lnTo>
                  <a:lnTo>
                    <a:pt x="7319673" y="1608296"/>
                  </a:lnTo>
                  <a:lnTo>
                    <a:pt x="7321574" y="1512488"/>
                  </a:lnTo>
                  <a:lnTo>
                    <a:pt x="7323475" y="1565125"/>
                  </a:lnTo>
                  <a:lnTo>
                    <a:pt x="7325376" y="1486310"/>
                  </a:lnTo>
                  <a:lnTo>
                    <a:pt x="7327278" y="1452204"/>
                  </a:lnTo>
                  <a:lnTo>
                    <a:pt x="7329179" y="1374928"/>
                  </a:lnTo>
                  <a:lnTo>
                    <a:pt x="7331080" y="1423259"/>
                  </a:lnTo>
                  <a:lnTo>
                    <a:pt x="7332981" y="1291098"/>
                  </a:lnTo>
                  <a:lnTo>
                    <a:pt x="7334882" y="1360269"/>
                  </a:lnTo>
                  <a:lnTo>
                    <a:pt x="7336784" y="1190707"/>
                  </a:lnTo>
                  <a:lnTo>
                    <a:pt x="7338685" y="1068411"/>
                  </a:lnTo>
                  <a:lnTo>
                    <a:pt x="7340586" y="1027568"/>
                  </a:lnTo>
                  <a:lnTo>
                    <a:pt x="7342487" y="1015995"/>
                  </a:lnTo>
                  <a:lnTo>
                    <a:pt x="7344388" y="993530"/>
                  </a:lnTo>
                  <a:lnTo>
                    <a:pt x="7346290" y="1025109"/>
                  </a:lnTo>
                  <a:lnTo>
                    <a:pt x="7348191" y="1115918"/>
                  </a:lnTo>
                  <a:lnTo>
                    <a:pt x="7350092" y="1102376"/>
                  </a:lnTo>
                  <a:lnTo>
                    <a:pt x="7351993" y="1096303"/>
                  </a:lnTo>
                  <a:lnTo>
                    <a:pt x="7353895" y="1136569"/>
                  </a:lnTo>
                  <a:lnTo>
                    <a:pt x="7355796" y="1076660"/>
                  </a:lnTo>
                  <a:lnTo>
                    <a:pt x="7357697" y="1095916"/>
                  </a:lnTo>
                  <a:lnTo>
                    <a:pt x="7359598" y="1111087"/>
                  </a:lnTo>
                  <a:lnTo>
                    <a:pt x="7361499" y="1111017"/>
                  </a:lnTo>
                  <a:lnTo>
                    <a:pt x="7363401" y="1105507"/>
                  </a:lnTo>
                  <a:lnTo>
                    <a:pt x="7365302" y="1065955"/>
                  </a:lnTo>
                  <a:lnTo>
                    <a:pt x="7367203" y="984060"/>
                  </a:lnTo>
                  <a:lnTo>
                    <a:pt x="7369104" y="954183"/>
                  </a:lnTo>
                  <a:lnTo>
                    <a:pt x="7371005" y="990652"/>
                  </a:lnTo>
                  <a:lnTo>
                    <a:pt x="7372907" y="1032431"/>
                  </a:lnTo>
                  <a:lnTo>
                    <a:pt x="7374808" y="1098080"/>
                  </a:lnTo>
                  <a:lnTo>
                    <a:pt x="7376709" y="1107852"/>
                  </a:lnTo>
                  <a:lnTo>
                    <a:pt x="7378610" y="1104655"/>
                  </a:lnTo>
                  <a:lnTo>
                    <a:pt x="7380512" y="1176577"/>
                  </a:lnTo>
                  <a:lnTo>
                    <a:pt x="7382413" y="1145871"/>
                  </a:lnTo>
                  <a:lnTo>
                    <a:pt x="7384314" y="1170383"/>
                  </a:lnTo>
                  <a:lnTo>
                    <a:pt x="7386215" y="1206964"/>
                  </a:lnTo>
                  <a:lnTo>
                    <a:pt x="7388116" y="1253328"/>
                  </a:lnTo>
                  <a:lnTo>
                    <a:pt x="7390018" y="1357562"/>
                  </a:lnTo>
                  <a:lnTo>
                    <a:pt x="7391919" y="1356041"/>
                  </a:lnTo>
                  <a:lnTo>
                    <a:pt x="7393820" y="1381212"/>
                  </a:lnTo>
                  <a:lnTo>
                    <a:pt x="7395721" y="1508245"/>
                  </a:lnTo>
                  <a:lnTo>
                    <a:pt x="7397622" y="1537490"/>
                  </a:lnTo>
                  <a:lnTo>
                    <a:pt x="7399524" y="1521233"/>
                  </a:lnTo>
                  <a:lnTo>
                    <a:pt x="7401425" y="1528010"/>
                  </a:lnTo>
                  <a:lnTo>
                    <a:pt x="7403326" y="1532596"/>
                  </a:lnTo>
                  <a:lnTo>
                    <a:pt x="7405227" y="1552973"/>
                  </a:lnTo>
                  <a:lnTo>
                    <a:pt x="7407129" y="1508425"/>
                  </a:lnTo>
                  <a:lnTo>
                    <a:pt x="7409030" y="1389069"/>
                  </a:lnTo>
                  <a:lnTo>
                    <a:pt x="7410931" y="1373007"/>
                  </a:lnTo>
                  <a:lnTo>
                    <a:pt x="7412832" y="1278808"/>
                  </a:lnTo>
                  <a:lnTo>
                    <a:pt x="7414733" y="1220574"/>
                  </a:lnTo>
                  <a:lnTo>
                    <a:pt x="7416635" y="1239013"/>
                  </a:lnTo>
                  <a:lnTo>
                    <a:pt x="7418536" y="1242641"/>
                  </a:lnTo>
                  <a:lnTo>
                    <a:pt x="7420437" y="1254069"/>
                  </a:lnTo>
                  <a:lnTo>
                    <a:pt x="7422338" y="1207676"/>
                  </a:lnTo>
                  <a:lnTo>
                    <a:pt x="7424239" y="1101593"/>
                  </a:lnTo>
                  <a:lnTo>
                    <a:pt x="7426141" y="1168982"/>
                  </a:lnTo>
                  <a:lnTo>
                    <a:pt x="7428042" y="1050088"/>
                  </a:lnTo>
                  <a:lnTo>
                    <a:pt x="7429943" y="1013134"/>
                  </a:lnTo>
                  <a:lnTo>
                    <a:pt x="7431844" y="1105285"/>
                  </a:lnTo>
                  <a:lnTo>
                    <a:pt x="7433746" y="1150343"/>
                  </a:lnTo>
                  <a:lnTo>
                    <a:pt x="7435647" y="1221716"/>
                  </a:lnTo>
                  <a:lnTo>
                    <a:pt x="7437548" y="1257489"/>
                  </a:lnTo>
                  <a:lnTo>
                    <a:pt x="7439449" y="1259961"/>
                  </a:lnTo>
                  <a:lnTo>
                    <a:pt x="7441350" y="1264750"/>
                  </a:lnTo>
                  <a:lnTo>
                    <a:pt x="7443252" y="1340724"/>
                  </a:lnTo>
                  <a:lnTo>
                    <a:pt x="7445153" y="1322058"/>
                  </a:lnTo>
                  <a:lnTo>
                    <a:pt x="7447054" y="1376037"/>
                  </a:lnTo>
                  <a:lnTo>
                    <a:pt x="7448955" y="1405959"/>
                  </a:lnTo>
                  <a:lnTo>
                    <a:pt x="7450856" y="1397325"/>
                  </a:lnTo>
                  <a:lnTo>
                    <a:pt x="7452758" y="1389971"/>
                  </a:lnTo>
                  <a:lnTo>
                    <a:pt x="7454659" y="1453641"/>
                  </a:lnTo>
                  <a:lnTo>
                    <a:pt x="7456560" y="1358752"/>
                  </a:lnTo>
                  <a:lnTo>
                    <a:pt x="7458461" y="1381136"/>
                  </a:lnTo>
                  <a:lnTo>
                    <a:pt x="7460363" y="1517456"/>
                  </a:lnTo>
                  <a:lnTo>
                    <a:pt x="7462264" y="1627522"/>
                  </a:lnTo>
                  <a:lnTo>
                    <a:pt x="7464165" y="1640328"/>
                  </a:lnTo>
                  <a:lnTo>
                    <a:pt x="7466066" y="1688773"/>
                  </a:lnTo>
                  <a:lnTo>
                    <a:pt x="7467967" y="1764697"/>
                  </a:lnTo>
                  <a:lnTo>
                    <a:pt x="7469869" y="1790200"/>
                  </a:lnTo>
                  <a:lnTo>
                    <a:pt x="7471770" y="1784490"/>
                  </a:lnTo>
                  <a:lnTo>
                    <a:pt x="7473671" y="1885671"/>
                  </a:lnTo>
                  <a:lnTo>
                    <a:pt x="7475572" y="1944822"/>
                  </a:lnTo>
                  <a:lnTo>
                    <a:pt x="7477473" y="1938560"/>
                  </a:lnTo>
                  <a:lnTo>
                    <a:pt x="7479375" y="1971377"/>
                  </a:lnTo>
                  <a:lnTo>
                    <a:pt x="7481276" y="1964502"/>
                  </a:lnTo>
                  <a:lnTo>
                    <a:pt x="7483177" y="1971797"/>
                  </a:lnTo>
                  <a:lnTo>
                    <a:pt x="7485078" y="1960800"/>
                  </a:lnTo>
                  <a:lnTo>
                    <a:pt x="7486980" y="2006649"/>
                  </a:lnTo>
                  <a:lnTo>
                    <a:pt x="7488881" y="1990908"/>
                  </a:lnTo>
                  <a:lnTo>
                    <a:pt x="7490782" y="1955933"/>
                  </a:lnTo>
                  <a:lnTo>
                    <a:pt x="7492683" y="2012654"/>
                  </a:lnTo>
                  <a:lnTo>
                    <a:pt x="7494584" y="2018803"/>
                  </a:lnTo>
                  <a:lnTo>
                    <a:pt x="7496486" y="1993246"/>
                  </a:lnTo>
                  <a:lnTo>
                    <a:pt x="7498387" y="1986177"/>
                  </a:lnTo>
                  <a:lnTo>
                    <a:pt x="7500288" y="2076090"/>
                  </a:lnTo>
                  <a:lnTo>
                    <a:pt x="7502189" y="2126015"/>
                  </a:lnTo>
                  <a:lnTo>
                    <a:pt x="7504090" y="2155834"/>
                  </a:lnTo>
                  <a:lnTo>
                    <a:pt x="7505992" y="2144199"/>
                  </a:lnTo>
                  <a:lnTo>
                    <a:pt x="7507893" y="2152158"/>
                  </a:lnTo>
                  <a:lnTo>
                    <a:pt x="7509794" y="2149555"/>
                  </a:lnTo>
                  <a:lnTo>
                    <a:pt x="7511695" y="2193048"/>
                  </a:lnTo>
                  <a:lnTo>
                    <a:pt x="7513597" y="2227065"/>
                  </a:lnTo>
                  <a:lnTo>
                    <a:pt x="7515498" y="2204627"/>
                  </a:lnTo>
                  <a:lnTo>
                    <a:pt x="7517399" y="2142571"/>
                  </a:lnTo>
                  <a:lnTo>
                    <a:pt x="7519300" y="2113507"/>
                  </a:lnTo>
                  <a:lnTo>
                    <a:pt x="7521201" y="2074575"/>
                  </a:lnTo>
                  <a:lnTo>
                    <a:pt x="7523103" y="1950682"/>
                  </a:lnTo>
                  <a:lnTo>
                    <a:pt x="7525004" y="2022670"/>
                  </a:lnTo>
                  <a:lnTo>
                    <a:pt x="7526905" y="1939056"/>
                  </a:lnTo>
                  <a:lnTo>
                    <a:pt x="7528806" y="1851650"/>
                  </a:lnTo>
                  <a:lnTo>
                    <a:pt x="7530707" y="1813970"/>
                  </a:lnTo>
                  <a:lnTo>
                    <a:pt x="7532609" y="1693525"/>
                  </a:lnTo>
                  <a:lnTo>
                    <a:pt x="7534510" y="1667098"/>
                  </a:lnTo>
                  <a:lnTo>
                    <a:pt x="7536411" y="1617141"/>
                  </a:lnTo>
                  <a:lnTo>
                    <a:pt x="7538312" y="1606316"/>
                  </a:lnTo>
                  <a:lnTo>
                    <a:pt x="7540214" y="1535712"/>
                  </a:lnTo>
                  <a:lnTo>
                    <a:pt x="7542115" y="1548978"/>
                  </a:lnTo>
                  <a:lnTo>
                    <a:pt x="7544016" y="1497113"/>
                  </a:lnTo>
                  <a:lnTo>
                    <a:pt x="7545917" y="1573228"/>
                  </a:lnTo>
                  <a:lnTo>
                    <a:pt x="7547818" y="1561664"/>
                  </a:lnTo>
                  <a:lnTo>
                    <a:pt x="7549720" y="1540634"/>
                  </a:lnTo>
                  <a:lnTo>
                    <a:pt x="7551621" y="1613244"/>
                  </a:lnTo>
                  <a:lnTo>
                    <a:pt x="7553522" y="1538279"/>
                  </a:lnTo>
                  <a:lnTo>
                    <a:pt x="7555423" y="1554793"/>
                  </a:lnTo>
                  <a:lnTo>
                    <a:pt x="7557324" y="1583998"/>
                  </a:lnTo>
                  <a:lnTo>
                    <a:pt x="7559226" y="1668395"/>
                  </a:lnTo>
                  <a:lnTo>
                    <a:pt x="7561127" y="1648846"/>
                  </a:lnTo>
                  <a:lnTo>
                    <a:pt x="7563028" y="1705350"/>
                  </a:lnTo>
                  <a:lnTo>
                    <a:pt x="7564929" y="1724369"/>
                  </a:lnTo>
                  <a:lnTo>
                    <a:pt x="7566830" y="1716547"/>
                  </a:lnTo>
                  <a:lnTo>
                    <a:pt x="7568732" y="1710925"/>
                  </a:lnTo>
                  <a:lnTo>
                    <a:pt x="7570633" y="1609901"/>
                  </a:lnTo>
                  <a:lnTo>
                    <a:pt x="7572534" y="1569153"/>
                  </a:lnTo>
                  <a:lnTo>
                    <a:pt x="7574435" y="1557310"/>
                  </a:lnTo>
                  <a:lnTo>
                    <a:pt x="7576337" y="1480518"/>
                  </a:lnTo>
                  <a:lnTo>
                    <a:pt x="7578238" y="1397245"/>
                  </a:lnTo>
                  <a:lnTo>
                    <a:pt x="7580139" y="1379109"/>
                  </a:lnTo>
                  <a:lnTo>
                    <a:pt x="7582040" y="1323578"/>
                  </a:lnTo>
                  <a:lnTo>
                    <a:pt x="7583941" y="1286174"/>
                  </a:lnTo>
                  <a:lnTo>
                    <a:pt x="7585843" y="1237850"/>
                  </a:lnTo>
                  <a:lnTo>
                    <a:pt x="7587744" y="1254567"/>
                  </a:lnTo>
                  <a:lnTo>
                    <a:pt x="7589645" y="1383242"/>
                  </a:lnTo>
                  <a:lnTo>
                    <a:pt x="7591546" y="1413338"/>
                  </a:lnTo>
                  <a:lnTo>
                    <a:pt x="7593447" y="1423434"/>
                  </a:lnTo>
                  <a:lnTo>
                    <a:pt x="7595349" y="1462013"/>
                  </a:lnTo>
                  <a:lnTo>
                    <a:pt x="7597250" y="1455075"/>
                  </a:lnTo>
                  <a:lnTo>
                    <a:pt x="7599151" y="1487921"/>
                  </a:lnTo>
                  <a:lnTo>
                    <a:pt x="7601052" y="1448944"/>
                  </a:lnTo>
                  <a:lnTo>
                    <a:pt x="7602954" y="1479051"/>
                  </a:lnTo>
                  <a:lnTo>
                    <a:pt x="7604855" y="1386416"/>
                  </a:lnTo>
                  <a:lnTo>
                    <a:pt x="7606756" y="1351431"/>
                  </a:lnTo>
                  <a:lnTo>
                    <a:pt x="7608657" y="1368694"/>
                  </a:lnTo>
                  <a:lnTo>
                    <a:pt x="7610558" y="1330347"/>
                  </a:lnTo>
                  <a:lnTo>
                    <a:pt x="7612460" y="1369656"/>
                  </a:lnTo>
                  <a:lnTo>
                    <a:pt x="7614361" y="1401813"/>
                  </a:lnTo>
                  <a:lnTo>
                    <a:pt x="7616262" y="1476664"/>
                  </a:lnTo>
                  <a:lnTo>
                    <a:pt x="7618163" y="1530714"/>
                  </a:lnTo>
                  <a:lnTo>
                    <a:pt x="7620064" y="1554925"/>
                  </a:lnTo>
                  <a:lnTo>
                    <a:pt x="7621966" y="1648866"/>
                  </a:lnTo>
                  <a:lnTo>
                    <a:pt x="7623867" y="1694747"/>
                  </a:lnTo>
                  <a:lnTo>
                    <a:pt x="7625768" y="1676218"/>
                  </a:lnTo>
                  <a:lnTo>
                    <a:pt x="7627669" y="1697908"/>
                  </a:lnTo>
                  <a:lnTo>
                    <a:pt x="7629571" y="1771857"/>
                  </a:lnTo>
                  <a:lnTo>
                    <a:pt x="7631472" y="1770115"/>
                  </a:lnTo>
                  <a:lnTo>
                    <a:pt x="7633373" y="1783764"/>
                  </a:lnTo>
                  <a:lnTo>
                    <a:pt x="7635274" y="1714868"/>
                  </a:lnTo>
                  <a:lnTo>
                    <a:pt x="7637175" y="1603198"/>
                  </a:lnTo>
                  <a:lnTo>
                    <a:pt x="7639077" y="1579131"/>
                  </a:lnTo>
                  <a:lnTo>
                    <a:pt x="7640978" y="1576757"/>
                  </a:lnTo>
                  <a:lnTo>
                    <a:pt x="7642879" y="1596253"/>
                  </a:lnTo>
                  <a:lnTo>
                    <a:pt x="7644780" y="1598837"/>
                  </a:lnTo>
                  <a:lnTo>
                    <a:pt x="7646681" y="1658959"/>
                  </a:lnTo>
                  <a:lnTo>
                    <a:pt x="7648583" y="1761245"/>
                  </a:lnTo>
                  <a:lnTo>
                    <a:pt x="7650484" y="1824360"/>
                  </a:lnTo>
                  <a:lnTo>
                    <a:pt x="7652385" y="1840658"/>
                  </a:lnTo>
                  <a:lnTo>
                    <a:pt x="7654286" y="1799852"/>
                  </a:lnTo>
                  <a:lnTo>
                    <a:pt x="7656188" y="1824557"/>
                  </a:lnTo>
                  <a:lnTo>
                    <a:pt x="7658089" y="1883147"/>
                  </a:lnTo>
                  <a:lnTo>
                    <a:pt x="7659990" y="2051343"/>
                  </a:lnTo>
                  <a:lnTo>
                    <a:pt x="7661891" y="2091544"/>
                  </a:lnTo>
                  <a:lnTo>
                    <a:pt x="7663792" y="2174466"/>
                  </a:lnTo>
                  <a:lnTo>
                    <a:pt x="7665694" y="2081655"/>
                  </a:lnTo>
                  <a:lnTo>
                    <a:pt x="7667595" y="2023623"/>
                  </a:lnTo>
                  <a:lnTo>
                    <a:pt x="7669496" y="1955815"/>
                  </a:lnTo>
                  <a:lnTo>
                    <a:pt x="7671397" y="1840974"/>
                  </a:lnTo>
                  <a:lnTo>
                    <a:pt x="7673298" y="1929836"/>
                  </a:lnTo>
                  <a:lnTo>
                    <a:pt x="7675200" y="2002319"/>
                  </a:lnTo>
                  <a:lnTo>
                    <a:pt x="7677101" y="2096206"/>
                  </a:lnTo>
                  <a:lnTo>
                    <a:pt x="7679002" y="2124278"/>
                  </a:lnTo>
                  <a:lnTo>
                    <a:pt x="7680903" y="2092395"/>
                  </a:lnTo>
                  <a:lnTo>
                    <a:pt x="7682805" y="2082702"/>
                  </a:lnTo>
                  <a:lnTo>
                    <a:pt x="7684706" y="2014839"/>
                  </a:lnTo>
                  <a:lnTo>
                    <a:pt x="7686607" y="1921581"/>
                  </a:lnTo>
                  <a:lnTo>
                    <a:pt x="7688508" y="1845300"/>
                  </a:lnTo>
                  <a:lnTo>
                    <a:pt x="7690409" y="1803218"/>
                  </a:lnTo>
                  <a:lnTo>
                    <a:pt x="7692311" y="1804061"/>
                  </a:lnTo>
                  <a:lnTo>
                    <a:pt x="7694212" y="1812784"/>
                  </a:lnTo>
                  <a:lnTo>
                    <a:pt x="7696113" y="1817319"/>
                  </a:lnTo>
                  <a:lnTo>
                    <a:pt x="7698014" y="1802122"/>
                  </a:lnTo>
                  <a:lnTo>
                    <a:pt x="7699915" y="1829662"/>
                  </a:lnTo>
                  <a:lnTo>
                    <a:pt x="7701817" y="1854725"/>
                  </a:lnTo>
                  <a:lnTo>
                    <a:pt x="7703718" y="1841279"/>
                  </a:lnTo>
                  <a:lnTo>
                    <a:pt x="7705619" y="1835423"/>
                  </a:lnTo>
                  <a:lnTo>
                    <a:pt x="7707520" y="1848851"/>
                  </a:lnTo>
                  <a:lnTo>
                    <a:pt x="7709422" y="1879173"/>
                  </a:lnTo>
                  <a:lnTo>
                    <a:pt x="7711323" y="1906720"/>
                  </a:lnTo>
                  <a:lnTo>
                    <a:pt x="7713224" y="1945305"/>
                  </a:lnTo>
                  <a:lnTo>
                    <a:pt x="7715125" y="1892095"/>
                  </a:lnTo>
                  <a:lnTo>
                    <a:pt x="7717026" y="1936015"/>
                  </a:lnTo>
                  <a:lnTo>
                    <a:pt x="7718928" y="1996723"/>
                  </a:lnTo>
                  <a:lnTo>
                    <a:pt x="7720829" y="1963803"/>
                  </a:lnTo>
                  <a:lnTo>
                    <a:pt x="7722730" y="1955605"/>
                  </a:lnTo>
                  <a:lnTo>
                    <a:pt x="7724631" y="1923578"/>
                  </a:lnTo>
                  <a:lnTo>
                    <a:pt x="7726532" y="1985305"/>
                  </a:lnTo>
                  <a:lnTo>
                    <a:pt x="7728434" y="2002591"/>
                  </a:lnTo>
                  <a:lnTo>
                    <a:pt x="7730335" y="1943302"/>
                  </a:lnTo>
                  <a:lnTo>
                    <a:pt x="7732236" y="1916432"/>
                  </a:lnTo>
                  <a:lnTo>
                    <a:pt x="7734137" y="1894252"/>
                  </a:lnTo>
                  <a:lnTo>
                    <a:pt x="7736039" y="1931426"/>
                  </a:lnTo>
                  <a:lnTo>
                    <a:pt x="7737940" y="1925071"/>
                  </a:lnTo>
                  <a:lnTo>
                    <a:pt x="7739841" y="2017033"/>
                  </a:lnTo>
                  <a:lnTo>
                    <a:pt x="7741742" y="2064201"/>
                  </a:lnTo>
                  <a:lnTo>
                    <a:pt x="7743643" y="2098980"/>
                  </a:lnTo>
                  <a:lnTo>
                    <a:pt x="7745545" y="2136056"/>
                  </a:lnTo>
                  <a:lnTo>
                    <a:pt x="7747446" y="2069139"/>
                  </a:lnTo>
                  <a:lnTo>
                    <a:pt x="7749347" y="1949973"/>
                  </a:lnTo>
                  <a:lnTo>
                    <a:pt x="7751248" y="1964085"/>
                  </a:lnTo>
                  <a:lnTo>
                    <a:pt x="7753149" y="1831907"/>
                  </a:lnTo>
                  <a:lnTo>
                    <a:pt x="7755051" y="1883393"/>
                  </a:lnTo>
                  <a:lnTo>
                    <a:pt x="7756952" y="1761594"/>
                  </a:lnTo>
                  <a:lnTo>
                    <a:pt x="7758853" y="1816345"/>
                  </a:lnTo>
                  <a:lnTo>
                    <a:pt x="7760754" y="1854895"/>
                  </a:lnTo>
                  <a:lnTo>
                    <a:pt x="7762656" y="1720204"/>
                  </a:lnTo>
                  <a:lnTo>
                    <a:pt x="7764557" y="1845408"/>
                  </a:lnTo>
                  <a:lnTo>
                    <a:pt x="7766458" y="1802814"/>
                  </a:lnTo>
                  <a:lnTo>
                    <a:pt x="7768359" y="1855270"/>
                  </a:lnTo>
                  <a:lnTo>
                    <a:pt x="7770260" y="1884057"/>
                  </a:lnTo>
                  <a:lnTo>
                    <a:pt x="7772162" y="1875337"/>
                  </a:lnTo>
                  <a:lnTo>
                    <a:pt x="7774063" y="1813897"/>
                  </a:lnTo>
                  <a:lnTo>
                    <a:pt x="7775964" y="1779193"/>
                  </a:lnTo>
                  <a:lnTo>
                    <a:pt x="7777865" y="1757983"/>
                  </a:lnTo>
                  <a:lnTo>
                    <a:pt x="7779766" y="1735908"/>
                  </a:lnTo>
                  <a:lnTo>
                    <a:pt x="7781668" y="1726742"/>
                  </a:lnTo>
                  <a:lnTo>
                    <a:pt x="7783569" y="1754494"/>
                  </a:lnTo>
                  <a:lnTo>
                    <a:pt x="7785470" y="1822951"/>
                  </a:lnTo>
                  <a:lnTo>
                    <a:pt x="7787371" y="1767332"/>
                  </a:lnTo>
                  <a:lnTo>
                    <a:pt x="7789273" y="1711950"/>
                  </a:lnTo>
                  <a:lnTo>
                    <a:pt x="7791174" y="1737710"/>
                  </a:lnTo>
                  <a:lnTo>
                    <a:pt x="7793075" y="1787372"/>
                  </a:lnTo>
                  <a:lnTo>
                    <a:pt x="7794976" y="1781585"/>
                  </a:lnTo>
                  <a:lnTo>
                    <a:pt x="7796877" y="1808284"/>
                  </a:lnTo>
                  <a:lnTo>
                    <a:pt x="7798779" y="1727274"/>
                  </a:lnTo>
                  <a:lnTo>
                    <a:pt x="7800680" y="1674429"/>
                  </a:lnTo>
                  <a:lnTo>
                    <a:pt x="7802581" y="1730206"/>
                  </a:lnTo>
                  <a:lnTo>
                    <a:pt x="7804482" y="1684973"/>
                  </a:lnTo>
                  <a:lnTo>
                    <a:pt x="7806383" y="1682464"/>
                  </a:lnTo>
                  <a:lnTo>
                    <a:pt x="7808285" y="1763887"/>
                  </a:lnTo>
                  <a:lnTo>
                    <a:pt x="7810186" y="1841072"/>
                  </a:lnTo>
                  <a:lnTo>
                    <a:pt x="7812087" y="1864389"/>
                  </a:lnTo>
                  <a:lnTo>
                    <a:pt x="7813988" y="1861370"/>
                  </a:lnTo>
                  <a:lnTo>
                    <a:pt x="7815890" y="1821019"/>
                  </a:lnTo>
                  <a:lnTo>
                    <a:pt x="7817791" y="1736779"/>
                  </a:lnTo>
                  <a:lnTo>
                    <a:pt x="7819692" y="1710988"/>
                  </a:lnTo>
                  <a:lnTo>
                    <a:pt x="7821593" y="1722209"/>
                  </a:lnTo>
                  <a:lnTo>
                    <a:pt x="7823494" y="1654617"/>
                  </a:lnTo>
                  <a:lnTo>
                    <a:pt x="7825396" y="1573618"/>
                  </a:lnTo>
                  <a:lnTo>
                    <a:pt x="7827297" y="1559654"/>
                  </a:lnTo>
                  <a:lnTo>
                    <a:pt x="7829198" y="1367303"/>
                  </a:lnTo>
                  <a:lnTo>
                    <a:pt x="7831099" y="1303775"/>
                  </a:lnTo>
                  <a:lnTo>
                    <a:pt x="7833000" y="1192850"/>
                  </a:lnTo>
                  <a:lnTo>
                    <a:pt x="7834902" y="1242579"/>
                  </a:lnTo>
                  <a:lnTo>
                    <a:pt x="7836803" y="1278644"/>
                  </a:lnTo>
                  <a:lnTo>
                    <a:pt x="7838704" y="1257259"/>
                  </a:lnTo>
                  <a:lnTo>
                    <a:pt x="7840605" y="1358652"/>
                  </a:lnTo>
                  <a:lnTo>
                    <a:pt x="7842507" y="1397788"/>
                  </a:lnTo>
                  <a:lnTo>
                    <a:pt x="7844408" y="1389055"/>
                  </a:lnTo>
                  <a:lnTo>
                    <a:pt x="7846309" y="1319983"/>
                  </a:lnTo>
                  <a:lnTo>
                    <a:pt x="7848210" y="1324942"/>
                  </a:lnTo>
                  <a:lnTo>
                    <a:pt x="7850111" y="1304296"/>
                  </a:lnTo>
                  <a:lnTo>
                    <a:pt x="7852013" y="1285606"/>
                  </a:lnTo>
                  <a:lnTo>
                    <a:pt x="7853914" y="1342553"/>
                  </a:lnTo>
                  <a:lnTo>
                    <a:pt x="7855815" y="1176155"/>
                  </a:lnTo>
                  <a:lnTo>
                    <a:pt x="7857716" y="1192328"/>
                  </a:lnTo>
                  <a:lnTo>
                    <a:pt x="7859617" y="1155608"/>
                  </a:lnTo>
                  <a:lnTo>
                    <a:pt x="7861519" y="1189990"/>
                  </a:lnTo>
                  <a:lnTo>
                    <a:pt x="7863420" y="1162554"/>
                  </a:lnTo>
                  <a:lnTo>
                    <a:pt x="7865321" y="1122522"/>
                  </a:lnTo>
                  <a:lnTo>
                    <a:pt x="7867222" y="1231176"/>
                  </a:lnTo>
                  <a:lnTo>
                    <a:pt x="7869123" y="1322280"/>
                  </a:lnTo>
                  <a:lnTo>
                    <a:pt x="7871025" y="1356788"/>
                  </a:lnTo>
                  <a:lnTo>
                    <a:pt x="7872926" y="1425743"/>
                  </a:lnTo>
                  <a:lnTo>
                    <a:pt x="7874827" y="1475669"/>
                  </a:lnTo>
                  <a:lnTo>
                    <a:pt x="7876728" y="1561369"/>
                  </a:lnTo>
                  <a:lnTo>
                    <a:pt x="7878630" y="1607067"/>
                  </a:lnTo>
                  <a:lnTo>
                    <a:pt x="7880531" y="1526475"/>
                  </a:lnTo>
                  <a:lnTo>
                    <a:pt x="7882432" y="1776151"/>
                  </a:lnTo>
                  <a:lnTo>
                    <a:pt x="7884333" y="1754901"/>
                  </a:lnTo>
                  <a:lnTo>
                    <a:pt x="7886234" y="1717696"/>
                  </a:lnTo>
                  <a:lnTo>
                    <a:pt x="7888136" y="1682277"/>
                  </a:lnTo>
                  <a:lnTo>
                    <a:pt x="7890037" y="1680748"/>
                  </a:lnTo>
                  <a:lnTo>
                    <a:pt x="7891938" y="1814350"/>
                  </a:lnTo>
                  <a:lnTo>
                    <a:pt x="7893839" y="1764273"/>
                  </a:lnTo>
                  <a:lnTo>
                    <a:pt x="7895740" y="1795109"/>
                  </a:lnTo>
                  <a:lnTo>
                    <a:pt x="7897642" y="1843138"/>
                  </a:lnTo>
                  <a:lnTo>
                    <a:pt x="7899543" y="1895316"/>
                  </a:lnTo>
                  <a:lnTo>
                    <a:pt x="7901444" y="1991260"/>
                  </a:lnTo>
                  <a:lnTo>
                    <a:pt x="7903345" y="1997534"/>
                  </a:lnTo>
                  <a:lnTo>
                    <a:pt x="7905247" y="1910499"/>
                  </a:lnTo>
                  <a:lnTo>
                    <a:pt x="7907148" y="2055307"/>
                  </a:lnTo>
                  <a:lnTo>
                    <a:pt x="7909049" y="2102447"/>
                  </a:lnTo>
                  <a:lnTo>
                    <a:pt x="7910950" y="2164093"/>
                  </a:lnTo>
                  <a:lnTo>
                    <a:pt x="7912851" y="2283925"/>
                  </a:lnTo>
                  <a:lnTo>
                    <a:pt x="7914753" y="2295832"/>
                  </a:lnTo>
                  <a:lnTo>
                    <a:pt x="7916654" y="2311066"/>
                  </a:lnTo>
                  <a:lnTo>
                    <a:pt x="7918555" y="2325763"/>
                  </a:lnTo>
                  <a:lnTo>
                    <a:pt x="7920456" y="2347923"/>
                  </a:lnTo>
                  <a:lnTo>
                    <a:pt x="7922357" y="2350253"/>
                  </a:lnTo>
                  <a:lnTo>
                    <a:pt x="7924259" y="2312346"/>
                  </a:lnTo>
                  <a:lnTo>
                    <a:pt x="7926160" y="2328663"/>
                  </a:lnTo>
                  <a:lnTo>
                    <a:pt x="7928061" y="2305952"/>
                  </a:lnTo>
                  <a:lnTo>
                    <a:pt x="7929962" y="2211430"/>
                  </a:lnTo>
                  <a:lnTo>
                    <a:pt x="7931864" y="2182472"/>
                  </a:lnTo>
                  <a:lnTo>
                    <a:pt x="7933765" y="2008203"/>
                  </a:lnTo>
                  <a:lnTo>
                    <a:pt x="7935666" y="1951875"/>
                  </a:lnTo>
                  <a:lnTo>
                    <a:pt x="7937567" y="1986406"/>
                  </a:lnTo>
                  <a:lnTo>
                    <a:pt x="7939468" y="1950477"/>
                  </a:lnTo>
                  <a:lnTo>
                    <a:pt x="7941370" y="1977321"/>
                  </a:lnTo>
                  <a:lnTo>
                    <a:pt x="7943271" y="1952296"/>
                  </a:lnTo>
                  <a:lnTo>
                    <a:pt x="7945172" y="1957922"/>
                  </a:lnTo>
                  <a:lnTo>
                    <a:pt x="7947073" y="1941225"/>
                  </a:lnTo>
                  <a:lnTo>
                    <a:pt x="7948974" y="1875431"/>
                  </a:lnTo>
                  <a:lnTo>
                    <a:pt x="7950876" y="1863436"/>
                  </a:lnTo>
                  <a:lnTo>
                    <a:pt x="7952777" y="1910205"/>
                  </a:lnTo>
                  <a:lnTo>
                    <a:pt x="7954678" y="1883922"/>
                  </a:lnTo>
                  <a:lnTo>
                    <a:pt x="7956579" y="1875042"/>
                  </a:lnTo>
                  <a:lnTo>
                    <a:pt x="7958481" y="1825644"/>
                  </a:lnTo>
                  <a:lnTo>
                    <a:pt x="7960382" y="1773727"/>
                  </a:lnTo>
                  <a:lnTo>
                    <a:pt x="7962283" y="1767275"/>
                  </a:lnTo>
                  <a:lnTo>
                    <a:pt x="7964184" y="1822839"/>
                  </a:lnTo>
                  <a:lnTo>
                    <a:pt x="7966085" y="1845579"/>
                  </a:lnTo>
                  <a:lnTo>
                    <a:pt x="7967987" y="1909372"/>
                  </a:lnTo>
                  <a:lnTo>
                    <a:pt x="7969888" y="2035532"/>
                  </a:lnTo>
                  <a:lnTo>
                    <a:pt x="7971789" y="2167313"/>
                  </a:lnTo>
                  <a:lnTo>
                    <a:pt x="7973690" y="2216748"/>
                  </a:lnTo>
                  <a:lnTo>
                    <a:pt x="7975591" y="2294553"/>
                  </a:lnTo>
                  <a:lnTo>
                    <a:pt x="7977493" y="2315010"/>
                  </a:lnTo>
                  <a:lnTo>
                    <a:pt x="7979394" y="2366186"/>
                  </a:lnTo>
                  <a:lnTo>
                    <a:pt x="7981295" y="2381592"/>
                  </a:lnTo>
                  <a:lnTo>
                    <a:pt x="7983196" y="2376911"/>
                  </a:lnTo>
                  <a:lnTo>
                    <a:pt x="7985098" y="2373678"/>
                  </a:lnTo>
                  <a:lnTo>
                    <a:pt x="7986999" y="2405531"/>
                  </a:lnTo>
                  <a:lnTo>
                    <a:pt x="7988900" y="2367416"/>
                  </a:lnTo>
                  <a:lnTo>
                    <a:pt x="7990801" y="2322660"/>
                  </a:lnTo>
                  <a:lnTo>
                    <a:pt x="7992702" y="2307011"/>
                  </a:lnTo>
                  <a:lnTo>
                    <a:pt x="7994604" y="2322621"/>
                  </a:lnTo>
                  <a:lnTo>
                    <a:pt x="7996505" y="2327676"/>
                  </a:lnTo>
                  <a:lnTo>
                    <a:pt x="7998406" y="2329103"/>
                  </a:lnTo>
                  <a:lnTo>
                    <a:pt x="8000307" y="2299383"/>
                  </a:lnTo>
                  <a:lnTo>
                    <a:pt x="8002208" y="2278078"/>
                  </a:lnTo>
                  <a:lnTo>
                    <a:pt x="8004110" y="2278597"/>
                  </a:lnTo>
                  <a:lnTo>
                    <a:pt x="8006011" y="2213364"/>
                  </a:lnTo>
                  <a:lnTo>
                    <a:pt x="8007912" y="2109023"/>
                  </a:lnTo>
                  <a:lnTo>
                    <a:pt x="8009813" y="2116230"/>
                  </a:lnTo>
                  <a:lnTo>
                    <a:pt x="8011715" y="2147676"/>
                  </a:lnTo>
                  <a:lnTo>
                    <a:pt x="8013616" y="2137128"/>
                  </a:lnTo>
                  <a:lnTo>
                    <a:pt x="8015517" y="2187728"/>
                  </a:lnTo>
                  <a:lnTo>
                    <a:pt x="8017418" y="2272270"/>
                  </a:lnTo>
                  <a:lnTo>
                    <a:pt x="8019319" y="2290133"/>
                  </a:lnTo>
                  <a:lnTo>
                    <a:pt x="8021221" y="2302954"/>
                  </a:lnTo>
                  <a:lnTo>
                    <a:pt x="8023122" y="2322505"/>
                  </a:lnTo>
                  <a:lnTo>
                    <a:pt x="8025023" y="2366755"/>
                  </a:lnTo>
                  <a:lnTo>
                    <a:pt x="8026924" y="2393380"/>
                  </a:lnTo>
                  <a:lnTo>
                    <a:pt x="8028825" y="2395058"/>
                  </a:lnTo>
                  <a:lnTo>
                    <a:pt x="8030727" y="2416802"/>
                  </a:lnTo>
                  <a:lnTo>
                    <a:pt x="8032628" y="2473751"/>
                  </a:lnTo>
                  <a:lnTo>
                    <a:pt x="8034529" y="2478863"/>
                  </a:lnTo>
                  <a:lnTo>
                    <a:pt x="8036430" y="2458393"/>
                  </a:lnTo>
                  <a:lnTo>
                    <a:pt x="8038332" y="2471182"/>
                  </a:lnTo>
                  <a:lnTo>
                    <a:pt x="8040233" y="2469015"/>
                  </a:lnTo>
                  <a:lnTo>
                    <a:pt x="8042134" y="2497493"/>
                  </a:lnTo>
                  <a:lnTo>
                    <a:pt x="8044035" y="2499801"/>
                  </a:lnTo>
                  <a:lnTo>
                    <a:pt x="8045936" y="2492418"/>
                  </a:lnTo>
                  <a:lnTo>
                    <a:pt x="8047838" y="2455649"/>
                  </a:lnTo>
                  <a:lnTo>
                    <a:pt x="8049739" y="2435161"/>
                  </a:lnTo>
                  <a:lnTo>
                    <a:pt x="8051640" y="2420412"/>
                  </a:lnTo>
                  <a:lnTo>
                    <a:pt x="8053541" y="2429945"/>
                  </a:lnTo>
                  <a:lnTo>
                    <a:pt x="8055442" y="2431369"/>
                  </a:lnTo>
                  <a:lnTo>
                    <a:pt x="8057344" y="2423592"/>
                  </a:lnTo>
                  <a:lnTo>
                    <a:pt x="8059245" y="2452835"/>
                  </a:lnTo>
                  <a:lnTo>
                    <a:pt x="8061146" y="2462981"/>
                  </a:lnTo>
                  <a:lnTo>
                    <a:pt x="8063047" y="2496212"/>
                  </a:lnTo>
                  <a:lnTo>
                    <a:pt x="8064949" y="2453425"/>
                  </a:lnTo>
                  <a:lnTo>
                    <a:pt x="8066850" y="2484386"/>
                  </a:lnTo>
                  <a:lnTo>
                    <a:pt x="8068751" y="2484306"/>
                  </a:lnTo>
                  <a:lnTo>
                    <a:pt x="8070652" y="2475429"/>
                  </a:lnTo>
                  <a:lnTo>
                    <a:pt x="8072553" y="2467519"/>
                  </a:lnTo>
                  <a:lnTo>
                    <a:pt x="8074455" y="2464902"/>
                  </a:lnTo>
                  <a:lnTo>
                    <a:pt x="8076356" y="2489681"/>
                  </a:lnTo>
                  <a:lnTo>
                    <a:pt x="8078257" y="2489019"/>
                  </a:lnTo>
                  <a:lnTo>
                    <a:pt x="8080158" y="2469935"/>
                  </a:lnTo>
                  <a:lnTo>
                    <a:pt x="8082059" y="2466800"/>
                  </a:lnTo>
                  <a:lnTo>
                    <a:pt x="8083961" y="2469811"/>
                  </a:lnTo>
                  <a:lnTo>
                    <a:pt x="8085862" y="2454025"/>
                  </a:lnTo>
                  <a:lnTo>
                    <a:pt x="8087763" y="2469202"/>
                  </a:lnTo>
                  <a:lnTo>
                    <a:pt x="8089664" y="2448343"/>
                  </a:lnTo>
                  <a:lnTo>
                    <a:pt x="8091566" y="2449902"/>
                  </a:lnTo>
                  <a:lnTo>
                    <a:pt x="8093467" y="2454159"/>
                  </a:lnTo>
                  <a:lnTo>
                    <a:pt x="8095368" y="2458584"/>
                  </a:lnTo>
                  <a:lnTo>
                    <a:pt x="8097269" y="2426515"/>
                  </a:lnTo>
                  <a:lnTo>
                    <a:pt x="8099170" y="2428832"/>
                  </a:lnTo>
                  <a:lnTo>
                    <a:pt x="8101072" y="2435592"/>
                  </a:lnTo>
                  <a:lnTo>
                    <a:pt x="8102973" y="2416690"/>
                  </a:lnTo>
                  <a:lnTo>
                    <a:pt x="8104874" y="2441475"/>
                  </a:lnTo>
                  <a:lnTo>
                    <a:pt x="8106775" y="2452788"/>
                  </a:lnTo>
                  <a:lnTo>
                    <a:pt x="8108676" y="2463096"/>
                  </a:lnTo>
                  <a:lnTo>
                    <a:pt x="8110578" y="2485727"/>
                  </a:lnTo>
                  <a:lnTo>
                    <a:pt x="8112479" y="2480220"/>
                  </a:lnTo>
                  <a:lnTo>
                    <a:pt x="8114380" y="2490587"/>
                  </a:lnTo>
                  <a:lnTo>
                    <a:pt x="8116281" y="2503821"/>
                  </a:lnTo>
                  <a:lnTo>
                    <a:pt x="8118183" y="2509867"/>
                  </a:lnTo>
                  <a:lnTo>
                    <a:pt x="8120084" y="2519220"/>
                  </a:lnTo>
                  <a:lnTo>
                    <a:pt x="8121985" y="2496741"/>
                  </a:lnTo>
                  <a:lnTo>
                    <a:pt x="8123886" y="2484806"/>
                  </a:lnTo>
                  <a:lnTo>
                    <a:pt x="8125787" y="2493637"/>
                  </a:lnTo>
                  <a:lnTo>
                    <a:pt x="8127689" y="2506588"/>
                  </a:lnTo>
                  <a:lnTo>
                    <a:pt x="8129590" y="2501010"/>
                  </a:lnTo>
                  <a:lnTo>
                    <a:pt x="8131491" y="2495338"/>
                  </a:lnTo>
                  <a:lnTo>
                    <a:pt x="8133392" y="2479358"/>
                  </a:lnTo>
                  <a:lnTo>
                    <a:pt x="8135293" y="2478547"/>
                  </a:lnTo>
                  <a:lnTo>
                    <a:pt x="8137195" y="2481811"/>
                  </a:lnTo>
                  <a:lnTo>
                    <a:pt x="8139096" y="2473757"/>
                  </a:lnTo>
                  <a:lnTo>
                    <a:pt x="8140997" y="2462977"/>
                  </a:lnTo>
                  <a:lnTo>
                    <a:pt x="8142898" y="2430741"/>
                  </a:lnTo>
                  <a:lnTo>
                    <a:pt x="8144799" y="2436834"/>
                  </a:lnTo>
                  <a:lnTo>
                    <a:pt x="8146701" y="2454140"/>
                  </a:lnTo>
                  <a:lnTo>
                    <a:pt x="8148602" y="2428412"/>
                  </a:lnTo>
                  <a:lnTo>
                    <a:pt x="8150503" y="2438967"/>
                  </a:lnTo>
                  <a:lnTo>
                    <a:pt x="8152404" y="2437734"/>
                  </a:lnTo>
                  <a:lnTo>
                    <a:pt x="8154306" y="2463570"/>
                  </a:lnTo>
                  <a:lnTo>
                    <a:pt x="8156207" y="2480375"/>
                  </a:lnTo>
                  <a:lnTo>
                    <a:pt x="8158108" y="2466953"/>
                  </a:lnTo>
                  <a:lnTo>
                    <a:pt x="8160009" y="2473346"/>
                  </a:lnTo>
                  <a:lnTo>
                    <a:pt x="8161910" y="2464862"/>
                  </a:lnTo>
                  <a:lnTo>
                    <a:pt x="8163812" y="2464626"/>
                  </a:lnTo>
                  <a:lnTo>
                    <a:pt x="8165713" y="2494352"/>
                  </a:lnTo>
                  <a:lnTo>
                    <a:pt x="8167614" y="2496931"/>
                  </a:lnTo>
                  <a:lnTo>
                    <a:pt x="8169515" y="2479731"/>
                  </a:lnTo>
                  <a:lnTo>
                    <a:pt x="8171416" y="2481272"/>
                  </a:lnTo>
                  <a:lnTo>
                    <a:pt x="8173318" y="2488501"/>
                  </a:lnTo>
                  <a:lnTo>
                    <a:pt x="8175219" y="2480106"/>
                  </a:lnTo>
                  <a:lnTo>
                    <a:pt x="8177120" y="2444390"/>
                  </a:lnTo>
                  <a:lnTo>
                    <a:pt x="8179021" y="2452915"/>
                  </a:lnTo>
                  <a:lnTo>
                    <a:pt x="8180923" y="2433030"/>
                  </a:lnTo>
                  <a:lnTo>
                    <a:pt x="8182824" y="2459513"/>
                  </a:lnTo>
                  <a:lnTo>
                    <a:pt x="8184725" y="2452944"/>
                  </a:lnTo>
                  <a:lnTo>
                    <a:pt x="8186626" y="2467055"/>
                  </a:lnTo>
                  <a:lnTo>
                    <a:pt x="8188527" y="2481262"/>
                  </a:lnTo>
                  <a:lnTo>
                    <a:pt x="8190429" y="2484203"/>
                  </a:lnTo>
                  <a:lnTo>
                    <a:pt x="8192330" y="2499750"/>
                  </a:lnTo>
                  <a:lnTo>
                    <a:pt x="8194231" y="2506574"/>
                  </a:lnTo>
                  <a:lnTo>
                    <a:pt x="8196132" y="2503915"/>
                  </a:lnTo>
                  <a:lnTo>
                    <a:pt x="8198033" y="2496421"/>
                  </a:lnTo>
                  <a:lnTo>
                    <a:pt x="8199935" y="2497484"/>
                  </a:lnTo>
                  <a:lnTo>
                    <a:pt x="8201836" y="2496474"/>
                  </a:lnTo>
                  <a:lnTo>
                    <a:pt x="8203737" y="2499404"/>
                  </a:lnTo>
                  <a:lnTo>
                    <a:pt x="8205638" y="2484408"/>
                  </a:lnTo>
                  <a:lnTo>
                    <a:pt x="8207540" y="2488829"/>
                  </a:lnTo>
                  <a:lnTo>
                    <a:pt x="8209441" y="2489816"/>
                  </a:lnTo>
                  <a:lnTo>
                    <a:pt x="8211342" y="2497992"/>
                  </a:lnTo>
                  <a:lnTo>
                    <a:pt x="8213243" y="2496560"/>
                  </a:lnTo>
                  <a:lnTo>
                    <a:pt x="8215144" y="2480387"/>
                  </a:lnTo>
                  <a:lnTo>
                    <a:pt x="8217046" y="2491238"/>
                  </a:lnTo>
                  <a:lnTo>
                    <a:pt x="8218947" y="2480518"/>
                  </a:lnTo>
                  <a:lnTo>
                    <a:pt x="8220848" y="2489956"/>
                  </a:lnTo>
                  <a:lnTo>
                    <a:pt x="8222749" y="2487339"/>
                  </a:lnTo>
                  <a:lnTo>
                    <a:pt x="8224650" y="2441134"/>
                  </a:lnTo>
                  <a:lnTo>
                    <a:pt x="8226552" y="2467188"/>
                  </a:lnTo>
                  <a:lnTo>
                    <a:pt x="8228453" y="2426025"/>
                  </a:lnTo>
                  <a:lnTo>
                    <a:pt x="8230354" y="2417510"/>
                  </a:lnTo>
                  <a:lnTo>
                    <a:pt x="8232255" y="2334890"/>
                  </a:lnTo>
                  <a:lnTo>
                    <a:pt x="8234157" y="2300105"/>
                  </a:lnTo>
                  <a:lnTo>
                    <a:pt x="8236058" y="2348309"/>
                  </a:lnTo>
                  <a:lnTo>
                    <a:pt x="8237959" y="2306275"/>
                  </a:lnTo>
                  <a:lnTo>
                    <a:pt x="8239860" y="2271089"/>
                  </a:lnTo>
                  <a:lnTo>
                    <a:pt x="8241761" y="2230886"/>
                  </a:lnTo>
                  <a:lnTo>
                    <a:pt x="8243663" y="2365118"/>
                  </a:lnTo>
                  <a:lnTo>
                    <a:pt x="8245564" y="2394950"/>
                  </a:lnTo>
                  <a:lnTo>
                    <a:pt x="8247465" y="2319883"/>
                  </a:lnTo>
                  <a:lnTo>
                    <a:pt x="8249366" y="2331367"/>
                  </a:lnTo>
                  <a:lnTo>
                    <a:pt x="8251267" y="2380078"/>
                  </a:lnTo>
                  <a:lnTo>
                    <a:pt x="8253169" y="2396077"/>
                  </a:lnTo>
                  <a:lnTo>
                    <a:pt x="8255070" y="2423281"/>
                  </a:lnTo>
                  <a:lnTo>
                    <a:pt x="8256971" y="2388685"/>
                  </a:lnTo>
                  <a:lnTo>
                    <a:pt x="8258872" y="2409666"/>
                  </a:lnTo>
                  <a:lnTo>
                    <a:pt x="8260774" y="2401420"/>
                  </a:lnTo>
                  <a:lnTo>
                    <a:pt x="8262675" y="2359325"/>
                  </a:lnTo>
                  <a:lnTo>
                    <a:pt x="8264576" y="2372554"/>
                  </a:lnTo>
                  <a:lnTo>
                    <a:pt x="8266477" y="2328137"/>
                  </a:lnTo>
                  <a:lnTo>
                    <a:pt x="8268378" y="2278145"/>
                  </a:lnTo>
                  <a:lnTo>
                    <a:pt x="8270280" y="2193713"/>
                  </a:lnTo>
                  <a:lnTo>
                    <a:pt x="8272181" y="2084893"/>
                  </a:lnTo>
                  <a:lnTo>
                    <a:pt x="8274082" y="2101852"/>
                  </a:lnTo>
                  <a:lnTo>
                    <a:pt x="8275983" y="2104966"/>
                  </a:lnTo>
                  <a:lnTo>
                    <a:pt x="8277884" y="2023219"/>
                  </a:lnTo>
                  <a:lnTo>
                    <a:pt x="8279786" y="2056295"/>
                  </a:lnTo>
                  <a:lnTo>
                    <a:pt x="8281687" y="2014694"/>
                  </a:lnTo>
                  <a:lnTo>
                    <a:pt x="8283588" y="2110425"/>
                  </a:lnTo>
                  <a:lnTo>
                    <a:pt x="8285489" y="2092466"/>
                  </a:lnTo>
                  <a:lnTo>
                    <a:pt x="8287391" y="2100253"/>
                  </a:lnTo>
                  <a:lnTo>
                    <a:pt x="8289292" y="2188568"/>
                  </a:lnTo>
                  <a:lnTo>
                    <a:pt x="8291193" y="2281387"/>
                  </a:lnTo>
                  <a:lnTo>
                    <a:pt x="8293094" y="2364980"/>
                  </a:lnTo>
                  <a:lnTo>
                    <a:pt x="8294995" y="2374858"/>
                  </a:lnTo>
                  <a:lnTo>
                    <a:pt x="8296897" y="2381756"/>
                  </a:lnTo>
                  <a:lnTo>
                    <a:pt x="8298798" y="2447153"/>
                  </a:lnTo>
                  <a:lnTo>
                    <a:pt x="8300699" y="2454099"/>
                  </a:lnTo>
                  <a:lnTo>
                    <a:pt x="8302600" y="2478219"/>
                  </a:lnTo>
                  <a:lnTo>
                    <a:pt x="8304501" y="2481392"/>
                  </a:lnTo>
                  <a:lnTo>
                    <a:pt x="8306403" y="2478680"/>
                  </a:lnTo>
                  <a:lnTo>
                    <a:pt x="8308304" y="2510921"/>
                  </a:lnTo>
                  <a:lnTo>
                    <a:pt x="8310205" y="2505922"/>
                  </a:lnTo>
                  <a:lnTo>
                    <a:pt x="8312106" y="2506790"/>
                  </a:lnTo>
                  <a:lnTo>
                    <a:pt x="8314008" y="2514915"/>
                  </a:lnTo>
                  <a:lnTo>
                    <a:pt x="8315909" y="2513476"/>
                  </a:lnTo>
                  <a:lnTo>
                    <a:pt x="8317810" y="2513592"/>
                  </a:lnTo>
                  <a:lnTo>
                    <a:pt x="8319711" y="2513120"/>
                  </a:lnTo>
                  <a:lnTo>
                    <a:pt x="8321612" y="2510387"/>
                  </a:lnTo>
                  <a:lnTo>
                    <a:pt x="8323514" y="2507012"/>
                  </a:lnTo>
                  <a:lnTo>
                    <a:pt x="8325415" y="2473008"/>
                  </a:lnTo>
                  <a:lnTo>
                    <a:pt x="8327316" y="2490504"/>
                  </a:lnTo>
                  <a:lnTo>
                    <a:pt x="8329217" y="2494269"/>
                  </a:lnTo>
                  <a:lnTo>
                    <a:pt x="8331118" y="2507634"/>
                  </a:lnTo>
                  <a:lnTo>
                    <a:pt x="8333020" y="2485569"/>
                  </a:lnTo>
                  <a:lnTo>
                    <a:pt x="8334921" y="2417369"/>
                  </a:lnTo>
                  <a:lnTo>
                    <a:pt x="8336822" y="2434797"/>
                  </a:lnTo>
                  <a:lnTo>
                    <a:pt x="8338723" y="2421136"/>
                  </a:lnTo>
                  <a:lnTo>
                    <a:pt x="8340625" y="2414659"/>
                  </a:lnTo>
                  <a:lnTo>
                    <a:pt x="8342526" y="2372155"/>
                  </a:lnTo>
                  <a:lnTo>
                    <a:pt x="8344427" y="2409241"/>
                  </a:lnTo>
                  <a:lnTo>
                    <a:pt x="8346328" y="2455925"/>
                  </a:lnTo>
                  <a:lnTo>
                    <a:pt x="8348229" y="2449455"/>
                  </a:lnTo>
                  <a:lnTo>
                    <a:pt x="8350131" y="2462347"/>
                  </a:lnTo>
                  <a:lnTo>
                    <a:pt x="8352032" y="2494025"/>
                  </a:lnTo>
                  <a:lnTo>
                    <a:pt x="8353933" y="2480964"/>
                  </a:lnTo>
                  <a:lnTo>
                    <a:pt x="8355834" y="2496716"/>
                  </a:lnTo>
                  <a:lnTo>
                    <a:pt x="8357735" y="2491774"/>
                  </a:lnTo>
                  <a:lnTo>
                    <a:pt x="8359637" y="2452001"/>
                  </a:lnTo>
                  <a:lnTo>
                    <a:pt x="8361538" y="2474428"/>
                  </a:lnTo>
                  <a:lnTo>
                    <a:pt x="8363439" y="2476477"/>
                  </a:lnTo>
                  <a:lnTo>
                    <a:pt x="8365340" y="2462170"/>
                  </a:lnTo>
                  <a:lnTo>
                    <a:pt x="8367242" y="2479124"/>
                  </a:lnTo>
                  <a:lnTo>
                    <a:pt x="8369143" y="2471792"/>
                  </a:lnTo>
                  <a:lnTo>
                    <a:pt x="8371044" y="2484983"/>
                  </a:lnTo>
                  <a:lnTo>
                    <a:pt x="8372945" y="2504225"/>
                  </a:lnTo>
                  <a:lnTo>
                    <a:pt x="8374846" y="2524210"/>
                  </a:lnTo>
                  <a:lnTo>
                    <a:pt x="8376748" y="2529307"/>
                  </a:lnTo>
                  <a:lnTo>
                    <a:pt x="8378649" y="2472038"/>
                  </a:lnTo>
                  <a:lnTo>
                    <a:pt x="8380550" y="2486276"/>
                  </a:lnTo>
                  <a:lnTo>
                    <a:pt x="8382451" y="2449440"/>
                  </a:lnTo>
                  <a:lnTo>
                    <a:pt x="8384352" y="2481496"/>
                  </a:lnTo>
                  <a:lnTo>
                    <a:pt x="8386254" y="2478884"/>
                  </a:lnTo>
                  <a:lnTo>
                    <a:pt x="8388155" y="2446120"/>
                  </a:lnTo>
                  <a:lnTo>
                    <a:pt x="8390056" y="2462610"/>
                  </a:lnTo>
                  <a:lnTo>
                    <a:pt x="8391957" y="2453641"/>
                  </a:lnTo>
                  <a:lnTo>
                    <a:pt x="8393859" y="2512570"/>
                  </a:lnTo>
                  <a:lnTo>
                    <a:pt x="8395760" y="2515808"/>
                  </a:lnTo>
                  <a:lnTo>
                    <a:pt x="8397661" y="2481340"/>
                  </a:lnTo>
                  <a:lnTo>
                    <a:pt x="8399562" y="2502860"/>
                  </a:lnTo>
                  <a:lnTo>
                    <a:pt x="8401463" y="2497858"/>
                  </a:lnTo>
                  <a:lnTo>
                    <a:pt x="8403365" y="2516305"/>
                  </a:lnTo>
                  <a:lnTo>
                    <a:pt x="8405266" y="2516532"/>
                  </a:lnTo>
                  <a:lnTo>
                    <a:pt x="8407167" y="2513612"/>
                  </a:lnTo>
                  <a:lnTo>
                    <a:pt x="8409068" y="2526484"/>
                  </a:lnTo>
                  <a:lnTo>
                    <a:pt x="8410969" y="2511170"/>
                  </a:lnTo>
                  <a:lnTo>
                    <a:pt x="8412871" y="2516350"/>
                  </a:lnTo>
                  <a:lnTo>
                    <a:pt x="8414772" y="2471388"/>
                  </a:lnTo>
                  <a:lnTo>
                    <a:pt x="8416673" y="2464057"/>
                  </a:lnTo>
                  <a:lnTo>
                    <a:pt x="8418574" y="2491756"/>
                  </a:lnTo>
                  <a:lnTo>
                    <a:pt x="8420476" y="2476779"/>
                  </a:lnTo>
                  <a:lnTo>
                    <a:pt x="8422377" y="2497517"/>
                  </a:lnTo>
                  <a:lnTo>
                    <a:pt x="8424278" y="2477552"/>
                  </a:lnTo>
                  <a:lnTo>
                    <a:pt x="8426179" y="2493692"/>
                  </a:lnTo>
                  <a:lnTo>
                    <a:pt x="8428080" y="2521097"/>
                  </a:lnTo>
                  <a:lnTo>
                    <a:pt x="8429982" y="2510815"/>
                  </a:lnTo>
                  <a:lnTo>
                    <a:pt x="8431883" y="2516682"/>
                  </a:lnTo>
                  <a:lnTo>
                    <a:pt x="8433784" y="2507341"/>
                  </a:lnTo>
                  <a:lnTo>
                    <a:pt x="8435685" y="2509605"/>
                  </a:lnTo>
                  <a:lnTo>
                    <a:pt x="8437586" y="2519817"/>
                  </a:lnTo>
                  <a:lnTo>
                    <a:pt x="8439488" y="2487032"/>
                  </a:lnTo>
                  <a:lnTo>
                    <a:pt x="8441389" y="2481476"/>
                  </a:lnTo>
                  <a:lnTo>
                    <a:pt x="8443290" y="2472300"/>
                  </a:lnTo>
                  <a:lnTo>
                    <a:pt x="8445191" y="2498681"/>
                  </a:lnTo>
                  <a:lnTo>
                    <a:pt x="8447092" y="2492443"/>
                  </a:lnTo>
                  <a:lnTo>
                    <a:pt x="8448994" y="2463128"/>
                  </a:lnTo>
                  <a:lnTo>
                    <a:pt x="8450895" y="2470378"/>
                  </a:lnTo>
                  <a:lnTo>
                    <a:pt x="8452796" y="2423250"/>
                  </a:lnTo>
                  <a:lnTo>
                    <a:pt x="8454697" y="2455777"/>
                  </a:lnTo>
                  <a:lnTo>
                    <a:pt x="8456599" y="2388927"/>
                  </a:lnTo>
                  <a:lnTo>
                    <a:pt x="8458500" y="2400515"/>
                  </a:lnTo>
                  <a:lnTo>
                    <a:pt x="8460401" y="2434463"/>
                  </a:lnTo>
                  <a:lnTo>
                    <a:pt x="8462302" y="2420106"/>
                  </a:lnTo>
                  <a:lnTo>
                    <a:pt x="8464203" y="2431895"/>
                  </a:lnTo>
                  <a:lnTo>
                    <a:pt x="8466105" y="2433065"/>
                  </a:lnTo>
                  <a:lnTo>
                    <a:pt x="8468006" y="2465579"/>
                  </a:lnTo>
                  <a:lnTo>
                    <a:pt x="8469907" y="2470260"/>
                  </a:lnTo>
                  <a:lnTo>
                    <a:pt x="8471808" y="2431287"/>
                  </a:lnTo>
                  <a:lnTo>
                    <a:pt x="8473709" y="2455143"/>
                  </a:lnTo>
                  <a:lnTo>
                    <a:pt x="8475611" y="2469024"/>
                  </a:lnTo>
                  <a:lnTo>
                    <a:pt x="8477512" y="2502977"/>
                  </a:lnTo>
                  <a:lnTo>
                    <a:pt x="8479413" y="2512507"/>
                  </a:lnTo>
                  <a:lnTo>
                    <a:pt x="8481314" y="2513224"/>
                  </a:lnTo>
                  <a:lnTo>
                    <a:pt x="8483216" y="2511215"/>
                  </a:lnTo>
                  <a:lnTo>
                    <a:pt x="8485117" y="2510181"/>
                  </a:lnTo>
                  <a:lnTo>
                    <a:pt x="8487018" y="2508044"/>
                  </a:lnTo>
                  <a:lnTo>
                    <a:pt x="8488919" y="2501511"/>
                  </a:lnTo>
                  <a:lnTo>
                    <a:pt x="8490820" y="2498532"/>
                  </a:lnTo>
                  <a:lnTo>
                    <a:pt x="8492722" y="2499650"/>
                  </a:lnTo>
                  <a:lnTo>
                    <a:pt x="8494623" y="2499441"/>
                  </a:lnTo>
                  <a:lnTo>
                    <a:pt x="8496524" y="2507919"/>
                  </a:lnTo>
                  <a:lnTo>
                    <a:pt x="8498425" y="2496983"/>
                  </a:lnTo>
                  <a:lnTo>
                    <a:pt x="8500326" y="2480427"/>
                  </a:lnTo>
                  <a:lnTo>
                    <a:pt x="8502228" y="2452048"/>
                  </a:lnTo>
                  <a:lnTo>
                    <a:pt x="8504129" y="2435443"/>
                  </a:lnTo>
                  <a:lnTo>
                    <a:pt x="8506030" y="2457298"/>
                  </a:lnTo>
                  <a:lnTo>
                    <a:pt x="8507931" y="2435295"/>
                  </a:lnTo>
                  <a:lnTo>
                    <a:pt x="8509833" y="2447398"/>
                  </a:lnTo>
                  <a:lnTo>
                    <a:pt x="8511734" y="2435890"/>
                  </a:lnTo>
                  <a:lnTo>
                    <a:pt x="8513635" y="2391552"/>
                  </a:lnTo>
                  <a:lnTo>
                    <a:pt x="8515536" y="2408414"/>
                  </a:lnTo>
                  <a:lnTo>
                    <a:pt x="8517437" y="2362992"/>
                  </a:lnTo>
                  <a:lnTo>
                    <a:pt x="8519339" y="2292134"/>
                  </a:lnTo>
                  <a:lnTo>
                    <a:pt x="8521240" y="2320042"/>
                  </a:lnTo>
                  <a:lnTo>
                    <a:pt x="8523141" y="2386235"/>
                  </a:lnTo>
                  <a:lnTo>
                    <a:pt x="8525042" y="2431497"/>
                  </a:lnTo>
                  <a:lnTo>
                    <a:pt x="8526943" y="2429388"/>
                  </a:lnTo>
                  <a:lnTo>
                    <a:pt x="8528845" y="2458756"/>
                  </a:lnTo>
                  <a:lnTo>
                    <a:pt x="8530746" y="2500735"/>
                  </a:lnTo>
                  <a:lnTo>
                    <a:pt x="8532647" y="2487264"/>
                  </a:lnTo>
                  <a:lnTo>
                    <a:pt x="8534548" y="2493998"/>
                  </a:lnTo>
                  <a:lnTo>
                    <a:pt x="8536450" y="2455650"/>
                  </a:lnTo>
                  <a:lnTo>
                    <a:pt x="8538351" y="2476854"/>
                  </a:lnTo>
                  <a:lnTo>
                    <a:pt x="8540252" y="2501140"/>
                  </a:lnTo>
                  <a:lnTo>
                    <a:pt x="8542153" y="2499554"/>
                  </a:lnTo>
                  <a:lnTo>
                    <a:pt x="8544054" y="2491947"/>
                  </a:lnTo>
                  <a:lnTo>
                    <a:pt x="8545956" y="2453722"/>
                  </a:lnTo>
                  <a:lnTo>
                    <a:pt x="8547857" y="2451403"/>
                  </a:lnTo>
                  <a:lnTo>
                    <a:pt x="8549758" y="2440762"/>
                  </a:lnTo>
                  <a:lnTo>
                    <a:pt x="8551659" y="2407141"/>
                  </a:lnTo>
                  <a:lnTo>
                    <a:pt x="8553560" y="2423412"/>
                  </a:lnTo>
                  <a:lnTo>
                    <a:pt x="8553560" y="2530772"/>
                  </a:lnTo>
                  <a:lnTo>
                    <a:pt x="8551659" y="2530772"/>
                  </a:lnTo>
                  <a:lnTo>
                    <a:pt x="8549758" y="2530772"/>
                  </a:lnTo>
                  <a:lnTo>
                    <a:pt x="8547857" y="2530772"/>
                  </a:lnTo>
                  <a:lnTo>
                    <a:pt x="8545956" y="2530772"/>
                  </a:lnTo>
                  <a:lnTo>
                    <a:pt x="8544054" y="2530772"/>
                  </a:lnTo>
                  <a:lnTo>
                    <a:pt x="8542153" y="2530772"/>
                  </a:lnTo>
                  <a:lnTo>
                    <a:pt x="8540252" y="2530772"/>
                  </a:lnTo>
                  <a:lnTo>
                    <a:pt x="8538351" y="2530772"/>
                  </a:lnTo>
                  <a:lnTo>
                    <a:pt x="8536450" y="2530772"/>
                  </a:lnTo>
                  <a:lnTo>
                    <a:pt x="8534548" y="2530772"/>
                  </a:lnTo>
                  <a:lnTo>
                    <a:pt x="8532647" y="2530772"/>
                  </a:lnTo>
                  <a:lnTo>
                    <a:pt x="8530746" y="2530772"/>
                  </a:lnTo>
                  <a:lnTo>
                    <a:pt x="8528845" y="2530772"/>
                  </a:lnTo>
                  <a:lnTo>
                    <a:pt x="8526943" y="2530772"/>
                  </a:lnTo>
                  <a:lnTo>
                    <a:pt x="8525042" y="2530772"/>
                  </a:lnTo>
                  <a:lnTo>
                    <a:pt x="8523141" y="2530772"/>
                  </a:lnTo>
                  <a:lnTo>
                    <a:pt x="8521240" y="2530772"/>
                  </a:lnTo>
                  <a:lnTo>
                    <a:pt x="8519339" y="2530772"/>
                  </a:lnTo>
                  <a:lnTo>
                    <a:pt x="8517437" y="2530772"/>
                  </a:lnTo>
                  <a:lnTo>
                    <a:pt x="8515536" y="2530772"/>
                  </a:lnTo>
                  <a:lnTo>
                    <a:pt x="8513635" y="2530772"/>
                  </a:lnTo>
                  <a:lnTo>
                    <a:pt x="8511734" y="2530772"/>
                  </a:lnTo>
                  <a:lnTo>
                    <a:pt x="8509833" y="2530772"/>
                  </a:lnTo>
                  <a:lnTo>
                    <a:pt x="8507931" y="2530772"/>
                  </a:lnTo>
                  <a:lnTo>
                    <a:pt x="8506030" y="2530772"/>
                  </a:lnTo>
                  <a:lnTo>
                    <a:pt x="8504129" y="2530772"/>
                  </a:lnTo>
                  <a:lnTo>
                    <a:pt x="8502228" y="2530772"/>
                  </a:lnTo>
                  <a:lnTo>
                    <a:pt x="8500326" y="2530772"/>
                  </a:lnTo>
                  <a:lnTo>
                    <a:pt x="8498425" y="2530772"/>
                  </a:lnTo>
                  <a:lnTo>
                    <a:pt x="8496524" y="2530772"/>
                  </a:lnTo>
                  <a:lnTo>
                    <a:pt x="8494623" y="2530772"/>
                  </a:lnTo>
                  <a:lnTo>
                    <a:pt x="8492722" y="2530772"/>
                  </a:lnTo>
                  <a:lnTo>
                    <a:pt x="8490820" y="2530772"/>
                  </a:lnTo>
                  <a:lnTo>
                    <a:pt x="8488919" y="2530772"/>
                  </a:lnTo>
                  <a:lnTo>
                    <a:pt x="8487018" y="2530772"/>
                  </a:lnTo>
                  <a:lnTo>
                    <a:pt x="8485117" y="2530772"/>
                  </a:lnTo>
                  <a:lnTo>
                    <a:pt x="8483216" y="2530772"/>
                  </a:lnTo>
                  <a:lnTo>
                    <a:pt x="8481314" y="2530772"/>
                  </a:lnTo>
                  <a:lnTo>
                    <a:pt x="8479413" y="2530772"/>
                  </a:lnTo>
                  <a:lnTo>
                    <a:pt x="8477512" y="2530772"/>
                  </a:lnTo>
                  <a:lnTo>
                    <a:pt x="8475611" y="2530772"/>
                  </a:lnTo>
                  <a:lnTo>
                    <a:pt x="8473709" y="2530772"/>
                  </a:lnTo>
                  <a:lnTo>
                    <a:pt x="8471808" y="2530772"/>
                  </a:lnTo>
                  <a:lnTo>
                    <a:pt x="8469907" y="2530772"/>
                  </a:lnTo>
                  <a:lnTo>
                    <a:pt x="8468006" y="2530772"/>
                  </a:lnTo>
                  <a:lnTo>
                    <a:pt x="8466105" y="2530772"/>
                  </a:lnTo>
                  <a:lnTo>
                    <a:pt x="8464203" y="2530772"/>
                  </a:lnTo>
                  <a:lnTo>
                    <a:pt x="8462302" y="2530772"/>
                  </a:lnTo>
                  <a:lnTo>
                    <a:pt x="8460401" y="2530772"/>
                  </a:lnTo>
                  <a:lnTo>
                    <a:pt x="8458500" y="2530772"/>
                  </a:lnTo>
                  <a:lnTo>
                    <a:pt x="8456599" y="2530772"/>
                  </a:lnTo>
                  <a:lnTo>
                    <a:pt x="8454697" y="2530772"/>
                  </a:lnTo>
                  <a:lnTo>
                    <a:pt x="8452796" y="2530772"/>
                  </a:lnTo>
                  <a:lnTo>
                    <a:pt x="8450895" y="2530772"/>
                  </a:lnTo>
                  <a:lnTo>
                    <a:pt x="8448994" y="2530772"/>
                  </a:lnTo>
                  <a:lnTo>
                    <a:pt x="8447092" y="2530772"/>
                  </a:lnTo>
                  <a:lnTo>
                    <a:pt x="8445191" y="2530772"/>
                  </a:lnTo>
                  <a:lnTo>
                    <a:pt x="8443290" y="2530772"/>
                  </a:lnTo>
                  <a:lnTo>
                    <a:pt x="8441389" y="2530772"/>
                  </a:lnTo>
                  <a:lnTo>
                    <a:pt x="8439488" y="2530772"/>
                  </a:lnTo>
                  <a:lnTo>
                    <a:pt x="8437586" y="2530772"/>
                  </a:lnTo>
                  <a:lnTo>
                    <a:pt x="8435685" y="2530772"/>
                  </a:lnTo>
                  <a:lnTo>
                    <a:pt x="8433784" y="2530772"/>
                  </a:lnTo>
                  <a:lnTo>
                    <a:pt x="8431883" y="2530772"/>
                  </a:lnTo>
                  <a:lnTo>
                    <a:pt x="8429982" y="2530772"/>
                  </a:lnTo>
                  <a:lnTo>
                    <a:pt x="8428080" y="2530772"/>
                  </a:lnTo>
                  <a:lnTo>
                    <a:pt x="8426179" y="2530772"/>
                  </a:lnTo>
                  <a:lnTo>
                    <a:pt x="8424278" y="2530772"/>
                  </a:lnTo>
                  <a:lnTo>
                    <a:pt x="8422377" y="2530772"/>
                  </a:lnTo>
                  <a:lnTo>
                    <a:pt x="8420476" y="2530772"/>
                  </a:lnTo>
                  <a:lnTo>
                    <a:pt x="8418574" y="2530772"/>
                  </a:lnTo>
                  <a:lnTo>
                    <a:pt x="8416673" y="2530772"/>
                  </a:lnTo>
                  <a:lnTo>
                    <a:pt x="8414772" y="2530772"/>
                  </a:lnTo>
                  <a:lnTo>
                    <a:pt x="8412871" y="2530772"/>
                  </a:lnTo>
                  <a:lnTo>
                    <a:pt x="8410969" y="2530772"/>
                  </a:lnTo>
                  <a:lnTo>
                    <a:pt x="8409068" y="2530772"/>
                  </a:lnTo>
                  <a:lnTo>
                    <a:pt x="8407167" y="2530772"/>
                  </a:lnTo>
                  <a:lnTo>
                    <a:pt x="8405266" y="2530772"/>
                  </a:lnTo>
                  <a:lnTo>
                    <a:pt x="8403365" y="2530772"/>
                  </a:lnTo>
                  <a:lnTo>
                    <a:pt x="8401463" y="2530772"/>
                  </a:lnTo>
                  <a:lnTo>
                    <a:pt x="8399562" y="2530772"/>
                  </a:lnTo>
                  <a:lnTo>
                    <a:pt x="8397661" y="2530772"/>
                  </a:lnTo>
                  <a:lnTo>
                    <a:pt x="8395760" y="2530772"/>
                  </a:lnTo>
                  <a:lnTo>
                    <a:pt x="8393859" y="2530772"/>
                  </a:lnTo>
                  <a:lnTo>
                    <a:pt x="8391957" y="2530772"/>
                  </a:lnTo>
                  <a:lnTo>
                    <a:pt x="8390056" y="2530772"/>
                  </a:lnTo>
                  <a:lnTo>
                    <a:pt x="8388155" y="2530772"/>
                  </a:lnTo>
                  <a:lnTo>
                    <a:pt x="8386254" y="2530772"/>
                  </a:lnTo>
                  <a:lnTo>
                    <a:pt x="8384352" y="2530772"/>
                  </a:lnTo>
                  <a:lnTo>
                    <a:pt x="8382451" y="2530772"/>
                  </a:lnTo>
                  <a:lnTo>
                    <a:pt x="8380550" y="2530772"/>
                  </a:lnTo>
                  <a:lnTo>
                    <a:pt x="8378649" y="2530772"/>
                  </a:lnTo>
                  <a:lnTo>
                    <a:pt x="8376748" y="2530772"/>
                  </a:lnTo>
                  <a:lnTo>
                    <a:pt x="8374846" y="2530772"/>
                  </a:lnTo>
                  <a:lnTo>
                    <a:pt x="8372945" y="2530772"/>
                  </a:lnTo>
                  <a:lnTo>
                    <a:pt x="8371044" y="2530772"/>
                  </a:lnTo>
                  <a:lnTo>
                    <a:pt x="8369143" y="2530772"/>
                  </a:lnTo>
                  <a:lnTo>
                    <a:pt x="8367242" y="2530772"/>
                  </a:lnTo>
                  <a:lnTo>
                    <a:pt x="8365340" y="2530772"/>
                  </a:lnTo>
                  <a:lnTo>
                    <a:pt x="8363439" y="2530772"/>
                  </a:lnTo>
                  <a:lnTo>
                    <a:pt x="8361538" y="2530772"/>
                  </a:lnTo>
                  <a:lnTo>
                    <a:pt x="8359637" y="2530772"/>
                  </a:lnTo>
                  <a:lnTo>
                    <a:pt x="8357735" y="2530772"/>
                  </a:lnTo>
                  <a:lnTo>
                    <a:pt x="8355834" y="2530772"/>
                  </a:lnTo>
                  <a:lnTo>
                    <a:pt x="8353933" y="2530772"/>
                  </a:lnTo>
                  <a:lnTo>
                    <a:pt x="8352032" y="2530772"/>
                  </a:lnTo>
                  <a:lnTo>
                    <a:pt x="8350131" y="2530772"/>
                  </a:lnTo>
                  <a:lnTo>
                    <a:pt x="8348229" y="2530772"/>
                  </a:lnTo>
                  <a:lnTo>
                    <a:pt x="8346328" y="2530772"/>
                  </a:lnTo>
                  <a:lnTo>
                    <a:pt x="8344427" y="2530772"/>
                  </a:lnTo>
                  <a:lnTo>
                    <a:pt x="8342526" y="2530772"/>
                  </a:lnTo>
                  <a:lnTo>
                    <a:pt x="8340625" y="2530772"/>
                  </a:lnTo>
                  <a:lnTo>
                    <a:pt x="8338723" y="2530772"/>
                  </a:lnTo>
                  <a:lnTo>
                    <a:pt x="8336822" y="2530772"/>
                  </a:lnTo>
                  <a:lnTo>
                    <a:pt x="8334921" y="2530772"/>
                  </a:lnTo>
                  <a:lnTo>
                    <a:pt x="8333020" y="2530772"/>
                  </a:lnTo>
                  <a:lnTo>
                    <a:pt x="8331118" y="2530772"/>
                  </a:lnTo>
                  <a:lnTo>
                    <a:pt x="8329217" y="2530772"/>
                  </a:lnTo>
                  <a:lnTo>
                    <a:pt x="8327316" y="2530772"/>
                  </a:lnTo>
                  <a:lnTo>
                    <a:pt x="8325415" y="2530772"/>
                  </a:lnTo>
                  <a:lnTo>
                    <a:pt x="8323514" y="2530772"/>
                  </a:lnTo>
                  <a:lnTo>
                    <a:pt x="8321612" y="2530772"/>
                  </a:lnTo>
                  <a:lnTo>
                    <a:pt x="8319711" y="2530772"/>
                  </a:lnTo>
                  <a:lnTo>
                    <a:pt x="8317810" y="2530772"/>
                  </a:lnTo>
                  <a:lnTo>
                    <a:pt x="8315909" y="2530772"/>
                  </a:lnTo>
                  <a:lnTo>
                    <a:pt x="8314008" y="2530772"/>
                  </a:lnTo>
                  <a:lnTo>
                    <a:pt x="8312106" y="2530772"/>
                  </a:lnTo>
                  <a:lnTo>
                    <a:pt x="8310205" y="2530772"/>
                  </a:lnTo>
                  <a:lnTo>
                    <a:pt x="8308304" y="2530772"/>
                  </a:lnTo>
                  <a:lnTo>
                    <a:pt x="8306403" y="2530772"/>
                  </a:lnTo>
                  <a:lnTo>
                    <a:pt x="8304501" y="2530772"/>
                  </a:lnTo>
                  <a:lnTo>
                    <a:pt x="8302600" y="2530772"/>
                  </a:lnTo>
                  <a:lnTo>
                    <a:pt x="8300699" y="2530772"/>
                  </a:lnTo>
                  <a:lnTo>
                    <a:pt x="8298798" y="2530772"/>
                  </a:lnTo>
                  <a:lnTo>
                    <a:pt x="8296897" y="2530772"/>
                  </a:lnTo>
                  <a:lnTo>
                    <a:pt x="8294995" y="2530772"/>
                  </a:lnTo>
                  <a:lnTo>
                    <a:pt x="8293094" y="2530772"/>
                  </a:lnTo>
                  <a:lnTo>
                    <a:pt x="8291193" y="2530772"/>
                  </a:lnTo>
                  <a:lnTo>
                    <a:pt x="8289292" y="2530772"/>
                  </a:lnTo>
                  <a:lnTo>
                    <a:pt x="8287391" y="2530772"/>
                  </a:lnTo>
                  <a:lnTo>
                    <a:pt x="8285489" y="2530772"/>
                  </a:lnTo>
                  <a:lnTo>
                    <a:pt x="8283588" y="2530772"/>
                  </a:lnTo>
                  <a:lnTo>
                    <a:pt x="8281687" y="2530772"/>
                  </a:lnTo>
                  <a:lnTo>
                    <a:pt x="8279786" y="2530772"/>
                  </a:lnTo>
                  <a:lnTo>
                    <a:pt x="8277884" y="2530772"/>
                  </a:lnTo>
                  <a:lnTo>
                    <a:pt x="8275983" y="2530772"/>
                  </a:lnTo>
                  <a:lnTo>
                    <a:pt x="8274082" y="2530772"/>
                  </a:lnTo>
                  <a:lnTo>
                    <a:pt x="8272181" y="2530772"/>
                  </a:lnTo>
                  <a:lnTo>
                    <a:pt x="8270280" y="2530772"/>
                  </a:lnTo>
                  <a:lnTo>
                    <a:pt x="8268378" y="2530772"/>
                  </a:lnTo>
                  <a:lnTo>
                    <a:pt x="8266477" y="2530772"/>
                  </a:lnTo>
                  <a:lnTo>
                    <a:pt x="8264576" y="2530772"/>
                  </a:lnTo>
                  <a:lnTo>
                    <a:pt x="8262675" y="2530772"/>
                  </a:lnTo>
                  <a:lnTo>
                    <a:pt x="8260774" y="2530772"/>
                  </a:lnTo>
                  <a:lnTo>
                    <a:pt x="8258872" y="2530772"/>
                  </a:lnTo>
                  <a:lnTo>
                    <a:pt x="8256971" y="2530772"/>
                  </a:lnTo>
                  <a:lnTo>
                    <a:pt x="8255070" y="2530772"/>
                  </a:lnTo>
                  <a:lnTo>
                    <a:pt x="8253169" y="2530772"/>
                  </a:lnTo>
                  <a:lnTo>
                    <a:pt x="8251267" y="2530772"/>
                  </a:lnTo>
                  <a:lnTo>
                    <a:pt x="8249366" y="2530772"/>
                  </a:lnTo>
                  <a:lnTo>
                    <a:pt x="8247465" y="2530772"/>
                  </a:lnTo>
                  <a:lnTo>
                    <a:pt x="8245564" y="2530772"/>
                  </a:lnTo>
                  <a:lnTo>
                    <a:pt x="8243663" y="2530772"/>
                  </a:lnTo>
                  <a:lnTo>
                    <a:pt x="8241761" y="2530772"/>
                  </a:lnTo>
                  <a:lnTo>
                    <a:pt x="8239860" y="2530772"/>
                  </a:lnTo>
                  <a:lnTo>
                    <a:pt x="8237959" y="2530772"/>
                  </a:lnTo>
                  <a:lnTo>
                    <a:pt x="8236058" y="2530772"/>
                  </a:lnTo>
                  <a:lnTo>
                    <a:pt x="8234157" y="2530772"/>
                  </a:lnTo>
                  <a:lnTo>
                    <a:pt x="8232255" y="2530772"/>
                  </a:lnTo>
                  <a:lnTo>
                    <a:pt x="8230354" y="2530772"/>
                  </a:lnTo>
                  <a:lnTo>
                    <a:pt x="8228453" y="2530772"/>
                  </a:lnTo>
                  <a:lnTo>
                    <a:pt x="8226552" y="2530772"/>
                  </a:lnTo>
                  <a:lnTo>
                    <a:pt x="8224650" y="2530772"/>
                  </a:lnTo>
                  <a:lnTo>
                    <a:pt x="8222749" y="2530772"/>
                  </a:lnTo>
                  <a:lnTo>
                    <a:pt x="8220848" y="2530772"/>
                  </a:lnTo>
                  <a:lnTo>
                    <a:pt x="8218947" y="2530772"/>
                  </a:lnTo>
                  <a:lnTo>
                    <a:pt x="8217046" y="2530772"/>
                  </a:lnTo>
                  <a:lnTo>
                    <a:pt x="8215144" y="2530772"/>
                  </a:lnTo>
                  <a:lnTo>
                    <a:pt x="8213243" y="2530772"/>
                  </a:lnTo>
                  <a:lnTo>
                    <a:pt x="8211342" y="2530772"/>
                  </a:lnTo>
                  <a:lnTo>
                    <a:pt x="8209441" y="2530772"/>
                  </a:lnTo>
                  <a:lnTo>
                    <a:pt x="8207540" y="2530772"/>
                  </a:lnTo>
                  <a:lnTo>
                    <a:pt x="8205638" y="2530772"/>
                  </a:lnTo>
                  <a:lnTo>
                    <a:pt x="8203737" y="2530772"/>
                  </a:lnTo>
                  <a:lnTo>
                    <a:pt x="8201836" y="2530772"/>
                  </a:lnTo>
                  <a:lnTo>
                    <a:pt x="8199935" y="2530772"/>
                  </a:lnTo>
                  <a:lnTo>
                    <a:pt x="8198033" y="2530772"/>
                  </a:lnTo>
                  <a:lnTo>
                    <a:pt x="8196132" y="2530772"/>
                  </a:lnTo>
                  <a:lnTo>
                    <a:pt x="8194231" y="2530772"/>
                  </a:lnTo>
                  <a:lnTo>
                    <a:pt x="8192330" y="2530772"/>
                  </a:lnTo>
                  <a:lnTo>
                    <a:pt x="8190429" y="2530772"/>
                  </a:lnTo>
                  <a:lnTo>
                    <a:pt x="8188527" y="2530772"/>
                  </a:lnTo>
                  <a:lnTo>
                    <a:pt x="8186626" y="2530772"/>
                  </a:lnTo>
                  <a:lnTo>
                    <a:pt x="8184725" y="2530772"/>
                  </a:lnTo>
                  <a:lnTo>
                    <a:pt x="8182824" y="2530772"/>
                  </a:lnTo>
                  <a:lnTo>
                    <a:pt x="8180923" y="2530772"/>
                  </a:lnTo>
                  <a:lnTo>
                    <a:pt x="8179021" y="2530772"/>
                  </a:lnTo>
                  <a:lnTo>
                    <a:pt x="8177120" y="2530772"/>
                  </a:lnTo>
                  <a:lnTo>
                    <a:pt x="8175219" y="2530772"/>
                  </a:lnTo>
                  <a:lnTo>
                    <a:pt x="8173318" y="2530772"/>
                  </a:lnTo>
                  <a:lnTo>
                    <a:pt x="8171416" y="2530772"/>
                  </a:lnTo>
                  <a:lnTo>
                    <a:pt x="8169515" y="2530772"/>
                  </a:lnTo>
                  <a:lnTo>
                    <a:pt x="8167614" y="2530772"/>
                  </a:lnTo>
                  <a:lnTo>
                    <a:pt x="8165713" y="2530772"/>
                  </a:lnTo>
                  <a:lnTo>
                    <a:pt x="8163812" y="2530772"/>
                  </a:lnTo>
                  <a:lnTo>
                    <a:pt x="8161910" y="2530772"/>
                  </a:lnTo>
                  <a:lnTo>
                    <a:pt x="8160009" y="2530772"/>
                  </a:lnTo>
                  <a:lnTo>
                    <a:pt x="8158108" y="2530772"/>
                  </a:lnTo>
                  <a:lnTo>
                    <a:pt x="8156207" y="2530772"/>
                  </a:lnTo>
                  <a:lnTo>
                    <a:pt x="8154306" y="2530772"/>
                  </a:lnTo>
                  <a:lnTo>
                    <a:pt x="8152404" y="2530772"/>
                  </a:lnTo>
                  <a:lnTo>
                    <a:pt x="8150503" y="2530772"/>
                  </a:lnTo>
                  <a:lnTo>
                    <a:pt x="8148602" y="2530772"/>
                  </a:lnTo>
                  <a:lnTo>
                    <a:pt x="8146701" y="2530772"/>
                  </a:lnTo>
                  <a:lnTo>
                    <a:pt x="8144799" y="2530772"/>
                  </a:lnTo>
                  <a:lnTo>
                    <a:pt x="8142898" y="2530772"/>
                  </a:lnTo>
                  <a:lnTo>
                    <a:pt x="8140997" y="2530772"/>
                  </a:lnTo>
                  <a:lnTo>
                    <a:pt x="8139096" y="2530772"/>
                  </a:lnTo>
                  <a:lnTo>
                    <a:pt x="8137195" y="2530772"/>
                  </a:lnTo>
                  <a:lnTo>
                    <a:pt x="8135293" y="2530772"/>
                  </a:lnTo>
                  <a:lnTo>
                    <a:pt x="8133392" y="2530772"/>
                  </a:lnTo>
                  <a:lnTo>
                    <a:pt x="8131491" y="2530772"/>
                  </a:lnTo>
                  <a:lnTo>
                    <a:pt x="8129590" y="2530772"/>
                  </a:lnTo>
                  <a:lnTo>
                    <a:pt x="8127689" y="2530772"/>
                  </a:lnTo>
                  <a:lnTo>
                    <a:pt x="8125787" y="2530772"/>
                  </a:lnTo>
                  <a:lnTo>
                    <a:pt x="8123886" y="2530772"/>
                  </a:lnTo>
                  <a:lnTo>
                    <a:pt x="8121985" y="2530772"/>
                  </a:lnTo>
                  <a:lnTo>
                    <a:pt x="8120084" y="2530772"/>
                  </a:lnTo>
                  <a:lnTo>
                    <a:pt x="8118183" y="2530772"/>
                  </a:lnTo>
                  <a:lnTo>
                    <a:pt x="8116281" y="2530772"/>
                  </a:lnTo>
                  <a:lnTo>
                    <a:pt x="8114380" y="2530772"/>
                  </a:lnTo>
                  <a:lnTo>
                    <a:pt x="8112479" y="2530772"/>
                  </a:lnTo>
                  <a:lnTo>
                    <a:pt x="8110578" y="2530772"/>
                  </a:lnTo>
                  <a:lnTo>
                    <a:pt x="8108676" y="2530772"/>
                  </a:lnTo>
                  <a:lnTo>
                    <a:pt x="8106775" y="2530772"/>
                  </a:lnTo>
                  <a:lnTo>
                    <a:pt x="8104874" y="2530772"/>
                  </a:lnTo>
                  <a:lnTo>
                    <a:pt x="8102973" y="2530772"/>
                  </a:lnTo>
                  <a:lnTo>
                    <a:pt x="8101072" y="2530772"/>
                  </a:lnTo>
                  <a:lnTo>
                    <a:pt x="8099170" y="2530772"/>
                  </a:lnTo>
                  <a:lnTo>
                    <a:pt x="8097269" y="2530772"/>
                  </a:lnTo>
                  <a:lnTo>
                    <a:pt x="8095368" y="2530772"/>
                  </a:lnTo>
                  <a:lnTo>
                    <a:pt x="8093467" y="2530772"/>
                  </a:lnTo>
                  <a:lnTo>
                    <a:pt x="8091566" y="2530772"/>
                  </a:lnTo>
                  <a:lnTo>
                    <a:pt x="8089664" y="2530772"/>
                  </a:lnTo>
                  <a:lnTo>
                    <a:pt x="8087763" y="2530772"/>
                  </a:lnTo>
                  <a:lnTo>
                    <a:pt x="8085862" y="2530772"/>
                  </a:lnTo>
                  <a:lnTo>
                    <a:pt x="8083961" y="2530772"/>
                  </a:lnTo>
                  <a:lnTo>
                    <a:pt x="8082059" y="2530772"/>
                  </a:lnTo>
                  <a:lnTo>
                    <a:pt x="8080158" y="2530772"/>
                  </a:lnTo>
                  <a:lnTo>
                    <a:pt x="8078257" y="2530772"/>
                  </a:lnTo>
                  <a:lnTo>
                    <a:pt x="8076356" y="2530772"/>
                  </a:lnTo>
                  <a:lnTo>
                    <a:pt x="8074455" y="2530772"/>
                  </a:lnTo>
                  <a:lnTo>
                    <a:pt x="8072553" y="2530772"/>
                  </a:lnTo>
                  <a:lnTo>
                    <a:pt x="8070652" y="2530772"/>
                  </a:lnTo>
                  <a:lnTo>
                    <a:pt x="8068751" y="2530772"/>
                  </a:lnTo>
                  <a:lnTo>
                    <a:pt x="8066850" y="2530772"/>
                  </a:lnTo>
                  <a:lnTo>
                    <a:pt x="8064949" y="2530772"/>
                  </a:lnTo>
                  <a:lnTo>
                    <a:pt x="8063047" y="2530772"/>
                  </a:lnTo>
                  <a:lnTo>
                    <a:pt x="8061146" y="2530772"/>
                  </a:lnTo>
                  <a:lnTo>
                    <a:pt x="8059245" y="2530772"/>
                  </a:lnTo>
                  <a:lnTo>
                    <a:pt x="8057344" y="2530772"/>
                  </a:lnTo>
                  <a:lnTo>
                    <a:pt x="8055442" y="2530772"/>
                  </a:lnTo>
                  <a:lnTo>
                    <a:pt x="8053541" y="2530772"/>
                  </a:lnTo>
                  <a:lnTo>
                    <a:pt x="8051640" y="2530772"/>
                  </a:lnTo>
                  <a:lnTo>
                    <a:pt x="8049739" y="2530772"/>
                  </a:lnTo>
                  <a:lnTo>
                    <a:pt x="8047838" y="2530772"/>
                  </a:lnTo>
                  <a:lnTo>
                    <a:pt x="8045936" y="2530772"/>
                  </a:lnTo>
                  <a:lnTo>
                    <a:pt x="8044035" y="2530772"/>
                  </a:lnTo>
                  <a:lnTo>
                    <a:pt x="8042134" y="2530772"/>
                  </a:lnTo>
                  <a:lnTo>
                    <a:pt x="8040233" y="2530772"/>
                  </a:lnTo>
                  <a:lnTo>
                    <a:pt x="8038332" y="2530772"/>
                  </a:lnTo>
                  <a:lnTo>
                    <a:pt x="8036430" y="2530772"/>
                  </a:lnTo>
                  <a:lnTo>
                    <a:pt x="8034529" y="2530772"/>
                  </a:lnTo>
                  <a:lnTo>
                    <a:pt x="8032628" y="2530772"/>
                  </a:lnTo>
                  <a:lnTo>
                    <a:pt x="8030727" y="2530772"/>
                  </a:lnTo>
                  <a:lnTo>
                    <a:pt x="8028825" y="2530772"/>
                  </a:lnTo>
                  <a:lnTo>
                    <a:pt x="8026924" y="2530772"/>
                  </a:lnTo>
                  <a:lnTo>
                    <a:pt x="8025023" y="2530772"/>
                  </a:lnTo>
                  <a:lnTo>
                    <a:pt x="8023122" y="2530772"/>
                  </a:lnTo>
                  <a:lnTo>
                    <a:pt x="8021221" y="2530772"/>
                  </a:lnTo>
                  <a:lnTo>
                    <a:pt x="8019319" y="2530772"/>
                  </a:lnTo>
                  <a:lnTo>
                    <a:pt x="8017418" y="2530772"/>
                  </a:lnTo>
                  <a:lnTo>
                    <a:pt x="8015517" y="2530772"/>
                  </a:lnTo>
                  <a:lnTo>
                    <a:pt x="8013616" y="2530772"/>
                  </a:lnTo>
                  <a:lnTo>
                    <a:pt x="8011715" y="2530772"/>
                  </a:lnTo>
                  <a:lnTo>
                    <a:pt x="8009813" y="2530772"/>
                  </a:lnTo>
                  <a:lnTo>
                    <a:pt x="8007912" y="2530772"/>
                  </a:lnTo>
                  <a:lnTo>
                    <a:pt x="8006011" y="2530772"/>
                  </a:lnTo>
                  <a:lnTo>
                    <a:pt x="8004110" y="2530772"/>
                  </a:lnTo>
                  <a:lnTo>
                    <a:pt x="8002208" y="2530772"/>
                  </a:lnTo>
                  <a:lnTo>
                    <a:pt x="8000307" y="2530772"/>
                  </a:lnTo>
                  <a:lnTo>
                    <a:pt x="7998406" y="2530772"/>
                  </a:lnTo>
                  <a:lnTo>
                    <a:pt x="7996505" y="2530772"/>
                  </a:lnTo>
                  <a:lnTo>
                    <a:pt x="7994604" y="2530772"/>
                  </a:lnTo>
                  <a:lnTo>
                    <a:pt x="7992702" y="2530772"/>
                  </a:lnTo>
                  <a:lnTo>
                    <a:pt x="7990801" y="2530772"/>
                  </a:lnTo>
                  <a:lnTo>
                    <a:pt x="7988900" y="2530772"/>
                  </a:lnTo>
                  <a:lnTo>
                    <a:pt x="7986999" y="2530772"/>
                  </a:lnTo>
                  <a:lnTo>
                    <a:pt x="7985098" y="2530772"/>
                  </a:lnTo>
                  <a:lnTo>
                    <a:pt x="7983196" y="2530772"/>
                  </a:lnTo>
                  <a:lnTo>
                    <a:pt x="7981295" y="2530772"/>
                  </a:lnTo>
                  <a:lnTo>
                    <a:pt x="7979394" y="2530772"/>
                  </a:lnTo>
                  <a:lnTo>
                    <a:pt x="7977493" y="2530772"/>
                  </a:lnTo>
                  <a:lnTo>
                    <a:pt x="7975591" y="2530772"/>
                  </a:lnTo>
                  <a:lnTo>
                    <a:pt x="7973690" y="2530772"/>
                  </a:lnTo>
                  <a:lnTo>
                    <a:pt x="7971789" y="2530772"/>
                  </a:lnTo>
                  <a:lnTo>
                    <a:pt x="7969888" y="2530772"/>
                  </a:lnTo>
                  <a:lnTo>
                    <a:pt x="7967987" y="2530772"/>
                  </a:lnTo>
                  <a:lnTo>
                    <a:pt x="7966085" y="2530772"/>
                  </a:lnTo>
                  <a:lnTo>
                    <a:pt x="7964184" y="2530772"/>
                  </a:lnTo>
                  <a:lnTo>
                    <a:pt x="7962283" y="2530772"/>
                  </a:lnTo>
                  <a:lnTo>
                    <a:pt x="7960382" y="2530772"/>
                  </a:lnTo>
                  <a:lnTo>
                    <a:pt x="7958481" y="2530772"/>
                  </a:lnTo>
                  <a:lnTo>
                    <a:pt x="7956579" y="2530772"/>
                  </a:lnTo>
                  <a:lnTo>
                    <a:pt x="7954678" y="2530772"/>
                  </a:lnTo>
                  <a:lnTo>
                    <a:pt x="7952777" y="2530772"/>
                  </a:lnTo>
                  <a:lnTo>
                    <a:pt x="7950876" y="2530772"/>
                  </a:lnTo>
                  <a:lnTo>
                    <a:pt x="7948974" y="2530772"/>
                  </a:lnTo>
                  <a:lnTo>
                    <a:pt x="7947073" y="2530772"/>
                  </a:lnTo>
                  <a:lnTo>
                    <a:pt x="7945172" y="2530772"/>
                  </a:lnTo>
                  <a:lnTo>
                    <a:pt x="7943271" y="2530772"/>
                  </a:lnTo>
                  <a:lnTo>
                    <a:pt x="7941370" y="2530772"/>
                  </a:lnTo>
                  <a:lnTo>
                    <a:pt x="7939468" y="2530772"/>
                  </a:lnTo>
                  <a:lnTo>
                    <a:pt x="7937567" y="2530772"/>
                  </a:lnTo>
                  <a:lnTo>
                    <a:pt x="7935666" y="2530772"/>
                  </a:lnTo>
                  <a:lnTo>
                    <a:pt x="7933765" y="2530772"/>
                  </a:lnTo>
                  <a:lnTo>
                    <a:pt x="7931864" y="2530772"/>
                  </a:lnTo>
                  <a:lnTo>
                    <a:pt x="7929962" y="2530772"/>
                  </a:lnTo>
                  <a:lnTo>
                    <a:pt x="7928061" y="2530772"/>
                  </a:lnTo>
                  <a:lnTo>
                    <a:pt x="7926160" y="2530772"/>
                  </a:lnTo>
                  <a:lnTo>
                    <a:pt x="7924259" y="2530772"/>
                  </a:lnTo>
                  <a:lnTo>
                    <a:pt x="7922357" y="2530772"/>
                  </a:lnTo>
                  <a:lnTo>
                    <a:pt x="7920456" y="2530772"/>
                  </a:lnTo>
                  <a:lnTo>
                    <a:pt x="7918555" y="2530772"/>
                  </a:lnTo>
                  <a:lnTo>
                    <a:pt x="7916654" y="2530772"/>
                  </a:lnTo>
                  <a:lnTo>
                    <a:pt x="7914753" y="2530772"/>
                  </a:lnTo>
                  <a:lnTo>
                    <a:pt x="7912851" y="2530772"/>
                  </a:lnTo>
                  <a:lnTo>
                    <a:pt x="7910950" y="2530772"/>
                  </a:lnTo>
                  <a:lnTo>
                    <a:pt x="7909049" y="2530772"/>
                  </a:lnTo>
                  <a:lnTo>
                    <a:pt x="7907148" y="2530772"/>
                  </a:lnTo>
                  <a:lnTo>
                    <a:pt x="7905247" y="2530772"/>
                  </a:lnTo>
                  <a:lnTo>
                    <a:pt x="7903345" y="2530772"/>
                  </a:lnTo>
                  <a:lnTo>
                    <a:pt x="7901444" y="2530772"/>
                  </a:lnTo>
                  <a:lnTo>
                    <a:pt x="7899543" y="2530772"/>
                  </a:lnTo>
                  <a:lnTo>
                    <a:pt x="7897642" y="2530772"/>
                  </a:lnTo>
                  <a:lnTo>
                    <a:pt x="7895740" y="2530772"/>
                  </a:lnTo>
                  <a:lnTo>
                    <a:pt x="7893839" y="2530772"/>
                  </a:lnTo>
                  <a:lnTo>
                    <a:pt x="7891938" y="2530772"/>
                  </a:lnTo>
                  <a:lnTo>
                    <a:pt x="7890037" y="2530772"/>
                  </a:lnTo>
                  <a:lnTo>
                    <a:pt x="7888136" y="2530772"/>
                  </a:lnTo>
                  <a:lnTo>
                    <a:pt x="7886234" y="2530772"/>
                  </a:lnTo>
                  <a:lnTo>
                    <a:pt x="7884333" y="2530772"/>
                  </a:lnTo>
                  <a:lnTo>
                    <a:pt x="7882432" y="2530772"/>
                  </a:lnTo>
                  <a:lnTo>
                    <a:pt x="7880531" y="2530772"/>
                  </a:lnTo>
                  <a:lnTo>
                    <a:pt x="7878630" y="2530772"/>
                  </a:lnTo>
                  <a:lnTo>
                    <a:pt x="7876728" y="2530772"/>
                  </a:lnTo>
                  <a:lnTo>
                    <a:pt x="7874827" y="2530772"/>
                  </a:lnTo>
                  <a:lnTo>
                    <a:pt x="7872926" y="2530772"/>
                  </a:lnTo>
                  <a:lnTo>
                    <a:pt x="7871025" y="2530772"/>
                  </a:lnTo>
                  <a:lnTo>
                    <a:pt x="7869123" y="2530772"/>
                  </a:lnTo>
                  <a:lnTo>
                    <a:pt x="7867222" y="2530772"/>
                  </a:lnTo>
                  <a:lnTo>
                    <a:pt x="7865321" y="2530772"/>
                  </a:lnTo>
                  <a:lnTo>
                    <a:pt x="7863420" y="2530772"/>
                  </a:lnTo>
                  <a:lnTo>
                    <a:pt x="7861519" y="2530772"/>
                  </a:lnTo>
                  <a:lnTo>
                    <a:pt x="7859617" y="2530772"/>
                  </a:lnTo>
                  <a:lnTo>
                    <a:pt x="7857716" y="2530772"/>
                  </a:lnTo>
                  <a:lnTo>
                    <a:pt x="7855815" y="2530772"/>
                  </a:lnTo>
                  <a:lnTo>
                    <a:pt x="7853914" y="2530772"/>
                  </a:lnTo>
                  <a:lnTo>
                    <a:pt x="7852013" y="2530772"/>
                  </a:lnTo>
                  <a:lnTo>
                    <a:pt x="7850111" y="2530772"/>
                  </a:lnTo>
                  <a:lnTo>
                    <a:pt x="7848210" y="2530772"/>
                  </a:lnTo>
                  <a:lnTo>
                    <a:pt x="7846309" y="2530772"/>
                  </a:lnTo>
                  <a:lnTo>
                    <a:pt x="7844408" y="2530772"/>
                  </a:lnTo>
                  <a:lnTo>
                    <a:pt x="7842507" y="2530772"/>
                  </a:lnTo>
                  <a:lnTo>
                    <a:pt x="7840605" y="2530772"/>
                  </a:lnTo>
                  <a:lnTo>
                    <a:pt x="7838704" y="2530772"/>
                  </a:lnTo>
                  <a:lnTo>
                    <a:pt x="7836803" y="2530772"/>
                  </a:lnTo>
                  <a:lnTo>
                    <a:pt x="7834902" y="2530772"/>
                  </a:lnTo>
                  <a:lnTo>
                    <a:pt x="7833000" y="2530772"/>
                  </a:lnTo>
                  <a:lnTo>
                    <a:pt x="7831099" y="2530772"/>
                  </a:lnTo>
                  <a:lnTo>
                    <a:pt x="7829198" y="2530772"/>
                  </a:lnTo>
                  <a:lnTo>
                    <a:pt x="7827297" y="2530772"/>
                  </a:lnTo>
                  <a:lnTo>
                    <a:pt x="7825396" y="2530772"/>
                  </a:lnTo>
                  <a:lnTo>
                    <a:pt x="7823494" y="2530772"/>
                  </a:lnTo>
                  <a:lnTo>
                    <a:pt x="7821593" y="2530772"/>
                  </a:lnTo>
                  <a:lnTo>
                    <a:pt x="7819692" y="2530772"/>
                  </a:lnTo>
                  <a:lnTo>
                    <a:pt x="7817791" y="2530772"/>
                  </a:lnTo>
                  <a:lnTo>
                    <a:pt x="7815890" y="2530772"/>
                  </a:lnTo>
                  <a:lnTo>
                    <a:pt x="7813988" y="2530772"/>
                  </a:lnTo>
                  <a:lnTo>
                    <a:pt x="7812087" y="2530772"/>
                  </a:lnTo>
                  <a:lnTo>
                    <a:pt x="7810186" y="2530772"/>
                  </a:lnTo>
                  <a:lnTo>
                    <a:pt x="7808285" y="2530772"/>
                  </a:lnTo>
                  <a:lnTo>
                    <a:pt x="7806383" y="2530772"/>
                  </a:lnTo>
                  <a:lnTo>
                    <a:pt x="7804482" y="2530772"/>
                  </a:lnTo>
                  <a:lnTo>
                    <a:pt x="7802581" y="2530772"/>
                  </a:lnTo>
                  <a:lnTo>
                    <a:pt x="7800680" y="2530772"/>
                  </a:lnTo>
                  <a:lnTo>
                    <a:pt x="7798779" y="2530772"/>
                  </a:lnTo>
                  <a:lnTo>
                    <a:pt x="7796877" y="2530772"/>
                  </a:lnTo>
                  <a:lnTo>
                    <a:pt x="7794976" y="2530772"/>
                  </a:lnTo>
                  <a:lnTo>
                    <a:pt x="7793075" y="2530772"/>
                  </a:lnTo>
                  <a:lnTo>
                    <a:pt x="7791174" y="2530772"/>
                  </a:lnTo>
                  <a:lnTo>
                    <a:pt x="7789273" y="2530772"/>
                  </a:lnTo>
                  <a:lnTo>
                    <a:pt x="7787371" y="2530772"/>
                  </a:lnTo>
                  <a:lnTo>
                    <a:pt x="7785470" y="2530772"/>
                  </a:lnTo>
                  <a:lnTo>
                    <a:pt x="7783569" y="2530772"/>
                  </a:lnTo>
                  <a:lnTo>
                    <a:pt x="7781668" y="2530772"/>
                  </a:lnTo>
                  <a:lnTo>
                    <a:pt x="7779766" y="2530772"/>
                  </a:lnTo>
                  <a:lnTo>
                    <a:pt x="7777865" y="2530772"/>
                  </a:lnTo>
                  <a:lnTo>
                    <a:pt x="7775964" y="2530772"/>
                  </a:lnTo>
                  <a:lnTo>
                    <a:pt x="7774063" y="2530772"/>
                  </a:lnTo>
                  <a:lnTo>
                    <a:pt x="7772162" y="2530772"/>
                  </a:lnTo>
                  <a:lnTo>
                    <a:pt x="7770260" y="2530772"/>
                  </a:lnTo>
                  <a:lnTo>
                    <a:pt x="7768359" y="2530772"/>
                  </a:lnTo>
                  <a:lnTo>
                    <a:pt x="7766458" y="2530772"/>
                  </a:lnTo>
                  <a:lnTo>
                    <a:pt x="7764557" y="2530772"/>
                  </a:lnTo>
                  <a:lnTo>
                    <a:pt x="7762656" y="2530772"/>
                  </a:lnTo>
                  <a:lnTo>
                    <a:pt x="7760754" y="2530772"/>
                  </a:lnTo>
                  <a:lnTo>
                    <a:pt x="7758853" y="2530772"/>
                  </a:lnTo>
                  <a:lnTo>
                    <a:pt x="7756952" y="2530772"/>
                  </a:lnTo>
                  <a:lnTo>
                    <a:pt x="7755051" y="2530772"/>
                  </a:lnTo>
                  <a:lnTo>
                    <a:pt x="7753149" y="2530772"/>
                  </a:lnTo>
                  <a:lnTo>
                    <a:pt x="7751248" y="2530772"/>
                  </a:lnTo>
                  <a:lnTo>
                    <a:pt x="7749347" y="2530772"/>
                  </a:lnTo>
                  <a:lnTo>
                    <a:pt x="7747446" y="2530772"/>
                  </a:lnTo>
                  <a:lnTo>
                    <a:pt x="7745545" y="2530772"/>
                  </a:lnTo>
                  <a:lnTo>
                    <a:pt x="7743643" y="2530772"/>
                  </a:lnTo>
                  <a:lnTo>
                    <a:pt x="7741742" y="2530772"/>
                  </a:lnTo>
                  <a:lnTo>
                    <a:pt x="7739841" y="2530772"/>
                  </a:lnTo>
                  <a:lnTo>
                    <a:pt x="7737940" y="2530772"/>
                  </a:lnTo>
                  <a:lnTo>
                    <a:pt x="7736039" y="2530772"/>
                  </a:lnTo>
                  <a:lnTo>
                    <a:pt x="7734137" y="2530772"/>
                  </a:lnTo>
                  <a:lnTo>
                    <a:pt x="7732236" y="2530772"/>
                  </a:lnTo>
                  <a:lnTo>
                    <a:pt x="7730335" y="2530772"/>
                  </a:lnTo>
                  <a:lnTo>
                    <a:pt x="7728434" y="2530772"/>
                  </a:lnTo>
                  <a:lnTo>
                    <a:pt x="7726532" y="2530772"/>
                  </a:lnTo>
                  <a:lnTo>
                    <a:pt x="7724631" y="2530772"/>
                  </a:lnTo>
                  <a:lnTo>
                    <a:pt x="7722730" y="2530772"/>
                  </a:lnTo>
                  <a:lnTo>
                    <a:pt x="7720829" y="2530772"/>
                  </a:lnTo>
                  <a:lnTo>
                    <a:pt x="7718928" y="2530772"/>
                  </a:lnTo>
                  <a:lnTo>
                    <a:pt x="7717026" y="2530772"/>
                  </a:lnTo>
                  <a:lnTo>
                    <a:pt x="7715125" y="2530772"/>
                  </a:lnTo>
                  <a:lnTo>
                    <a:pt x="7713224" y="2530772"/>
                  </a:lnTo>
                  <a:lnTo>
                    <a:pt x="7711323" y="2530772"/>
                  </a:lnTo>
                  <a:lnTo>
                    <a:pt x="7709422" y="2530772"/>
                  </a:lnTo>
                  <a:lnTo>
                    <a:pt x="7707520" y="2530772"/>
                  </a:lnTo>
                  <a:lnTo>
                    <a:pt x="7705619" y="2530772"/>
                  </a:lnTo>
                  <a:lnTo>
                    <a:pt x="7703718" y="2530772"/>
                  </a:lnTo>
                  <a:lnTo>
                    <a:pt x="7701817" y="2530772"/>
                  </a:lnTo>
                  <a:lnTo>
                    <a:pt x="7699915" y="2530772"/>
                  </a:lnTo>
                  <a:lnTo>
                    <a:pt x="7698014" y="2530772"/>
                  </a:lnTo>
                  <a:lnTo>
                    <a:pt x="7696113" y="2530772"/>
                  </a:lnTo>
                  <a:lnTo>
                    <a:pt x="7694212" y="2530772"/>
                  </a:lnTo>
                  <a:lnTo>
                    <a:pt x="7692311" y="2530772"/>
                  </a:lnTo>
                  <a:lnTo>
                    <a:pt x="7690409" y="2530772"/>
                  </a:lnTo>
                  <a:lnTo>
                    <a:pt x="7688508" y="2530772"/>
                  </a:lnTo>
                  <a:lnTo>
                    <a:pt x="7686607" y="2530772"/>
                  </a:lnTo>
                  <a:lnTo>
                    <a:pt x="7684706" y="2530772"/>
                  </a:lnTo>
                  <a:lnTo>
                    <a:pt x="7682805" y="2530772"/>
                  </a:lnTo>
                  <a:lnTo>
                    <a:pt x="7680903" y="2530772"/>
                  </a:lnTo>
                  <a:lnTo>
                    <a:pt x="7679002" y="2530772"/>
                  </a:lnTo>
                  <a:lnTo>
                    <a:pt x="7677101" y="2530772"/>
                  </a:lnTo>
                  <a:lnTo>
                    <a:pt x="7675200" y="2530772"/>
                  </a:lnTo>
                  <a:lnTo>
                    <a:pt x="7673298" y="2530772"/>
                  </a:lnTo>
                  <a:lnTo>
                    <a:pt x="7671397" y="2530772"/>
                  </a:lnTo>
                  <a:lnTo>
                    <a:pt x="7669496" y="2530772"/>
                  </a:lnTo>
                  <a:lnTo>
                    <a:pt x="7667595" y="2530772"/>
                  </a:lnTo>
                  <a:lnTo>
                    <a:pt x="7665694" y="2530772"/>
                  </a:lnTo>
                  <a:lnTo>
                    <a:pt x="7663792" y="2530772"/>
                  </a:lnTo>
                  <a:lnTo>
                    <a:pt x="7661891" y="2530772"/>
                  </a:lnTo>
                  <a:lnTo>
                    <a:pt x="7659990" y="2530772"/>
                  </a:lnTo>
                  <a:lnTo>
                    <a:pt x="7658089" y="2530772"/>
                  </a:lnTo>
                  <a:lnTo>
                    <a:pt x="7656188" y="2530772"/>
                  </a:lnTo>
                  <a:lnTo>
                    <a:pt x="7654286" y="2530772"/>
                  </a:lnTo>
                  <a:lnTo>
                    <a:pt x="7652385" y="2530772"/>
                  </a:lnTo>
                  <a:lnTo>
                    <a:pt x="7650484" y="2530772"/>
                  </a:lnTo>
                  <a:lnTo>
                    <a:pt x="7648583" y="2530772"/>
                  </a:lnTo>
                  <a:lnTo>
                    <a:pt x="7646681" y="2530772"/>
                  </a:lnTo>
                  <a:lnTo>
                    <a:pt x="7644780" y="2530772"/>
                  </a:lnTo>
                  <a:lnTo>
                    <a:pt x="7642879" y="2530772"/>
                  </a:lnTo>
                  <a:lnTo>
                    <a:pt x="7640978" y="2530772"/>
                  </a:lnTo>
                  <a:lnTo>
                    <a:pt x="7639077" y="2530772"/>
                  </a:lnTo>
                  <a:lnTo>
                    <a:pt x="7637175" y="2530772"/>
                  </a:lnTo>
                  <a:lnTo>
                    <a:pt x="7635274" y="2530772"/>
                  </a:lnTo>
                  <a:lnTo>
                    <a:pt x="7633373" y="2530772"/>
                  </a:lnTo>
                  <a:lnTo>
                    <a:pt x="7631472" y="2530772"/>
                  </a:lnTo>
                  <a:lnTo>
                    <a:pt x="7629571" y="2530772"/>
                  </a:lnTo>
                  <a:lnTo>
                    <a:pt x="7627669" y="2530772"/>
                  </a:lnTo>
                  <a:lnTo>
                    <a:pt x="7625768" y="2530772"/>
                  </a:lnTo>
                  <a:lnTo>
                    <a:pt x="7623867" y="2530772"/>
                  </a:lnTo>
                  <a:lnTo>
                    <a:pt x="7621966" y="2530772"/>
                  </a:lnTo>
                  <a:lnTo>
                    <a:pt x="7620064" y="2530772"/>
                  </a:lnTo>
                  <a:lnTo>
                    <a:pt x="7618163" y="2530772"/>
                  </a:lnTo>
                  <a:lnTo>
                    <a:pt x="7616262" y="2530772"/>
                  </a:lnTo>
                  <a:lnTo>
                    <a:pt x="7614361" y="2530772"/>
                  </a:lnTo>
                  <a:lnTo>
                    <a:pt x="7612460" y="2530772"/>
                  </a:lnTo>
                  <a:lnTo>
                    <a:pt x="7610558" y="2530772"/>
                  </a:lnTo>
                  <a:lnTo>
                    <a:pt x="7608657" y="2530772"/>
                  </a:lnTo>
                  <a:lnTo>
                    <a:pt x="7606756" y="2530772"/>
                  </a:lnTo>
                  <a:lnTo>
                    <a:pt x="7604855" y="2530772"/>
                  </a:lnTo>
                  <a:lnTo>
                    <a:pt x="7602954" y="2530772"/>
                  </a:lnTo>
                  <a:lnTo>
                    <a:pt x="7601052" y="2530772"/>
                  </a:lnTo>
                  <a:lnTo>
                    <a:pt x="7599151" y="2530772"/>
                  </a:lnTo>
                  <a:lnTo>
                    <a:pt x="7597250" y="2530772"/>
                  </a:lnTo>
                  <a:lnTo>
                    <a:pt x="7595349" y="2530772"/>
                  </a:lnTo>
                  <a:lnTo>
                    <a:pt x="7593447" y="2530772"/>
                  </a:lnTo>
                  <a:lnTo>
                    <a:pt x="7591546" y="2530772"/>
                  </a:lnTo>
                  <a:lnTo>
                    <a:pt x="7589645" y="2530772"/>
                  </a:lnTo>
                  <a:lnTo>
                    <a:pt x="7587744" y="2530772"/>
                  </a:lnTo>
                  <a:lnTo>
                    <a:pt x="7585843" y="2530772"/>
                  </a:lnTo>
                  <a:lnTo>
                    <a:pt x="7583941" y="2530772"/>
                  </a:lnTo>
                  <a:lnTo>
                    <a:pt x="7582040" y="2530772"/>
                  </a:lnTo>
                  <a:lnTo>
                    <a:pt x="7580139" y="2530772"/>
                  </a:lnTo>
                  <a:lnTo>
                    <a:pt x="7578238" y="2530772"/>
                  </a:lnTo>
                  <a:lnTo>
                    <a:pt x="7576337" y="2530772"/>
                  </a:lnTo>
                  <a:lnTo>
                    <a:pt x="7574435" y="2530772"/>
                  </a:lnTo>
                  <a:lnTo>
                    <a:pt x="7572534" y="2530772"/>
                  </a:lnTo>
                  <a:lnTo>
                    <a:pt x="7570633" y="2530772"/>
                  </a:lnTo>
                  <a:lnTo>
                    <a:pt x="7568732" y="2530772"/>
                  </a:lnTo>
                  <a:lnTo>
                    <a:pt x="7566830" y="2530772"/>
                  </a:lnTo>
                  <a:lnTo>
                    <a:pt x="7564929" y="2530772"/>
                  </a:lnTo>
                  <a:lnTo>
                    <a:pt x="7563028" y="2530772"/>
                  </a:lnTo>
                  <a:lnTo>
                    <a:pt x="7561127" y="2530772"/>
                  </a:lnTo>
                  <a:lnTo>
                    <a:pt x="7559226" y="2530772"/>
                  </a:lnTo>
                  <a:lnTo>
                    <a:pt x="7557324" y="2530772"/>
                  </a:lnTo>
                  <a:lnTo>
                    <a:pt x="7555423" y="2530772"/>
                  </a:lnTo>
                  <a:lnTo>
                    <a:pt x="7553522" y="2530772"/>
                  </a:lnTo>
                  <a:lnTo>
                    <a:pt x="7551621" y="2530772"/>
                  </a:lnTo>
                  <a:lnTo>
                    <a:pt x="7549720" y="2530772"/>
                  </a:lnTo>
                  <a:lnTo>
                    <a:pt x="7547818" y="2530772"/>
                  </a:lnTo>
                  <a:lnTo>
                    <a:pt x="7545917" y="2530772"/>
                  </a:lnTo>
                  <a:lnTo>
                    <a:pt x="7544016" y="2530772"/>
                  </a:lnTo>
                  <a:lnTo>
                    <a:pt x="7542115" y="2530772"/>
                  </a:lnTo>
                  <a:lnTo>
                    <a:pt x="7540214" y="2530772"/>
                  </a:lnTo>
                  <a:lnTo>
                    <a:pt x="7538312" y="2530772"/>
                  </a:lnTo>
                  <a:lnTo>
                    <a:pt x="7536411" y="2530772"/>
                  </a:lnTo>
                  <a:lnTo>
                    <a:pt x="7534510" y="2530772"/>
                  </a:lnTo>
                  <a:lnTo>
                    <a:pt x="7532609" y="2530772"/>
                  </a:lnTo>
                  <a:lnTo>
                    <a:pt x="7530707" y="2530772"/>
                  </a:lnTo>
                  <a:lnTo>
                    <a:pt x="7528806" y="2530772"/>
                  </a:lnTo>
                  <a:lnTo>
                    <a:pt x="7526905" y="2530772"/>
                  </a:lnTo>
                  <a:lnTo>
                    <a:pt x="7525004" y="2530772"/>
                  </a:lnTo>
                  <a:lnTo>
                    <a:pt x="7523103" y="2530772"/>
                  </a:lnTo>
                  <a:lnTo>
                    <a:pt x="7521201" y="2530772"/>
                  </a:lnTo>
                  <a:lnTo>
                    <a:pt x="7519300" y="2530772"/>
                  </a:lnTo>
                  <a:lnTo>
                    <a:pt x="7517399" y="2530772"/>
                  </a:lnTo>
                  <a:lnTo>
                    <a:pt x="7515498" y="2530772"/>
                  </a:lnTo>
                  <a:lnTo>
                    <a:pt x="7513597" y="2530772"/>
                  </a:lnTo>
                  <a:lnTo>
                    <a:pt x="7511695" y="2530772"/>
                  </a:lnTo>
                  <a:lnTo>
                    <a:pt x="7509794" y="2530772"/>
                  </a:lnTo>
                  <a:lnTo>
                    <a:pt x="7507893" y="2530772"/>
                  </a:lnTo>
                  <a:lnTo>
                    <a:pt x="7505992" y="2530772"/>
                  </a:lnTo>
                  <a:lnTo>
                    <a:pt x="7504090" y="2530772"/>
                  </a:lnTo>
                  <a:lnTo>
                    <a:pt x="7502189" y="2530772"/>
                  </a:lnTo>
                  <a:lnTo>
                    <a:pt x="7500288" y="2530772"/>
                  </a:lnTo>
                  <a:lnTo>
                    <a:pt x="7498387" y="2530772"/>
                  </a:lnTo>
                  <a:lnTo>
                    <a:pt x="7496486" y="2530772"/>
                  </a:lnTo>
                  <a:lnTo>
                    <a:pt x="7494584" y="2530772"/>
                  </a:lnTo>
                  <a:lnTo>
                    <a:pt x="7492683" y="2530772"/>
                  </a:lnTo>
                  <a:lnTo>
                    <a:pt x="7490782" y="2530772"/>
                  </a:lnTo>
                  <a:lnTo>
                    <a:pt x="7488881" y="2530772"/>
                  </a:lnTo>
                  <a:lnTo>
                    <a:pt x="7486980" y="2530772"/>
                  </a:lnTo>
                  <a:lnTo>
                    <a:pt x="7485078" y="2530772"/>
                  </a:lnTo>
                  <a:lnTo>
                    <a:pt x="7483177" y="2530772"/>
                  </a:lnTo>
                  <a:lnTo>
                    <a:pt x="7481276" y="2530772"/>
                  </a:lnTo>
                  <a:lnTo>
                    <a:pt x="7479375" y="2530772"/>
                  </a:lnTo>
                  <a:lnTo>
                    <a:pt x="7477473" y="2530772"/>
                  </a:lnTo>
                  <a:lnTo>
                    <a:pt x="7475572" y="2530772"/>
                  </a:lnTo>
                  <a:lnTo>
                    <a:pt x="7473671" y="2530772"/>
                  </a:lnTo>
                  <a:lnTo>
                    <a:pt x="7471770" y="2530772"/>
                  </a:lnTo>
                  <a:lnTo>
                    <a:pt x="7469869" y="2530772"/>
                  </a:lnTo>
                  <a:lnTo>
                    <a:pt x="7467967" y="2530772"/>
                  </a:lnTo>
                  <a:lnTo>
                    <a:pt x="7466066" y="2530772"/>
                  </a:lnTo>
                  <a:lnTo>
                    <a:pt x="7464165" y="2530772"/>
                  </a:lnTo>
                  <a:lnTo>
                    <a:pt x="7462264" y="2530772"/>
                  </a:lnTo>
                  <a:lnTo>
                    <a:pt x="7460363" y="2530772"/>
                  </a:lnTo>
                  <a:lnTo>
                    <a:pt x="7458461" y="2530772"/>
                  </a:lnTo>
                  <a:lnTo>
                    <a:pt x="7456560" y="2530772"/>
                  </a:lnTo>
                  <a:lnTo>
                    <a:pt x="7454659" y="2530772"/>
                  </a:lnTo>
                  <a:lnTo>
                    <a:pt x="7452758" y="2530772"/>
                  </a:lnTo>
                  <a:lnTo>
                    <a:pt x="7450856" y="2530772"/>
                  </a:lnTo>
                  <a:lnTo>
                    <a:pt x="7448955" y="2530772"/>
                  </a:lnTo>
                  <a:lnTo>
                    <a:pt x="7447054" y="2530772"/>
                  </a:lnTo>
                  <a:lnTo>
                    <a:pt x="7445153" y="2530772"/>
                  </a:lnTo>
                  <a:lnTo>
                    <a:pt x="7443252" y="2530772"/>
                  </a:lnTo>
                  <a:lnTo>
                    <a:pt x="7441350" y="2530772"/>
                  </a:lnTo>
                  <a:lnTo>
                    <a:pt x="7439449" y="2530772"/>
                  </a:lnTo>
                  <a:lnTo>
                    <a:pt x="7437548" y="2530772"/>
                  </a:lnTo>
                  <a:lnTo>
                    <a:pt x="7435647" y="2530772"/>
                  </a:lnTo>
                  <a:lnTo>
                    <a:pt x="7433746" y="2530772"/>
                  </a:lnTo>
                  <a:lnTo>
                    <a:pt x="7431844" y="2530772"/>
                  </a:lnTo>
                  <a:lnTo>
                    <a:pt x="7429943" y="2530772"/>
                  </a:lnTo>
                  <a:lnTo>
                    <a:pt x="7428042" y="2530772"/>
                  </a:lnTo>
                  <a:lnTo>
                    <a:pt x="7426141" y="2530772"/>
                  </a:lnTo>
                  <a:lnTo>
                    <a:pt x="7424239" y="2530772"/>
                  </a:lnTo>
                  <a:lnTo>
                    <a:pt x="7422338" y="2530772"/>
                  </a:lnTo>
                  <a:lnTo>
                    <a:pt x="7420437" y="2530772"/>
                  </a:lnTo>
                  <a:lnTo>
                    <a:pt x="7418536" y="2530772"/>
                  </a:lnTo>
                  <a:lnTo>
                    <a:pt x="7416635" y="2530772"/>
                  </a:lnTo>
                  <a:lnTo>
                    <a:pt x="7414733" y="2530772"/>
                  </a:lnTo>
                  <a:lnTo>
                    <a:pt x="7412832" y="2530772"/>
                  </a:lnTo>
                  <a:lnTo>
                    <a:pt x="7410931" y="2530772"/>
                  </a:lnTo>
                  <a:lnTo>
                    <a:pt x="7409030" y="2530772"/>
                  </a:lnTo>
                  <a:lnTo>
                    <a:pt x="7407129" y="2530772"/>
                  </a:lnTo>
                  <a:lnTo>
                    <a:pt x="7405227" y="2530772"/>
                  </a:lnTo>
                  <a:lnTo>
                    <a:pt x="7403326" y="2530772"/>
                  </a:lnTo>
                  <a:lnTo>
                    <a:pt x="7401425" y="2530772"/>
                  </a:lnTo>
                  <a:lnTo>
                    <a:pt x="7399524" y="2530772"/>
                  </a:lnTo>
                  <a:lnTo>
                    <a:pt x="7397622" y="2530772"/>
                  </a:lnTo>
                  <a:lnTo>
                    <a:pt x="7395721" y="2530772"/>
                  </a:lnTo>
                  <a:lnTo>
                    <a:pt x="7393820" y="2530772"/>
                  </a:lnTo>
                  <a:lnTo>
                    <a:pt x="7391919" y="2530772"/>
                  </a:lnTo>
                  <a:lnTo>
                    <a:pt x="7390018" y="2530772"/>
                  </a:lnTo>
                  <a:lnTo>
                    <a:pt x="7388116" y="2530772"/>
                  </a:lnTo>
                  <a:lnTo>
                    <a:pt x="7386215" y="2530772"/>
                  </a:lnTo>
                  <a:lnTo>
                    <a:pt x="7384314" y="2530772"/>
                  </a:lnTo>
                  <a:lnTo>
                    <a:pt x="7382413" y="2530772"/>
                  </a:lnTo>
                  <a:lnTo>
                    <a:pt x="7380512" y="2530772"/>
                  </a:lnTo>
                  <a:lnTo>
                    <a:pt x="7378610" y="2530772"/>
                  </a:lnTo>
                  <a:lnTo>
                    <a:pt x="7376709" y="2530772"/>
                  </a:lnTo>
                  <a:lnTo>
                    <a:pt x="7374808" y="2530772"/>
                  </a:lnTo>
                  <a:lnTo>
                    <a:pt x="7372907" y="2530772"/>
                  </a:lnTo>
                  <a:lnTo>
                    <a:pt x="7371005" y="2530772"/>
                  </a:lnTo>
                  <a:lnTo>
                    <a:pt x="7369104" y="2530772"/>
                  </a:lnTo>
                  <a:lnTo>
                    <a:pt x="7367203" y="2530772"/>
                  </a:lnTo>
                  <a:lnTo>
                    <a:pt x="7365302" y="2530772"/>
                  </a:lnTo>
                  <a:lnTo>
                    <a:pt x="7363401" y="2530772"/>
                  </a:lnTo>
                  <a:lnTo>
                    <a:pt x="7361499" y="2530772"/>
                  </a:lnTo>
                  <a:lnTo>
                    <a:pt x="7359598" y="2530772"/>
                  </a:lnTo>
                  <a:lnTo>
                    <a:pt x="7357697" y="2530772"/>
                  </a:lnTo>
                  <a:lnTo>
                    <a:pt x="7355796" y="2530772"/>
                  </a:lnTo>
                  <a:lnTo>
                    <a:pt x="7353895" y="2530772"/>
                  </a:lnTo>
                  <a:lnTo>
                    <a:pt x="7351993" y="2530772"/>
                  </a:lnTo>
                  <a:lnTo>
                    <a:pt x="7350092" y="2530772"/>
                  </a:lnTo>
                  <a:lnTo>
                    <a:pt x="7348191" y="2530772"/>
                  </a:lnTo>
                  <a:lnTo>
                    <a:pt x="7346290" y="2530772"/>
                  </a:lnTo>
                  <a:lnTo>
                    <a:pt x="7344388" y="2530772"/>
                  </a:lnTo>
                  <a:lnTo>
                    <a:pt x="7342487" y="2530772"/>
                  </a:lnTo>
                  <a:lnTo>
                    <a:pt x="7340586" y="2530772"/>
                  </a:lnTo>
                  <a:lnTo>
                    <a:pt x="7338685" y="2530772"/>
                  </a:lnTo>
                  <a:lnTo>
                    <a:pt x="7336784" y="2530772"/>
                  </a:lnTo>
                  <a:lnTo>
                    <a:pt x="7334882" y="2530772"/>
                  </a:lnTo>
                  <a:lnTo>
                    <a:pt x="7332981" y="2530772"/>
                  </a:lnTo>
                  <a:lnTo>
                    <a:pt x="7331080" y="2530772"/>
                  </a:lnTo>
                  <a:lnTo>
                    <a:pt x="7329179" y="2530772"/>
                  </a:lnTo>
                  <a:lnTo>
                    <a:pt x="7327278" y="2530772"/>
                  </a:lnTo>
                  <a:lnTo>
                    <a:pt x="7325376" y="2530772"/>
                  </a:lnTo>
                  <a:lnTo>
                    <a:pt x="7323475" y="2530772"/>
                  </a:lnTo>
                  <a:lnTo>
                    <a:pt x="7321574" y="2530772"/>
                  </a:lnTo>
                  <a:lnTo>
                    <a:pt x="7319673" y="2530772"/>
                  </a:lnTo>
                  <a:lnTo>
                    <a:pt x="7317771" y="2530772"/>
                  </a:lnTo>
                  <a:lnTo>
                    <a:pt x="7315870" y="2530772"/>
                  </a:lnTo>
                  <a:lnTo>
                    <a:pt x="7313969" y="2530772"/>
                  </a:lnTo>
                  <a:lnTo>
                    <a:pt x="7312068" y="2530772"/>
                  </a:lnTo>
                  <a:lnTo>
                    <a:pt x="7310167" y="2530772"/>
                  </a:lnTo>
                  <a:lnTo>
                    <a:pt x="7308265" y="2530772"/>
                  </a:lnTo>
                  <a:lnTo>
                    <a:pt x="7306364" y="2530772"/>
                  </a:lnTo>
                  <a:lnTo>
                    <a:pt x="7304463" y="2530772"/>
                  </a:lnTo>
                  <a:lnTo>
                    <a:pt x="7302562" y="2530772"/>
                  </a:lnTo>
                  <a:lnTo>
                    <a:pt x="7300661" y="2530772"/>
                  </a:lnTo>
                  <a:lnTo>
                    <a:pt x="7298759" y="2530772"/>
                  </a:lnTo>
                  <a:lnTo>
                    <a:pt x="7296858" y="2530772"/>
                  </a:lnTo>
                  <a:lnTo>
                    <a:pt x="7294957" y="2530772"/>
                  </a:lnTo>
                  <a:lnTo>
                    <a:pt x="7293056" y="2530772"/>
                  </a:lnTo>
                  <a:lnTo>
                    <a:pt x="7291154" y="2530772"/>
                  </a:lnTo>
                  <a:lnTo>
                    <a:pt x="7289253" y="2530772"/>
                  </a:lnTo>
                  <a:lnTo>
                    <a:pt x="7287352" y="2530772"/>
                  </a:lnTo>
                  <a:lnTo>
                    <a:pt x="7285451" y="2530772"/>
                  </a:lnTo>
                  <a:lnTo>
                    <a:pt x="7283550" y="2530772"/>
                  </a:lnTo>
                  <a:lnTo>
                    <a:pt x="7281648" y="2530772"/>
                  </a:lnTo>
                  <a:lnTo>
                    <a:pt x="7279747" y="2530772"/>
                  </a:lnTo>
                  <a:lnTo>
                    <a:pt x="7277846" y="2530772"/>
                  </a:lnTo>
                  <a:lnTo>
                    <a:pt x="7275945" y="2530772"/>
                  </a:lnTo>
                  <a:lnTo>
                    <a:pt x="7274044" y="2530772"/>
                  </a:lnTo>
                  <a:lnTo>
                    <a:pt x="7272142" y="2530772"/>
                  </a:lnTo>
                  <a:lnTo>
                    <a:pt x="7270241" y="2530772"/>
                  </a:lnTo>
                  <a:lnTo>
                    <a:pt x="7268340" y="2530772"/>
                  </a:lnTo>
                  <a:lnTo>
                    <a:pt x="7266439" y="2530772"/>
                  </a:lnTo>
                  <a:lnTo>
                    <a:pt x="7264538" y="2530772"/>
                  </a:lnTo>
                  <a:lnTo>
                    <a:pt x="7262636" y="2530772"/>
                  </a:lnTo>
                  <a:lnTo>
                    <a:pt x="7260735" y="2530772"/>
                  </a:lnTo>
                  <a:lnTo>
                    <a:pt x="7258834" y="2530772"/>
                  </a:lnTo>
                  <a:lnTo>
                    <a:pt x="7256933" y="2530772"/>
                  </a:lnTo>
                  <a:lnTo>
                    <a:pt x="7255031" y="2530772"/>
                  </a:lnTo>
                  <a:lnTo>
                    <a:pt x="7253130" y="2530772"/>
                  </a:lnTo>
                  <a:lnTo>
                    <a:pt x="7251229" y="2530772"/>
                  </a:lnTo>
                  <a:lnTo>
                    <a:pt x="7249328" y="2530772"/>
                  </a:lnTo>
                  <a:lnTo>
                    <a:pt x="7247427" y="2530772"/>
                  </a:lnTo>
                  <a:lnTo>
                    <a:pt x="7245525" y="2530772"/>
                  </a:lnTo>
                  <a:lnTo>
                    <a:pt x="7243624" y="2530772"/>
                  </a:lnTo>
                  <a:lnTo>
                    <a:pt x="7241723" y="2530772"/>
                  </a:lnTo>
                  <a:lnTo>
                    <a:pt x="7239822" y="2530772"/>
                  </a:lnTo>
                  <a:lnTo>
                    <a:pt x="7237921" y="2530772"/>
                  </a:lnTo>
                  <a:lnTo>
                    <a:pt x="7236019" y="2530772"/>
                  </a:lnTo>
                  <a:lnTo>
                    <a:pt x="7234118" y="2530772"/>
                  </a:lnTo>
                  <a:lnTo>
                    <a:pt x="7232217" y="2530772"/>
                  </a:lnTo>
                  <a:lnTo>
                    <a:pt x="7230316" y="2530772"/>
                  </a:lnTo>
                  <a:lnTo>
                    <a:pt x="7228414" y="2530772"/>
                  </a:lnTo>
                  <a:lnTo>
                    <a:pt x="7226513" y="2530772"/>
                  </a:lnTo>
                  <a:lnTo>
                    <a:pt x="7224612" y="2530772"/>
                  </a:lnTo>
                  <a:lnTo>
                    <a:pt x="7222711" y="2530772"/>
                  </a:lnTo>
                  <a:lnTo>
                    <a:pt x="7220810" y="2530772"/>
                  </a:lnTo>
                  <a:lnTo>
                    <a:pt x="7218908" y="2530772"/>
                  </a:lnTo>
                  <a:lnTo>
                    <a:pt x="7217007" y="2530772"/>
                  </a:lnTo>
                  <a:lnTo>
                    <a:pt x="7215106" y="2530772"/>
                  </a:lnTo>
                  <a:lnTo>
                    <a:pt x="7213205" y="2530772"/>
                  </a:lnTo>
                  <a:lnTo>
                    <a:pt x="7211304" y="2530772"/>
                  </a:lnTo>
                  <a:lnTo>
                    <a:pt x="7209402" y="2530772"/>
                  </a:lnTo>
                  <a:lnTo>
                    <a:pt x="7207501" y="2530772"/>
                  </a:lnTo>
                  <a:lnTo>
                    <a:pt x="7205600" y="2530772"/>
                  </a:lnTo>
                  <a:lnTo>
                    <a:pt x="7203699" y="2530772"/>
                  </a:lnTo>
                  <a:lnTo>
                    <a:pt x="7201797" y="2530772"/>
                  </a:lnTo>
                  <a:lnTo>
                    <a:pt x="7199896" y="2530772"/>
                  </a:lnTo>
                  <a:lnTo>
                    <a:pt x="7197995" y="2530772"/>
                  </a:lnTo>
                  <a:lnTo>
                    <a:pt x="7196094" y="2530772"/>
                  </a:lnTo>
                  <a:lnTo>
                    <a:pt x="7194193" y="2530772"/>
                  </a:lnTo>
                  <a:lnTo>
                    <a:pt x="7192291" y="2530772"/>
                  </a:lnTo>
                  <a:lnTo>
                    <a:pt x="7190390" y="2530772"/>
                  </a:lnTo>
                  <a:lnTo>
                    <a:pt x="7188489" y="2530772"/>
                  </a:lnTo>
                  <a:lnTo>
                    <a:pt x="7186588" y="2530772"/>
                  </a:lnTo>
                  <a:lnTo>
                    <a:pt x="7184687" y="2530772"/>
                  </a:lnTo>
                  <a:lnTo>
                    <a:pt x="7182785" y="2530772"/>
                  </a:lnTo>
                  <a:lnTo>
                    <a:pt x="7180884" y="2530772"/>
                  </a:lnTo>
                  <a:lnTo>
                    <a:pt x="7178983" y="2530772"/>
                  </a:lnTo>
                  <a:lnTo>
                    <a:pt x="7177082" y="2530772"/>
                  </a:lnTo>
                  <a:lnTo>
                    <a:pt x="7175180" y="2530772"/>
                  </a:lnTo>
                  <a:lnTo>
                    <a:pt x="7173279" y="2530772"/>
                  </a:lnTo>
                  <a:lnTo>
                    <a:pt x="7171378" y="2530772"/>
                  </a:lnTo>
                  <a:lnTo>
                    <a:pt x="7169477" y="2530772"/>
                  </a:lnTo>
                  <a:lnTo>
                    <a:pt x="7167576" y="2530772"/>
                  </a:lnTo>
                  <a:lnTo>
                    <a:pt x="7165674" y="2530772"/>
                  </a:lnTo>
                  <a:lnTo>
                    <a:pt x="7163773" y="2530772"/>
                  </a:lnTo>
                  <a:lnTo>
                    <a:pt x="7161872" y="2530772"/>
                  </a:lnTo>
                  <a:lnTo>
                    <a:pt x="7159971" y="2530772"/>
                  </a:lnTo>
                  <a:lnTo>
                    <a:pt x="7158070" y="2530772"/>
                  </a:lnTo>
                  <a:lnTo>
                    <a:pt x="7156168" y="2530772"/>
                  </a:lnTo>
                  <a:lnTo>
                    <a:pt x="7154267" y="2530772"/>
                  </a:lnTo>
                  <a:lnTo>
                    <a:pt x="7152366" y="2530772"/>
                  </a:lnTo>
                  <a:lnTo>
                    <a:pt x="7150465" y="2530772"/>
                  </a:lnTo>
                  <a:lnTo>
                    <a:pt x="7148563" y="2530772"/>
                  </a:lnTo>
                  <a:lnTo>
                    <a:pt x="7146662" y="2530772"/>
                  </a:lnTo>
                  <a:lnTo>
                    <a:pt x="7144761" y="2530772"/>
                  </a:lnTo>
                  <a:lnTo>
                    <a:pt x="7142860" y="2530772"/>
                  </a:lnTo>
                  <a:lnTo>
                    <a:pt x="7140959" y="2530772"/>
                  </a:lnTo>
                  <a:lnTo>
                    <a:pt x="7139057" y="2530772"/>
                  </a:lnTo>
                  <a:lnTo>
                    <a:pt x="7137156" y="2530772"/>
                  </a:lnTo>
                  <a:lnTo>
                    <a:pt x="7135255" y="2530772"/>
                  </a:lnTo>
                  <a:lnTo>
                    <a:pt x="7133354" y="2530772"/>
                  </a:lnTo>
                  <a:lnTo>
                    <a:pt x="7131453" y="2530772"/>
                  </a:lnTo>
                  <a:lnTo>
                    <a:pt x="7129551" y="2530772"/>
                  </a:lnTo>
                  <a:lnTo>
                    <a:pt x="7127650" y="2530772"/>
                  </a:lnTo>
                  <a:lnTo>
                    <a:pt x="7125749" y="2530772"/>
                  </a:lnTo>
                  <a:lnTo>
                    <a:pt x="7123848" y="2530772"/>
                  </a:lnTo>
                  <a:lnTo>
                    <a:pt x="7121946" y="2530772"/>
                  </a:lnTo>
                  <a:lnTo>
                    <a:pt x="7120045" y="2530772"/>
                  </a:lnTo>
                  <a:lnTo>
                    <a:pt x="7118144" y="2530772"/>
                  </a:lnTo>
                  <a:lnTo>
                    <a:pt x="7116243" y="2530772"/>
                  </a:lnTo>
                  <a:lnTo>
                    <a:pt x="7114342" y="2530772"/>
                  </a:lnTo>
                  <a:lnTo>
                    <a:pt x="7112440" y="2530772"/>
                  </a:lnTo>
                  <a:lnTo>
                    <a:pt x="7110539" y="2530772"/>
                  </a:lnTo>
                  <a:lnTo>
                    <a:pt x="7108638" y="2530772"/>
                  </a:lnTo>
                  <a:lnTo>
                    <a:pt x="7106737" y="2530772"/>
                  </a:lnTo>
                  <a:lnTo>
                    <a:pt x="7104836" y="2530772"/>
                  </a:lnTo>
                  <a:lnTo>
                    <a:pt x="7102934" y="2530772"/>
                  </a:lnTo>
                  <a:lnTo>
                    <a:pt x="7101033" y="2530772"/>
                  </a:lnTo>
                  <a:lnTo>
                    <a:pt x="7099132" y="2530772"/>
                  </a:lnTo>
                  <a:lnTo>
                    <a:pt x="7097231" y="2530772"/>
                  </a:lnTo>
                  <a:lnTo>
                    <a:pt x="7095329" y="2530772"/>
                  </a:lnTo>
                  <a:lnTo>
                    <a:pt x="7093428" y="2530772"/>
                  </a:lnTo>
                  <a:lnTo>
                    <a:pt x="7091527" y="2530772"/>
                  </a:lnTo>
                  <a:lnTo>
                    <a:pt x="7089626" y="2530772"/>
                  </a:lnTo>
                  <a:lnTo>
                    <a:pt x="7087725" y="2530772"/>
                  </a:lnTo>
                  <a:lnTo>
                    <a:pt x="7085823" y="2530772"/>
                  </a:lnTo>
                  <a:lnTo>
                    <a:pt x="7083922" y="2530772"/>
                  </a:lnTo>
                  <a:lnTo>
                    <a:pt x="7082021" y="2530772"/>
                  </a:lnTo>
                  <a:lnTo>
                    <a:pt x="7080120" y="2530772"/>
                  </a:lnTo>
                  <a:lnTo>
                    <a:pt x="7078219" y="2530772"/>
                  </a:lnTo>
                  <a:lnTo>
                    <a:pt x="7076317" y="2530772"/>
                  </a:lnTo>
                  <a:lnTo>
                    <a:pt x="7074416" y="2530772"/>
                  </a:lnTo>
                  <a:lnTo>
                    <a:pt x="7072515" y="2530772"/>
                  </a:lnTo>
                  <a:lnTo>
                    <a:pt x="7070614" y="2530772"/>
                  </a:lnTo>
                  <a:lnTo>
                    <a:pt x="7068712" y="2530772"/>
                  </a:lnTo>
                  <a:lnTo>
                    <a:pt x="7066811" y="2530772"/>
                  </a:lnTo>
                  <a:lnTo>
                    <a:pt x="7064910" y="2530772"/>
                  </a:lnTo>
                  <a:lnTo>
                    <a:pt x="7063009" y="2530772"/>
                  </a:lnTo>
                  <a:lnTo>
                    <a:pt x="7061108" y="2530772"/>
                  </a:lnTo>
                  <a:lnTo>
                    <a:pt x="7059206" y="2530772"/>
                  </a:lnTo>
                  <a:lnTo>
                    <a:pt x="7057305" y="2530772"/>
                  </a:lnTo>
                  <a:lnTo>
                    <a:pt x="7055404" y="2530772"/>
                  </a:lnTo>
                  <a:lnTo>
                    <a:pt x="7053503" y="2530772"/>
                  </a:lnTo>
                  <a:lnTo>
                    <a:pt x="7051602" y="2530772"/>
                  </a:lnTo>
                  <a:lnTo>
                    <a:pt x="7049700" y="2530772"/>
                  </a:lnTo>
                  <a:lnTo>
                    <a:pt x="7047799" y="2530772"/>
                  </a:lnTo>
                  <a:lnTo>
                    <a:pt x="7045898" y="2530772"/>
                  </a:lnTo>
                  <a:lnTo>
                    <a:pt x="7043997" y="2530772"/>
                  </a:lnTo>
                  <a:lnTo>
                    <a:pt x="7042095" y="2530772"/>
                  </a:lnTo>
                  <a:lnTo>
                    <a:pt x="7040194" y="2530772"/>
                  </a:lnTo>
                  <a:lnTo>
                    <a:pt x="7038293" y="2530772"/>
                  </a:lnTo>
                  <a:lnTo>
                    <a:pt x="7036392" y="2530772"/>
                  </a:lnTo>
                  <a:lnTo>
                    <a:pt x="7034491" y="2530772"/>
                  </a:lnTo>
                  <a:lnTo>
                    <a:pt x="7032589" y="2530772"/>
                  </a:lnTo>
                  <a:lnTo>
                    <a:pt x="7030688" y="2530772"/>
                  </a:lnTo>
                  <a:lnTo>
                    <a:pt x="7028787" y="2530772"/>
                  </a:lnTo>
                  <a:lnTo>
                    <a:pt x="7026886" y="2530772"/>
                  </a:lnTo>
                  <a:lnTo>
                    <a:pt x="7024985" y="2530772"/>
                  </a:lnTo>
                  <a:lnTo>
                    <a:pt x="7023083" y="2530772"/>
                  </a:lnTo>
                  <a:lnTo>
                    <a:pt x="7021182" y="2530772"/>
                  </a:lnTo>
                  <a:lnTo>
                    <a:pt x="7019281" y="2530772"/>
                  </a:lnTo>
                  <a:lnTo>
                    <a:pt x="7017380" y="2530772"/>
                  </a:lnTo>
                  <a:lnTo>
                    <a:pt x="7015478" y="2530772"/>
                  </a:lnTo>
                  <a:lnTo>
                    <a:pt x="7013577" y="2530772"/>
                  </a:lnTo>
                  <a:lnTo>
                    <a:pt x="7011676" y="2530772"/>
                  </a:lnTo>
                  <a:lnTo>
                    <a:pt x="7009775" y="2530772"/>
                  </a:lnTo>
                  <a:lnTo>
                    <a:pt x="7007874" y="2530772"/>
                  </a:lnTo>
                  <a:lnTo>
                    <a:pt x="7005972" y="2530772"/>
                  </a:lnTo>
                  <a:lnTo>
                    <a:pt x="7004071" y="2530772"/>
                  </a:lnTo>
                  <a:lnTo>
                    <a:pt x="7002170" y="2530772"/>
                  </a:lnTo>
                  <a:lnTo>
                    <a:pt x="7000269" y="2530772"/>
                  </a:lnTo>
                  <a:lnTo>
                    <a:pt x="6998368" y="2530772"/>
                  </a:lnTo>
                  <a:lnTo>
                    <a:pt x="6996466" y="2530772"/>
                  </a:lnTo>
                  <a:lnTo>
                    <a:pt x="6994565" y="2530772"/>
                  </a:lnTo>
                  <a:lnTo>
                    <a:pt x="6992664" y="2530772"/>
                  </a:lnTo>
                  <a:lnTo>
                    <a:pt x="6990763" y="2530772"/>
                  </a:lnTo>
                  <a:lnTo>
                    <a:pt x="6988861" y="2530772"/>
                  </a:lnTo>
                  <a:lnTo>
                    <a:pt x="6986960" y="2530772"/>
                  </a:lnTo>
                  <a:lnTo>
                    <a:pt x="6985059" y="2530772"/>
                  </a:lnTo>
                  <a:lnTo>
                    <a:pt x="6983158" y="2530772"/>
                  </a:lnTo>
                  <a:lnTo>
                    <a:pt x="6981257" y="2530772"/>
                  </a:lnTo>
                  <a:lnTo>
                    <a:pt x="6979355" y="2530772"/>
                  </a:lnTo>
                  <a:lnTo>
                    <a:pt x="6977454" y="2530772"/>
                  </a:lnTo>
                  <a:lnTo>
                    <a:pt x="6975553" y="2530772"/>
                  </a:lnTo>
                  <a:lnTo>
                    <a:pt x="6973652" y="2530772"/>
                  </a:lnTo>
                  <a:lnTo>
                    <a:pt x="6971751" y="2530772"/>
                  </a:lnTo>
                  <a:lnTo>
                    <a:pt x="6969849" y="2530772"/>
                  </a:lnTo>
                  <a:lnTo>
                    <a:pt x="6967948" y="2530772"/>
                  </a:lnTo>
                  <a:lnTo>
                    <a:pt x="6966047" y="2530772"/>
                  </a:lnTo>
                  <a:lnTo>
                    <a:pt x="6964146" y="2530772"/>
                  </a:lnTo>
                  <a:lnTo>
                    <a:pt x="6962245" y="2530772"/>
                  </a:lnTo>
                  <a:lnTo>
                    <a:pt x="6960343" y="2530772"/>
                  </a:lnTo>
                  <a:lnTo>
                    <a:pt x="6958442" y="2530772"/>
                  </a:lnTo>
                  <a:lnTo>
                    <a:pt x="6956541" y="2530772"/>
                  </a:lnTo>
                  <a:lnTo>
                    <a:pt x="6954640" y="2530772"/>
                  </a:lnTo>
                  <a:lnTo>
                    <a:pt x="6952738" y="2530772"/>
                  </a:lnTo>
                  <a:lnTo>
                    <a:pt x="6950837" y="2530772"/>
                  </a:lnTo>
                  <a:lnTo>
                    <a:pt x="6948936" y="2530772"/>
                  </a:lnTo>
                  <a:lnTo>
                    <a:pt x="6947035" y="2530772"/>
                  </a:lnTo>
                  <a:lnTo>
                    <a:pt x="6945134" y="2530772"/>
                  </a:lnTo>
                  <a:lnTo>
                    <a:pt x="6943232" y="2530772"/>
                  </a:lnTo>
                  <a:lnTo>
                    <a:pt x="6941331" y="2530772"/>
                  </a:lnTo>
                  <a:lnTo>
                    <a:pt x="6939430" y="2530772"/>
                  </a:lnTo>
                  <a:lnTo>
                    <a:pt x="6937529" y="2530772"/>
                  </a:lnTo>
                  <a:lnTo>
                    <a:pt x="6935628" y="2530772"/>
                  </a:lnTo>
                  <a:lnTo>
                    <a:pt x="6933726" y="2530772"/>
                  </a:lnTo>
                  <a:lnTo>
                    <a:pt x="6931825" y="2530772"/>
                  </a:lnTo>
                  <a:lnTo>
                    <a:pt x="6929924" y="2530772"/>
                  </a:lnTo>
                  <a:lnTo>
                    <a:pt x="6928023" y="2530772"/>
                  </a:lnTo>
                  <a:lnTo>
                    <a:pt x="6926121" y="2530772"/>
                  </a:lnTo>
                  <a:lnTo>
                    <a:pt x="6924220" y="2530772"/>
                  </a:lnTo>
                  <a:lnTo>
                    <a:pt x="6922319" y="2530772"/>
                  </a:lnTo>
                  <a:lnTo>
                    <a:pt x="6920418" y="2530772"/>
                  </a:lnTo>
                  <a:lnTo>
                    <a:pt x="6918517" y="2530772"/>
                  </a:lnTo>
                  <a:lnTo>
                    <a:pt x="6916615" y="2530772"/>
                  </a:lnTo>
                  <a:lnTo>
                    <a:pt x="6914714" y="2530772"/>
                  </a:lnTo>
                  <a:lnTo>
                    <a:pt x="6912813" y="2530772"/>
                  </a:lnTo>
                  <a:lnTo>
                    <a:pt x="6910912" y="2530772"/>
                  </a:lnTo>
                  <a:lnTo>
                    <a:pt x="6909011" y="2530772"/>
                  </a:lnTo>
                  <a:lnTo>
                    <a:pt x="6907109" y="2530772"/>
                  </a:lnTo>
                  <a:lnTo>
                    <a:pt x="6905208" y="2530772"/>
                  </a:lnTo>
                  <a:lnTo>
                    <a:pt x="6903307" y="2530772"/>
                  </a:lnTo>
                  <a:lnTo>
                    <a:pt x="6901406" y="2530772"/>
                  </a:lnTo>
                  <a:lnTo>
                    <a:pt x="6899504" y="2530772"/>
                  </a:lnTo>
                  <a:lnTo>
                    <a:pt x="6897603" y="2530772"/>
                  </a:lnTo>
                  <a:lnTo>
                    <a:pt x="6895702" y="2530772"/>
                  </a:lnTo>
                  <a:lnTo>
                    <a:pt x="6893801" y="2530772"/>
                  </a:lnTo>
                  <a:lnTo>
                    <a:pt x="6891900" y="2530772"/>
                  </a:lnTo>
                  <a:lnTo>
                    <a:pt x="6889998" y="2530772"/>
                  </a:lnTo>
                  <a:lnTo>
                    <a:pt x="6888097" y="2530772"/>
                  </a:lnTo>
                  <a:lnTo>
                    <a:pt x="6886196" y="2530772"/>
                  </a:lnTo>
                  <a:lnTo>
                    <a:pt x="6884295" y="2530772"/>
                  </a:lnTo>
                  <a:lnTo>
                    <a:pt x="6882394" y="2530772"/>
                  </a:lnTo>
                  <a:lnTo>
                    <a:pt x="6880492" y="2530772"/>
                  </a:lnTo>
                  <a:lnTo>
                    <a:pt x="6878591" y="2530772"/>
                  </a:lnTo>
                  <a:lnTo>
                    <a:pt x="6876690" y="2530772"/>
                  </a:lnTo>
                  <a:lnTo>
                    <a:pt x="6874789" y="2530772"/>
                  </a:lnTo>
                  <a:lnTo>
                    <a:pt x="6872887" y="2530772"/>
                  </a:lnTo>
                  <a:lnTo>
                    <a:pt x="6870986" y="2530772"/>
                  </a:lnTo>
                  <a:lnTo>
                    <a:pt x="6869085" y="2530772"/>
                  </a:lnTo>
                  <a:lnTo>
                    <a:pt x="6867184" y="2530772"/>
                  </a:lnTo>
                  <a:lnTo>
                    <a:pt x="6865283" y="2530772"/>
                  </a:lnTo>
                  <a:lnTo>
                    <a:pt x="6863381" y="2530772"/>
                  </a:lnTo>
                  <a:lnTo>
                    <a:pt x="6861480" y="2530772"/>
                  </a:lnTo>
                  <a:lnTo>
                    <a:pt x="6859579" y="2530772"/>
                  </a:lnTo>
                  <a:lnTo>
                    <a:pt x="6857678" y="2530772"/>
                  </a:lnTo>
                  <a:lnTo>
                    <a:pt x="6855777" y="2530772"/>
                  </a:lnTo>
                  <a:lnTo>
                    <a:pt x="6853875" y="2530772"/>
                  </a:lnTo>
                  <a:lnTo>
                    <a:pt x="6851974" y="2530772"/>
                  </a:lnTo>
                  <a:lnTo>
                    <a:pt x="6850073" y="2530772"/>
                  </a:lnTo>
                  <a:lnTo>
                    <a:pt x="6848172" y="2530772"/>
                  </a:lnTo>
                  <a:lnTo>
                    <a:pt x="6846270" y="2530772"/>
                  </a:lnTo>
                  <a:lnTo>
                    <a:pt x="6844369" y="2530772"/>
                  </a:lnTo>
                  <a:lnTo>
                    <a:pt x="6842468" y="2530772"/>
                  </a:lnTo>
                  <a:lnTo>
                    <a:pt x="6840567" y="2530772"/>
                  </a:lnTo>
                  <a:lnTo>
                    <a:pt x="6838666" y="2530772"/>
                  </a:lnTo>
                  <a:lnTo>
                    <a:pt x="6836764" y="2530772"/>
                  </a:lnTo>
                  <a:lnTo>
                    <a:pt x="6834863" y="2530772"/>
                  </a:lnTo>
                  <a:lnTo>
                    <a:pt x="6832962" y="2530772"/>
                  </a:lnTo>
                  <a:lnTo>
                    <a:pt x="6831061" y="2530772"/>
                  </a:lnTo>
                  <a:lnTo>
                    <a:pt x="6829160" y="2530772"/>
                  </a:lnTo>
                  <a:lnTo>
                    <a:pt x="6827258" y="2530772"/>
                  </a:lnTo>
                  <a:lnTo>
                    <a:pt x="6825357" y="2530772"/>
                  </a:lnTo>
                  <a:lnTo>
                    <a:pt x="6823456" y="2530772"/>
                  </a:lnTo>
                  <a:lnTo>
                    <a:pt x="6821555" y="2530772"/>
                  </a:lnTo>
                  <a:lnTo>
                    <a:pt x="6819653" y="2530772"/>
                  </a:lnTo>
                  <a:lnTo>
                    <a:pt x="6817752" y="2530772"/>
                  </a:lnTo>
                  <a:lnTo>
                    <a:pt x="6815851" y="2530772"/>
                  </a:lnTo>
                  <a:lnTo>
                    <a:pt x="6813950" y="2530772"/>
                  </a:lnTo>
                  <a:lnTo>
                    <a:pt x="6812049" y="2530772"/>
                  </a:lnTo>
                  <a:lnTo>
                    <a:pt x="6810147" y="2530772"/>
                  </a:lnTo>
                  <a:lnTo>
                    <a:pt x="6808246" y="2530772"/>
                  </a:lnTo>
                  <a:lnTo>
                    <a:pt x="6806345" y="2530772"/>
                  </a:lnTo>
                  <a:lnTo>
                    <a:pt x="6804444" y="2530772"/>
                  </a:lnTo>
                  <a:lnTo>
                    <a:pt x="6802543" y="2530772"/>
                  </a:lnTo>
                  <a:lnTo>
                    <a:pt x="6800641" y="2530772"/>
                  </a:lnTo>
                  <a:lnTo>
                    <a:pt x="6798740" y="2530772"/>
                  </a:lnTo>
                  <a:lnTo>
                    <a:pt x="6796839" y="2530772"/>
                  </a:lnTo>
                  <a:lnTo>
                    <a:pt x="6794938" y="2530772"/>
                  </a:lnTo>
                  <a:lnTo>
                    <a:pt x="6793036" y="2530772"/>
                  </a:lnTo>
                  <a:lnTo>
                    <a:pt x="6791135" y="2530772"/>
                  </a:lnTo>
                  <a:lnTo>
                    <a:pt x="6789234" y="2530772"/>
                  </a:lnTo>
                  <a:lnTo>
                    <a:pt x="6787333" y="2530772"/>
                  </a:lnTo>
                  <a:lnTo>
                    <a:pt x="6785432" y="2530772"/>
                  </a:lnTo>
                  <a:lnTo>
                    <a:pt x="6783530" y="2530772"/>
                  </a:lnTo>
                  <a:lnTo>
                    <a:pt x="6781629" y="2530772"/>
                  </a:lnTo>
                  <a:lnTo>
                    <a:pt x="6779728" y="2530772"/>
                  </a:lnTo>
                  <a:lnTo>
                    <a:pt x="6777827" y="2530772"/>
                  </a:lnTo>
                  <a:lnTo>
                    <a:pt x="6775926" y="2530772"/>
                  </a:lnTo>
                  <a:lnTo>
                    <a:pt x="6774024" y="2530772"/>
                  </a:lnTo>
                  <a:lnTo>
                    <a:pt x="6772123" y="2530772"/>
                  </a:lnTo>
                  <a:lnTo>
                    <a:pt x="6770222" y="2530772"/>
                  </a:lnTo>
                  <a:lnTo>
                    <a:pt x="6768321" y="2530772"/>
                  </a:lnTo>
                  <a:lnTo>
                    <a:pt x="6766419" y="2530772"/>
                  </a:lnTo>
                  <a:lnTo>
                    <a:pt x="6764518" y="2530772"/>
                  </a:lnTo>
                  <a:lnTo>
                    <a:pt x="6762617" y="2530772"/>
                  </a:lnTo>
                  <a:lnTo>
                    <a:pt x="6760716" y="2530772"/>
                  </a:lnTo>
                  <a:lnTo>
                    <a:pt x="6758815" y="2530772"/>
                  </a:lnTo>
                  <a:lnTo>
                    <a:pt x="6756913" y="2530772"/>
                  </a:lnTo>
                  <a:lnTo>
                    <a:pt x="6755012" y="2530772"/>
                  </a:lnTo>
                  <a:lnTo>
                    <a:pt x="6753111" y="2530772"/>
                  </a:lnTo>
                  <a:lnTo>
                    <a:pt x="6751210" y="2530772"/>
                  </a:lnTo>
                  <a:lnTo>
                    <a:pt x="6749309" y="2530772"/>
                  </a:lnTo>
                  <a:lnTo>
                    <a:pt x="6747407" y="2530772"/>
                  </a:lnTo>
                  <a:lnTo>
                    <a:pt x="6745506" y="2530772"/>
                  </a:lnTo>
                  <a:lnTo>
                    <a:pt x="6743605" y="2530772"/>
                  </a:lnTo>
                  <a:lnTo>
                    <a:pt x="6741704" y="2530772"/>
                  </a:lnTo>
                  <a:lnTo>
                    <a:pt x="6739802" y="2530772"/>
                  </a:lnTo>
                  <a:lnTo>
                    <a:pt x="6737901" y="2530772"/>
                  </a:lnTo>
                  <a:lnTo>
                    <a:pt x="6736000" y="2530772"/>
                  </a:lnTo>
                  <a:lnTo>
                    <a:pt x="6734099" y="2530772"/>
                  </a:lnTo>
                  <a:lnTo>
                    <a:pt x="6732198" y="2530772"/>
                  </a:lnTo>
                  <a:lnTo>
                    <a:pt x="6730296" y="2530772"/>
                  </a:lnTo>
                  <a:lnTo>
                    <a:pt x="6728395" y="2530772"/>
                  </a:lnTo>
                  <a:lnTo>
                    <a:pt x="6726494" y="2530772"/>
                  </a:lnTo>
                  <a:lnTo>
                    <a:pt x="6724593" y="2530772"/>
                  </a:lnTo>
                  <a:lnTo>
                    <a:pt x="6722692" y="2530772"/>
                  </a:lnTo>
                  <a:lnTo>
                    <a:pt x="6720790" y="2530772"/>
                  </a:lnTo>
                  <a:lnTo>
                    <a:pt x="6718889" y="2530772"/>
                  </a:lnTo>
                  <a:lnTo>
                    <a:pt x="6716988" y="2530772"/>
                  </a:lnTo>
                  <a:lnTo>
                    <a:pt x="6715087" y="2530772"/>
                  </a:lnTo>
                  <a:lnTo>
                    <a:pt x="6713185" y="2530772"/>
                  </a:lnTo>
                  <a:lnTo>
                    <a:pt x="6711284" y="2530772"/>
                  </a:lnTo>
                  <a:lnTo>
                    <a:pt x="6709383" y="2530772"/>
                  </a:lnTo>
                  <a:lnTo>
                    <a:pt x="6707482" y="2530772"/>
                  </a:lnTo>
                  <a:lnTo>
                    <a:pt x="6705581" y="2530772"/>
                  </a:lnTo>
                  <a:lnTo>
                    <a:pt x="6703679" y="2530772"/>
                  </a:lnTo>
                  <a:lnTo>
                    <a:pt x="6701778" y="2530772"/>
                  </a:lnTo>
                  <a:lnTo>
                    <a:pt x="6699877" y="2530772"/>
                  </a:lnTo>
                  <a:lnTo>
                    <a:pt x="6697976" y="2530772"/>
                  </a:lnTo>
                  <a:lnTo>
                    <a:pt x="6696075" y="2530772"/>
                  </a:lnTo>
                  <a:lnTo>
                    <a:pt x="6694173" y="2530772"/>
                  </a:lnTo>
                  <a:lnTo>
                    <a:pt x="6692272" y="2530772"/>
                  </a:lnTo>
                  <a:lnTo>
                    <a:pt x="6690371" y="2530772"/>
                  </a:lnTo>
                  <a:lnTo>
                    <a:pt x="6688470" y="2530772"/>
                  </a:lnTo>
                  <a:lnTo>
                    <a:pt x="6686569" y="2530772"/>
                  </a:lnTo>
                  <a:lnTo>
                    <a:pt x="6684667" y="2530772"/>
                  </a:lnTo>
                  <a:lnTo>
                    <a:pt x="6682766" y="2530772"/>
                  </a:lnTo>
                  <a:lnTo>
                    <a:pt x="6680865" y="2530772"/>
                  </a:lnTo>
                  <a:lnTo>
                    <a:pt x="6678964" y="2530772"/>
                  </a:lnTo>
                  <a:lnTo>
                    <a:pt x="6677062" y="2530772"/>
                  </a:lnTo>
                  <a:lnTo>
                    <a:pt x="6675161" y="2530772"/>
                  </a:lnTo>
                  <a:lnTo>
                    <a:pt x="6673260" y="2530772"/>
                  </a:lnTo>
                  <a:lnTo>
                    <a:pt x="6671359" y="2530772"/>
                  </a:lnTo>
                  <a:lnTo>
                    <a:pt x="6669458" y="2530772"/>
                  </a:lnTo>
                  <a:lnTo>
                    <a:pt x="6667556" y="2530772"/>
                  </a:lnTo>
                  <a:lnTo>
                    <a:pt x="6665655" y="2530772"/>
                  </a:lnTo>
                  <a:lnTo>
                    <a:pt x="6663754" y="2530772"/>
                  </a:lnTo>
                  <a:lnTo>
                    <a:pt x="6661853" y="2530772"/>
                  </a:lnTo>
                  <a:lnTo>
                    <a:pt x="6659952" y="2530772"/>
                  </a:lnTo>
                  <a:lnTo>
                    <a:pt x="6658050" y="2530772"/>
                  </a:lnTo>
                  <a:lnTo>
                    <a:pt x="6656149" y="2530772"/>
                  </a:lnTo>
                  <a:lnTo>
                    <a:pt x="6654248" y="2530772"/>
                  </a:lnTo>
                  <a:lnTo>
                    <a:pt x="6652347" y="2530772"/>
                  </a:lnTo>
                  <a:lnTo>
                    <a:pt x="6650445" y="2530772"/>
                  </a:lnTo>
                  <a:lnTo>
                    <a:pt x="6648544" y="2530772"/>
                  </a:lnTo>
                  <a:lnTo>
                    <a:pt x="6646643" y="2530772"/>
                  </a:lnTo>
                  <a:lnTo>
                    <a:pt x="6644742" y="2530772"/>
                  </a:lnTo>
                  <a:lnTo>
                    <a:pt x="6642841" y="2530772"/>
                  </a:lnTo>
                  <a:lnTo>
                    <a:pt x="6640939" y="2530772"/>
                  </a:lnTo>
                  <a:lnTo>
                    <a:pt x="6639038" y="2530772"/>
                  </a:lnTo>
                  <a:lnTo>
                    <a:pt x="6637137" y="2530772"/>
                  </a:lnTo>
                  <a:lnTo>
                    <a:pt x="6635236" y="2530772"/>
                  </a:lnTo>
                  <a:lnTo>
                    <a:pt x="6633335" y="2530772"/>
                  </a:lnTo>
                  <a:lnTo>
                    <a:pt x="6631433" y="2530772"/>
                  </a:lnTo>
                  <a:lnTo>
                    <a:pt x="6629532" y="2530772"/>
                  </a:lnTo>
                  <a:lnTo>
                    <a:pt x="6627631" y="2530772"/>
                  </a:lnTo>
                  <a:lnTo>
                    <a:pt x="6625730" y="2530772"/>
                  </a:lnTo>
                  <a:lnTo>
                    <a:pt x="6623828" y="2530772"/>
                  </a:lnTo>
                  <a:lnTo>
                    <a:pt x="6621927" y="2530772"/>
                  </a:lnTo>
                  <a:lnTo>
                    <a:pt x="6620026" y="2530772"/>
                  </a:lnTo>
                  <a:lnTo>
                    <a:pt x="6618125" y="2530772"/>
                  </a:lnTo>
                  <a:lnTo>
                    <a:pt x="6616224" y="2530772"/>
                  </a:lnTo>
                  <a:lnTo>
                    <a:pt x="6614322" y="2530772"/>
                  </a:lnTo>
                  <a:lnTo>
                    <a:pt x="6612421" y="2530772"/>
                  </a:lnTo>
                  <a:lnTo>
                    <a:pt x="6610520" y="2530772"/>
                  </a:lnTo>
                  <a:lnTo>
                    <a:pt x="6608619" y="2530772"/>
                  </a:lnTo>
                  <a:lnTo>
                    <a:pt x="6606718" y="2530772"/>
                  </a:lnTo>
                  <a:lnTo>
                    <a:pt x="6604816" y="2530772"/>
                  </a:lnTo>
                  <a:lnTo>
                    <a:pt x="6602915" y="2530772"/>
                  </a:lnTo>
                  <a:lnTo>
                    <a:pt x="6601014" y="2530772"/>
                  </a:lnTo>
                  <a:lnTo>
                    <a:pt x="6599113" y="2530772"/>
                  </a:lnTo>
                  <a:lnTo>
                    <a:pt x="6597211" y="2530772"/>
                  </a:lnTo>
                  <a:lnTo>
                    <a:pt x="6595310" y="2530772"/>
                  </a:lnTo>
                  <a:lnTo>
                    <a:pt x="6593409" y="2530772"/>
                  </a:lnTo>
                  <a:lnTo>
                    <a:pt x="6591508" y="2530772"/>
                  </a:lnTo>
                  <a:lnTo>
                    <a:pt x="6589607" y="2530772"/>
                  </a:lnTo>
                  <a:lnTo>
                    <a:pt x="6587705" y="2530772"/>
                  </a:lnTo>
                  <a:lnTo>
                    <a:pt x="6585804" y="2530772"/>
                  </a:lnTo>
                  <a:lnTo>
                    <a:pt x="6583903" y="2530772"/>
                  </a:lnTo>
                  <a:lnTo>
                    <a:pt x="6582002" y="2530772"/>
                  </a:lnTo>
                  <a:lnTo>
                    <a:pt x="6580101" y="2530772"/>
                  </a:lnTo>
                  <a:lnTo>
                    <a:pt x="6578199" y="2530772"/>
                  </a:lnTo>
                  <a:lnTo>
                    <a:pt x="6576298" y="2530772"/>
                  </a:lnTo>
                  <a:lnTo>
                    <a:pt x="6574397" y="2530772"/>
                  </a:lnTo>
                  <a:lnTo>
                    <a:pt x="6572496" y="2530772"/>
                  </a:lnTo>
                  <a:lnTo>
                    <a:pt x="6570594" y="2530772"/>
                  </a:lnTo>
                  <a:lnTo>
                    <a:pt x="6568693" y="2530772"/>
                  </a:lnTo>
                  <a:lnTo>
                    <a:pt x="6566792" y="2530772"/>
                  </a:lnTo>
                  <a:lnTo>
                    <a:pt x="6564891" y="2530772"/>
                  </a:lnTo>
                  <a:lnTo>
                    <a:pt x="6562990" y="2530772"/>
                  </a:lnTo>
                  <a:lnTo>
                    <a:pt x="6561088" y="2530772"/>
                  </a:lnTo>
                  <a:lnTo>
                    <a:pt x="6559187" y="2530772"/>
                  </a:lnTo>
                  <a:lnTo>
                    <a:pt x="6557286" y="2530772"/>
                  </a:lnTo>
                  <a:lnTo>
                    <a:pt x="6555385" y="2530772"/>
                  </a:lnTo>
                  <a:lnTo>
                    <a:pt x="6553484" y="2530772"/>
                  </a:lnTo>
                  <a:lnTo>
                    <a:pt x="6551582" y="2530772"/>
                  </a:lnTo>
                  <a:lnTo>
                    <a:pt x="6549681" y="2530772"/>
                  </a:lnTo>
                  <a:lnTo>
                    <a:pt x="6547780" y="2530772"/>
                  </a:lnTo>
                  <a:lnTo>
                    <a:pt x="6545879" y="2530772"/>
                  </a:lnTo>
                  <a:lnTo>
                    <a:pt x="6543977" y="2530772"/>
                  </a:lnTo>
                  <a:lnTo>
                    <a:pt x="6542076" y="2530772"/>
                  </a:lnTo>
                  <a:lnTo>
                    <a:pt x="6540175" y="2530772"/>
                  </a:lnTo>
                  <a:lnTo>
                    <a:pt x="6538274" y="2530772"/>
                  </a:lnTo>
                  <a:lnTo>
                    <a:pt x="6536373" y="2530772"/>
                  </a:lnTo>
                  <a:lnTo>
                    <a:pt x="6534471" y="2530772"/>
                  </a:lnTo>
                  <a:lnTo>
                    <a:pt x="6532570" y="2530772"/>
                  </a:lnTo>
                  <a:lnTo>
                    <a:pt x="6530669" y="2530772"/>
                  </a:lnTo>
                  <a:lnTo>
                    <a:pt x="6528768" y="2530772"/>
                  </a:lnTo>
                  <a:lnTo>
                    <a:pt x="6526867" y="2530772"/>
                  </a:lnTo>
                  <a:lnTo>
                    <a:pt x="6524965" y="2530772"/>
                  </a:lnTo>
                  <a:lnTo>
                    <a:pt x="6523064" y="2530772"/>
                  </a:lnTo>
                  <a:lnTo>
                    <a:pt x="6521163" y="2530772"/>
                  </a:lnTo>
                  <a:lnTo>
                    <a:pt x="6519262" y="2530772"/>
                  </a:lnTo>
                  <a:lnTo>
                    <a:pt x="6517360" y="2530772"/>
                  </a:lnTo>
                  <a:lnTo>
                    <a:pt x="6515459" y="2530772"/>
                  </a:lnTo>
                  <a:lnTo>
                    <a:pt x="6513558" y="2530772"/>
                  </a:lnTo>
                  <a:lnTo>
                    <a:pt x="6511657" y="2530772"/>
                  </a:lnTo>
                  <a:lnTo>
                    <a:pt x="6509756" y="2530772"/>
                  </a:lnTo>
                  <a:lnTo>
                    <a:pt x="6507854" y="2530772"/>
                  </a:lnTo>
                  <a:lnTo>
                    <a:pt x="6505953" y="2530772"/>
                  </a:lnTo>
                  <a:lnTo>
                    <a:pt x="6504052" y="2530772"/>
                  </a:lnTo>
                  <a:lnTo>
                    <a:pt x="6502151" y="2530772"/>
                  </a:lnTo>
                  <a:lnTo>
                    <a:pt x="6500250" y="2530772"/>
                  </a:lnTo>
                  <a:lnTo>
                    <a:pt x="6498348" y="2530772"/>
                  </a:lnTo>
                  <a:lnTo>
                    <a:pt x="6496447" y="2530772"/>
                  </a:lnTo>
                  <a:lnTo>
                    <a:pt x="6494546" y="2530772"/>
                  </a:lnTo>
                  <a:lnTo>
                    <a:pt x="6492645" y="2530772"/>
                  </a:lnTo>
                  <a:lnTo>
                    <a:pt x="6490743" y="2530772"/>
                  </a:lnTo>
                  <a:lnTo>
                    <a:pt x="6488842" y="2530772"/>
                  </a:lnTo>
                  <a:lnTo>
                    <a:pt x="6486941" y="2530772"/>
                  </a:lnTo>
                  <a:lnTo>
                    <a:pt x="6485040" y="2530772"/>
                  </a:lnTo>
                  <a:lnTo>
                    <a:pt x="6483139" y="2530772"/>
                  </a:lnTo>
                  <a:lnTo>
                    <a:pt x="6481237" y="2530772"/>
                  </a:lnTo>
                  <a:lnTo>
                    <a:pt x="6479336" y="2530772"/>
                  </a:lnTo>
                  <a:lnTo>
                    <a:pt x="6477435" y="2530772"/>
                  </a:lnTo>
                  <a:lnTo>
                    <a:pt x="6475534" y="2530772"/>
                  </a:lnTo>
                  <a:lnTo>
                    <a:pt x="6473633" y="2530772"/>
                  </a:lnTo>
                  <a:lnTo>
                    <a:pt x="6471731" y="2530772"/>
                  </a:lnTo>
                  <a:lnTo>
                    <a:pt x="6469830" y="2530772"/>
                  </a:lnTo>
                  <a:lnTo>
                    <a:pt x="6467929" y="2530772"/>
                  </a:lnTo>
                  <a:lnTo>
                    <a:pt x="6466028" y="2530772"/>
                  </a:lnTo>
                  <a:lnTo>
                    <a:pt x="6464126" y="2530772"/>
                  </a:lnTo>
                  <a:lnTo>
                    <a:pt x="6462225" y="2530772"/>
                  </a:lnTo>
                  <a:lnTo>
                    <a:pt x="6460324" y="2530772"/>
                  </a:lnTo>
                  <a:lnTo>
                    <a:pt x="6458423" y="2530772"/>
                  </a:lnTo>
                  <a:lnTo>
                    <a:pt x="6456522" y="2530772"/>
                  </a:lnTo>
                  <a:lnTo>
                    <a:pt x="6454620" y="2530772"/>
                  </a:lnTo>
                  <a:lnTo>
                    <a:pt x="6452719" y="2530772"/>
                  </a:lnTo>
                  <a:lnTo>
                    <a:pt x="6450818" y="2530772"/>
                  </a:lnTo>
                  <a:lnTo>
                    <a:pt x="6448917" y="2530772"/>
                  </a:lnTo>
                  <a:lnTo>
                    <a:pt x="6447016" y="2530772"/>
                  </a:lnTo>
                  <a:lnTo>
                    <a:pt x="6445114" y="2530772"/>
                  </a:lnTo>
                  <a:lnTo>
                    <a:pt x="6443213" y="2530772"/>
                  </a:lnTo>
                  <a:lnTo>
                    <a:pt x="6441312" y="2530772"/>
                  </a:lnTo>
                  <a:lnTo>
                    <a:pt x="6439411" y="2530772"/>
                  </a:lnTo>
                  <a:lnTo>
                    <a:pt x="6437509" y="2530772"/>
                  </a:lnTo>
                  <a:lnTo>
                    <a:pt x="6435608" y="2530772"/>
                  </a:lnTo>
                  <a:lnTo>
                    <a:pt x="6433707" y="2530772"/>
                  </a:lnTo>
                  <a:lnTo>
                    <a:pt x="6431806" y="2530772"/>
                  </a:lnTo>
                  <a:lnTo>
                    <a:pt x="6429905" y="2530772"/>
                  </a:lnTo>
                  <a:lnTo>
                    <a:pt x="6428003" y="2530772"/>
                  </a:lnTo>
                  <a:lnTo>
                    <a:pt x="6426102" y="2530772"/>
                  </a:lnTo>
                  <a:lnTo>
                    <a:pt x="6424201" y="2530772"/>
                  </a:lnTo>
                  <a:lnTo>
                    <a:pt x="6422300" y="2530772"/>
                  </a:lnTo>
                  <a:lnTo>
                    <a:pt x="6420399" y="2530772"/>
                  </a:lnTo>
                  <a:lnTo>
                    <a:pt x="6418497" y="2530772"/>
                  </a:lnTo>
                  <a:lnTo>
                    <a:pt x="6416596" y="2530772"/>
                  </a:lnTo>
                  <a:lnTo>
                    <a:pt x="6414695" y="2530772"/>
                  </a:lnTo>
                  <a:lnTo>
                    <a:pt x="6412794" y="2530772"/>
                  </a:lnTo>
                  <a:lnTo>
                    <a:pt x="6410892" y="2530772"/>
                  </a:lnTo>
                  <a:lnTo>
                    <a:pt x="6408991" y="2530772"/>
                  </a:lnTo>
                  <a:lnTo>
                    <a:pt x="6407090" y="2530772"/>
                  </a:lnTo>
                  <a:lnTo>
                    <a:pt x="6405189" y="2530772"/>
                  </a:lnTo>
                  <a:lnTo>
                    <a:pt x="6403288" y="2530772"/>
                  </a:lnTo>
                  <a:lnTo>
                    <a:pt x="6401386" y="2530772"/>
                  </a:lnTo>
                  <a:lnTo>
                    <a:pt x="6399485" y="2530772"/>
                  </a:lnTo>
                  <a:lnTo>
                    <a:pt x="6397584" y="2530772"/>
                  </a:lnTo>
                  <a:lnTo>
                    <a:pt x="6395683" y="2530772"/>
                  </a:lnTo>
                  <a:lnTo>
                    <a:pt x="6393782" y="2530772"/>
                  </a:lnTo>
                  <a:lnTo>
                    <a:pt x="6391880" y="2530772"/>
                  </a:lnTo>
                  <a:lnTo>
                    <a:pt x="6389979" y="2530772"/>
                  </a:lnTo>
                  <a:lnTo>
                    <a:pt x="6388078" y="2530772"/>
                  </a:lnTo>
                  <a:lnTo>
                    <a:pt x="6386177" y="2530772"/>
                  </a:lnTo>
                  <a:lnTo>
                    <a:pt x="6384276" y="2530772"/>
                  </a:lnTo>
                  <a:lnTo>
                    <a:pt x="6382374" y="2530772"/>
                  </a:lnTo>
                  <a:lnTo>
                    <a:pt x="6380473" y="2530772"/>
                  </a:lnTo>
                  <a:lnTo>
                    <a:pt x="6378572" y="2530772"/>
                  </a:lnTo>
                  <a:lnTo>
                    <a:pt x="6376671" y="2530772"/>
                  </a:lnTo>
                  <a:lnTo>
                    <a:pt x="6374769" y="2530772"/>
                  </a:lnTo>
                  <a:lnTo>
                    <a:pt x="6372868" y="2530772"/>
                  </a:lnTo>
                  <a:lnTo>
                    <a:pt x="6370967" y="2530772"/>
                  </a:lnTo>
                  <a:lnTo>
                    <a:pt x="6369066" y="2530772"/>
                  </a:lnTo>
                  <a:lnTo>
                    <a:pt x="6367165" y="2530772"/>
                  </a:lnTo>
                  <a:lnTo>
                    <a:pt x="6365263" y="2530772"/>
                  </a:lnTo>
                  <a:lnTo>
                    <a:pt x="6363362" y="2530772"/>
                  </a:lnTo>
                  <a:lnTo>
                    <a:pt x="6361461" y="2530772"/>
                  </a:lnTo>
                  <a:lnTo>
                    <a:pt x="6359560" y="2530772"/>
                  </a:lnTo>
                  <a:lnTo>
                    <a:pt x="6357659" y="2530772"/>
                  </a:lnTo>
                  <a:lnTo>
                    <a:pt x="6355757" y="2530772"/>
                  </a:lnTo>
                  <a:lnTo>
                    <a:pt x="6353856" y="2530772"/>
                  </a:lnTo>
                  <a:lnTo>
                    <a:pt x="6351955" y="2530772"/>
                  </a:lnTo>
                  <a:lnTo>
                    <a:pt x="6350054" y="2530772"/>
                  </a:lnTo>
                  <a:lnTo>
                    <a:pt x="6348152" y="2530772"/>
                  </a:lnTo>
                  <a:lnTo>
                    <a:pt x="6346251" y="2530772"/>
                  </a:lnTo>
                  <a:lnTo>
                    <a:pt x="6344350" y="2530772"/>
                  </a:lnTo>
                  <a:lnTo>
                    <a:pt x="6342449" y="2530772"/>
                  </a:lnTo>
                  <a:lnTo>
                    <a:pt x="6340548" y="2530772"/>
                  </a:lnTo>
                  <a:lnTo>
                    <a:pt x="6338646" y="2530772"/>
                  </a:lnTo>
                  <a:lnTo>
                    <a:pt x="6336745" y="2530772"/>
                  </a:lnTo>
                  <a:lnTo>
                    <a:pt x="6334844" y="2530772"/>
                  </a:lnTo>
                  <a:lnTo>
                    <a:pt x="6332943" y="2530772"/>
                  </a:lnTo>
                  <a:lnTo>
                    <a:pt x="6331042" y="2530772"/>
                  </a:lnTo>
                  <a:lnTo>
                    <a:pt x="6329140" y="2530772"/>
                  </a:lnTo>
                  <a:lnTo>
                    <a:pt x="6327239" y="2530772"/>
                  </a:lnTo>
                  <a:lnTo>
                    <a:pt x="6325338" y="2530772"/>
                  </a:lnTo>
                  <a:lnTo>
                    <a:pt x="6323437" y="2530772"/>
                  </a:lnTo>
                  <a:lnTo>
                    <a:pt x="6321535" y="2530772"/>
                  </a:lnTo>
                  <a:lnTo>
                    <a:pt x="6319634" y="2530772"/>
                  </a:lnTo>
                  <a:lnTo>
                    <a:pt x="6317733" y="2530772"/>
                  </a:lnTo>
                  <a:lnTo>
                    <a:pt x="6315832" y="2530772"/>
                  </a:lnTo>
                  <a:lnTo>
                    <a:pt x="6313931" y="2530772"/>
                  </a:lnTo>
                  <a:lnTo>
                    <a:pt x="6312029" y="2530772"/>
                  </a:lnTo>
                  <a:lnTo>
                    <a:pt x="6310128" y="2530772"/>
                  </a:lnTo>
                  <a:lnTo>
                    <a:pt x="6308227" y="2530772"/>
                  </a:lnTo>
                  <a:lnTo>
                    <a:pt x="6306326" y="2530772"/>
                  </a:lnTo>
                  <a:lnTo>
                    <a:pt x="6304425" y="2530772"/>
                  </a:lnTo>
                  <a:lnTo>
                    <a:pt x="6302523" y="2530772"/>
                  </a:lnTo>
                  <a:lnTo>
                    <a:pt x="6300622" y="2530772"/>
                  </a:lnTo>
                  <a:lnTo>
                    <a:pt x="6298721" y="2530772"/>
                  </a:lnTo>
                  <a:lnTo>
                    <a:pt x="6296820" y="2530772"/>
                  </a:lnTo>
                  <a:lnTo>
                    <a:pt x="6294918" y="2530772"/>
                  </a:lnTo>
                  <a:lnTo>
                    <a:pt x="6293017" y="2530772"/>
                  </a:lnTo>
                  <a:lnTo>
                    <a:pt x="6291116" y="2530772"/>
                  </a:lnTo>
                  <a:lnTo>
                    <a:pt x="6289215" y="2530772"/>
                  </a:lnTo>
                  <a:lnTo>
                    <a:pt x="6287314" y="2530772"/>
                  </a:lnTo>
                  <a:lnTo>
                    <a:pt x="6285412" y="2530772"/>
                  </a:lnTo>
                  <a:lnTo>
                    <a:pt x="6283511" y="2530772"/>
                  </a:lnTo>
                  <a:lnTo>
                    <a:pt x="6281610" y="2530772"/>
                  </a:lnTo>
                  <a:lnTo>
                    <a:pt x="6279709" y="2530772"/>
                  </a:lnTo>
                  <a:lnTo>
                    <a:pt x="6277808" y="2530772"/>
                  </a:lnTo>
                  <a:lnTo>
                    <a:pt x="6275906" y="2530772"/>
                  </a:lnTo>
                  <a:lnTo>
                    <a:pt x="6274005" y="2530772"/>
                  </a:lnTo>
                  <a:lnTo>
                    <a:pt x="6272104" y="2530772"/>
                  </a:lnTo>
                  <a:lnTo>
                    <a:pt x="6270203" y="2530772"/>
                  </a:lnTo>
                  <a:lnTo>
                    <a:pt x="6268301" y="2530772"/>
                  </a:lnTo>
                  <a:lnTo>
                    <a:pt x="6266400" y="2530772"/>
                  </a:lnTo>
                  <a:lnTo>
                    <a:pt x="6264499" y="2530772"/>
                  </a:lnTo>
                  <a:lnTo>
                    <a:pt x="6262598" y="2530772"/>
                  </a:lnTo>
                  <a:lnTo>
                    <a:pt x="6260697" y="2530772"/>
                  </a:lnTo>
                  <a:lnTo>
                    <a:pt x="6258795" y="2530772"/>
                  </a:lnTo>
                  <a:lnTo>
                    <a:pt x="6256894" y="2530772"/>
                  </a:lnTo>
                  <a:lnTo>
                    <a:pt x="6254993" y="2530772"/>
                  </a:lnTo>
                  <a:lnTo>
                    <a:pt x="6253092" y="2530772"/>
                  </a:lnTo>
                  <a:lnTo>
                    <a:pt x="6251191" y="2530772"/>
                  </a:lnTo>
                  <a:lnTo>
                    <a:pt x="6249289" y="2530772"/>
                  </a:lnTo>
                  <a:lnTo>
                    <a:pt x="6247388" y="2530772"/>
                  </a:lnTo>
                  <a:lnTo>
                    <a:pt x="6245487" y="2530772"/>
                  </a:lnTo>
                  <a:lnTo>
                    <a:pt x="6243586" y="2530772"/>
                  </a:lnTo>
                  <a:lnTo>
                    <a:pt x="6241684" y="2530772"/>
                  </a:lnTo>
                  <a:lnTo>
                    <a:pt x="6239783" y="2530772"/>
                  </a:lnTo>
                  <a:lnTo>
                    <a:pt x="6237882" y="2530772"/>
                  </a:lnTo>
                  <a:lnTo>
                    <a:pt x="6235981" y="2530772"/>
                  </a:lnTo>
                  <a:lnTo>
                    <a:pt x="6234080" y="2530772"/>
                  </a:lnTo>
                  <a:lnTo>
                    <a:pt x="6232178" y="2530772"/>
                  </a:lnTo>
                  <a:lnTo>
                    <a:pt x="6230277" y="2530772"/>
                  </a:lnTo>
                  <a:lnTo>
                    <a:pt x="6228376" y="2530772"/>
                  </a:lnTo>
                  <a:lnTo>
                    <a:pt x="6226475" y="2530772"/>
                  </a:lnTo>
                  <a:lnTo>
                    <a:pt x="6224574" y="2530772"/>
                  </a:lnTo>
                  <a:lnTo>
                    <a:pt x="6222672" y="2530772"/>
                  </a:lnTo>
                  <a:lnTo>
                    <a:pt x="6220771" y="2530772"/>
                  </a:lnTo>
                  <a:lnTo>
                    <a:pt x="6218870" y="2530772"/>
                  </a:lnTo>
                  <a:lnTo>
                    <a:pt x="6216969" y="2530772"/>
                  </a:lnTo>
                  <a:lnTo>
                    <a:pt x="6215067" y="2530772"/>
                  </a:lnTo>
                  <a:lnTo>
                    <a:pt x="6213166" y="2530772"/>
                  </a:lnTo>
                  <a:lnTo>
                    <a:pt x="6211265" y="2530772"/>
                  </a:lnTo>
                  <a:lnTo>
                    <a:pt x="6209364" y="2530772"/>
                  </a:lnTo>
                  <a:lnTo>
                    <a:pt x="6207463" y="2530772"/>
                  </a:lnTo>
                  <a:lnTo>
                    <a:pt x="6205561" y="2530772"/>
                  </a:lnTo>
                  <a:lnTo>
                    <a:pt x="6203660" y="2530772"/>
                  </a:lnTo>
                  <a:lnTo>
                    <a:pt x="6201759" y="2530772"/>
                  </a:lnTo>
                  <a:lnTo>
                    <a:pt x="6199858" y="2530772"/>
                  </a:lnTo>
                  <a:lnTo>
                    <a:pt x="6197957" y="2530772"/>
                  </a:lnTo>
                  <a:lnTo>
                    <a:pt x="6196055" y="2530772"/>
                  </a:lnTo>
                  <a:lnTo>
                    <a:pt x="6194154" y="2530772"/>
                  </a:lnTo>
                  <a:lnTo>
                    <a:pt x="6192253" y="2530772"/>
                  </a:lnTo>
                  <a:lnTo>
                    <a:pt x="6190352" y="2530772"/>
                  </a:lnTo>
                  <a:lnTo>
                    <a:pt x="6188450" y="2530772"/>
                  </a:lnTo>
                  <a:lnTo>
                    <a:pt x="6186549" y="2530772"/>
                  </a:lnTo>
                  <a:lnTo>
                    <a:pt x="6184648" y="2530772"/>
                  </a:lnTo>
                  <a:lnTo>
                    <a:pt x="6182747" y="2530772"/>
                  </a:lnTo>
                  <a:lnTo>
                    <a:pt x="6180846" y="2530772"/>
                  </a:lnTo>
                  <a:lnTo>
                    <a:pt x="6178944" y="2530772"/>
                  </a:lnTo>
                  <a:lnTo>
                    <a:pt x="6177043" y="2530772"/>
                  </a:lnTo>
                  <a:lnTo>
                    <a:pt x="6175142" y="2530772"/>
                  </a:lnTo>
                  <a:lnTo>
                    <a:pt x="6173241" y="2530772"/>
                  </a:lnTo>
                  <a:lnTo>
                    <a:pt x="6171340" y="2530772"/>
                  </a:lnTo>
                  <a:lnTo>
                    <a:pt x="6169438" y="2530772"/>
                  </a:lnTo>
                  <a:lnTo>
                    <a:pt x="6167537" y="2530772"/>
                  </a:lnTo>
                  <a:lnTo>
                    <a:pt x="6165636" y="2530772"/>
                  </a:lnTo>
                  <a:lnTo>
                    <a:pt x="6163735" y="2530772"/>
                  </a:lnTo>
                  <a:lnTo>
                    <a:pt x="6161833" y="2530772"/>
                  </a:lnTo>
                  <a:lnTo>
                    <a:pt x="6159932" y="2530772"/>
                  </a:lnTo>
                  <a:lnTo>
                    <a:pt x="6158031" y="2530772"/>
                  </a:lnTo>
                  <a:lnTo>
                    <a:pt x="6156130" y="2530772"/>
                  </a:lnTo>
                  <a:lnTo>
                    <a:pt x="6154229" y="2530772"/>
                  </a:lnTo>
                  <a:lnTo>
                    <a:pt x="6152327" y="2530772"/>
                  </a:lnTo>
                  <a:lnTo>
                    <a:pt x="6150426" y="2530772"/>
                  </a:lnTo>
                  <a:lnTo>
                    <a:pt x="6148525" y="2530772"/>
                  </a:lnTo>
                  <a:lnTo>
                    <a:pt x="6146624" y="2530772"/>
                  </a:lnTo>
                  <a:lnTo>
                    <a:pt x="6144723" y="2530772"/>
                  </a:lnTo>
                  <a:lnTo>
                    <a:pt x="6142821" y="2530772"/>
                  </a:lnTo>
                  <a:lnTo>
                    <a:pt x="6140920" y="2530772"/>
                  </a:lnTo>
                  <a:lnTo>
                    <a:pt x="6139019" y="2530772"/>
                  </a:lnTo>
                  <a:lnTo>
                    <a:pt x="6137118" y="2530772"/>
                  </a:lnTo>
                  <a:lnTo>
                    <a:pt x="6135216" y="2530772"/>
                  </a:lnTo>
                  <a:lnTo>
                    <a:pt x="6133315" y="2530772"/>
                  </a:lnTo>
                  <a:lnTo>
                    <a:pt x="6131414" y="2530772"/>
                  </a:lnTo>
                  <a:lnTo>
                    <a:pt x="6129513" y="2530772"/>
                  </a:lnTo>
                  <a:lnTo>
                    <a:pt x="6127612" y="2530772"/>
                  </a:lnTo>
                  <a:lnTo>
                    <a:pt x="6125710" y="2530772"/>
                  </a:lnTo>
                  <a:lnTo>
                    <a:pt x="6123809" y="2530772"/>
                  </a:lnTo>
                  <a:lnTo>
                    <a:pt x="6121908" y="2530772"/>
                  </a:lnTo>
                  <a:lnTo>
                    <a:pt x="6120007" y="2530772"/>
                  </a:lnTo>
                  <a:lnTo>
                    <a:pt x="6118106" y="2530772"/>
                  </a:lnTo>
                  <a:lnTo>
                    <a:pt x="6116204" y="2530772"/>
                  </a:lnTo>
                  <a:lnTo>
                    <a:pt x="6114303" y="2530772"/>
                  </a:lnTo>
                  <a:lnTo>
                    <a:pt x="6112402" y="2530772"/>
                  </a:lnTo>
                  <a:lnTo>
                    <a:pt x="6110501" y="2530772"/>
                  </a:lnTo>
                  <a:lnTo>
                    <a:pt x="6108599" y="2530772"/>
                  </a:lnTo>
                  <a:lnTo>
                    <a:pt x="6106698" y="2530772"/>
                  </a:lnTo>
                  <a:lnTo>
                    <a:pt x="6104797" y="2530772"/>
                  </a:lnTo>
                  <a:lnTo>
                    <a:pt x="6102896" y="2530772"/>
                  </a:lnTo>
                  <a:lnTo>
                    <a:pt x="6100995" y="2530772"/>
                  </a:lnTo>
                  <a:lnTo>
                    <a:pt x="6099093" y="2530772"/>
                  </a:lnTo>
                  <a:lnTo>
                    <a:pt x="6097192" y="2530772"/>
                  </a:lnTo>
                  <a:lnTo>
                    <a:pt x="6095291" y="2530772"/>
                  </a:lnTo>
                  <a:lnTo>
                    <a:pt x="6093390" y="2530772"/>
                  </a:lnTo>
                  <a:lnTo>
                    <a:pt x="6091489" y="2530772"/>
                  </a:lnTo>
                  <a:lnTo>
                    <a:pt x="6089587" y="2530772"/>
                  </a:lnTo>
                  <a:lnTo>
                    <a:pt x="6087686" y="2530772"/>
                  </a:lnTo>
                  <a:lnTo>
                    <a:pt x="6085785" y="2530772"/>
                  </a:lnTo>
                  <a:lnTo>
                    <a:pt x="6083884" y="2530772"/>
                  </a:lnTo>
                  <a:lnTo>
                    <a:pt x="6081983" y="2530772"/>
                  </a:lnTo>
                  <a:lnTo>
                    <a:pt x="6080081" y="2530772"/>
                  </a:lnTo>
                  <a:lnTo>
                    <a:pt x="6078180" y="2530772"/>
                  </a:lnTo>
                  <a:lnTo>
                    <a:pt x="6076279" y="2530772"/>
                  </a:lnTo>
                  <a:lnTo>
                    <a:pt x="6074378" y="2530772"/>
                  </a:lnTo>
                  <a:lnTo>
                    <a:pt x="6072476" y="2530772"/>
                  </a:lnTo>
                  <a:lnTo>
                    <a:pt x="6070575" y="2530772"/>
                  </a:lnTo>
                  <a:lnTo>
                    <a:pt x="6068674" y="2530772"/>
                  </a:lnTo>
                  <a:lnTo>
                    <a:pt x="6066773" y="2530772"/>
                  </a:lnTo>
                  <a:lnTo>
                    <a:pt x="6064872" y="2530772"/>
                  </a:lnTo>
                  <a:lnTo>
                    <a:pt x="6062970" y="2530772"/>
                  </a:lnTo>
                  <a:lnTo>
                    <a:pt x="6061069" y="2530772"/>
                  </a:lnTo>
                  <a:lnTo>
                    <a:pt x="6059168" y="2530772"/>
                  </a:lnTo>
                  <a:lnTo>
                    <a:pt x="6057267" y="2530772"/>
                  </a:lnTo>
                  <a:lnTo>
                    <a:pt x="6055366" y="2530772"/>
                  </a:lnTo>
                  <a:lnTo>
                    <a:pt x="6053464" y="2530772"/>
                  </a:lnTo>
                  <a:lnTo>
                    <a:pt x="6051563" y="2530772"/>
                  </a:lnTo>
                  <a:lnTo>
                    <a:pt x="6049662" y="2530772"/>
                  </a:lnTo>
                  <a:lnTo>
                    <a:pt x="6047761" y="2530772"/>
                  </a:lnTo>
                  <a:lnTo>
                    <a:pt x="6045859" y="2530772"/>
                  </a:lnTo>
                  <a:lnTo>
                    <a:pt x="6043958" y="2530772"/>
                  </a:lnTo>
                  <a:lnTo>
                    <a:pt x="6042057" y="2530772"/>
                  </a:lnTo>
                  <a:lnTo>
                    <a:pt x="6040156" y="2530772"/>
                  </a:lnTo>
                  <a:lnTo>
                    <a:pt x="6038255" y="2530772"/>
                  </a:lnTo>
                  <a:lnTo>
                    <a:pt x="6036353" y="2530772"/>
                  </a:lnTo>
                  <a:lnTo>
                    <a:pt x="6034452" y="2530772"/>
                  </a:lnTo>
                  <a:lnTo>
                    <a:pt x="6032551" y="2530772"/>
                  </a:lnTo>
                  <a:lnTo>
                    <a:pt x="6030650" y="2530772"/>
                  </a:lnTo>
                  <a:lnTo>
                    <a:pt x="6028749" y="2530772"/>
                  </a:lnTo>
                  <a:lnTo>
                    <a:pt x="6026847" y="2530772"/>
                  </a:lnTo>
                  <a:lnTo>
                    <a:pt x="6024946" y="2530772"/>
                  </a:lnTo>
                  <a:lnTo>
                    <a:pt x="6023045" y="2530772"/>
                  </a:lnTo>
                  <a:lnTo>
                    <a:pt x="6021144" y="2530772"/>
                  </a:lnTo>
                  <a:lnTo>
                    <a:pt x="6019242" y="2530772"/>
                  </a:lnTo>
                  <a:lnTo>
                    <a:pt x="6017341" y="2530772"/>
                  </a:lnTo>
                  <a:lnTo>
                    <a:pt x="6015440" y="2530772"/>
                  </a:lnTo>
                  <a:lnTo>
                    <a:pt x="6013539" y="2530772"/>
                  </a:lnTo>
                  <a:lnTo>
                    <a:pt x="6011638" y="2530772"/>
                  </a:lnTo>
                  <a:lnTo>
                    <a:pt x="6009736" y="2530772"/>
                  </a:lnTo>
                  <a:lnTo>
                    <a:pt x="6007835" y="2530772"/>
                  </a:lnTo>
                  <a:lnTo>
                    <a:pt x="6005934" y="2530772"/>
                  </a:lnTo>
                  <a:lnTo>
                    <a:pt x="6004033" y="2530772"/>
                  </a:lnTo>
                  <a:lnTo>
                    <a:pt x="6002132" y="2530772"/>
                  </a:lnTo>
                  <a:lnTo>
                    <a:pt x="6000230" y="2530772"/>
                  </a:lnTo>
                  <a:lnTo>
                    <a:pt x="5998329" y="2530772"/>
                  </a:lnTo>
                  <a:lnTo>
                    <a:pt x="5996428" y="2530772"/>
                  </a:lnTo>
                  <a:lnTo>
                    <a:pt x="5994527" y="2530772"/>
                  </a:lnTo>
                  <a:lnTo>
                    <a:pt x="5992625" y="2530772"/>
                  </a:lnTo>
                  <a:lnTo>
                    <a:pt x="5990724" y="2530772"/>
                  </a:lnTo>
                  <a:lnTo>
                    <a:pt x="5988823" y="2530772"/>
                  </a:lnTo>
                  <a:lnTo>
                    <a:pt x="5986922" y="2530772"/>
                  </a:lnTo>
                  <a:lnTo>
                    <a:pt x="5985021" y="2530772"/>
                  </a:lnTo>
                  <a:lnTo>
                    <a:pt x="5983119" y="2530772"/>
                  </a:lnTo>
                  <a:lnTo>
                    <a:pt x="5981218" y="2530772"/>
                  </a:lnTo>
                  <a:lnTo>
                    <a:pt x="5979317" y="2530772"/>
                  </a:lnTo>
                  <a:lnTo>
                    <a:pt x="5977416" y="2530772"/>
                  </a:lnTo>
                  <a:lnTo>
                    <a:pt x="5975515" y="2530772"/>
                  </a:lnTo>
                  <a:lnTo>
                    <a:pt x="5973613" y="2530772"/>
                  </a:lnTo>
                  <a:lnTo>
                    <a:pt x="5971712" y="2530772"/>
                  </a:lnTo>
                  <a:lnTo>
                    <a:pt x="5969811" y="2530772"/>
                  </a:lnTo>
                  <a:lnTo>
                    <a:pt x="5967910" y="2530772"/>
                  </a:lnTo>
                  <a:lnTo>
                    <a:pt x="5966008" y="2530772"/>
                  </a:lnTo>
                  <a:lnTo>
                    <a:pt x="5964107" y="2530772"/>
                  </a:lnTo>
                  <a:lnTo>
                    <a:pt x="5962206" y="2530772"/>
                  </a:lnTo>
                  <a:lnTo>
                    <a:pt x="5960305" y="2530772"/>
                  </a:lnTo>
                  <a:lnTo>
                    <a:pt x="5958404" y="2530772"/>
                  </a:lnTo>
                  <a:lnTo>
                    <a:pt x="5956502" y="2530772"/>
                  </a:lnTo>
                  <a:lnTo>
                    <a:pt x="5954601" y="2530772"/>
                  </a:lnTo>
                  <a:lnTo>
                    <a:pt x="5952700" y="2530772"/>
                  </a:lnTo>
                  <a:lnTo>
                    <a:pt x="5950799" y="2530772"/>
                  </a:lnTo>
                  <a:lnTo>
                    <a:pt x="5948898" y="2530772"/>
                  </a:lnTo>
                  <a:lnTo>
                    <a:pt x="5946996" y="2530772"/>
                  </a:lnTo>
                  <a:lnTo>
                    <a:pt x="5945095" y="2530772"/>
                  </a:lnTo>
                  <a:lnTo>
                    <a:pt x="5943194" y="2530772"/>
                  </a:lnTo>
                  <a:lnTo>
                    <a:pt x="5941293" y="2530772"/>
                  </a:lnTo>
                  <a:lnTo>
                    <a:pt x="5939391" y="2530772"/>
                  </a:lnTo>
                  <a:lnTo>
                    <a:pt x="5937490" y="2530772"/>
                  </a:lnTo>
                  <a:lnTo>
                    <a:pt x="5935589" y="2530772"/>
                  </a:lnTo>
                  <a:lnTo>
                    <a:pt x="5933688" y="2530772"/>
                  </a:lnTo>
                  <a:lnTo>
                    <a:pt x="5931787" y="2530772"/>
                  </a:lnTo>
                  <a:lnTo>
                    <a:pt x="5929885" y="2530772"/>
                  </a:lnTo>
                  <a:lnTo>
                    <a:pt x="5927984" y="2530772"/>
                  </a:lnTo>
                  <a:lnTo>
                    <a:pt x="5926083" y="2530772"/>
                  </a:lnTo>
                  <a:lnTo>
                    <a:pt x="5924182" y="2530772"/>
                  </a:lnTo>
                  <a:lnTo>
                    <a:pt x="5922281" y="2530772"/>
                  </a:lnTo>
                  <a:lnTo>
                    <a:pt x="5920379" y="2530772"/>
                  </a:lnTo>
                  <a:lnTo>
                    <a:pt x="5918478" y="2530772"/>
                  </a:lnTo>
                  <a:lnTo>
                    <a:pt x="5916577" y="2530772"/>
                  </a:lnTo>
                  <a:lnTo>
                    <a:pt x="5914676" y="2530772"/>
                  </a:lnTo>
                  <a:lnTo>
                    <a:pt x="5912774" y="2530772"/>
                  </a:lnTo>
                  <a:lnTo>
                    <a:pt x="5910873" y="2530772"/>
                  </a:lnTo>
                  <a:lnTo>
                    <a:pt x="5908972" y="2530772"/>
                  </a:lnTo>
                  <a:lnTo>
                    <a:pt x="5907071" y="2530772"/>
                  </a:lnTo>
                  <a:lnTo>
                    <a:pt x="5905170" y="2530772"/>
                  </a:lnTo>
                  <a:lnTo>
                    <a:pt x="5903268" y="2530772"/>
                  </a:lnTo>
                  <a:lnTo>
                    <a:pt x="5901367" y="2530772"/>
                  </a:lnTo>
                  <a:lnTo>
                    <a:pt x="5899466" y="2530772"/>
                  </a:lnTo>
                  <a:lnTo>
                    <a:pt x="5897565" y="2530772"/>
                  </a:lnTo>
                  <a:lnTo>
                    <a:pt x="5895664" y="2530772"/>
                  </a:lnTo>
                  <a:lnTo>
                    <a:pt x="5893762" y="2530772"/>
                  </a:lnTo>
                  <a:lnTo>
                    <a:pt x="5891861" y="2530772"/>
                  </a:lnTo>
                  <a:lnTo>
                    <a:pt x="5889960" y="2530772"/>
                  </a:lnTo>
                  <a:lnTo>
                    <a:pt x="5888059" y="2530772"/>
                  </a:lnTo>
                  <a:lnTo>
                    <a:pt x="5886157" y="2530772"/>
                  </a:lnTo>
                  <a:lnTo>
                    <a:pt x="5884256" y="2530772"/>
                  </a:lnTo>
                  <a:lnTo>
                    <a:pt x="5882355" y="2530772"/>
                  </a:lnTo>
                  <a:lnTo>
                    <a:pt x="5880454" y="2530772"/>
                  </a:lnTo>
                  <a:lnTo>
                    <a:pt x="5878553" y="2530772"/>
                  </a:lnTo>
                  <a:lnTo>
                    <a:pt x="5876651" y="2530772"/>
                  </a:lnTo>
                  <a:lnTo>
                    <a:pt x="5874750" y="2530772"/>
                  </a:lnTo>
                  <a:lnTo>
                    <a:pt x="5872849" y="2530772"/>
                  </a:lnTo>
                  <a:lnTo>
                    <a:pt x="5870948" y="2530772"/>
                  </a:lnTo>
                  <a:lnTo>
                    <a:pt x="5869047" y="2530772"/>
                  </a:lnTo>
                  <a:lnTo>
                    <a:pt x="5867145" y="2530772"/>
                  </a:lnTo>
                  <a:lnTo>
                    <a:pt x="5865244" y="2530772"/>
                  </a:lnTo>
                  <a:lnTo>
                    <a:pt x="5863343" y="2530772"/>
                  </a:lnTo>
                  <a:lnTo>
                    <a:pt x="5861442" y="2530772"/>
                  </a:lnTo>
                  <a:lnTo>
                    <a:pt x="5859540" y="2530772"/>
                  </a:lnTo>
                  <a:lnTo>
                    <a:pt x="5857639" y="2530772"/>
                  </a:lnTo>
                  <a:lnTo>
                    <a:pt x="5855738" y="2530772"/>
                  </a:lnTo>
                  <a:lnTo>
                    <a:pt x="5853837" y="2530772"/>
                  </a:lnTo>
                  <a:lnTo>
                    <a:pt x="5851936" y="2530772"/>
                  </a:lnTo>
                  <a:lnTo>
                    <a:pt x="5850034" y="2530772"/>
                  </a:lnTo>
                  <a:lnTo>
                    <a:pt x="5848133" y="2530772"/>
                  </a:lnTo>
                  <a:lnTo>
                    <a:pt x="5846232" y="2530772"/>
                  </a:lnTo>
                  <a:lnTo>
                    <a:pt x="5844331" y="2530772"/>
                  </a:lnTo>
                  <a:lnTo>
                    <a:pt x="5842430" y="2530772"/>
                  </a:lnTo>
                  <a:lnTo>
                    <a:pt x="5840528" y="2530772"/>
                  </a:lnTo>
                  <a:lnTo>
                    <a:pt x="5838627" y="2530772"/>
                  </a:lnTo>
                  <a:lnTo>
                    <a:pt x="5836726" y="2530772"/>
                  </a:lnTo>
                  <a:lnTo>
                    <a:pt x="5834825" y="2530772"/>
                  </a:lnTo>
                  <a:lnTo>
                    <a:pt x="5832923" y="2530772"/>
                  </a:lnTo>
                  <a:lnTo>
                    <a:pt x="5831022" y="2530772"/>
                  </a:lnTo>
                  <a:lnTo>
                    <a:pt x="5829121" y="2530772"/>
                  </a:lnTo>
                  <a:lnTo>
                    <a:pt x="5827220" y="2530772"/>
                  </a:lnTo>
                  <a:lnTo>
                    <a:pt x="5825319" y="2530772"/>
                  </a:lnTo>
                  <a:lnTo>
                    <a:pt x="5823417" y="2530772"/>
                  </a:lnTo>
                  <a:lnTo>
                    <a:pt x="5821516" y="2530772"/>
                  </a:lnTo>
                  <a:lnTo>
                    <a:pt x="5819615" y="2530772"/>
                  </a:lnTo>
                  <a:lnTo>
                    <a:pt x="5817714" y="2530772"/>
                  </a:lnTo>
                  <a:lnTo>
                    <a:pt x="5815813" y="2530772"/>
                  </a:lnTo>
                  <a:lnTo>
                    <a:pt x="5813911" y="2530772"/>
                  </a:lnTo>
                  <a:lnTo>
                    <a:pt x="5812010" y="2530772"/>
                  </a:lnTo>
                  <a:lnTo>
                    <a:pt x="5810109" y="2530772"/>
                  </a:lnTo>
                  <a:lnTo>
                    <a:pt x="5808208" y="2530772"/>
                  </a:lnTo>
                  <a:lnTo>
                    <a:pt x="5806307" y="2530772"/>
                  </a:lnTo>
                  <a:lnTo>
                    <a:pt x="5804405" y="2530772"/>
                  </a:lnTo>
                  <a:lnTo>
                    <a:pt x="5802504" y="2530772"/>
                  </a:lnTo>
                  <a:lnTo>
                    <a:pt x="5800603" y="2530772"/>
                  </a:lnTo>
                  <a:lnTo>
                    <a:pt x="5798702" y="2530772"/>
                  </a:lnTo>
                  <a:lnTo>
                    <a:pt x="5796800" y="2530772"/>
                  </a:lnTo>
                  <a:lnTo>
                    <a:pt x="5794899" y="2530772"/>
                  </a:lnTo>
                  <a:lnTo>
                    <a:pt x="5792998" y="2530772"/>
                  </a:lnTo>
                  <a:lnTo>
                    <a:pt x="5791097" y="2530772"/>
                  </a:lnTo>
                  <a:lnTo>
                    <a:pt x="5789196" y="2530772"/>
                  </a:lnTo>
                  <a:lnTo>
                    <a:pt x="5787294" y="2530772"/>
                  </a:lnTo>
                  <a:lnTo>
                    <a:pt x="5785393" y="2530772"/>
                  </a:lnTo>
                  <a:lnTo>
                    <a:pt x="5783492" y="2530772"/>
                  </a:lnTo>
                  <a:lnTo>
                    <a:pt x="5781591" y="2530772"/>
                  </a:lnTo>
                  <a:lnTo>
                    <a:pt x="5779690" y="2530772"/>
                  </a:lnTo>
                  <a:lnTo>
                    <a:pt x="5777788" y="2530772"/>
                  </a:lnTo>
                  <a:lnTo>
                    <a:pt x="5775887" y="2530772"/>
                  </a:lnTo>
                  <a:lnTo>
                    <a:pt x="5773986" y="2530772"/>
                  </a:lnTo>
                  <a:lnTo>
                    <a:pt x="5772085" y="2530772"/>
                  </a:lnTo>
                  <a:lnTo>
                    <a:pt x="5770183" y="2530772"/>
                  </a:lnTo>
                  <a:lnTo>
                    <a:pt x="5768282" y="2530772"/>
                  </a:lnTo>
                  <a:lnTo>
                    <a:pt x="5766381" y="2530772"/>
                  </a:lnTo>
                  <a:lnTo>
                    <a:pt x="5764480" y="2530772"/>
                  </a:lnTo>
                  <a:lnTo>
                    <a:pt x="5762579" y="2530772"/>
                  </a:lnTo>
                  <a:lnTo>
                    <a:pt x="5760677" y="2530772"/>
                  </a:lnTo>
                  <a:lnTo>
                    <a:pt x="5758776" y="2530772"/>
                  </a:lnTo>
                  <a:lnTo>
                    <a:pt x="5756875" y="2530772"/>
                  </a:lnTo>
                  <a:lnTo>
                    <a:pt x="5754974" y="2530772"/>
                  </a:lnTo>
                  <a:lnTo>
                    <a:pt x="5753073" y="2530772"/>
                  </a:lnTo>
                  <a:lnTo>
                    <a:pt x="5751171" y="2530772"/>
                  </a:lnTo>
                  <a:lnTo>
                    <a:pt x="5749270" y="2530772"/>
                  </a:lnTo>
                  <a:lnTo>
                    <a:pt x="5747369" y="2530772"/>
                  </a:lnTo>
                  <a:lnTo>
                    <a:pt x="5745468" y="2530772"/>
                  </a:lnTo>
                  <a:lnTo>
                    <a:pt x="5743566" y="2530772"/>
                  </a:lnTo>
                  <a:lnTo>
                    <a:pt x="5741665" y="2530772"/>
                  </a:lnTo>
                  <a:lnTo>
                    <a:pt x="5739764" y="2530772"/>
                  </a:lnTo>
                  <a:lnTo>
                    <a:pt x="5737863" y="2530772"/>
                  </a:lnTo>
                  <a:lnTo>
                    <a:pt x="5735962" y="2530772"/>
                  </a:lnTo>
                  <a:lnTo>
                    <a:pt x="5734060" y="2530772"/>
                  </a:lnTo>
                  <a:lnTo>
                    <a:pt x="5732159" y="2530772"/>
                  </a:lnTo>
                  <a:lnTo>
                    <a:pt x="5730258" y="2530772"/>
                  </a:lnTo>
                  <a:lnTo>
                    <a:pt x="5728357" y="2530772"/>
                  </a:lnTo>
                  <a:lnTo>
                    <a:pt x="5726456" y="2530772"/>
                  </a:lnTo>
                  <a:lnTo>
                    <a:pt x="5724554" y="2530772"/>
                  </a:lnTo>
                  <a:lnTo>
                    <a:pt x="5722653" y="2530772"/>
                  </a:lnTo>
                  <a:lnTo>
                    <a:pt x="5720752" y="2530772"/>
                  </a:lnTo>
                  <a:lnTo>
                    <a:pt x="5718851" y="2530772"/>
                  </a:lnTo>
                  <a:lnTo>
                    <a:pt x="5716949" y="2530772"/>
                  </a:lnTo>
                  <a:lnTo>
                    <a:pt x="5715048" y="2530772"/>
                  </a:lnTo>
                  <a:lnTo>
                    <a:pt x="5713147" y="2530772"/>
                  </a:lnTo>
                  <a:lnTo>
                    <a:pt x="5711246" y="2530772"/>
                  </a:lnTo>
                  <a:lnTo>
                    <a:pt x="5709345" y="2530772"/>
                  </a:lnTo>
                  <a:lnTo>
                    <a:pt x="5707443" y="2530772"/>
                  </a:lnTo>
                  <a:lnTo>
                    <a:pt x="5705542" y="2530772"/>
                  </a:lnTo>
                  <a:lnTo>
                    <a:pt x="5703641" y="2530772"/>
                  </a:lnTo>
                  <a:lnTo>
                    <a:pt x="5701740" y="2530772"/>
                  </a:lnTo>
                  <a:lnTo>
                    <a:pt x="5699839" y="2530772"/>
                  </a:lnTo>
                  <a:lnTo>
                    <a:pt x="5697937" y="2530772"/>
                  </a:lnTo>
                  <a:lnTo>
                    <a:pt x="5696036" y="2530772"/>
                  </a:lnTo>
                  <a:lnTo>
                    <a:pt x="5694135" y="2530772"/>
                  </a:lnTo>
                  <a:lnTo>
                    <a:pt x="5692234" y="2530772"/>
                  </a:lnTo>
                  <a:lnTo>
                    <a:pt x="5690332" y="2530772"/>
                  </a:lnTo>
                  <a:lnTo>
                    <a:pt x="5688431" y="2530772"/>
                  </a:lnTo>
                  <a:lnTo>
                    <a:pt x="5686530" y="2530772"/>
                  </a:lnTo>
                  <a:lnTo>
                    <a:pt x="5684629" y="2530772"/>
                  </a:lnTo>
                  <a:lnTo>
                    <a:pt x="5682728" y="2530772"/>
                  </a:lnTo>
                  <a:lnTo>
                    <a:pt x="5680826" y="2530772"/>
                  </a:lnTo>
                  <a:lnTo>
                    <a:pt x="5678925" y="2530772"/>
                  </a:lnTo>
                  <a:lnTo>
                    <a:pt x="5677024" y="2530772"/>
                  </a:lnTo>
                  <a:lnTo>
                    <a:pt x="5675123" y="2530772"/>
                  </a:lnTo>
                  <a:lnTo>
                    <a:pt x="5673222" y="2530772"/>
                  </a:lnTo>
                  <a:lnTo>
                    <a:pt x="5671320" y="2530772"/>
                  </a:lnTo>
                  <a:lnTo>
                    <a:pt x="5669419" y="2530772"/>
                  </a:lnTo>
                  <a:lnTo>
                    <a:pt x="5667518" y="2530772"/>
                  </a:lnTo>
                  <a:lnTo>
                    <a:pt x="5665617" y="2530772"/>
                  </a:lnTo>
                  <a:lnTo>
                    <a:pt x="5663715" y="2530772"/>
                  </a:lnTo>
                  <a:lnTo>
                    <a:pt x="5661814" y="2530772"/>
                  </a:lnTo>
                  <a:lnTo>
                    <a:pt x="5659913" y="2530772"/>
                  </a:lnTo>
                  <a:lnTo>
                    <a:pt x="5658012" y="2530772"/>
                  </a:lnTo>
                  <a:lnTo>
                    <a:pt x="5656111" y="2530772"/>
                  </a:lnTo>
                  <a:lnTo>
                    <a:pt x="5654209" y="2530772"/>
                  </a:lnTo>
                  <a:lnTo>
                    <a:pt x="5652308" y="2530772"/>
                  </a:lnTo>
                  <a:lnTo>
                    <a:pt x="5650407" y="2530772"/>
                  </a:lnTo>
                  <a:lnTo>
                    <a:pt x="5648506" y="2530772"/>
                  </a:lnTo>
                  <a:lnTo>
                    <a:pt x="5646605" y="2530772"/>
                  </a:lnTo>
                  <a:lnTo>
                    <a:pt x="5644703" y="2530772"/>
                  </a:lnTo>
                  <a:lnTo>
                    <a:pt x="5642802" y="2530772"/>
                  </a:lnTo>
                  <a:lnTo>
                    <a:pt x="5640901" y="2530772"/>
                  </a:lnTo>
                  <a:lnTo>
                    <a:pt x="5639000" y="2530772"/>
                  </a:lnTo>
                  <a:lnTo>
                    <a:pt x="5637098" y="2530772"/>
                  </a:lnTo>
                  <a:lnTo>
                    <a:pt x="5635197" y="2530772"/>
                  </a:lnTo>
                  <a:lnTo>
                    <a:pt x="5633296" y="2530772"/>
                  </a:lnTo>
                  <a:lnTo>
                    <a:pt x="5631395" y="2530772"/>
                  </a:lnTo>
                  <a:lnTo>
                    <a:pt x="5629494" y="2530772"/>
                  </a:lnTo>
                  <a:lnTo>
                    <a:pt x="5627592" y="2530772"/>
                  </a:lnTo>
                  <a:lnTo>
                    <a:pt x="5625691" y="2530772"/>
                  </a:lnTo>
                  <a:lnTo>
                    <a:pt x="5623790" y="2530772"/>
                  </a:lnTo>
                  <a:lnTo>
                    <a:pt x="5621889" y="2530772"/>
                  </a:lnTo>
                  <a:lnTo>
                    <a:pt x="5619988" y="2530772"/>
                  </a:lnTo>
                  <a:lnTo>
                    <a:pt x="5618086" y="2530772"/>
                  </a:lnTo>
                  <a:lnTo>
                    <a:pt x="5616185" y="2530772"/>
                  </a:lnTo>
                  <a:lnTo>
                    <a:pt x="5614284" y="2530772"/>
                  </a:lnTo>
                  <a:lnTo>
                    <a:pt x="5612383" y="2530772"/>
                  </a:lnTo>
                  <a:lnTo>
                    <a:pt x="5610481" y="2530772"/>
                  </a:lnTo>
                  <a:lnTo>
                    <a:pt x="5608580" y="2530772"/>
                  </a:lnTo>
                  <a:lnTo>
                    <a:pt x="5606679" y="2530772"/>
                  </a:lnTo>
                  <a:lnTo>
                    <a:pt x="5604778" y="2530772"/>
                  </a:lnTo>
                  <a:lnTo>
                    <a:pt x="5602877" y="2530772"/>
                  </a:lnTo>
                  <a:lnTo>
                    <a:pt x="5600975" y="2530772"/>
                  </a:lnTo>
                  <a:lnTo>
                    <a:pt x="5599074" y="2530772"/>
                  </a:lnTo>
                  <a:lnTo>
                    <a:pt x="5597173" y="2530772"/>
                  </a:lnTo>
                  <a:lnTo>
                    <a:pt x="5595272" y="2530772"/>
                  </a:lnTo>
                  <a:lnTo>
                    <a:pt x="5593371" y="2530772"/>
                  </a:lnTo>
                  <a:lnTo>
                    <a:pt x="5591469" y="2530772"/>
                  </a:lnTo>
                  <a:lnTo>
                    <a:pt x="5589568" y="2530772"/>
                  </a:lnTo>
                  <a:lnTo>
                    <a:pt x="5587667" y="2530772"/>
                  </a:lnTo>
                  <a:lnTo>
                    <a:pt x="5585766" y="2530772"/>
                  </a:lnTo>
                  <a:lnTo>
                    <a:pt x="5583864" y="2530772"/>
                  </a:lnTo>
                  <a:lnTo>
                    <a:pt x="5581963" y="2530772"/>
                  </a:lnTo>
                  <a:lnTo>
                    <a:pt x="5580062" y="2530772"/>
                  </a:lnTo>
                  <a:lnTo>
                    <a:pt x="5578161" y="2530772"/>
                  </a:lnTo>
                  <a:lnTo>
                    <a:pt x="5576260" y="2530772"/>
                  </a:lnTo>
                  <a:lnTo>
                    <a:pt x="5574358" y="2530772"/>
                  </a:lnTo>
                  <a:lnTo>
                    <a:pt x="5572457" y="2530772"/>
                  </a:lnTo>
                  <a:lnTo>
                    <a:pt x="5570556" y="2530772"/>
                  </a:lnTo>
                  <a:lnTo>
                    <a:pt x="5568655" y="2530772"/>
                  </a:lnTo>
                  <a:lnTo>
                    <a:pt x="5566754" y="2530772"/>
                  </a:lnTo>
                  <a:lnTo>
                    <a:pt x="5564852" y="2530772"/>
                  </a:lnTo>
                  <a:lnTo>
                    <a:pt x="5562951" y="2530772"/>
                  </a:lnTo>
                  <a:lnTo>
                    <a:pt x="5561050" y="2530772"/>
                  </a:lnTo>
                  <a:lnTo>
                    <a:pt x="5559149" y="2530772"/>
                  </a:lnTo>
                  <a:lnTo>
                    <a:pt x="5557247" y="2530772"/>
                  </a:lnTo>
                  <a:lnTo>
                    <a:pt x="5555346" y="2530772"/>
                  </a:lnTo>
                  <a:lnTo>
                    <a:pt x="5553445" y="2530772"/>
                  </a:lnTo>
                  <a:lnTo>
                    <a:pt x="5551544" y="2530772"/>
                  </a:lnTo>
                  <a:lnTo>
                    <a:pt x="5549643" y="2530772"/>
                  </a:lnTo>
                  <a:lnTo>
                    <a:pt x="5547741" y="2530772"/>
                  </a:lnTo>
                  <a:lnTo>
                    <a:pt x="5545840" y="2530772"/>
                  </a:lnTo>
                  <a:lnTo>
                    <a:pt x="5543939" y="2530772"/>
                  </a:lnTo>
                  <a:lnTo>
                    <a:pt x="5542038" y="2530772"/>
                  </a:lnTo>
                  <a:lnTo>
                    <a:pt x="5540137" y="2530772"/>
                  </a:lnTo>
                  <a:lnTo>
                    <a:pt x="5538235" y="2530772"/>
                  </a:lnTo>
                  <a:lnTo>
                    <a:pt x="5536334" y="2530772"/>
                  </a:lnTo>
                  <a:lnTo>
                    <a:pt x="5534433" y="2530772"/>
                  </a:lnTo>
                  <a:lnTo>
                    <a:pt x="5532532" y="2530772"/>
                  </a:lnTo>
                  <a:lnTo>
                    <a:pt x="5530630" y="2530772"/>
                  </a:lnTo>
                  <a:lnTo>
                    <a:pt x="5528729" y="2530772"/>
                  </a:lnTo>
                  <a:lnTo>
                    <a:pt x="5526828" y="2530772"/>
                  </a:lnTo>
                  <a:lnTo>
                    <a:pt x="5524927" y="2530772"/>
                  </a:lnTo>
                  <a:lnTo>
                    <a:pt x="5523026" y="2530772"/>
                  </a:lnTo>
                  <a:lnTo>
                    <a:pt x="5521124" y="2530772"/>
                  </a:lnTo>
                  <a:lnTo>
                    <a:pt x="5519223" y="2530772"/>
                  </a:lnTo>
                  <a:lnTo>
                    <a:pt x="5517322" y="2530772"/>
                  </a:lnTo>
                  <a:lnTo>
                    <a:pt x="5515421" y="2530772"/>
                  </a:lnTo>
                  <a:lnTo>
                    <a:pt x="5513520" y="2530772"/>
                  </a:lnTo>
                  <a:lnTo>
                    <a:pt x="5511618" y="2530772"/>
                  </a:lnTo>
                  <a:lnTo>
                    <a:pt x="5509717" y="2530772"/>
                  </a:lnTo>
                  <a:lnTo>
                    <a:pt x="5507816" y="2530772"/>
                  </a:lnTo>
                  <a:lnTo>
                    <a:pt x="5505915" y="2530772"/>
                  </a:lnTo>
                  <a:lnTo>
                    <a:pt x="5504014" y="2530772"/>
                  </a:lnTo>
                  <a:lnTo>
                    <a:pt x="5502112" y="2530772"/>
                  </a:lnTo>
                  <a:lnTo>
                    <a:pt x="5500211" y="2530772"/>
                  </a:lnTo>
                  <a:lnTo>
                    <a:pt x="5498310" y="2530772"/>
                  </a:lnTo>
                  <a:lnTo>
                    <a:pt x="5496409" y="2530772"/>
                  </a:lnTo>
                  <a:lnTo>
                    <a:pt x="5494507" y="2530772"/>
                  </a:lnTo>
                  <a:lnTo>
                    <a:pt x="5492606" y="2530772"/>
                  </a:lnTo>
                  <a:lnTo>
                    <a:pt x="5490705" y="2530772"/>
                  </a:lnTo>
                  <a:lnTo>
                    <a:pt x="5488804" y="2530772"/>
                  </a:lnTo>
                  <a:lnTo>
                    <a:pt x="5486903" y="2530772"/>
                  </a:lnTo>
                  <a:lnTo>
                    <a:pt x="5485001" y="2530772"/>
                  </a:lnTo>
                  <a:lnTo>
                    <a:pt x="5483100" y="2530772"/>
                  </a:lnTo>
                  <a:lnTo>
                    <a:pt x="5481199" y="2530772"/>
                  </a:lnTo>
                  <a:lnTo>
                    <a:pt x="5479298" y="2530772"/>
                  </a:lnTo>
                  <a:lnTo>
                    <a:pt x="5477397" y="2530772"/>
                  </a:lnTo>
                  <a:lnTo>
                    <a:pt x="5475495" y="2530772"/>
                  </a:lnTo>
                  <a:lnTo>
                    <a:pt x="5473594" y="2530772"/>
                  </a:lnTo>
                  <a:lnTo>
                    <a:pt x="5471693" y="2530772"/>
                  </a:lnTo>
                  <a:lnTo>
                    <a:pt x="5469792" y="2530772"/>
                  </a:lnTo>
                  <a:lnTo>
                    <a:pt x="5467890" y="2530772"/>
                  </a:lnTo>
                  <a:lnTo>
                    <a:pt x="5465989" y="2530772"/>
                  </a:lnTo>
                  <a:lnTo>
                    <a:pt x="5464088" y="2530772"/>
                  </a:lnTo>
                  <a:lnTo>
                    <a:pt x="5462187" y="2530772"/>
                  </a:lnTo>
                  <a:lnTo>
                    <a:pt x="5460286" y="2530772"/>
                  </a:lnTo>
                  <a:lnTo>
                    <a:pt x="5458384" y="2530772"/>
                  </a:lnTo>
                  <a:lnTo>
                    <a:pt x="5456483" y="2530772"/>
                  </a:lnTo>
                  <a:lnTo>
                    <a:pt x="5454582" y="2530772"/>
                  </a:lnTo>
                  <a:lnTo>
                    <a:pt x="5452681" y="2530772"/>
                  </a:lnTo>
                  <a:lnTo>
                    <a:pt x="5450780" y="2530772"/>
                  </a:lnTo>
                  <a:lnTo>
                    <a:pt x="5448878" y="2530772"/>
                  </a:lnTo>
                  <a:lnTo>
                    <a:pt x="5446977" y="2530772"/>
                  </a:lnTo>
                  <a:lnTo>
                    <a:pt x="5445076" y="2530772"/>
                  </a:lnTo>
                  <a:lnTo>
                    <a:pt x="5443175" y="2530772"/>
                  </a:lnTo>
                  <a:lnTo>
                    <a:pt x="5441273" y="2530772"/>
                  </a:lnTo>
                  <a:lnTo>
                    <a:pt x="5439372" y="2530772"/>
                  </a:lnTo>
                  <a:lnTo>
                    <a:pt x="5437471" y="2530772"/>
                  </a:lnTo>
                  <a:lnTo>
                    <a:pt x="5435570" y="2530772"/>
                  </a:lnTo>
                  <a:lnTo>
                    <a:pt x="5433669" y="2530772"/>
                  </a:lnTo>
                  <a:lnTo>
                    <a:pt x="5431767" y="2530772"/>
                  </a:lnTo>
                  <a:lnTo>
                    <a:pt x="5429866" y="2530772"/>
                  </a:lnTo>
                  <a:lnTo>
                    <a:pt x="5427965" y="2530772"/>
                  </a:lnTo>
                  <a:lnTo>
                    <a:pt x="5426064" y="2530772"/>
                  </a:lnTo>
                  <a:lnTo>
                    <a:pt x="5424163" y="2530772"/>
                  </a:lnTo>
                  <a:lnTo>
                    <a:pt x="5422261" y="2530772"/>
                  </a:lnTo>
                  <a:lnTo>
                    <a:pt x="5420360" y="2530772"/>
                  </a:lnTo>
                  <a:lnTo>
                    <a:pt x="5418459" y="2530772"/>
                  </a:lnTo>
                  <a:lnTo>
                    <a:pt x="5416558" y="2530772"/>
                  </a:lnTo>
                  <a:lnTo>
                    <a:pt x="5414656" y="2530772"/>
                  </a:lnTo>
                  <a:lnTo>
                    <a:pt x="5412755" y="2530772"/>
                  </a:lnTo>
                  <a:lnTo>
                    <a:pt x="5410854" y="2530772"/>
                  </a:lnTo>
                  <a:lnTo>
                    <a:pt x="5408953" y="2530772"/>
                  </a:lnTo>
                  <a:lnTo>
                    <a:pt x="5407052" y="2530772"/>
                  </a:lnTo>
                  <a:lnTo>
                    <a:pt x="5405150" y="2530772"/>
                  </a:lnTo>
                  <a:lnTo>
                    <a:pt x="5403249" y="2530772"/>
                  </a:lnTo>
                  <a:lnTo>
                    <a:pt x="5401348" y="2530772"/>
                  </a:lnTo>
                  <a:lnTo>
                    <a:pt x="5399447" y="2530772"/>
                  </a:lnTo>
                  <a:lnTo>
                    <a:pt x="5397546" y="2530772"/>
                  </a:lnTo>
                  <a:lnTo>
                    <a:pt x="5395644" y="2530772"/>
                  </a:lnTo>
                  <a:lnTo>
                    <a:pt x="5393743" y="2530772"/>
                  </a:lnTo>
                  <a:lnTo>
                    <a:pt x="5391842" y="2530772"/>
                  </a:lnTo>
                  <a:lnTo>
                    <a:pt x="5389941" y="2530772"/>
                  </a:lnTo>
                  <a:lnTo>
                    <a:pt x="5388039" y="2530772"/>
                  </a:lnTo>
                  <a:lnTo>
                    <a:pt x="5386138" y="2530772"/>
                  </a:lnTo>
                  <a:lnTo>
                    <a:pt x="5384237" y="2530772"/>
                  </a:lnTo>
                  <a:lnTo>
                    <a:pt x="5382336" y="2530772"/>
                  </a:lnTo>
                  <a:lnTo>
                    <a:pt x="5380435" y="2530772"/>
                  </a:lnTo>
                  <a:lnTo>
                    <a:pt x="5378533" y="2530772"/>
                  </a:lnTo>
                  <a:lnTo>
                    <a:pt x="5376632" y="2530772"/>
                  </a:lnTo>
                  <a:lnTo>
                    <a:pt x="5374731" y="2530772"/>
                  </a:lnTo>
                  <a:lnTo>
                    <a:pt x="5372830" y="2530772"/>
                  </a:lnTo>
                  <a:lnTo>
                    <a:pt x="5370929" y="2530772"/>
                  </a:lnTo>
                  <a:lnTo>
                    <a:pt x="5369027" y="2530772"/>
                  </a:lnTo>
                  <a:lnTo>
                    <a:pt x="5367126" y="2530772"/>
                  </a:lnTo>
                  <a:lnTo>
                    <a:pt x="5365225" y="2530772"/>
                  </a:lnTo>
                  <a:lnTo>
                    <a:pt x="5363324" y="2530772"/>
                  </a:lnTo>
                  <a:lnTo>
                    <a:pt x="5361422" y="2530772"/>
                  </a:lnTo>
                  <a:lnTo>
                    <a:pt x="5359521" y="2530772"/>
                  </a:lnTo>
                  <a:lnTo>
                    <a:pt x="5357620" y="2530772"/>
                  </a:lnTo>
                  <a:lnTo>
                    <a:pt x="5355719" y="2530772"/>
                  </a:lnTo>
                  <a:lnTo>
                    <a:pt x="5353818" y="2530772"/>
                  </a:lnTo>
                  <a:lnTo>
                    <a:pt x="5351916" y="2530772"/>
                  </a:lnTo>
                  <a:lnTo>
                    <a:pt x="5350015" y="2530772"/>
                  </a:lnTo>
                  <a:lnTo>
                    <a:pt x="5348114" y="2530772"/>
                  </a:lnTo>
                  <a:lnTo>
                    <a:pt x="5346213" y="2530772"/>
                  </a:lnTo>
                  <a:lnTo>
                    <a:pt x="5344312" y="2530772"/>
                  </a:lnTo>
                  <a:lnTo>
                    <a:pt x="5342410" y="2530772"/>
                  </a:lnTo>
                  <a:lnTo>
                    <a:pt x="5340509" y="2530772"/>
                  </a:lnTo>
                  <a:lnTo>
                    <a:pt x="5338608" y="2530772"/>
                  </a:lnTo>
                  <a:lnTo>
                    <a:pt x="5336707" y="2530772"/>
                  </a:lnTo>
                  <a:lnTo>
                    <a:pt x="5334805" y="2530772"/>
                  </a:lnTo>
                  <a:lnTo>
                    <a:pt x="5332904" y="2530772"/>
                  </a:lnTo>
                  <a:lnTo>
                    <a:pt x="5331003" y="2530772"/>
                  </a:lnTo>
                  <a:lnTo>
                    <a:pt x="5329102" y="2530772"/>
                  </a:lnTo>
                  <a:lnTo>
                    <a:pt x="5327201" y="2530772"/>
                  </a:lnTo>
                  <a:lnTo>
                    <a:pt x="5325299" y="2530772"/>
                  </a:lnTo>
                  <a:lnTo>
                    <a:pt x="5323398" y="2530772"/>
                  </a:lnTo>
                  <a:lnTo>
                    <a:pt x="5321497" y="2530772"/>
                  </a:lnTo>
                  <a:lnTo>
                    <a:pt x="5319596" y="2530772"/>
                  </a:lnTo>
                  <a:lnTo>
                    <a:pt x="5317695" y="2530772"/>
                  </a:lnTo>
                  <a:lnTo>
                    <a:pt x="5315793" y="2530772"/>
                  </a:lnTo>
                  <a:lnTo>
                    <a:pt x="5313892" y="2530772"/>
                  </a:lnTo>
                  <a:lnTo>
                    <a:pt x="5311991" y="2530772"/>
                  </a:lnTo>
                  <a:lnTo>
                    <a:pt x="5310090" y="2530772"/>
                  </a:lnTo>
                  <a:lnTo>
                    <a:pt x="5308188" y="2530772"/>
                  </a:lnTo>
                  <a:lnTo>
                    <a:pt x="5306287" y="2530772"/>
                  </a:lnTo>
                  <a:lnTo>
                    <a:pt x="5304386" y="2530772"/>
                  </a:lnTo>
                  <a:lnTo>
                    <a:pt x="5302485" y="2530772"/>
                  </a:lnTo>
                  <a:lnTo>
                    <a:pt x="5300584" y="2530772"/>
                  </a:lnTo>
                  <a:lnTo>
                    <a:pt x="5298682" y="2530772"/>
                  </a:lnTo>
                  <a:lnTo>
                    <a:pt x="5296781" y="2530772"/>
                  </a:lnTo>
                  <a:lnTo>
                    <a:pt x="5294880" y="2530772"/>
                  </a:lnTo>
                  <a:lnTo>
                    <a:pt x="5292979" y="2530772"/>
                  </a:lnTo>
                  <a:lnTo>
                    <a:pt x="5291078" y="2530772"/>
                  </a:lnTo>
                  <a:lnTo>
                    <a:pt x="5289176" y="2530772"/>
                  </a:lnTo>
                  <a:lnTo>
                    <a:pt x="5287275" y="2530772"/>
                  </a:lnTo>
                  <a:lnTo>
                    <a:pt x="5285374" y="2530772"/>
                  </a:lnTo>
                  <a:lnTo>
                    <a:pt x="5283473" y="2530772"/>
                  </a:lnTo>
                  <a:lnTo>
                    <a:pt x="5281571" y="2530772"/>
                  </a:lnTo>
                  <a:lnTo>
                    <a:pt x="5279670" y="2530772"/>
                  </a:lnTo>
                  <a:lnTo>
                    <a:pt x="5277769" y="2530772"/>
                  </a:lnTo>
                  <a:lnTo>
                    <a:pt x="5275868" y="2530772"/>
                  </a:lnTo>
                  <a:lnTo>
                    <a:pt x="5273967" y="2530772"/>
                  </a:lnTo>
                  <a:lnTo>
                    <a:pt x="5272065" y="2530772"/>
                  </a:lnTo>
                  <a:lnTo>
                    <a:pt x="5270164" y="2530772"/>
                  </a:lnTo>
                  <a:lnTo>
                    <a:pt x="5268263" y="2530772"/>
                  </a:lnTo>
                  <a:lnTo>
                    <a:pt x="5266362" y="2530772"/>
                  </a:lnTo>
                  <a:lnTo>
                    <a:pt x="5264461" y="2530772"/>
                  </a:lnTo>
                  <a:lnTo>
                    <a:pt x="5262559" y="2530772"/>
                  </a:lnTo>
                  <a:lnTo>
                    <a:pt x="5260658" y="2530772"/>
                  </a:lnTo>
                  <a:lnTo>
                    <a:pt x="5258757" y="2530772"/>
                  </a:lnTo>
                  <a:lnTo>
                    <a:pt x="5256856" y="2530772"/>
                  </a:lnTo>
                  <a:lnTo>
                    <a:pt x="5254954" y="2530772"/>
                  </a:lnTo>
                  <a:lnTo>
                    <a:pt x="5253053" y="2530772"/>
                  </a:lnTo>
                  <a:lnTo>
                    <a:pt x="5251152" y="2530772"/>
                  </a:lnTo>
                  <a:lnTo>
                    <a:pt x="5249251" y="2530772"/>
                  </a:lnTo>
                  <a:lnTo>
                    <a:pt x="5247350" y="2530772"/>
                  </a:lnTo>
                  <a:lnTo>
                    <a:pt x="5245448" y="2530772"/>
                  </a:lnTo>
                  <a:lnTo>
                    <a:pt x="5243547" y="2530772"/>
                  </a:lnTo>
                  <a:lnTo>
                    <a:pt x="5241646" y="2530772"/>
                  </a:lnTo>
                  <a:lnTo>
                    <a:pt x="5239745" y="2530772"/>
                  </a:lnTo>
                  <a:lnTo>
                    <a:pt x="5237844" y="2530772"/>
                  </a:lnTo>
                  <a:lnTo>
                    <a:pt x="5235942" y="2530772"/>
                  </a:lnTo>
                  <a:lnTo>
                    <a:pt x="5234041" y="2530772"/>
                  </a:lnTo>
                  <a:lnTo>
                    <a:pt x="5232140" y="2530772"/>
                  </a:lnTo>
                  <a:lnTo>
                    <a:pt x="5230239" y="2530772"/>
                  </a:lnTo>
                  <a:lnTo>
                    <a:pt x="5228338" y="2530772"/>
                  </a:lnTo>
                  <a:lnTo>
                    <a:pt x="5226436" y="2530772"/>
                  </a:lnTo>
                  <a:lnTo>
                    <a:pt x="5224535" y="2530772"/>
                  </a:lnTo>
                  <a:lnTo>
                    <a:pt x="5222634" y="2530772"/>
                  </a:lnTo>
                  <a:lnTo>
                    <a:pt x="5220733" y="2530772"/>
                  </a:lnTo>
                  <a:lnTo>
                    <a:pt x="5218831" y="2530772"/>
                  </a:lnTo>
                  <a:lnTo>
                    <a:pt x="5216930" y="2530772"/>
                  </a:lnTo>
                  <a:lnTo>
                    <a:pt x="5215029" y="2530772"/>
                  </a:lnTo>
                  <a:lnTo>
                    <a:pt x="5213128" y="2530772"/>
                  </a:lnTo>
                  <a:lnTo>
                    <a:pt x="5211227" y="2530772"/>
                  </a:lnTo>
                  <a:lnTo>
                    <a:pt x="5209325" y="2530772"/>
                  </a:lnTo>
                  <a:lnTo>
                    <a:pt x="5207424" y="2530772"/>
                  </a:lnTo>
                  <a:lnTo>
                    <a:pt x="5205523" y="2530772"/>
                  </a:lnTo>
                  <a:lnTo>
                    <a:pt x="5203622" y="2530772"/>
                  </a:lnTo>
                  <a:lnTo>
                    <a:pt x="5201721" y="2530772"/>
                  </a:lnTo>
                  <a:lnTo>
                    <a:pt x="5199819" y="2530772"/>
                  </a:lnTo>
                  <a:lnTo>
                    <a:pt x="5197918" y="2530772"/>
                  </a:lnTo>
                  <a:lnTo>
                    <a:pt x="5196017" y="2530772"/>
                  </a:lnTo>
                  <a:lnTo>
                    <a:pt x="5194116" y="2530772"/>
                  </a:lnTo>
                  <a:lnTo>
                    <a:pt x="5192214" y="2530772"/>
                  </a:lnTo>
                  <a:lnTo>
                    <a:pt x="5190313" y="2530772"/>
                  </a:lnTo>
                  <a:lnTo>
                    <a:pt x="5188412" y="2530772"/>
                  </a:lnTo>
                  <a:lnTo>
                    <a:pt x="5186511" y="2530772"/>
                  </a:lnTo>
                  <a:lnTo>
                    <a:pt x="5184610" y="2530772"/>
                  </a:lnTo>
                  <a:lnTo>
                    <a:pt x="5182708" y="2530772"/>
                  </a:lnTo>
                  <a:lnTo>
                    <a:pt x="5180807" y="2530772"/>
                  </a:lnTo>
                  <a:lnTo>
                    <a:pt x="5178906" y="2530772"/>
                  </a:lnTo>
                  <a:lnTo>
                    <a:pt x="5177005" y="2530772"/>
                  </a:lnTo>
                  <a:lnTo>
                    <a:pt x="5175104" y="2530772"/>
                  </a:lnTo>
                  <a:lnTo>
                    <a:pt x="5173202" y="2530772"/>
                  </a:lnTo>
                  <a:lnTo>
                    <a:pt x="5171301" y="2530772"/>
                  </a:lnTo>
                  <a:lnTo>
                    <a:pt x="5169400" y="2530772"/>
                  </a:lnTo>
                  <a:lnTo>
                    <a:pt x="5167499" y="2530772"/>
                  </a:lnTo>
                  <a:lnTo>
                    <a:pt x="5165597" y="2530772"/>
                  </a:lnTo>
                  <a:lnTo>
                    <a:pt x="5163696" y="2530772"/>
                  </a:lnTo>
                  <a:lnTo>
                    <a:pt x="5161795" y="2530772"/>
                  </a:lnTo>
                  <a:lnTo>
                    <a:pt x="5159894" y="2530772"/>
                  </a:lnTo>
                  <a:lnTo>
                    <a:pt x="5157993" y="2530772"/>
                  </a:lnTo>
                  <a:lnTo>
                    <a:pt x="5156091" y="2530772"/>
                  </a:lnTo>
                  <a:lnTo>
                    <a:pt x="5154190" y="2530772"/>
                  </a:lnTo>
                  <a:lnTo>
                    <a:pt x="5152289" y="2530772"/>
                  </a:lnTo>
                  <a:lnTo>
                    <a:pt x="5150388" y="2530772"/>
                  </a:lnTo>
                  <a:lnTo>
                    <a:pt x="5148487" y="2530772"/>
                  </a:lnTo>
                  <a:lnTo>
                    <a:pt x="5146585" y="2530772"/>
                  </a:lnTo>
                  <a:lnTo>
                    <a:pt x="5144684" y="2530772"/>
                  </a:lnTo>
                  <a:lnTo>
                    <a:pt x="5142783" y="2530772"/>
                  </a:lnTo>
                  <a:lnTo>
                    <a:pt x="5140882" y="2530772"/>
                  </a:lnTo>
                  <a:lnTo>
                    <a:pt x="5138980" y="2530772"/>
                  </a:lnTo>
                  <a:lnTo>
                    <a:pt x="5137079" y="2530772"/>
                  </a:lnTo>
                  <a:lnTo>
                    <a:pt x="5135178" y="2530772"/>
                  </a:lnTo>
                  <a:lnTo>
                    <a:pt x="5133277" y="2530772"/>
                  </a:lnTo>
                  <a:lnTo>
                    <a:pt x="5131376" y="2530772"/>
                  </a:lnTo>
                  <a:lnTo>
                    <a:pt x="5129474" y="2530772"/>
                  </a:lnTo>
                  <a:lnTo>
                    <a:pt x="5127573" y="2530772"/>
                  </a:lnTo>
                  <a:lnTo>
                    <a:pt x="5125672" y="2530772"/>
                  </a:lnTo>
                  <a:lnTo>
                    <a:pt x="5123771" y="2530772"/>
                  </a:lnTo>
                  <a:lnTo>
                    <a:pt x="5121870" y="2530772"/>
                  </a:lnTo>
                  <a:lnTo>
                    <a:pt x="5119968" y="2530772"/>
                  </a:lnTo>
                  <a:lnTo>
                    <a:pt x="5118067" y="2530772"/>
                  </a:lnTo>
                  <a:lnTo>
                    <a:pt x="5116166" y="2530772"/>
                  </a:lnTo>
                  <a:lnTo>
                    <a:pt x="5114265" y="2530772"/>
                  </a:lnTo>
                  <a:lnTo>
                    <a:pt x="5112363" y="2530772"/>
                  </a:lnTo>
                  <a:lnTo>
                    <a:pt x="5110462" y="2530772"/>
                  </a:lnTo>
                  <a:lnTo>
                    <a:pt x="5108561" y="2530772"/>
                  </a:lnTo>
                  <a:lnTo>
                    <a:pt x="5106660" y="2530772"/>
                  </a:lnTo>
                  <a:lnTo>
                    <a:pt x="5104759" y="2530772"/>
                  </a:lnTo>
                  <a:lnTo>
                    <a:pt x="5102857" y="2530772"/>
                  </a:lnTo>
                  <a:lnTo>
                    <a:pt x="5100956" y="2530772"/>
                  </a:lnTo>
                  <a:lnTo>
                    <a:pt x="5099055" y="2530772"/>
                  </a:lnTo>
                  <a:lnTo>
                    <a:pt x="5097154" y="2530772"/>
                  </a:lnTo>
                  <a:lnTo>
                    <a:pt x="5095253" y="2530772"/>
                  </a:lnTo>
                  <a:lnTo>
                    <a:pt x="5093351" y="2530772"/>
                  </a:lnTo>
                  <a:lnTo>
                    <a:pt x="5091450" y="2530772"/>
                  </a:lnTo>
                  <a:lnTo>
                    <a:pt x="5089549" y="2530772"/>
                  </a:lnTo>
                  <a:lnTo>
                    <a:pt x="5087648" y="2530772"/>
                  </a:lnTo>
                  <a:lnTo>
                    <a:pt x="5085746" y="2530772"/>
                  </a:lnTo>
                  <a:lnTo>
                    <a:pt x="5083845" y="2530772"/>
                  </a:lnTo>
                  <a:lnTo>
                    <a:pt x="5081944" y="2530772"/>
                  </a:lnTo>
                  <a:lnTo>
                    <a:pt x="5080043" y="2530772"/>
                  </a:lnTo>
                  <a:lnTo>
                    <a:pt x="5078142" y="2530772"/>
                  </a:lnTo>
                  <a:lnTo>
                    <a:pt x="5076240" y="2530772"/>
                  </a:lnTo>
                  <a:lnTo>
                    <a:pt x="5074339" y="2530772"/>
                  </a:lnTo>
                  <a:lnTo>
                    <a:pt x="5072438" y="2530772"/>
                  </a:lnTo>
                  <a:lnTo>
                    <a:pt x="5070537" y="2530772"/>
                  </a:lnTo>
                  <a:lnTo>
                    <a:pt x="5068636" y="2530772"/>
                  </a:lnTo>
                  <a:lnTo>
                    <a:pt x="5066734" y="2530772"/>
                  </a:lnTo>
                  <a:lnTo>
                    <a:pt x="5064833" y="2530772"/>
                  </a:lnTo>
                  <a:lnTo>
                    <a:pt x="5062932" y="2530772"/>
                  </a:lnTo>
                  <a:lnTo>
                    <a:pt x="5061031" y="2530772"/>
                  </a:lnTo>
                  <a:lnTo>
                    <a:pt x="5059129" y="2530772"/>
                  </a:lnTo>
                  <a:lnTo>
                    <a:pt x="5057228" y="2530772"/>
                  </a:lnTo>
                  <a:lnTo>
                    <a:pt x="5055327" y="2530772"/>
                  </a:lnTo>
                  <a:lnTo>
                    <a:pt x="5053426" y="2530772"/>
                  </a:lnTo>
                  <a:lnTo>
                    <a:pt x="5051525" y="2530772"/>
                  </a:lnTo>
                  <a:lnTo>
                    <a:pt x="5049623" y="2530772"/>
                  </a:lnTo>
                  <a:lnTo>
                    <a:pt x="5047722" y="2530772"/>
                  </a:lnTo>
                  <a:lnTo>
                    <a:pt x="5045821" y="2530772"/>
                  </a:lnTo>
                  <a:lnTo>
                    <a:pt x="5043920" y="2530772"/>
                  </a:lnTo>
                  <a:lnTo>
                    <a:pt x="5042019" y="2530772"/>
                  </a:lnTo>
                  <a:lnTo>
                    <a:pt x="5040117" y="2530772"/>
                  </a:lnTo>
                  <a:lnTo>
                    <a:pt x="5038216" y="2530772"/>
                  </a:lnTo>
                  <a:lnTo>
                    <a:pt x="5036315" y="2530772"/>
                  </a:lnTo>
                  <a:lnTo>
                    <a:pt x="5034414" y="2530772"/>
                  </a:lnTo>
                  <a:lnTo>
                    <a:pt x="5032512" y="2530772"/>
                  </a:lnTo>
                  <a:lnTo>
                    <a:pt x="5030611" y="2530772"/>
                  </a:lnTo>
                  <a:lnTo>
                    <a:pt x="5028710" y="2530772"/>
                  </a:lnTo>
                  <a:lnTo>
                    <a:pt x="5026809" y="2530772"/>
                  </a:lnTo>
                  <a:lnTo>
                    <a:pt x="5024908" y="2530772"/>
                  </a:lnTo>
                  <a:lnTo>
                    <a:pt x="5023006" y="2530772"/>
                  </a:lnTo>
                  <a:lnTo>
                    <a:pt x="5021105" y="2530772"/>
                  </a:lnTo>
                  <a:lnTo>
                    <a:pt x="5019204" y="2530772"/>
                  </a:lnTo>
                  <a:lnTo>
                    <a:pt x="5017303" y="2530772"/>
                  </a:lnTo>
                  <a:lnTo>
                    <a:pt x="5015402" y="2530772"/>
                  </a:lnTo>
                  <a:lnTo>
                    <a:pt x="5013500" y="2530772"/>
                  </a:lnTo>
                  <a:lnTo>
                    <a:pt x="5011599" y="2530772"/>
                  </a:lnTo>
                  <a:lnTo>
                    <a:pt x="5009698" y="2530772"/>
                  </a:lnTo>
                  <a:lnTo>
                    <a:pt x="5007797" y="2530772"/>
                  </a:lnTo>
                  <a:lnTo>
                    <a:pt x="5005895" y="2530772"/>
                  </a:lnTo>
                  <a:lnTo>
                    <a:pt x="5003994" y="2530772"/>
                  </a:lnTo>
                  <a:lnTo>
                    <a:pt x="5002093" y="2530772"/>
                  </a:lnTo>
                  <a:lnTo>
                    <a:pt x="5000192" y="2530772"/>
                  </a:lnTo>
                  <a:lnTo>
                    <a:pt x="4998291" y="2530772"/>
                  </a:lnTo>
                  <a:lnTo>
                    <a:pt x="4996389" y="2530772"/>
                  </a:lnTo>
                  <a:lnTo>
                    <a:pt x="4994488" y="2530772"/>
                  </a:lnTo>
                  <a:lnTo>
                    <a:pt x="4992587" y="2530772"/>
                  </a:lnTo>
                  <a:lnTo>
                    <a:pt x="4990686" y="2530772"/>
                  </a:lnTo>
                  <a:lnTo>
                    <a:pt x="4988785" y="2530772"/>
                  </a:lnTo>
                  <a:lnTo>
                    <a:pt x="4986883" y="2530772"/>
                  </a:lnTo>
                  <a:lnTo>
                    <a:pt x="4984982" y="2530772"/>
                  </a:lnTo>
                  <a:lnTo>
                    <a:pt x="4983081" y="2530772"/>
                  </a:lnTo>
                  <a:lnTo>
                    <a:pt x="4981180" y="2530772"/>
                  </a:lnTo>
                  <a:lnTo>
                    <a:pt x="4979278" y="2530772"/>
                  </a:lnTo>
                  <a:lnTo>
                    <a:pt x="4977377" y="2530772"/>
                  </a:lnTo>
                  <a:lnTo>
                    <a:pt x="4975476" y="2530772"/>
                  </a:lnTo>
                  <a:lnTo>
                    <a:pt x="4973575" y="2530772"/>
                  </a:lnTo>
                  <a:lnTo>
                    <a:pt x="4971674" y="2530772"/>
                  </a:lnTo>
                  <a:lnTo>
                    <a:pt x="4969772" y="2530772"/>
                  </a:lnTo>
                  <a:lnTo>
                    <a:pt x="4967871" y="2530772"/>
                  </a:lnTo>
                  <a:lnTo>
                    <a:pt x="4965970" y="2530772"/>
                  </a:lnTo>
                  <a:lnTo>
                    <a:pt x="4964069" y="2530772"/>
                  </a:lnTo>
                  <a:lnTo>
                    <a:pt x="4962168" y="2530772"/>
                  </a:lnTo>
                  <a:lnTo>
                    <a:pt x="4960266" y="2530772"/>
                  </a:lnTo>
                  <a:lnTo>
                    <a:pt x="4958365" y="2530772"/>
                  </a:lnTo>
                  <a:lnTo>
                    <a:pt x="4956464" y="2530772"/>
                  </a:lnTo>
                  <a:lnTo>
                    <a:pt x="4954563" y="2530772"/>
                  </a:lnTo>
                  <a:lnTo>
                    <a:pt x="4952661" y="2530772"/>
                  </a:lnTo>
                  <a:lnTo>
                    <a:pt x="4950760" y="2530772"/>
                  </a:lnTo>
                  <a:lnTo>
                    <a:pt x="4948859" y="2530772"/>
                  </a:lnTo>
                  <a:lnTo>
                    <a:pt x="4946958" y="2530772"/>
                  </a:lnTo>
                  <a:lnTo>
                    <a:pt x="4945057" y="2530772"/>
                  </a:lnTo>
                  <a:lnTo>
                    <a:pt x="4943155" y="2530772"/>
                  </a:lnTo>
                  <a:lnTo>
                    <a:pt x="4941254" y="2530772"/>
                  </a:lnTo>
                  <a:lnTo>
                    <a:pt x="4939353" y="2530772"/>
                  </a:lnTo>
                  <a:lnTo>
                    <a:pt x="4937452" y="2530772"/>
                  </a:lnTo>
                  <a:lnTo>
                    <a:pt x="4935551" y="2530772"/>
                  </a:lnTo>
                  <a:lnTo>
                    <a:pt x="4933649" y="2530772"/>
                  </a:lnTo>
                  <a:lnTo>
                    <a:pt x="4931748" y="2530772"/>
                  </a:lnTo>
                  <a:lnTo>
                    <a:pt x="4929847" y="2530772"/>
                  </a:lnTo>
                  <a:lnTo>
                    <a:pt x="4927946" y="2530772"/>
                  </a:lnTo>
                  <a:lnTo>
                    <a:pt x="4926045" y="2530772"/>
                  </a:lnTo>
                  <a:lnTo>
                    <a:pt x="4924143" y="2530772"/>
                  </a:lnTo>
                  <a:lnTo>
                    <a:pt x="4922242" y="2530772"/>
                  </a:lnTo>
                  <a:lnTo>
                    <a:pt x="4920341" y="2530772"/>
                  </a:lnTo>
                  <a:lnTo>
                    <a:pt x="4918440" y="2530772"/>
                  </a:lnTo>
                  <a:lnTo>
                    <a:pt x="4916538" y="2530772"/>
                  </a:lnTo>
                  <a:lnTo>
                    <a:pt x="4914637" y="2530772"/>
                  </a:lnTo>
                  <a:lnTo>
                    <a:pt x="4912736" y="2530772"/>
                  </a:lnTo>
                  <a:lnTo>
                    <a:pt x="4910835" y="2530772"/>
                  </a:lnTo>
                  <a:lnTo>
                    <a:pt x="4908934" y="2530772"/>
                  </a:lnTo>
                  <a:lnTo>
                    <a:pt x="4907032" y="2530772"/>
                  </a:lnTo>
                  <a:lnTo>
                    <a:pt x="4905131" y="2530772"/>
                  </a:lnTo>
                  <a:lnTo>
                    <a:pt x="4903230" y="2530772"/>
                  </a:lnTo>
                  <a:lnTo>
                    <a:pt x="4901329" y="2530772"/>
                  </a:lnTo>
                  <a:lnTo>
                    <a:pt x="4899428" y="2530772"/>
                  </a:lnTo>
                  <a:lnTo>
                    <a:pt x="4897526" y="2530772"/>
                  </a:lnTo>
                  <a:lnTo>
                    <a:pt x="4895625" y="2530772"/>
                  </a:lnTo>
                  <a:lnTo>
                    <a:pt x="4893724" y="2530772"/>
                  </a:lnTo>
                  <a:lnTo>
                    <a:pt x="4891823" y="2530772"/>
                  </a:lnTo>
                  <a:lnTo>
                    <a:pt x="4889921" y="2530772"/>
                  </a:lnTo>
                  <a:lnTo>
                    <a:pt x="4888020" y="2530772"/>
                  </a:lnTo>
                  <a:lnTo>
                    <a:pt x="4886119" y="2530772"/>
                  </a:lnTo>
                  <a:lnTo>
                    <a:pt x="4884218" y="2530772"/>
                  </a:lnTo>
                  <a:lnTo>
                    <a:pt x="4882317" y="2530772"/>
                  </a:lnTo>
                  <a:lnTo>
                    <a:pt x="4880415" y="2530772"/>
                  </a:lnTo>
                  <a:lnTo>
                    <a:pt x="4878514" y="2530772"/>
                  </a:lnTo>
                  <a:lnTo>
                    <a:pt x="4876613" y="2530772"/>
                  </a:lnTo>
                  <a:lnTo>
                    <a:pt x="4874712" y="2530772"/>
                  </a:lnTo>
                  <a:lnTo>
                    <a:pt x="4872811" y="2530772"/>
                  </a:lnTo>
                  <a:lnTo>
                    <a:pt x="4870909" y="2530772"/>
                  </a:lnTo>
                  <a:lnTo>
                    <a:pt x="4869008" y="2530772"/>
                  </a:lnTo>
                  <a:lnTo>
                    <a:pt x="4867107" y="2530772"/>
                  </a:lnTo>
                  <a:lnTo>
                    <a:pt x="4865206" y="2530772"/>
                  </a:lnTo>
                  <a:lnTo>
                    <a:pt x="4863304" y="2530772"/>
                  </a:lnTo>
                  <a:lnTo>
                    <a:pt x="4861403" y="2530772"/>
                  </a:lnTo>
                  <a:lnTo>
                    <a:pt x="4859502" y="2530772"/>
                  </a:lnTo>
                  <a:lnTo>
                    <a:pt x="4857601" y="2530772"/>
                  </a:lnTo>
                  <a:lnTo>
                    <a:pt x="4855700" y="2530772"/>
                  </a:lnTo>
                  <a:lnTo>
                    <a:pt x="4853798" y="2530772"/>
                  </a:lnTo>
                  <a:lnTo>
                    <a:pt x="4851897" y="2530772"/>
                  </a:lnTo>
                  <a:lnTo>
                    <a:pt x="4849996" y="2530772"/>
                  </a:lnTo>
                  <a:lnTo>
                    <a:pt x="4848095" y="2530772"/>
                  </a:lnTo>
                  <a:lnTo>
                    <a:pt x="4846194" y="2530772"/>
                  </a:lnTo>
                  <a:lnTo>
                    <a:pt x="4844292" y="2530772"/>
                  </a:lnTo>
                  <a:lnTo>
                    <a:pt x="4842391" y="2530772"/>
                  </a:lnTo>
                  <a:lnTo>
                    <a:pt x="4840490" y="2530772"/>
                  </a:lnTo>
                  <a:lnTo>
                    <a:pt x="4838589" y="2530772"/>
                  </a:lnTo>
                  <a:lnTo>
                    <a:pt x="4836687" y="2530772"/>
                  </a:lnTo>
                  <a:lnTo>
                    <a:pt x="4834786" y="2530772"/>
                  </a:lnTo>
                  <a:lnTo>
                    <a:pt x="4832885" y="2530772"/>
                  </a:lnTo>
                  <a:lnTo>
                    <a:pt x="4830984" y="2530772"/>
                  </a:lnTo>
                  <a:lnTo>
                    <a:pt x="4829083" y="2530772"/>
                  </a:lnTo>
                  <a:lnTo>
                    <a:pt x="4827181" y="2530772"/>
                  </a:lnTo>
                  <a:lnTo>
                    <a:pt x="4825280" y="2530772"/>
                  </a:lnTo>
                  <a:lnTo>
                    <a:pt x="4823379" y="2530772"/>
                  </a:lnTo>
                  <a:lnTo>
                    <a:pt x="4821478" y="2530772"/>
                  </a:lnTo>
                  <a:lnTo>
                    <a:pt x="4819577" y="2530772"/>
                  </a:lnTo>
                  <a:lnTo>
                    <a:pt x="4817675" y="2530772"/>
                  </a:lnTo>
                  <a:lnTo>
                    <a:pt x="4815774" y="2530772"/>
                  </a:lnTo>
                  <a:lnTo>
                    <a:pt x="4813873" y="2530772"/>
                  </a:lnTo>
                  <a:lnTo>
                    <a:pt x="4811972" y="2530772"/>
                  </a:lnTo>
                  <a:lnTo>
                    <a:pt x="4810070" y="2530772"/>
                  </a:lnTo>
                  <a:lnTo>
                    <a:pt x="4808169" y="2530772"/>
                  </a:lnTo>
                  <a:lnTo>
                    <a:pt x="4806268" y="2530772"/>
                  </a:lnTo>
                  <a:lnTo>
                    <a:pt x="4804367" y="2530772"/>
                  </a:lnTo>
                  <a:lnTo>
                    <a:pt x="4802466" y="2530772"/>
                  </a:lnTo>
                  <a:lnTo>
                    <a:pt x="4800564" y="2530772"/>
                  </a:lnTo>
                  <a:lnTo>
                    <a:pt x="4798663" y="2530772"/>
                  </a:lnTo>
                  <a:lnTo>
                    <a:pt x="4796762" y="2530772"/>
                  </a:lnTo>
                  <a:lnTo>
                    <a:pt x="4794861" y="2530772"/>
                  </a:lnTo>
                  <a:lnTo>
                    <a:pt x="4792960" y="2530772"/>
                  </a:lnTo>
                  <a:lnTo>
                    <a:pt x="4791058" y="2530772"/>
                  </a:lnTo>
                  <a:lnTo>
                    <a:pt x="4789157" y="2530772"/>
                  </a:lnTo>
                  <a:lnTo>
                    <a:pt x="4787256" y="2530772"/>
                  </a:lnTo>
                  <a:lnTo>
                    <a:pt x="4785355" y="2530772"/>
                  </a:lnTo>
                  <a:lnTo>
                    <a:pt x="4783453" y="2530772"/>
                  </a:lnTo>
                  <a:lnTo>
                    <a:pt x="4781552" y="2530772"/>
                  </a:lnTo>
                  <a:lnTo>
                    <a:pt x="4779651" y="2530772"/>
                  </a:lnTo>
                  <a:lnTo>
                    <a:pt x="4777750" y="2530772"/>
                  </a:lnTo>
                  <a:lnTo>
                    <a:pt x="4775849" y="2530772"/>
                  </a:lnTo>
                  <a:lnTo>
                    <a:pt x="4773947" y="2530772"/>
                  </a:lnTo>
                  <a:lnTo>
                    <a:pt x="4772046" y="2530772"/>
                  </a:lnTo>
                  <a:lnTo>
                    <a:pt x="4770145" y="2530772"/>
                  </a:lnTo>
                  <a:lnTo>
                    <a:pt x="4768244" y="2530772"/>
                  </a:lnTo>
                  <a:lnTo>
                    <a:pt x="4766343" y="2530772"/>
                  </a:lnTo>
                  <a:lnTo>
                    <a:pt x="4764441" y="2530772"/>
                  </a:lnTo>
                  <a:lnTo>
                    <a:pt x="4762540" y="2530772"/>
                  </a:lnTo>
                  <a:lnTo>
                    <a:pt x="4760639" y="2530772"/>
                  </a:lnTo>
                  <a:lnTo>
                    <a:pt x="4758738" y="2530772"/>
                  </a:lnTo>
                  <a:lnTo>
                    <a:pt x="4756836" y="2530772"/>
                  </a:lnTo>
                  <a:lnTo>
                    <a:pt x="4754935" y="2530772"/>
                  </a:lnTo>
                  <a:lnTo>
                    <a:pt x="4753034" y="2530772"/>
                  </a:lnTo>
                  <a:lnTo>
                    <a:pt x="4751133" y="2530772"/>
                  </a:lnTo>
                  <a:lnTo>
                    <a:pt x="4749232" y="2530772"/>
                  </a:lnTo>
                  <a:lnTo>
                    <a:pt x="4747330" y="2530772"/>
                  </a:lnTo>
                  <a:lnTo>
                    <a:pt x="4745429" y="2530772"/>
                  </a:lnTo>
                  <a:lnTo>
                    <a:pt x="4743528" y="2530772"/>
                  </a:lnTo>
                  <a:lnTo>
                    <a:pt x="4741627" y="2530772"/>
                  </a:lnTo>
                  <a:lnTo>
                    <a:pt x="4739726" y="2530772"/>
                  </a:lnTo>
                  <a:lnTo>
                    <a:pt x="4737824" y="2530772"/>
                  </a:lnTo>
                  <a:lnTo>
                    <a:pt x="4735923" y="2530772"/>
                  </a:lnTo>
                  <a:lnTo>
                    <a:pt x="4734022" y="2530772"/>
                  </a:lnTo>
                  <a:lnTo>
                    <a:pt x="4732121" y="2530772"/>
                  </a:lnTo>
                  <a:lnTo>
                    <a:pt x="4730219" y="2530772"/>
                  </a:lnTo>
                  <a:lnTo>
                    <a:pt x="4728318" y="2530772"/>
                  </a:lnTo>
                  <a:lnTo>
                    <a:pt x="4726417" y="2530772"/>
                  </a:lnTo>
                  <a:lnTo>
                    <a:pt x="4724516" y="2530772"/>
                  </a:lnTo>
                  <a:lnTo>
                    <a:pt x="4722615" y="2530772"/>
                  </a:lnTo>
                  <a:lnTo>
                    <a:pt x="4720713" y="2530772"/>
                  </a:lnTo>
                  <a:lnTo>
                    <a:pt x="4718812" y="2530772"/>
                  </a:lnTo>
                  <a:lnTo>
                    <a:pt x="4716911" y="2530772"/>
                  </a:lnTo>
                  <a:lnTo>
                    <a:pt x="4715010" y="2530772"/>
                  </a:lnTo>
                  <a:lnTo>
                    <a:pt x="4713109" y="2530772"/>
                  </a:lnTo>
                  <a:lnTo>
                    <a:pt x="4711207" y="2530772"/>
                  </a:lnTo>
                  <a:lnTo>
                    <a:pt x="4709306" y="2530772"/>
                  </a:lnTo>
                  <a:lnTo>
                    <a:pt x="4707405" y="2530772"/>
                  </a:lnTo>
                  <a:lnTo>
                    <a:pt x="4705504" y="2530772"/>
                  </a:lnTo>
                  <a:lnTo>
                    <a:pt x="4703602" y="2530772"/>
                  </a:lnTo>
                  <a:lnTo>
                    <a:pt x="4701701" y="2530772"/>
                  </a:lnTo>
                  <a:lnTo>
                    <a:pt x="4699800" y="2530772"/>
                  </a:lnTo>
                  <a:lnTo>
                    <a:pt x="4697899" y="2530772"/>
                  </a:lnTo>
                  <a:lnTo>
                    <a:pt x="4695998" y="2530772"/>
                  </a:lnTo>
                  <a:lnTo>
                    <a:pt x="4694096" y="2530772"/>
                  </a:lnTo>
                  <a:lnTo>
                    <a:pt x="4692195" y="2530772"/>
                  </a:lnTo>
                  <a:lnTo>
                    <a:pt x="4690294" y="2530772"/>
                  </a:lnTo>
                  <a:lnTo>
                    <a:pt x="4688393" y="2530772"/>
                  </a:lnTo>
                  <a:lnTo>
                    <a:pt x="4686492" y="2530772"/>
                  </a:lnTo>
                  <a:lnTo>
                    <a:pt x="4684590" y="2530772"/>
                  </a:lnTo>
                  <a:lnTo>
                    <a:pt x="4682689" y="2530772"/>
                  </a:lnTo>
                  <a:lnTo>
                    <a:pt x="4680788" y="2530772"/>
                  </a:lnTo>
                  <a:lnTo>
                    <a:pt x="4678887" y="2530772"/>
                  </a:lnTo>
                  <a:lnTo>
                    <a:pt x="4676985" y="2530772"/>
                  </a:lnTo>
                  <a:lnTo>
                    <a:pt x="4675084" y="2530772"/>
                  </a:lnTo>
                  <a:lnTo>
                    <a:pt x="4673183" y="2530772"/>
                  </a:lnTo>
                  <a:lnTo>
                    <a:pt x="4671282" y="2530772"/>
                  </a:lnTo>
                  <a:lnTo>
                    <a:pt x="4669381" y="2530772"/>
                  </a:lnTo>
                  <a:lnTo>
                    <a:pt x="4667479" y="2530772"/>
                  </a:lnTo>
                  <a:lnTo>
                    <a:pt x="4665578" y="2530772"/>
                  </a:lnTo>
                  <a:lnTo>
                    <a:pt x="4663677" y="2530772"/>
                  </a:lnTo>
                  <a:lnTo>
                    <a:pt x="4661776" y="2530772"/>
                  </a:lnTo>
                  <a:lnTo>
                    <a:pt x="4659875" y="2530772"/>
                  </a:lnTo>
                  <a:lnTo>
                    <a:pt x="4657973" y="2530772"/>
                  </a:lnTo>
                  <a:lnTo>
                    <a:pt x="4656072" y="2530772"/>
                  </a:lnTo>
                  <a:lnTo>
                    <a:pt x="4654171" y="2530772"/>
                  </a:lnTo>
                  <a:lnTo>
                    <a:pt x="4652270" y="2530772"/>
                  </a:lnTo>
                  <a:lnTo>
                    <a:pt x="4650369" y="2530772"/>
                  </a:lnTo>
                  <a:lnTo>
                    <a:pt x="4648467" y="2530772"/>
                  </a:lnTo>
                  <a:lnTo>
                    <a:pt x="4646566" y="2530772"/>
                  </a:lnTo>
                  <a:lnTo>
                    <a:pt x="4644665" y="2530772"/>
                  </a:lnTo>
                  <a:lnTo>
                    <a:pt x="4642764" y="2530772"/>
                  </a:lnTo>
                  <a:lnTo>
                    <a:pt x="4640862" y="2530772"/>
                  </a:lnTo>
                  <a:lnTo>
                    <a:pt x="4638961" y="2530772"/>
                  </a:lnTo>
                  <a:lnTo>
                    <a:pt x="4637060" y="2530772"/>
                  </a:lnTo>
                  <a:lnTo>
                    <a:pt x="4635159" y="2530772"/>
                  </a:lnTo>
                  <a:lnTo>
                    <a:pt x="4633258" y="2530772"/>
                  </a:lnTo>
                  <a:lnTo>
                    <a:pt x="4631356" y="2530772"/>
                  </a:lnTo>
                  <a:lnTo>
                    <a:pt x="4629455" y="2530772"/>
                  </a:lnTo>
                  <a:lnTo>
                    <a:pt x="4627554" y="2530772"/>
                  </a:lnTo>
                  <a:lnTo>
                    <a:pt x="4625653" y="2530772"/>
                  </a:lnTo>
                  <a:lnTo>
                    <a:pt x="4623752" y="2530772"/>
                  </a:lnTo>
                  <a:lnTo>
                    <a:pt x="4621850" y="2530772"/>
                  </a:lnTo>
                  <a:lnTo>
                    <a:pt x="4619949" y="2530772"/>
                  </a:lnTo>
                  <a:lnTo>
                    <a:pt x="4618048" y="2530772"/>
                  </a:lnTo>
                  <a:lnTo>
                    <a:pt x="4616147" y="2530772"/>
                  </a:lnTo>
                  <a:lnTo>
                    <a:pt x="4614245" y="2530772"/>
                  </a:lnTo>
                  <a:lnTo>
                    <a:pt x="4612344" y="2530772"/>
                  </a:lnTo>
                  <a:lnTo>
                    <a:pt x="4610443" y="2530772"/>
                  </a:lnTo>
                  <a:lnTo>
                    <a:pt x="4608542" y="2530772"/>
                  </a:lnTo>
                  <a:lnTo>
                    <a:pt x="4606641" y="2530772"/>
                  </a:lnTo>
                  <a:lnTo>
                    <a:pt x="4604739" y="2530772"/>
                  </a:lnTo>
                  <a:lnTo>
                    <a:pt x="4602838" y="2530772"/>
                  </a:lnTo>
                  <a:lnTo>
                    <a:pt x="4600937" y="2530772"/>
                  </a:lnTo>
                  <a:lnTo>
                    <a:pt x="4599036" y="2530772"/>
                  </a:lnTo>
                  <a:lnTo>
                    <a:pt x="4597135" y="2530772"/>
                  </a:lnTo>
                  <a:lnTo>
                    <a:pt x="4595233" y="2530772"/>
                  </a:lnTo>
                  <a:lnTo>
                    <a:pt x="4593332" y="2530772"/>
                  </a:lnTo>
                  <a:lnTo>
                    <a:pt x="4591431" y="2530772"/>
                  </a:lnTo>
                  <a:lnTo>
                    <a:pt x="4589530" y="2530772"/>
                  </a:lnTo>
                  <a:lnTo>
                    <a:pt x="4587628" y="2530772"/>
                  </a:lnTo>
                  <a:lnTo>
                    <a:pt x="4585727" y="2530772"/>
                  </a:lnTo>
                  <a:lnTo>
                    <a:pt x="4583826" y="2530772"/>
                  </a:lnTo>
                  <a:lnTo>
                    <a:pt x="4581925" y="2530772"/>
                  </a:lnTo>
                  <a:lnTo>
                    <a:pt x="4580024" y="2530772"/>
                  </a:lnTo>
                  <a:lnTo>
                    <a:pt x="4578122" y="2530772"/>
                  </a:lnTo>
                  <a:lnTo>
                    <a:pt x="4576221" y="2530772"/>
                  </a:lnTo>
                  <a:lnTo>
                    <a:pt x="4574320" y="2530772"/>
                  </a:lnTo>
                  <a:lnTo>
                    <a:pt x="4572419" y="2530772"/>
                  </a:lnTo>
                  <a:lnTo>
                    <a:pt x="4570518" y="2530772"/>
                  </a:lnTo>
                  <a:lnTo>
                    <a:pt x="4568616" y="2530772"/>
                  </a:lnTo>
                  <a:lnTo>
                    <a:pt x="4566715" y="2530772"/>
                  </a:lnTo>
                  <a:lnTo>
                    <a:pt x="4564814" y="2530772"/>
                  </a:lnTo>
                  <a:lnTo>
                    <a:pt x="4562913" y="2530772"/>
                  </a:lnTo>
                  <a:lnTo>
                    <a:pt x="4561011" y="2530772"/>
                  </a:lnTo>
                  <a:lnTo>
                    <a:pt x="4559110" y="2530772"/>
                  </a:lnTo>
                  <a:lnTo>
                    <a:pt x="4557209" y="2530772"/>
                  </a:lnTo>
                  <a:lnTo>
                    <a:pt x="4555308" y="2530772"/>
                  </a:lnTo>
                  <a:lnTo>
                    <a:pt x="4553407" y="2530772"/>
                  </a:lnTo>
                  <a:lnTo>
                    <a:pt x="4551505" y="2530772"/>
                  </a:lnTo>
                  <a:lnTo>
                    <a:pt x="4549604" y="2530772"/>
                  </a:lnTo>
                  <a:lnTo>
                    <a:pt x="4547703" y="2530772"/>
                  </a:lnTo>
                  <a:lnTo>
                    <a:pt x="4545802" y="2530772"/>
                  </a:lnTo>
                  <a:lnTo>
                    <a:pt x="4543901" y="2530772"/>
                  </a:lnTo>
                  <a:lnTo>
                    <a:pt x="4541999" y="2530772"/>
                  </a:lnTo>
                  <a:lnTo>
                    <a:pt x="4540098" y="2530772"/>
                  </a:lnTo>
                  <a:lnTo>
                    <a:pt x="4538197" y="2530772"/>
                  </a:lnTo>
                  <a:lnTo>
                    <a:pt x="4536296" y="2530772"/>
                  </a:lnTo>
                  <a:lnTo>
                    <a:pt x="4534394" y="2530772"/>
                  </a:lnTo>
                  <a:lnTo>
                    <a:pt x="4532493" y="2530772"/>
                  </a:lnTo>
                  <a:lnTo>
                    <a:pt x="4530592" y="2530772"/>
                  </a:lnTo>
                  <a:lnTo>
                    <a:pt x="4528691" y="2530772"/>
                  </a:lnTo>
                  <a:lnTo>
                    <a:pt x="4526790" y="2530772"/>
                  </a:lnTo>
                  <a:lnTo>
                    <a:pt x="4524888" y="2530772"/>
                  </a:lnTo>
                  <a:lnTo>
                    <a:pt x="4522987" y="2530772"/>
                  </a:lnTo>
                  <a:lnTo>
                    <a:pt x="4521086" y="2530772"/>
                  </a:lnTo>
                  <a:lnTo>
                    <a:pt x="4519185" y="2530772"/>
                  </a:lnTo>
                  <a:lnTo>
                    <a:pt x="4517284" y="2530772"/>
                  </a:lnTo>
                  <a:lnTo>
                    <a:pt x="4515382" y="2530772"/>
                  </a:lnTo>
                  <a:lnTo>
                    <a:pt x="4513481" y="2530772"/>
                  </a:lnTo>
                  <a:lnTo>
                    <a:pt x="4511580" y="2530772"/>
                  </a:lnTo>
                  <a:lnTo>
                    <a:pt x="4509679" y="2530772"/>
                  </a:lnTo>
                  <a:lnTo>
                    <a:pt x="4507777" y="2530772"/>
                  </a:lnTo>
                  <a:lnTo>
                    <a:pt x="4505876" y="2530772"/>
                  </a:lnTo>
                  <a:lnTo>
                    <a:pt x="4503975" y="2530772"/>
                  </a:lnTo>
                  <a:lnTo>
                    <a:pt x="4502074" y="2530772"/>
                  </a:lnTo>
                  <a:lnTo>
                    <a:pt x="4500173" y="2530772"/>
                  </a:lnTo>
                  <a:lnTo>
                    <a:pt x="4498271" y="2530772"/>
                  </a:lnTo>
                  <a:lnTo>
                    <a:pt x="4496370" y="2530772"/>
                  </a:lnTo>
                  <a:lnTo>
                    <a:pt x="4494469" y="2530772"/>
                  </a:lnTo>
                  <a:lnTo>
                    <a:pt x="4492568" y="2530772"/>
                  </a:lnTo>
                  <a:lnTo>
                    <a:pt x="4490667" y="2530772"/>
                  </a:lnTo>
                  <a:lnTo>
                    <a:pt x="4488765" y="2530772"/>
                  </a:lnTo>
                  <a:lnTo>
                    <a:pt x="4486864" y="2530772"/>
                  </a:lnTo>
                  <a:lnTo>
                    <a:pt x="4484963" y="2530772"/>
                  </a:lnTo>
                  <a:lnTo>
                    <a:pt x="4483062" y="2530772"/>
                  </a:lnTo>
                  <a:lnTo>
                    <a:pt x="4481160" y="2530772"/>
                  </a:lnTo>
                  <a:lnTo>
                    <a:pt x="4479259" y="2530772"/>
                  </a:lnTo>
                  <a:lnTo>
                    <a:pt x="4477358" y="2530772"/>
                  </a:lnTo>
                  <a:lnTo>
                    <a:pt x="4475457" y="2530772"/>
                  </a:lnTo>
                  <a:lnTo>
                    <a:pt x="4473556" y="2530772"/>
                  </a:lnTo>
                  <a:lnTo>
                    <a:pt x="4471654" y="2530772"/>
                  </a:lnTo>
                  <a:lnTo>
                    <a:pt x="4469753" y="2530772"/>
                  </a:lnTo>
                  <a:lnTo>
                    <a:pt x="4467852" y="2530772"/>
                  </a:lnTo>
                  <a:lnTo>
                    <a:pt x="4465951" y="2530772"/>
                  </a:lnTo>
                  <a:lnTo>
                    <a:pt x="4464050" y="2530772"/>
                  </a:lnTo>
                  <a:lnTo>
                    <a:pt x="4462148" y="2530772"/>
                  </a:lnTo>
                  <a:lnTo>
                    <a:pt x="4460247" y="2530772"/>
                  </a:lnTo>
                  <a:lnTo>
                    <a:pt x="4458346" y="2530772"/>
                  </a:lnTo>
                  <a:lnTo>
                    <a:pt x="4456445" y="2530772"/>
                  </a:lnTo>
                  <a:lnTo>
                    <a:pt x="4454543" y="2530772"/>
                  </a:lnTo>
                  <a:lnTo>
                    <a:pt x="4452642" y="2530772"/>
                  </a:lnTo>
                  <a:lnTo>
                    <a:pt x="4450741" y="2530772"/>
                  </a:lnTo>
                  <a:lnTo>
                    <a:pt x="4448840" y="2530772"/>
                  </a:lnTo>
                  <a:lnTo>
                    <a:pt x="4446939" y="2530772"/>
                  </a:lnTo>
                  <a:lnTo>
                    <a:pt x="4445037" y="2530772"/>
                  </a:lnTo>
                  <a:lnTo>
                    <a:pt x="4443136" y="2530772"/>
                  </a:lnTo>
                  <a:lnTo>
                    <a:pt x="4441235" y="2530772"/>
                  </a:lnTo>
                  <a:lnTo>
                    <a:pt x="4439334" y="2530772"/>
                  </a:lnTo>
                  <a:lnTo>
                    <a:pt x="4437433" y="2530772"/>
                  </a:lnTo>
                  <a:lnTo>
                    <a:pt x="4435531" y="2530772"/>
                  </a:lnTo>
                  <a:lnTo>
                    <a:pt x="4433630" y="2530772"/>
                  </a:lnTo>
                  <a:lnTo>
                    <a:pt x="4431729" y="2530772"/>
                  </a:lnTo>
                  <a:lnTo>
                    <a:pt x="4429828" y="2530772"/>
                  </a:lnTo>
                  <a:lnTo>
                    <a:pt x="4427926" y="2530772"/>
                  </a:lnTo>
                  <a:lnTo>
                    <a:pt x="4426025" y="2530772"/>
                  </a:lnTo>
                  <a:lnTo>
                    <a:pt x="4424124" y="2530772"/>
                  </a:lnTo>
                  <a:lnTo>
                    <a:pt x="4422223" y="2530772"/>
                  </a:lnTo>
                  <a:lnTo>
                    <a:pt x="4420322" y="2530772"/>
                  </a:lnTo>
                  <a:lnTo>
                    <a:pt x="4418420" y="2530772"/>
                  </a:lnTo>
                  <a:lnTo>
                    <a:pt x="4416519" y="2530772"/>
                  </a:lnTo>
                  <a:lnTo>
                    <a:pt x="4414618" y="2530772"/>
                  </a:lnTo>
                  <a:lnTo>
                    <a:pt x="4412717" y="2530772"/>
                  </a:lnTo>
                  <a:lnTo>
                    <a:pt x="4410816" y="2530772"/>
                  </a:lnTo>
                  <a:lnTo>
                    <a:pt x="4408914" y="2530772"/>
                  </a:lnTo>
                  <a:lnTo>
                    <a:pt x="4407013" y="2530772"/>
                  </a:lnTo>
                  <a:lnTo>
                    <a:pt x="4405112" y="2530772"/>
                  </a:lnTo>
                  <a:lnTo>
                    <a:pt x="4403211" y="2530772"/>
                  </a:lnTo>
                  <a:lnTo>
                    <a:pt x="4401309" y="2530772"/>
                  </a:lnTo>
                  <a:lnTo>
                    <a:pt x="4399408" y="2530772"/>
                  </a:lnTo>
                  <a:lnTo>
                    <a:pt x="4397507" y="2530772"/>
                  </a:lnTo>
                  <a:lnTo>
                    <a:pt x="4395606" y="2530772"/>
                  </a:lnTo>
                  <a:lnTo>
                    <a:pt x="4393705" y="2530772"/>
                  </a:lnTo>
                  <a:lnTo>
                    <a:pt x="4391803" y="2530772"/>
                  </a:lnTo>
                  <a:lnTo>
                    <a:pt x="4389902" y="2530772"/>
                  </a:lnTo>
                  <a:lnTo>
                    <a:pt x="4388001" y="2530772"/>
                  </a:lnTo>
                  <a:lnTo>
                    <a:pt x="4386100" y="2530772"/>
                  </a:lnTo>
                  <a:lnTo>
                    <a:pt x="4384199" y="2530772"/>
                  </a:lnTo>
                  <a:lnTo>
                    <a:pt x="4382297" y="2530772"/>
                  </a:lnTo>
                  <a:lnTo>
                    <a:pt x="4380396" y="2530772"/>
                  </a:lnTo>
                  <a:lnTo>
                    <a:pt x="4378495" y="2530772"/>
                  </a:lnTo>
                  <a:lnTo>
                    <a:pt x="4376594" y="2530772"/>
                  </a:lnTo>
                  <a:lnTo>
                    <a:pt x="4374692" y="2530772"/>
                  </a:lnTo>
                  <a:lnTo>
                    <a:pt x="4372791" y="2530772"/>
                  </a:lnTo>
                  <a:lnTo>
                    <a:pt x="4370890" y="2530772"/>
                  </a:lnTo>
                  <a:lnTo>
                    <a:pt x="4368989" y="2530772"/>
                  </a:lnTo>
                  <a:lnTo>
                    <a:pt x="4367088" y="2530772"/>
                  </a:lnTo>
                  <a:lnTo>
                    <a:pt x="4365186" y="2530772"/>
                  </a:lnTo>
                  <a:lnTo>
                    <a:pt x="4363285" y="2530772"/>
                  </a:lnTo>
                  <a:lnTo>
                    <a:pt x="4361384" y="2530772"/>
                  </a:lnTo>
                  <a:lnTo>
                    <a:pt x="4359483" y="2530772"/>
                  </a:lnTo>
                  <a:lnTo>
                    <a:pt x="4357582" y="2530772"/>
                  </a:lnTo>
                  <a:lnTo>
                    <a:pt x="4355680" y="2530772"/>
                  </a:lnTo>
                  <a:lnTo>
                    <a:pt x="4353779" y="2530772"/>
                  </a:lnTo>
                  <a:lnTo>
                    <a:pt x="4351878" y="2530772"/>
                  </a:lnTo>
                  <a:lnTo>
                    <a:pt x="4349977" y="2530772"/>
                  </a:lnTo>
                  <a:lnTo>
                    <a:pt x="4348076" y="2530772"/>
                  </a:lnTo>
                  <a:lnTo>
                    <a:pt x="4346174" y="2530772"/>
                  </a:lnTo>
                  <a:lnTo>
                    <a:pt x="4344273" y="2530772"/>
                  </a:lnTo>
                  <a:lnTo>
                    <a:pt x="4342372" y="2530772"/>
                  </a:lnTo>
                  <a:lnTo>
                    <a:pt x="4340471" y="2530772"/>
                  </a:lnTo>
                  <a:lnTo>
                    <a:pt x="4338569" y="2530772"/>
                  </a:lnTo>
                  <a:lnTo>
                    <a:pt x="4336668" y="2530772"/>
                  </a:lnTo>
                  <a:lnTo>
                    <a:pt x="4334767" y="2530772"/>
                  </a:lnTo>
                  <a:lnTo>
                    <a:pt x="4332866" y="2530772"/>
                  </a:lnTo>
                  <a:lnTo>
                    <a:pt x="4330965" y="2530772"/>
                  </a:lnTo>
                  <a:lnTo>
                    <a:pt x="4329063" y="2530772"/>
                  </a:lnTo>
                  <a:lnTo>
                    <a:pt x="4327162" y="2530772"/>
                  </a:lnTo>
                  <a:lnTo>
                    <a:pt x="4325261" y="2530772"/>
                  </a:lnTo>
                  <a:lnTo>
                    <a:pt x="4323360" y="2530772"/>
                  </a:lnTo>
                  <a:lnTo>
                    <a:pt x="4321459" y="2530772"/>
                  </a:lnTo>
                  <a:lnTo>
                    <a:pt x="4319557" y="2530772"/>
                  </a:lnTo>
                  <a:lnTo>
                    <a:pt x="4317656" y="2530772"/>
                  </a:lnTo>
                  <a:lnTo>
                    <a:pt x="4315755" y="2530772"/>
                  </a:lnTo>
                  <a:lnTo>
                    <a:pt x="4313854" y="2530772"/>
                  </a:lnTo>
                  <a:lnTo>
                    <a:pt x="4311952" y="2530772"/>
                  </a:lnTo>
                  <a:lnTo>
                    <a:pt x="4310051" y="2530772"/>
                  </a:lnTo>
                  <a:lnTo>
                    <a:pt x="4308150" y="2530772"/>
                  </a:lnTo>
                  <a:lnTo>
                    <a:pt x="4306249" y="2530772"/>
                  </a:lnTo>
                  <a:lnTo>
                    <a:pt x="4304348" y="2530772"/>
                  </a:lnTo>
                  <a:lnTo>
                    <a:pt x="4302446" y="2530772"/>
                  </a:lnTo>
                  <a:lnTo>
                    <a:pt x="4300545" y="2530772"/>
                  </a:lnTo>
                  <a:lnTo>
                    <a:pt x="4298644" y="2530772"/>
                  </a:lnTo>
                  <a:lnTo>
                    <a:pt x="4296743" y="2530772"/>
                  </a:lnTo>
                  <a:lnTo>
                    <a:pt x="4294842" y="2530772"/>
                  </a:lnTo>
                  <a:lnTo>
                    <a:pt x="4292940" y="2530772"/>
                  </a:lnTo>
                  <a:lnTo>
                    <a:pt x="4291039" y="2530772"/>
                  </a:lnTo>
                  <a:lnTo>
                    <a:pt x="4289138" y="2530772"/>
                  </a:lnTo>
                  <a:lnTo>
                    <a:pt x="4287237" y="2530772"/>
                  </a:lnTo>
                  <a:lnTo>
                    <a:pt x="4285335" y="2530772"/>
                  </a:lnTo>
                  <a:lnTo>
                    <a:pt x="4283434" y="2530772"/>
                  </a:lnTo>
                  <a:lnTo>
                    <a:pt x="4281533" y="2530772"/>
                  </a:lnTo>
                  <a:lnTo>
                    <a:pt x="4279632" y="2530772"/>
                  </a:lnTo>
                  <a:lnTo>
                    <a:pt x="4277731" y="2530772"/>
                  </a:lnTo>
                  <a:lnTo>
                    <a:pt x="4275829" y="2530772"/>
                  </a:lnTo>
                  <a:lnTo>
                    <a:pt x="4273928" y="2530772"/>
                  </a:lnTo>
                  <a:lnTo>
                    <a:pt x="4272027" y="2530772"/>
                  </a:lnTo>
                  <a:lnTo>
                    <a:pt x="4270126" y="2530772"/>
                  </a:lnTo>
                  <a:lnTo>
                    <a:pt x="4268225" y="2530772"/>
                  </a:lnTo>
                  <a:lnTo>
                    <a:pt x="4266323" y="2530772"/>
                  </a:lnTo>
                  <a:lnTo>
                    <a:pt x="4264422" y="2530772"/>
                  </a:lnTo>
                  <a:lnTo>
                    <a:pt x="4262521" y="2530772"/>
                  </a:lnTo>
                  <a:lnTo>
                    <a:pt x="4260620" y="2530772"/>
                  </a:lnTo>
                  <a:lnTo>
                    <a:pt x="4258718" y="2530772"/>
                  </a:lnTo>
                  <a:lnTo>
                    <a:pt x="4256817" y="2530772"/>
                  </a:lnTo>
                  <a:lnTo>
                    <a:pt x="4254916" y="2530772"/>
                  </a:lnTo>
                  <a:lnTo>
                    <a:pt x="4253015" y="2530772"/>
                  </a:lnTo>
                  <a:lnTo>
                    <a:pt x="4251114" y="2530772"/>
                  </a:lnTo>
                  <a:lnTo>
                    <a:pt x="4249212" y="2530772"/>
                  </a:lnTo>
                  <a:lnTo>
                    <a:pt x="4247311" y="2530772"/>
                  </a:lnTo>
                  <a:lnTo>
                    <a:pt x="4245410" y="2530772"/>
                  </a:lnTo>
                  <a:lnTo>
                    <a:pt x="4243509" y="2530772"/>
                  </a:lnTo>
                  <a:lnTo>
                    <a:pt x="4241608" y="2530772"/>
                  </a:lnTo>
                  <a:lnTo>
                    <a:pt x="4239706" y="2530772"/>
                  </a:lnTo>
                  <a:lnTo>
                    <a:pt x="4237805" y="2530772"/>
                  </a:lnTo>
                  <a:lnTo>
                    <a:pt x="4235904" y="2530772"/>
                  </a:lnTo>
                  <a:lnTo>
                    <a:pt x="4234003" y="2530772"/>
                  </a:lnTo>
                  <a:lnTo>
                    <a:pt x="4232101" y="2530772"/>
                  </a:lnTo>
                  <a:lnTo>
                    <a:pt x="4230200" y="2530772"/>
                  </a:lnTo>
                  <a:lnTo>
                    <a:pt x="4228299" y="2530772"/>
                  </a:lnTo>
                  <a:lnTo>
                    <a:pt x="4226398" y="2530772"/>
                  </a:lnTo>
                  <a:lnTo>
                    <a:pt x="4224497" y="2530772"/>
                  </a:lnTo>
                  <a:lnTo>
                    <a:pt x="4222595" y="2530772"/>
                  </a:lnTo>
                  <a:lnTo>
                    <a:pt x="4220694" y="2530772"/>
                  </a:lnTo>
                  <a:lnTo>
                    <a:pt x="4218793" y="2530772"/>
                  </a:lnTo>
                  <a:lnTo>
                    <a:pt x="4216892" y="2530772"/>
                  </a:lnTo>
                  <a:lnTo>
                    <a:pt x="4214991" y="2530772"/>
                  </a:lnTo>
                  <a:lnTo>
                    <a:pt x="4213089" y="2530772"/>
                  </a:lnTo>
                  <a:lnTo>
                    <a:pt x="4211188" y="2530772"/>
                  </a:lnTo>
                  <a:lnTo>
                    <a:pt x="4209287" y="2530772"/>
                  </a:lnTo>
                  <a:lnTo>
                    <a:pt x="4207386" y="2530772"/>
                  </a:lnTo>
                  <a:lnTo>
                    <a:pt x="4205484" y="2530772"/>
                  </a:lnTo>
                  <a:lnTo>
                    <a:pt x="4203583" y="2530772"/>
                  </a:lnTo>
                  <a:lnTo>
                    <a:pt x="4201682" y="2530772"/>
                  </a:lnTo>
                  <a:lnTo>
                    <a:pt x="4199781" y="2530772"/>
                  </a:lnTo>
                  <a:lnTo>
                    <a:pt x="4197880" y="2530772"/>
                  </a:lnTo>
                  <a:lnTo>
                    <a:pt x="4195978" y="2530772"/>
                  </a:lnTo>
                  <a:lnTo>
                    <a:pt x="4194077" y="2530772"/>
                  </a:lnTo>
                  <a:lnTo>
                    <a:pt x="4192176" y="2530772"/>
                  </a:lnTo>
                  <a:lnTo>
                    <a:pt x="4190275" y="2530772"/>
                  </a:lnTo>
                  <a:lnTo>
                    <a:pt x="4188374" y="2530772"/>
                  </a:lnTo>
                  <a:lnTo>
                    <a:pt x="4186472" y="2530772"/>
                  </a:lnTo>
                  <a:lnTo>
                    <a:pt x="4184571" y="2530772"/>
                  </a:lnTo>
                  <a:lnTo>
                    <a:pt x="4182670" y="2530772"/>
                  </a:lnTo>
                  <a:lnTo>
                    <a:pt x="4180769" y="2530772"/>
                  </a:lnTo>
                  <a:lnTo>
                    <a:pt x="4178867" y="2530772"/>
                  </a:lnTo>
                  <a:lnTo>
                    <a:pt x="4176966" y="2530772"/>
                  </a:lnTo>
                  <a:lnTo>
                    <a:pt x="4175065" y="2530772"/>
                  </a:lnTo>
                  <a:lnTo>
                    <a:pt x="4173164" y="2530772"/>
                  </a:lnTo>
                  <a:lnTo>
                    <a:pt x="4171263" y="2530772"/>
                  </a:lnTo>
                  <a:lnTo>
                    <a:pt x="4169361" y="2530772"/>
                  </a:lnTo>
                  <a:lnTo>
                    <a:pt x="4167460" y="2530772"/>
                  </a:lnTo>
                  <a:lnTo>
                    <a:pt x="4165559" y="2530772"/>
                  </a:lnTo>
                  <a:lnTo>
                    <a:pt x="4163658" y="2530772"/>
                  </a:lnTo>
                  <a:lnTo>
                    <a:pt x="4161757" y="2530772"/>
                  </a:lnTo>
                  <a:lnTo>
                    <a:pt x="4159855" y="2530772"/>
                  </a:lnTo>
                  <a:lnTo>
                    <a:pt x="4157954" y="2530772"/>
                  </a:lnTo>
                  <a:lnTo>
                    <a:pt x="4156053" y="2530772"/>
                  </a:lnTo>
                  <a:lnTo>
                    <a:pt x="4154152" y="2530772"/>
                  </a:lnTo>
                  <a:lnTo>
                    <a:pt x="4152250" y="2530772"/>
                  </a:lnTo>
                  <a:lnTo>
                    <a:pt x="4150349" y="2530772"/>
                  </a:lnTo>
                  <a:lnTo>
                    <a:pt x="4148448" y="2530772"/>
                  </a:lnTo>
                  <a:lnTo>
                    <a:pt x="4146547" y="2530772"/>
                  </a:lnTo>
                  <a:lnTo>
                    <a:pt x="4144646" y="2530772"/>
                  </a:lnTo>
                  <a:lnTo>
                    <a:pt x="4142744" y="2530772"/>
                  </a:lnTo>
                  <a:lnTo>
                    <a:pt x="4140843" y="2530772"/>
                  </a:lnTo>
                  <a:lnTo>
                    <a:pt x="4138942" y="2530772"/>
                  </a:lnTo>
                  <a:lnTo>
                    <a:pt x="4137041" y="2530772"/>
                  </a:lnTo>
                  <a:lnTo>
                    <a:pt x="4135140" y="2530772"/>
                  </a:lnTo>
                  <a:lnTo>
                    <a:pt x="4133238" y="2530772"/>
                  </a:lnTo>
                  <a:lnTo>
                    <a:pt x="4131337" y="2530772"/>
                  </a:lnTo>
                  <a:lnTo>
                    <a:pt x="4129436" y="2530772"/>
                  </a:lnTo>
                  <a:lnTo>
                    <a:pt x="4127535" y="2530772"/>
                  </a:lnTo>
                  <a:lnTo>
                    <a:pt x="4125633" y="2530772"/>
                  </a:lnTo>
                  <a:lnTo>
                    <a:pt x="4123732" y="2530772"/>
                  </a:lnTo>
                  <a:lnTo>
                    <a:pt x="4121831" y="2530772"/>
                  </a:lnTo>
                  <a:lnTo>
                    <a:pt x="4119930" y="2530772"/>
                  </a:lnTo>
                  <a:lnTo>
                    <a:pt x="4118029" y="2530772"/>
                  </a:lnTo>
                  <a:lnTo>
                    <a:pt x="4116127" y="2530772"/>
                  </a:lnTo>
                  <a:lnTo>
                    <a:pt x="4114226" y="2530772"/>
                  </a:lnTo>
                  <a:lnTo>
                    <a:pt x="4112325" y="2530772"/>
                  </a:lnTo>
                  <a:lnTo>
                    <a:pt x="4110424" y="2530772"/>
                  </a:lnTo>
                  <a:lnTo>
                    <a:pt x="4108523" y="2530772"/>
                  </a:lnTo>
                  <a:lnTo>
                    <a:pt x="4106621" y="2530772"/>
                  </a:lnTo>
                  <a:lnTo>
                    <a:pt x="4104720" y="2530772"/>
                  </a:lnTo>
                  <a:lnTo>
                    <a:pt x="4102819" y="2530772"/>
                  </a:lnTo>
                  <a:lnTo>
                    <a:pt x="4100918" y="2530772"/>
                  </a:lnTo>
                  <a:lnTo>
                    <a:pt x="4099016" y="2530772"/>
                  </a:lnTo>
                  <a:lnTo>
                    <a:pt x="4097115" y="2530772"/>
                  </a:lnTo>
                  <a:lnTo>
                    <a:pt x="4095214" y="2530772"/>
                  </a:lnTo>
                  <a:lnTo>
                    <a:pt x="4093313" y="2530772"/>
                  </a:lnTo>
                  <a:lnTo>
                    <a:pt x="4091412" y="2530772"/>
                  </a:lnTo>
                  <a:lnTo>
                    <a:pt x="4089510" y="2530772"/>
                  </a:lnTo>
                  <a:lnTo>
                    <a:pt x="4087609" y="2530772"/>
                  </a:lnTo>
                  <a:lnTo>
                    <a:pt x="4085708" y="2530772"/>
                  </a:lnTo>
                  <a:lnTo>
                    <a:pt x="4083807" y="2530772"/>
                  </a:lnTo>
                  <a:lnTo>
                    <a:pt x="4081906" y="2530772"/>
                  </a:lnTo>
                  <a:lnTo>
                    <a:pt x="4080004" y="2530772"/>
                  </a:lnTo>
                  <a:lnTo>
                    <a:pt x="4078103" y="2530772"/>
                  </a:lnTo>
                  <a:lnTo>
                    <a:pt x="4076202" y="2530772"/>
                  </a:lnTo>
                  <a:lnTo>
                    <a:pt x="4074301" y="2530772"/>
                  </a:lnTo>
                  <a:lnTo>
                    <a:pt x="4072399" y="2530772"/>
                  </a:lnTo>
                  <a:lnTo>
                    <a:pt x="4070498" y="2530772"/>
                  </a:lnTo>
                  <a:lnTo>
                    <a:pt x="4068597" y="2530772"/>
                  </a:lnTo>
                  <a:lnTo>
                    <a:pt x="4066696" y="2530772"/>
                  </a:lnTo>
                  <a:lnTo>
                    <a:pt x="4064795" y="2530772"/>
                  </a:lnTo>
                  <a:lnTo>
                    <a:pt x="4062893" y="2530772"/>
                  </a:lnTo>
                  <a:lnTo>
                    <a:pt x="4060992" y="2530772"/>
                  </a:lnTo>
                  <a:lnTo>
                    <a:pt x="4059091" y="2530772"/>
                  </a:lnTo>
                  <a:lnTo>
                    <a:pt x="4057190" y="2530772"/>
                  </a:lnTo>
                  <a:lnTo>
                    <a:pt x="4055289" y="2530772"/>
                  </a:lnTo>
                  <a:lnTo>
                    <a:pt x="4053387" y="2530772"/>
                  </a:lnTo>
                  <a:lnTo>
                    <a:pt x="4051486" y="2530772"/>
                  </a:lnTo>
                  <a:lnTo>
                    <a:pt x="4049585" y="2530772"/>
                  </a:lnTo>
                  <a:lnTo>
                    <a:pt x="4047684" y="2530772"/>
                  </a:lnTo>
                  <a:lnTo>
                    <a:pt x="4045783" y="2530772"/>
                  </a:lnTo>
                  <a:lnTo>
                    <a:pt x="4043881" y="2530772"/>
                  </a:lnTo>
                  <a:lnTo>
                    <a:pt x="4041980" y="2530772"/>
                  </a:lnTo>
                  <a:lnTo>
                    <a:pt x="4040079" y="2530772"/>
                  </a:lnTo>
                  <a:lnTo>
                    <a:pt x="4038178" y="2530772"/>
                  </a:lnTo>
                  <a:lnTo>
                    <a:pt x="4036276" y="2530772"/>
                  </a:lnTo>
                  <a:lnTo>
                    <a:pt x="4034375" y="2530772"/>
                  </a:lnTo>
                  <a:lnTo>
                    <a:pt x="4032474" y="2530772"/>
                  </a:lnTo>
                  <a:lnTo>
                    <a:pt x="4030573" y="2530772"/>
                  </a:lnTo>
                  <a:lnTo>
                    <a:pt x="4028672" y="2530772"/>
                  </a:lnTo>
                  <a:lnTo>
                    <a:pt x="4026770" y="2530772"/>
                  </a:lnTo>
                  <a:lnTo>
                    <a:pt x="4024869" y="2530772"/>
                  </a:lnTo>
                  <a:lnTo>
                    <a:pt x="4022968" y="2530772"/>
                  </a:lnTo>
                  <a:lnTo>
                    <a:pt x="4021067" y="2530772"/>
                  </a:lnTo>
                  <a:lnTo>
                    <a:pt x="4019166" y="2530772"/>
                  </a:lnTo>
                  <a:lnTo>
                    <a:pt x="4017264" y="2530772"/>
                  </a:lnTo>
                  <a:lnTo>
                    <a:pt x="4015363" y="2530772"/>
                  </a:lnTo>
                  <a:lnTo>
                    <a:pt x="4013462" y="2530772"/>
                  </a:lnTo>
                  <a:lnTo>
                    <a:pt x="4011561" y="2530772"/>
                  </a:lnTo>
                  <a:lnTo>
                    <a:pt x="4009659" y="2530772"/>
                  </a:lnTo>
                  <a:lnTo>
                    <a:pt x="4007758" y="2530772"/>
                  </a:lnTo>
                  <a:lnTo>
                    <a:pt x="4005857" y="2530772"/>
                  </a:lnTo>
                  <a:lnTo>
                    <a:pt x="4003956" y="2530772"/>
                  </a:lnTo>
                  <a:lnTo>
                    <a:pt x="4002055" y="2530772"/>
                  </a:lnTo>
                  <a:lnTo>
                    <a:pt x="4000153" y="2530772"/>
                  </a:lnTo>
                  <a:lnTo>
                    <a:pt x="3998252" y="2530772"/>
                  </a:lnTo>
                  <a:lnTo>
                    <a:pt x="3996351" y="2530772"/>
                  </a:lnTo>
                  <a:lnTo>
                    <a:pt x="3994450" y="2530772"/>
                  </a:lnTo>
                  <a:lnTo>
                    <a:pt x="3992549" y="2530772"/>
                  </a:lnTo>
                  <a:lnTo>
                    <a:pt x="3990647" y="2530772"/>
                  </a:lnTo>
                  <a:lnTo>
                    <a:pt x="3988746" y="2530772"/>
                  </a:lnTo>
                  <a:lnTo>
                    <a:pt x="3986845" y="2530772"/>
                  </a:lnTo>
                  <a:lnTo>
                    <a:pt x="3984944" y="2530772"/>
                  </a:lnTo>
                  <a:lnTo>
                    <a:pt x="3983042" y="2530772"/>
                  </a:lnTo>
                  <a:lnTo>
                    <a:pt x="3981141" y="2530772"/>
                  </a:lnTo>
                  <a:lnTo>
                    <a:pt x="3979240" y="2530772"/>
                  </a:lnTo>
                  <a:lnTo>
                    <a:pt x="3977339" y="2530772"/>
                  </a:lnTo>
                  <a:lnTo>
                    <a:pt x="3975438" y="2530772"/>
                  </a:lnTo>
                  <a:lnTo>
                    <a:pt x="3973536" y="2530772"/>
                  </a:lnTo>
                  <a:lnTo>
                    <a:pt x="3971635" y="2530772"/>
                  </a:lnTo>
                  <a:lnTo>
                    <a:pt x="3969734" y="2530772"/>
                  </a:lnTo>
                  <a:lnTo>
                    <a:pt x="3967833" y="2530772"/>
                  </a:lnTo>
                  <a:lnTo>
                    <a:pt x="3965932" y="2530772"/>
                  </a:lnTo>
                  <a:lnTo>
                    <a:pt x="3964030" y="2530772"/>
                  </a:lnTo>
                  <a:lnTo>
                    <a:pt x="3962129" y="2530772"/>
                  </a:lnTo>
                  <a:lnTo>
                    <a:pt x="3960228" y="2530772"/>
                  </a:lnTo>
                  <a:lnTo>
                    <a:pt x="3958327" y="2530772"/>
                  </a:lnTo>
                  <a:lnTo>
                    <a:pt x="3956425" y="2530772"/>
                  </a:lnTo>
                  <a:lnTo>
                    <a:pt x="3954524" y="2530772"/>
                  </a:lnTo>
                  <a:lnTo>
                    <a:pt x="3952623" y="2530772"/>
                  </a:lnTo>
                  <a:lnTo>
                    <a:pt x="3950722" y="2530772"/>
                  </a:lnTo>
                  <a:lnTo>
                    <a:pt x="3948821" y="2530772"/>
                  </a:lnTo>
                  <a:lnTo>
                    <a:pt x="3946919" y="2530772"/>
                  </a:lnTo>
                  <a:lnTo>
                    <a:pt x="3945018" y="2530772"/>
                  </a:lnTo>
                  <a:lnTo>
                    <a:pt x="3943117" y="2530772"/>
                  </a:lnTo>
                  <a:lnTo>
                    <a:pt x="3941216" y="2530772"/>
                  </a:lnTo>
                  <a:lnTo>
                    <a:pt x="3939315" y="2530772"/>
                  </a:lnTo>
                  <a:lnTo>
                    <a:pt x="3937413" y="2530772"/>
                  </a:lnTo>
                  <a:lnTo>
                    <a:pt x="3935512" y="2530772"/>
                  </a:lnTo>
                  <a:lnTo>
                    <a:pt x="3933611" y="2530772"/>
                  </a:lnTo>
                  <a:lnTo>
                    <a:pt x="3931710" y="2530772"/>
                  </a:lnTo>
                  <a:lnTo>
                    <a:pt x="3929808" y="2530772"/>
                  </a:lnTo>
                  <a:lnTo>
                    <a:pt x="3927907" y="2530772"/>
                  </a:lnTo>
                  <a:lnTo>
                    <a:pt x="3926006" y="2530772"/>
                  </a:lnTo>
                  <a:lnTo>
                    <a:pt x="3924105" y="2530772"/>
                  </a:lnTo>
                  <a:lnTo>
                    <a:pt x="3922204" y="2530772"/>
                  </a:lnTo>
                  <a:lnTo>
                    <a:pt x="3920302" y="2530772"/>
                  </a:lnTo>
                  <a:lnTo>
                    <a:pt x="3918401" y="2530772"/>
                  </a:lnTo>
                  <a:lnTo>
                    <a:pt x="3916500" y="2530772"/>
                  </a:lnTo>
                  <a:lnTo>
                    <a:pt x="3914599" y="2530772"/>
                  </a:lnTo>
                  <a:lnTo>
                    <a:pt x="3912698" y="2530772"/>
                  </a:lnTo>
                  <a:lnTo>
                    <a:pt x="3910796" y="2530772"/>
                  </a:lnTo>
                  <a:lnTo>
                    <a:pt x="3908895" y="2530772"/>
                  </a:lnTo>
                  <a:lnTo>
                    <a:pt x="3906994" y="2530772"/>
                  </a:lnTo>
                  <a:lnTo>
                    <a:pt x="3905093" y="2530772"/>
                  </a:lnTo>
                  <a:lnTo>
                    <a:pt x="3903191" y="2530772"/>
                  </a:lnTo>
                  <a:lnTo>
                    <a:pt x="3901290" y="2530772"/>
                  </a:lnTo>
                  <a:lnTo>
                    <a:pt x="3899389" y="2530772"/>
                  </a:lnTo>
                  <a:lnTo>
                    <a:pt x="3897488" y="2530772"/>
                  </a:lnTo>
                  <a:lnTo>
                    <a:pt x="3895587" y="2530772"/>
                  </a:lnTo>
                  <a:lnTo>
                    <a:pt x="3893685" y="2530772"/>
                  </a:lnTo>
                  <a:lnTo>
                    <a:pt x="3891784" y="2530772"/>
                  </a:lnTo>
                  <a:lnTo>
                    <a:pt x="3889883" y="2530772"/>
                  </a:lnTo>
                  <a:lnTo>
                    <a:pt x="3887982" y="2530772"/>
                  </a:lnTo>
                  <a:lnTo>
                    <a:pt x="3886081" y="2530772"/>
                  </a:lnTo>
                  <a:lnTo>
                    <a:pt x="3884179" y="2530772"/>
                  </a:lnTo>
                  <a:lnTo>
                    <a:pt x="3882278" y="2530772"/>
                  </a:lnTo>
                  <a:lnTo>
                    <a:pt x="3880377" y="2530772"/>
                  </a:lnTo>
                  <a:lnTo>
                    <a:pt x="3878476" y="2530772"/>
                  </a:lnTo>
                  <a:lnTo>
                    <a:pt x="3876574" y="2530772"/>
                  </a:lnTo>
                  <a:lnTo>
                    <a:pt x="3874673" y="2530772"/>
                  </a:lnTo>
                  <a:lnTo>
                    <a:pt x="3872772" y="2530772"/>
                  </a:lnTo>
                  <a:lnTo>
                    <a:pt x="3870871" y="2530772"/>
                  </a:lnTo>
                  <a:lnTo>
                    <a:pt x="3868970" y="2530772"/>
                  </a:lnTo>
                  <a:lnTo>
                    <a:pt x="3867068" y="2530772"/>
                  </a:lnTo>
                  <a:lnTo>
                    <a:pt x="3865167" y="2530772"/>
                  </a:lnTo>
                  <a:lnTo>
                    <a:pt x="3863266" y="2530772"/>
                  </a:lnTo>
                  <a:lnTo>
                    <a:pt x="3861365" y="2530772"/>
                  </a:lnTo>
                  <a:lnTo>
                    <a:pt x="3859464" y="2530772"/>
                  </a:lnTo>
                  <a:lnTo>
                    <a:pt x="3857562" y="2530772"/>
                  </a:lnTo>
                  <a:lnTo>
                    <a:pt x="3855661" y="2530772"/>
                  </a:lnTo>
                  <a:lnTo>
                    <a:pt x="3853760" y="2530772"/>
                  </a:lnTo>
                  <a:lnTo>
                    <a:pt x="3851859" y="2530772"/>
                  </a:lnTo>
                  <a:lnTo>
                    <a:pt x="3849957" y="2530772"/>
                  </a:lnTo>
                  <a:lnTo>
                    <a:pt x="3848056" y="2530772"/>
                  </a:lnTo>
                  <a:lnTo>
                    <a:pt x="3846155" y="2530772"/>
                  </a:lnTo>
                  <a:lnTo>
                    <a:pt x="3844254" y="2530772"/>
                  </a:lnTo>
                  <a:lnTo>
                    <a:pt x="3842353" y="2530772"/>
                  </a:lnTo>
                  <a:lnTo>
                    <a:pt x="3840451" y="2530772"/>
                  </a:lnTo>
                  <a:lnTo>
                    <a:pt x="3838550" y="2530772"/>
                  </a:lnTo>
                  <a:lnTo>
                    <a:pt x="3836649" y="2530772"/>
                  </a:lnTo>
                  <a:lnTo>
                    <a:pt x="3834748" y="2530772"/>
                  </a:lnTo>
                  <a:lnTo>
                    <a:pt x="3832847" y="2530772"/>
                  </a:lnTo>
                  <a:lnTo>
                    <a:pt x="3830945" y="2530772"/>
                  </a:lnTo>
                  <a:lnTo>
                    <a:pt x="3829044" y="2530772"/>
                  </a:lnTo>
                  <a:lnTo>
                    <a:pt x="3827143" y="2530772"/>
                  </a:lnTo>
                  <a:lnTo>
                    <a:pt x="3825242" y="2530772"/>
                  </a:lnTo>
                  <a:lnTo>
                    <a:pt x="3823340" y="2530772"/>
                  </a:lnTo>
                  <a:lnTo>
                    <a:pt x="3821439" y="2530772"/>
                  </a:lnTo>
                  <a:lnTo>
                    <a:pt x="3819538" y="2530772"/>
                  </a:lnTo>
                  <a:lnTo>
                    <a:pt x="3817637" y="2530772"/>
                  </a:lnTo>
                  <a:lnTo>
                    <a:pt x="3815736" y="2530772"/>
                  </a:lnTo>
                  <a:lnTo>
                    <a:pt x="3813834" y="2530772"/>
                  </a:lnTo>
                  <a:lnTo>
                    <a:pt x="3811933" y="2530772"/>
                  </a:lnTo>
                  <a:lnTo>
                    <a:pt x="3810032" y="2530772"/>
                  </a:lnTo>
                  <a:lnTo>
                    <a:pt x="3808131" y="2530772"/>
                  </a:lnTo>
                  <a:lnTo>
                    <a:pt x="3806230" y="2530772"/>
                  </a:lnTo>
                  <a:lnTo>
                    <a:pt x="3804328" y="2530772"/>
                  </a:lnTo>
                  <a:lnTo>
                    <a:pt x="3802427" y="2530772"/>
                  </a:lnTo>
                  <a:lnTo>
                    <a:pt x="3800526" y="2530772"/>
                  </a:lnTo>
                  <a:lnTo>
                    <a:pt x="3798625" y="2530772"/>
                  </a:lnTo>
                  <a:lnTo>
                    <a:pt x="3796723" y="2530772"/>
                  </a:lnTo>
                  <a:lnTo>
                    <a:pt x="3794822" y="2530772"/>
                  </a:lnTo>
                  <a:lnTo>
                    <a:pt x="3792921" y="2530772"/>
                  </a:lnTo>
                  <a:lnTo>
                    <a:pt x="3791020" y="2530772"/>
                  </a:lnTo>
                  <a:lnTo>
                    <a:pt x="3789119" y="2530772"/>
                  </a:lnTo>
                  <a:lnTo>
                    <a:pt x="3787217" y="2530772"/>
                  </a:lnTo>
                  <a:lnTo>
                    <a:pt x="3785316" y="2530772"/>
                  </a:lnTo>
                  <a:lnTo>
                    <a:pt x="3783415" y="2530772"/>
                  </a:lnTo>
                  <a:lnTo>
                    <a:pt x="3781514" y="2530772"/>
                  </a:lnTo>
                  <a:lnTo>
                    <a:pt x="3779613" y="2530772"/>
                  </a:lnTo>
                  <a:lnTo>
                    <a:pt x="3777711" y="2530772"/>
                  </a:lnTo>
                  <a:lnTo>
                    <a:pt x="3775810" y="2530772"/>
                  </a:lnTo>
                  <a:lnTo>
                    <a:pt x="3773909" y="2530772"/>
                  </a:lnTo>
                  <a:lnTo>
                    <a:pt x="3772008" y="2530772"/>
                  </a:lnTo>
                  <a:lnTo>
                    <a:pt x="3770107" y="2530772"/>
                  </a:lnTo>
                  <a:lnTo>
                    <a:pt x="3768205" y="2530772"/>
                  </a:lnTo>
                  <a:lnTo>
                    <a:pt x="3766304" y="2530772"/>
                  </a:lnTo>
                  <a:lnTo>
                    <a:pt x="3764403" y="2530772"/>
                  </a:lnTo>
                  <a:lnTo>
                    <a:pt x="3762502" y="2530772"/>
                  </a:lnTo>
                  <a:lnTo>
                    <a:pt x="3760600" y="2530772"/>
                  </a:lnTo>
                  <a:lnTo>
                    <a:pt x="3758699" y="2530772"/>
                  </a:lnTo>
                  <a:lnTo>
                    <a:pt x="3756798" y="2530772"/>
                  </a:lnTo>
                  <a:lnTo>
                    <a:pt x="3754897" y="2530772"/>
                  </a:lnTo>
                  <a:lnTo>
                    <a:pt x="3752996" y="2530772"/>
                  </a:lnTo>
                  <a:lnTo>
                    <a:pt x="3751094" y="2530772"/>
                  </a:lnTo>
                  <a:lnTo>
                    <a:pt x="3749193" y="2530772"/>
                  </a:lnTo>
                  <a:lnTo>
                    <a:pt x="3747292" y="2530772"/>
                  </a:lnTo>
                  <a:lnTo>
                    <a:pt x="3745391" y="2530772"/>
                  </a:lnTo>
                  <a:lnTo>
                    <a:pt x="3743490" y="2530772"/>
                  </a:lnTo>
                  <a:lnTo>
                    <a:pt x="3741588" y="2530772"/>
                  </a:lnTo>
                  <a:lnTo>
                    <a:pt x="3739687" y="2530772"/>
                  </a:lnTo>
                  <a:lnTo>
                    <a:pt x="3737786" y="2530772"/>
                  </a:lnTo>
                  <a:lnTo>
                    <a:pt x="3735885" y="2530772"/>
                  </a:lnTo>
                  <a:lnTo>
                    <a:pt x="3733983" y="2530772"/>
                  </a:lnTo>
                  <a:lnTo>
                    <a:pt x="3732082" y="2530772"/>
                  </a:lnTo>
                  <a:lnTo>
                    <a:pt x="3730181" y="2530772"/>
                  </a:lnTo>
                  <a:lnTo>
                    <a:pt x="3728280" y="2530772"/>
                  </a:lnTo>
                  <a:lnTo>
                    <a:pt x="3726379" y="2530772"/>
                  </a:lnTo>
                  <a:lnTo>
                    <a:pt x="3724477" y="2530772"/>
                  </a:lnTo>
                  <a:lnTo>
                    <a:pt x="3722576" y="2530772"/>
                  </a:lnTo>
                  <a:lnTo>
                    <a:pt x="3720675" y="2530772"/>
                  </a:lnTo>
                  <a:lnTo>
                    <a:pt x="3718774" y="2530772"/>
                  </a:lnTo>
                  <a:lnTo>
                    <a:pt x="3716873" y="2530772"/>
                  </a:lnTo>
                  <a:lnTo>
                    <a:pt x="3714971" y="2530772"/>
                  </a:lnTo>
                  <a:lnTo>
                    <a:pt x="3713070" y="2530772"/>
                  </a:lnTo>
                  <a:lnTo>
                    <a:pt x="3711169" y="2530772"/>
                  </a:lnTo>
                  <a:lnTo>
                    <a:pt x="3709268" y="2530772"/>
                  </a:lnTo>
                  <a:lnTo>
                    <a:pt x="3707366" y="2530772"/>
                  </a:lnTo>
                  <a:lnTo>
                    <a:pt x="3705465" y="2530772"/>
                  </a:lnTo>
                  <a:lnTo>
                    <a:pt x="3703564" y="2530772"/>
                  </a:lnTo>
                  <a:lnTo>
                    <a:pt x="3701663" y="2530772"/>
                  </a:lnTo>
                  <a:lnTo>
                    <a:pt x="3699762" y="2530772"/>
                  </a:lnTo>
                  <a:lnTo>
                    <a:pt x="3697860" y="2530772"/>
                  </a:lnTo>
                  <a:lnTo>
                    <a:pt x="3695959" y="2530772"/>
                  </a:lnTo>
                  <a:lnTo>
                    <a:pt x="3694058" y="2530772"/>
                  </a:lnTo>
                  <a:lnTo>
                    <a:pt x="3692157" y="2530772"/>
                  </a:lnTo>
                  <a:lnTo>
                    <a:pt x="3690256" y="2530772"/>
                  </a:lnTo>
                  <a:lnTo>
                    <a:pt x="3688354" y="2530772"/>
                  </a:lnTo>
                  <a:lnTo>
                    <a:pt x="3686453" y="2530772"/>
                  </a:lnTo>
                  <a:lnTo>
                    <a:pt x="3684552" y="2530772"/>
                  </a:lnTo>
                  <a:lnTo>
                    <a:pt x="3682651" y="2530772"/>
                  </a:lnTo>
                  <a:lnTo>
                    <a:pt x="3680749" y="2530772"/>
                  </a:lnTo>
                  <a:lnTo>
                    <a:pt x="3678848" y="2530772"/>
                  </a:lnTo>
                  <a:lnTo>
                    <a:pt x="3676947" y="2530772"/>
                  </a:lnTo>
                  <a:lnTo>
                    <a:pt x="3675046" y="2530772"/>
                  </a:lnTo>
                  <a:lnTo>
                    <a:pt x="3673145" y="2530772"/>
                  </a:lnTo>
                  <a:lnTo>
                    <a:pt x="3671243" y="2530772"/>
                  </a:lnTo>
                  <a:lnTo>
                    <a:pt x="3669342" y="2530772"/>
                  </a:lnTo>
                  <a:lnTo>
                    <a:pt x="3667441" y="2530772"/>
                  </a:lnTo>
                  <a:lnTo>
                    <a:pt x="3665540" y="2530772"/>
                  </a:lnTo>
                  <a:lnTo>
                    <a:pt x="3663639" y="2530772"/>
                  </a:lnTo>
                  <a:lnTo>
                    <a:pt x="3661737" y="2530772"/>
                  </a:lnTo>
                  <a:lnTo>
                    <a:pt x="3659836" y="2530772"/>
                  </a:lnTo>
                  <a:lnTo>
                    <a:pt x="3657935" y="2530772"/>
                  </a:lnTo>
                  <a:lnTo>
                    <a:pt x="3656034" y="2530772"/>
                  </a:lnTo>
                  <a:lnTo>
                    <a:pt x="3654132" y="2530772"/>
                  </a:lnTo>
                  <a:lnTo>
                    <a:pt x="3652231" y="2530772"/>
                  </a:lnTo>
                  <a:lnTo>
                    <a:pt x="3650330" y="2530772"/>
                  </a:lnTo>
                  <a:lnTo>
                    <a:pt x="3648429" y="2530772"/>
                  </a:lnTo>
                  <a:lnTo>
                    <a:pt x="3646528" y="2530772"/>
                  </a:lnTo>
                  <a:lnTo>
                    <a:pt x="3644626" y="2530772"/>
                  </a:lnTo>
                  <a:lnTo>
                    <a:pt x="3642725" y="2530772"/>
                  </a:lnTo>
                  <a:lnTo>
                    <a:pt x="3640824" y="2530772"/>
                  </a:lnTo>
                  <a:lnTo>
                    <a:pt x="3638923" y="2530772"/>
                  </a:lnTo>
                  <a:lnTo>
                    <a:pt x="3637022" y="2530772"/>
                  </a:lnTo>
                  <a:lnTo>
                    <a:pt x="3635120" y="2530772"/>
                  </a:lnTo>
                  <a:lnTo>
                    <a:pt x="3633219" y="2530772"/>
                  </a:lnTo>
                  <a:lnTo>
                    <a:pt x="3631318" y="2530772"/>
                  </a:lnTo>
                  <a:lnTo>
                    <a:pt x="3629417" y="2530772"/>
                  </a:lnTo>
                  <a:lnTo>
                    <a:pt x="3627515" y="2530772"/>
                  </a:lnTo>
                  <a:lnTo>
                    <a:pt x="3625614" y="2530772"/>
                  </a:lnTo>
                  <a:lnTo>
                    <a:pt x="3623713" y="2530772"/>
                  </a:lnTo>
                  <a:lnTo>
                    <a:pt x="3621812" y="2530772"/>
                  </a:lnTo>
                  <a:lnTo>
                    <a:pt x="3619911" y="2530772"/>
                  </a:lnTo>
                  <a:lnTo>
                    <a:pt x="3618009" y="2530772"/>
                  </a:lnTo>
                  <a:lnTo>
                    <a:pt x="3616108" y="2530772"/>
                  </a:lnTo>
                  <a:lnTo>
                    <a:pt x="3614207" y="2530772"/>
                  </a:lnTo>
                  <a:lnTo>
                    <a:pt x="3612306" y="2530772"/>
                  </a:lnTo>
                  <a:lnTo>
                    <a:pt x="3610405" y="2530772"/>
                  </a:lnTo>
                  <a:lnTo>
                    <a:pt x="3608503" y="2530772"/>
                  </a:lnTo>
                  <a:lnTo>
                    <a:pt x="3606602" y="2530772"/>
                  </a:lnTo>
                  <a:lnTo>
                    <a:pt x="3604701" y="2530772"/>
                  </a:lnTo>
                  <a:lnTo>
                    <a:pt x="3602800" y="2530772"/>
                  </a:lnTo>
                  <a:lnTo>
                    <a:pt x="3600898" y="2530772"/>
                  </a:lnTo>
                  <a:lnTo>
                    <a:pt x="3598997" y="2530772"/>
                  </a:lnTo>
                  <a:lnTo>
                    <a:pt x="3597096" y="2530772"/>
                  </a:lnTo>
                  <a:lnTo>
                    <a:pt x="3595195" y="2530772"/>
                  </a:lnTo>
                  <a:lnTo>
                    <a:pt x="3593294" y="2530772"/>
                  </a:lnTo>
                  <a:lnTo>
                    <a:pt x="3591392" y="2530772"/>
                  </a:lnTo>
                  <a:lnTo>
                    <a:pt x="3589491" y="2530772"/>
                  </a:lnTo>
                  <a:lnTo>
                    <a:pt x="3587590" y="2530772"/>
                  </a:lnTo>
                  <a:lnTo>
                    <a:pt x="3585689" y="2530772"/>
                  </a:lnTo>
                  <a:lnTo>
                    <a:pt x="3583788" y="2530772"/>
                  </a:lnTo>
                  <a:lnTo>
                    <a:pt x="3581886" y="2530772"/>
                  </a:lnTo>
                  <a:lnTo>
                    <a:pt x="3579985" y="2530772"/>
                  </a:lnTo>
                  <a:lnTo>
                    <a:pt x="3578084" y="2530772"/>
                  </a:lnTo>
                  <a:lnTo>
                    <a:pt x="3576183" y="2530772"/>
                  </a:lnTo>
                  <a:lnTo>
                    <a:pt x="3574281" y="2530772"/>
                  </a:lnTo>
                  <a:lnTo>
                    <a:pt x="3572380" y="2530772"/>
                  </a:lnTo>
                  <a:lnTo>
                    <a:pt x="3570479" y="2530772"/>
                  </a:lnTo>
                  <a:lnTo>
                    <a:pt x="3568578" y="2530772"/>
                  </a:lnTo>
                  <a:lnTo>
                    <a:pt x="3566677" y="2530772"/>
                  </a:lnTo>
                  <a:lnTo>
                    <a:pt x="3564775" y="2530772"/>
                  </a:lnTo>
                  <a:lnTo>
                    <a:pt x="3562874" y="2530772"/>
                  </a:lnTo>
                  <a:lnTo>
                    <a:pt x="3560973" y="2530772"/>
                  </a:lnTo>
                  <a:lnTo>
                    <a:pt x="3559072" y="2530772"/>
                  </a:lnTo>
                  <a:lnTo>
                    <a:pt x="3557171" y="2530772"/>
                  </a:lnTo>
                  <a:lnTo>
                    <a:pt x="3555269" y="2530772"/>
                  </a:lnTo>
                  <a:lnTo>
                    <a:pt x="3553368" y="2530772"/>
                  </a:lnTo>
                  <a:lnTo>
                    <a:pt x="3551467" y="2530772"/>
                  </a:lnTo>
                  <a:lnTo>
                    <a:pt x="3549566" y="2530772"/>
                  </a:lnTo>
                  <a:lnTo>
                    <a:pt x="3547664" y="2530772"/>
                  </a:lnTo>
                  <a:lnTo>
                    <a:pt x="3545763" y="2530772"/>
                  </a:lnTo>
                  <a:lnTo>
                    <a:pt x="3543862" y="2530772"/>
                  </a:lnTo>
                  <a:lnTo>
                    <a:pt x="3541961" y="2530772"/>
                  </a:lnTo>
                  <a:lnTo>
                    <a:pt x="3540060" y="2530772"/>
                  </a:lnTo>
                  <a:lnTo>
                    <a:pt x="3538158" y="2530772"/>
                  </a:lnTo>
                  <a:lnTo>
                    <a:pt x="3536257" y="2530772"/>
                  </a:lnTo>
                  <a:lnTo>
                    <a:pt x="3534356" y="2530772"/>
                  </a:lnTo>
                  <a:lnTo>
                    <a:pt x="3532455" y="2530772"/>
                  </a:lnTo>
                  <a:lnTo>
                    <a:pt x="3530554" y="2530772"/>
                  </a:lnTo>
                  <a:lnTo>
                    <a:pt x="3528652" y="2530772"/>
                  </a:lnTo>
                  <a:lnTo>
                    <a:pt x="3526751" y="2530772"/>
                  </a:lnTo>
                  <a:lnTo>
                    <a:pt x="3524850" y="2530772"/>
                  </a:lnTo>
                  <a:lnTo>
                    <a:pt x="3522949" y="2530772"/>
                  </a:lnTo>
                  <a:lnTo>
                    <a:pt x="3521047" y="2530772"/>
                  </a:lnTo>
                  <a:lnTo>
                    <a:pt x="3519146" y="2530772"/>
                  </a:lnTo>
                  <a:lnTo>
                    <a:pt x="3517245" y="2530772"/>
                  </a:lnTo>
                  <a:lnTo>
                    <a:pt x="3515344" y="2530772"/>
                  </a:lnTo>
                  <a:lnTo>
                    <a:pt x="3513443" y="2530772"/>
                  </a:lnTo>
                  <a:lnTo>
                    <a:pt x="3511541" y="2530772"/>
                  </a:lnTo>
                  <a:lnTo>
                    <a:pt x="3509640" y="2530772"/>
                  </a:lnTo>
                  <a:lnTo>
                    <a:pt x="3507739" y="2530772"/>
                  </a:lnTo>
                  <a:lnTo>
                    <a:pt x="3505838" y="2530772"/>
                  </a:lnTo>
                  <a:lnTo>
                    <a:pt x="3503937" y="2530772"/>
                  </a:lnTo>
                  <a:lnTo>
                    <a:pt x="3502035" y="2530772"/>
                  </a:lnTo>
                  <a:lnTo>
                    <a:pt x="3500134" y="2530772"/>
                  </a:lnTo>
                  <a:lnTo>
                    <a:pt x="3498233" y="2530772"/>
                  </a:lnTo>
                  <a:lnTo>
                    <a:pt x="3496332" y="2530772"/>
                  </a:lnTo>
                  <a:lnTo>
                    <a:pt x="3494430" y="2530772"/>
                  </a:lnTo>
                  <a:lnTo>
                    <a:pt x="3492529" y="2530772"/>
                  </a:lnTo>
                  <a:lnTo>
                    <a:pt x="3490628" y="2530772"/>
                  </a:lnTo>
                  <a:lnTo>
                    <a:pt x="3488727" y="2530772"/>
                  </a:lnTo>
                  <a:lnTo>
                    <a:pt x="3486826" y="2530772"/>
                  </a:lnTo>
                  <a:lnTo>
                    <a:pt x="3484924" y="2530772"/>
                  </a:lnTo>
                  <a:lnTo>
                    <a:pt x="3483023" y="2530772"/>
                  </a:lnTo>
                  <a:lnTo>
                    <a:pt x="3481122" y="2530772"/>
                  </a:lnTo>
                  <a:lnTo>
                    <a:pt x="3479221" y="2530772"/>
                  </a:lnTo>
                  <a:lnTo>
                    <a:pt x="3477320" y="2530772"/>
                  </a:lnTo>
                  <a:lnTo>
                    <a:pt x="3475418" y="2530772"/>
                  </a:lnTo>
                  <a:lnTo>
                    <a:pt x="3473517" y="2530772"/>
                  </a:lnTo>
                  <a:lnTo>
                    <a:pt x="3471616" y="2530772"/>
                  </a:lnTo>
                  <a:lnTo>
                    <a:pt x="3469715" y="2530772"/>
                  </a:lnTo>
                  <a:lnTo>
                    <a:pt x="3467814" y="2530772"/>
                  </a:lnTo>
                  <a:lnTo>
                    <a:pt x="3465912" y="2530772"/>
                  </a:lnTo>
                  <a:lnTo>
                    <a:pt x="3464011" y="2530772"/>
                  </a:lnTo>
                  <a:lnTo>
                    <a:pt x="3462110" y="2530772"/>
                  </a:lnTo>
                  <a:lnTo>
                    <a:pt x="3460209" y="2530772"/>
                  </a:lnTo>
                  <a:lnTo>
                    <a:pt x="3458307" y="2530772"/>
                  </a:lnTo>
                  <a:lnTo>
                    <a:pt x="3456406" y="2530772"/>
                  </a:lnTo>
                  <a:lnTo>
                    <a:pt x="3454505" y="2530772"/>
                  </a:lnTo>
                  <a:lnTo>
                    <a:pt x="3452604" y="2530772"/>
                  </a:lnTo>
                  <a:lnTo>
                    <a:pt x="3450703" y="2530772"/>
                  </a:lnTo>
                  <a:lnTo>
                    <a:pt x="3448801" y="2530772"/>
                  </a:lnTo>
                  <a:lnTo>
                    <a:pt x="3446900" y="2530772"/>
                  </a:lnTo>
                  <a:lnTo>
                    <a:pt x="3444999" y="2530772"/>
                  </a:lnTo>
                  <a:lnTo>
                    <a:pt x="3443098" y="2530772"/>
                  </a:lnTo>
                  <a:lnTo>
                    <a:pt x="3441197" y="2530772"/>
                  </a:lnTo>
                  <a:lnTo>
                    <a:pt x="3439295" y="2530772"/>
                  </a:lnTo>
                  <a:lnTo>
                    <a:pt x="3437394" y="2530772"/>
                  </a:lnTo>
                  <a:lnTo>
                    <a:pt x="3435493" y="2530772"/>
                  </a:lnTo>
                  <a:lnTo>
                    <a:pt x="3433592" y="2530772"/>
                  </a:lnTo>
                  <a:lnTo>
                    <a:pt x="3431690" y="2530772"/>
                  </a:lnTo>
                  <a:lnTo>
                    <a:pt x="3429789" y="2530772"/>
                  </a:lnTo>
                  <a:lnTo>
                    <a:pt x="3427888" y="2530772"/>
                  </a:lnTo>
                  <a:lnTo>
                    <a:pt x="3425987" y="2530772"/>
                  </a:lnTo>
                  <a:lnTo>
                    <a:pt x="3424086" y="2530772"/>
                  </a:lnTo>
                  <a:lnTo>
                    <a:pt x="3422184" y="2530772"/>
                  </a:lnTo>
                  <a:lnTo>
                    <a:pt x="3420283" y="2530772"/>
                  </a:lnTo>
                  <a:lnTo>
                    <a:pt x="3418382" y="2530772"/>
                  </a:lnTo>
                  <a:lnTo>
                    <a:pt x="3416481" y="2530772"/>
                  </a:lnTo>
                  <a:lnTo>
                    <a:pt x="3414580" y="2530772"/>
                  </a:lnTo>
                  <a:lnTo>
                    <a:pt x="3412678" y="2530772"/>
                  </a:lnTo>
                  <a:lnTo>
                    <a:pt x="3410777" y="2530772"/>
                  </a:lnTo>
                  <a:lnTo>
                    <a:pt x="3408876" y="2530772"/>
                  </a:lnTo>
                  <a:lnTo>
                    <a:pt x="3406975" y="2530772"/>
                  </a:lnTo>
                  <a:lnTo>
                    <a:pt x="3405073" y="2530772"/>
                  </a:lnTo>
                  <a:lnTo>
                    <a:pt x="3403172" y="2530772"/>
                  </a:lnTo>
                  <a:lnTo>
                    <a:pt x="3401271" y="2530772"/>
                  </a:lnTo>
                  <a:lnTo>
                    <a:pt x="3399370" y="2530772"/>
                  </a:lnTo>
                  <a:lnTo>
                    <a:pt x="3397469" y="2530772"/>
                  </a:lnTo>
                  <a:lnTo>
                    <a:pt x="3395567" y="2530772"/>
                  </a:lnTo>
                  <a:lnTo>
                    <a:pt x="3393666" y="2530772"/>
                  </a:lnTo>
                  <a:lnTo>
                    <a:pt x="3391765" y="2530772"/>
                  </a:lnTo>
                  <a:lnTo>
                    <a:pt x="3389864" y="2530772"/>
                  </a:lnTo>
                  <a:lnTo>
                    <a:pt x="3387963" y="2530772"/>
                  </a:lnTo>
                  <a:lnTo>
                    <a:pt x="3386061" y="2530772"/>
                  </a:lnTo>
                  <a:lnTo>
                    <a:pt x="3384160" y="2530772"/>
                  </a:lnTo>
                  <a:lnTo>
                    <a:pt x="3382259" y="2530772"/>
                  </a:lnTo>
                  <a:lnTo>
                    <a:pt x="3380358" y="2530772"/>
                  </a:lnTo>
                  <a:lnTo>
                    <a:pt x="3378456" y="2530772"/>
                  </a:lnTo>
                  <a:lnTo>
                    <a:pt x="3376555" y="2530772"/>
                  </a:lnTo>
                  <a:lnTo>
                    <a:pt x="3374654" y="2530772"/>
                  </a:lnTo>
                  <a:lnTo>
                    <a:pt x="3372753" y="2530772"/>
                  </a:lnTo>
                  <a:lnTo>
                    <a:pt x="3370852" y="2530772"/>
                  </a:lnTo>
                  <a:lnTo>
                    <a:pt x="3368950" y="2530772"/>
                  </a:lnTo>
                  <a:lnTo>
                    <a:pt x="3367049" y="2530772"/>
                  </a:lnTo>
                  <a:lnTo>
                    <a:pt x="3365148" y="2530772"/>
                  </a:lnTo>
                  <a:lnTo>
                    <a:pt x="3363247" y="2530772"/>
                  </a:lnTo>
                  <a:lnTo>
                    <a:pt x="3361346" y="2530772"/>
                  </a:lnTo>
                  <a:lnTo>
                    <a:pt x="3359444" y="2530772"/>
                  </a:lnTo>
                  <a:lnTo>
                    <a:pt x="3357543" y="2530772"/>
                  </a:lnTo>
                  <a:lnTo>
                    <a:pt x="3355642" y="2530772"/>
                  </a:lnTo>
                  <a:lnTo>
                    <a:pt x="3353741" y="2530772"/>
                  </a:lnTo>
                  <a:lnTo>
                    <a:pt x="3351839" y="2530772"/>
                  </a:lnTo>
                  <a:lnTo>
                    <a:pt x="3349938" y="2530772"/>
                  </a:lnTo>
                  <a:lnTo>
                    <a:pt x="3348037" y="2530772"/>
                  </a:lnTo>
                  <a:lnTo>
                    <a:pt x="3346136" y="2530772"/>
                  </a:lnTo>
                  <a:lnTo>
                    <a:pt x="3344235" y="2530772"/>
                  </a:lnTo>
                  <a:lnTo>
                    <a:pt x="3342333" y="2530772"/>
                  </a:lnTo>
                  <a:lnTo>
                    <a:pt x="3340432" y="2530772"/>
                  </a:lnTo>
                  <a:lnTo>
                    <a:pt x="3338531" y="2530772"/>
                  </a:lnTo>
                  <a:lnTo>
                    <a:pt x="3336630" y="2530772"/>
                  </a:lnTo>
                  <a:lnTo>
                    <a:pt x="3334729" y="2530772"/>
                  </a:lnTo>
                  <a:lnTo>
                    <a:pt x="3332827" y="2530772"/>
                  </a:lnTo>
                  <a:lnTo>
                    <a:pt x="3330926" y="2530772"/>
                  </a:lnTo>
                  <a:lnTo>
                    <a:pt x="3329025" y="2530772"/>
                  </a:lnTo>
                  <a:lnTo>
                    <a:pt x="3327124" y="2530772"/>
                  </a:lnTo>
                  <a:lnTo>
                    <a:pt x="3325222" y="2530772"/>
                  </a:lnTo>
                  <a:lnTo>
                    <a:pt x="3323321" y="2530772"/>
                  </a:lnTo>
                  <a:lnTo>
                    <a:pt x="3321420" y="2530772"/>
                  </a:lnTo>
                  <a:lnTo>
                    <a:pt x="3319519" y="2530772"/>
                  </a:lnTo>
                  <a:lnTo>
                    <a:pt x="3317618" y="2530772"/>
                  </a:lnTo>
                  <a:lnTo>
                    <a:pt x="3315716" y="2530772"/>
                  </a:lnTo>
                  <a:lnTo>
                    <a:pt x="3313815" y="2530772"/>
                  </a:lnTo>
                  <a:lnTo>
                    <a:pt x="3311914" y="2530772"/>
                  </a:lnTo>
                  <a:lnTo>
                    <a:pt x="3310013" y="2530772"/>
                  </a:lnTo>
                  <a:lnTo>
                    <a:pt x="3308112" y="2530772"/>
                  </a:lnTo>
                  <a:lnTo>
                    <a:pt x="3306210" y="2530772"/>
                  </a:lnTo>
                  <a:lnTo>
                    <a:pt x="3304309" y="2530772"/>
                  </a:lnTo>
                  <a:lnTo>
                    <a:pt x="3302408" y="2530772"/>
                  </a:lnTo>
                  <a:lnTo>
                    <a:pt x="3300507" y="2530772"/>
                  </a:lnTo>
                  <a:lnTo>
                    <a:pt x="3298605" y="2530772"/>
                  </a:lnTo>
                  <a:lnTo>
                    <a:pt x="3296704" y="2530772"/>
                  </a:lnTo>
                  <a:lnTo>
                    <a:pt x="3294803" y="2530772"/>
                  </a:lnTo>
                  <a:lnTo>
                    <a:pt x="3292902" y="2530772"/>
                  </a:lnTo>
                  <a:lnTo>
                    <a:pt x="3291001" y="2530772"/>
                  </a:lnTo>
                  <a:lnTo>
                    <a:pt x="3289099" y="2530772"/>
                  </a:lnTo>
                  <a:lnTo>
                    <a:pt x="3287198" y="2530772"/>
                  </a:lnTo>
                  <a:lnTo>
                    <a:pt x="3285297" y="2530772"/>
                  </a:lnTo>
                  <a:lnTo>
                    <a:pt x="3283396" y="2530772"/>
                  </a:lnTo>
                  <a:lnTo>
                    <a:pt x="3281495" y="2530772"/>
                  </a:lnTo>
                  <a:lnTo>
                    <a:pt x="3279593" y="2530772"/>
                  </a:lnTo>
                  <a:lnTo>
                    <a:pt x="3277692" y="2530772"/>
                  </a:lnTo>
                  <a:lnTo>
                    <a:pt x="3275791" y="2530772"/>
                  </a:lnTo>
                  <a:lnTo>
                    <a:pt x="3273890" y="2530772"/>
                  </a:lnTo>
                  <a:lnTo>
                    <a:pt x="3271988" y="2530772"/>
                  </a:lnTo>
                  <a:lnTo>
                    <a:pt x="3270087" y="2530772"/>
                  </a:lnTo>
                  <a:lnTo>
                    <a:pt x="3268186" y="2530772"/>
                  </a:lnTo>
                  <a:lnTo>
                    <a:pt x="3266285" y="2530772"/>
                  </a:lnTo>
                  <a:lnTo>
                    <a:pt x="3264384" y="2530772"/>
                  </a:lnTo>
                  <a:lnTo>
                    <a:pt x="3262482" y="2530772"/>
                  </a:lnTo>
                  <a:lnTo>
                    <a:pt x="3260581" y="2530772"/>
                  </a:lnTo>
                  <a:lnTo>
                    <a:pt x="3258680" y="2530772"/>
                  </a:lnTo>
                  <a:lnTo>
                    <a:pt x="3256779" y="2530772"/>
                  </a:lnTo>
                  <a:lnTo>
                    <a:pt x="3254878" y="2530772"/>
                  </a:lnTo>
                  <a:lnTo>
                    <a:pt x="3252976" y="2530772"/>
                  </a:lnTo>
                  <a:lnTo>
                    <a:pt x="3251075" y="2530772"/>
                  </a:lnTo>
                  <a:lnTo>
                    <a:pt x="3249174" y="2530772"/>
                  </a:lnTo>
                  <a:lnTo>
                    <a:pt x="3247273" y="2530772"/>
                  </a:lnTo>
                  <a:lnTo>
                    <a:pt x="3245371" y="2530772"/>
                  </a:lnTo>
                  <a:lnTo>
                    <a:pt x="3243470" y="2530772"/>
                  </a:lnTo>
                  <a:lnTo>
                    <a:pt x="3241569" y="2530772"/>
                  </a:lnTo>
                  <a:lnTo>
                    <a:pt x="3239668" y="2530772"/>
                  </a:lnTo>
                  <a:lnTo>
                    <a:pt x="3237767" y="2530772"/>
                  </a:lnTo>
                  <a:lnTo>
                    <a:pt x="3235865" y="2530772"/>
                  </a:lnTo>
                  <a:lnTo>
                    <a:pt x="3233964" y="2530772"/>
                  </a:lnTo>
                  <a:lnTo>
                    <a:pt x="3232063" y="2530772"/>
                  </a:lnTo>
                  <a:lnTo>
                    <a:pt x="3230162" y="2530772"/>
                  </a:lnTo>
                  <a:lnTo>
                    <a:pt x="3228261" y="2530772"/>
                  </a:lnTo>
                  <a:lnTo>
                    <a:pt x="3226359" y="2530772"/>
                  </a:lnTo>
                  <a:lnTo>
                    <a:pt x="3224458" y="2530772"/>
                  </a:lnTo>
                  <a:lnTo>
                    <a:pt x="3222557" y="2530772"/>
                  </a:lnTo>
                  <a:lnTo>
                    <a:pt x="3220656" y="2530772"/>
                  </a:lnTo>
                  <a:lnTo>
                    <a:pt x="3218754" y="2530772"/>
                  </a:lnTo>
                  <a:lnTo>
                    <a:pt x="3216853" y="2530772"/>
                  </a:lnTo>
                  <a:lnTo>
                    <a:pt x="3214952" y="2530772"/>
                  </a:lnTo>
                  <a:lnTo>
                    <a:pt x="3213051" y="2530772"/>
                  </a:lnTo>
                  <a:lnTo>
                    <a:pt x="3211150" y="2530772"/>
                  </a:lnTo>
                  <a:lnTo>
                    <a:pt x="3209248" y="2530772"/>
                  </a:lnTo>
                  <a:lnTo>
                    <a:pt x="3207347" y="2530772"/>
                  </a:lnTo>
                  <a:lnTo>
                    <a:pt x="3205446" y="2530772"/>
                  </a:lnTo>
                  <a:lnTo>
                    <a:pt x="3203545" y="2530772"/>
                  </a:lnTo>
                  <a:lnTo>
                    <a:pt x="3201644" y="2530772"/>
                  </a:lnTo>
                  <a:lnTo>
                    <a:pt x="3199742" y="2530772"/>
                  </a:lnTo>
                  <a:lnTo>
                    <a:pt x="3197841" y="2530772"/>
                  </a:lnTo>
                  <a:lnTo>
                    <a:pt x="3195940" y="2530772"/>
                  </a:lnTo>
                  <a:lnTo>
                    <a:pt x="3194039" y="2530772"/>
                  </a:lnTo>
                  <a:lnTo>
                    <a:pt x="3192138" y="2530772"/>
                  </a:lnTo>
                  <a:lnTo>
                    <a:pt x="3190236" y="2530772"/>
                  </a:lnTo>
                  <a:lnTo>
                    <a:pt x="3188335" y="2530772"/>
                  </a:lnTo>
                  <a:lnTo>
                    <a:pt x="3186434" y="2530772"/>
                  </a:lnTo>
                  <a:lnTo>
                    <a:pt x="3184533" y="2530772"/>
                  </a:lnTo>
                  <a:lnTo>
                    <a:pt x="3182631" y="2530772"/>
                  </a:lnTo>
                  <a:lnTo>
                    <a:pt x="3180730" y="2530772"/>
                  </a:lnTo>
                  <a:lnTo>
                    <a:pt x="3178829" y="2530772"/>
                  </a:lnTo>
                  <a:lnTo>
                    <a:pt x="3176928" y="2530772"/>
                  </a:lnTo>
                  <a:lnTo>
                    <a:pt x="3175027" y="2530772"/>
                  </a:lnTo>
                  <a:lnTo>
                    <a:pt x="3173125" y="2530772"/>
                  </a:lnTo>
                  <a:lnTo>
                    <a:pt x="3171224" y="2530772"/>
                  </a:lnTo>
                  <a:lnTo>
                    <a:pt x="3169323" y="2530772"/>
                  </a:lnTo>
                  <a:lnTo>
                    <a:pt x="3167422" y="2530772"/>
                  </a:lnTo>
                  <a:lnTo>
                    <a:pt x="3165521" y="2530772"/>
                  </a:lnTo>
                  <a:lnTo>
                    <a:pt x="3163619" y="2530772"/>
                  </a:lnTo>
                  <a:lnTo>
                    <a:pt x="3161718" y="2530772"/>
                  </a:lnTo>
                  <a:lnTo>
                    <a:pt x="3159817" y="2530772"/>
                  </a:lnTo>
                  <a:lnTo>
                    <a:pt x="3157916" y="2530772"/>
                  </a:lnTo>
                  <a:lnTo>
                    <a:pt x="3156014" y="2530772"/>
                  </a:lnTo>
                  <a:lnTo>
                    <a:pt x="3154113" y="2530772"/>
                  </a:lnTo>
                  <a:lnTo>
                    <a:pt x="3152212" y="2530772"/>
                  </a:lnTo>
                  <a:lnTo>
                    <a:pt x="3150311" y="2530772"/>
                  </a:lnTo>
                  <a:lnTo>
                    <a:pt x="3148410" y="2530772"/>
                  </a:lnTo>
                  <a:lnTo>
                    <a:pt x="3146508" y="2530772"/>
                  </a:lnTo>
                  <a:lnTo>
                    <a:pt x="3144607" y="2530772"/>
                  </a:lnTo>
                  <a:lnTo>
                    <a:pt x="3142706" y="2530772"/>
                  </a:lnTo>
                  <a:lnTo>
                    <a:pt x="3140805" y="2530772"/>
                  </a:lnTo>
                  <a:lnTo>
                    <a:pt x="3138904" y="2530772"/>
                  </a:lnTo>
                  <a:lnTo>
                    <a:pt x="3137002" y="2530772"/>
                  </a:lnTo>
                  <a:lnTo>
                    <a:pt x="3135101" y="2530772"/>
                  </a:lnTo>
                  <a:lnTo>
                    <a:pt x="3133200" y="2530772"/>
                  </a:lnTo>
                  <a:lnTo>
                    <a:pt x="3131299" y="2530772"/>
                  </a:lnTo>
                  <a:lnTo>
                    <a:pt x="3129397" y="2530772"/>
                  </a:lnTo>
                  <a:lnTo>
                    <a:pt x="3127496" y="2530772"/>
                  </a:lnTo>
                  <a:lnTo>
                    <a:pt x="3125595" y="2530772"/>
                  </a:lnTo>
                  <a:lnTo>
                    <a:pt x="3123694" y="2530772"/>
                  </a:lnTo>
                  <a:lnTo>
                    <a:pt x="3121793" y="2530772"/>
                  </a:lnTo>
                  <a:lnTo>
                    <a:pt x="3119891" y="2530772"/>
                  </a:lnTo>
                  <a:lnTo>
                    <a:pt x="3117990" y="2530772"/>
                  </a:lnTo>
                  <a:lnTo>
                    <a:pt x="3116089" y="2530772"/>
                  </a:lnTo>
                  <a:lnTo>
                    <a:pt x="3114188" y="2530772"/>
                  </a:lnTo>
                  <a:lnTo>
                    <a:pt x="3112287" y="2530772"/>
                  </a:lnTo>
                  <a:lnTo>
                    <a:pt x="3110385" y="2530772"/>
                  </a:lnTo>
                  <a:lnTo>
                    <a:pt x="3108484" y="2530772"/>
                  </a:lnTo>
                  <a:lnTo>
                    <a:pt x="3106583" y="2530772"/>
                  </a:lnTo>
                  <a:lnTo>
                    <a:pt x="3104682" y="2530772"/>
                  </a:lnTo>
                  <a:lnTo>
                    <a:pt x="3102780" y="2530772"/>
                  </a:lnTo>
                  <a:lnTo>
                    <a:pt x="3100879" y="2530772"/>
                  </a:lnTo>
                  <a:lnTo>
                    <a:pt x="3098978" y="2530772"/>
                  </a:lnTo>
                  <a:lnTo>
                    <a:pt x="3097077" y="2530772"/>
                  </a:lnTo>
                  <a:lnTo>
                    <a:pt x="3095176" y="2530772"/>
                  </a:lnTo>
                  <a:lnTo>
                    <a:pt x="3093274" y="2530772"/>
                  </a:lnTo>
                  <a:lnTo>
                    <a:pt x="3091373" y="2530772"/>
                  </a:lnTo>
                  <a:lnTo>
                    <a:pt x="3089472" y="2530772"/>
                  </a:lnTo>
                  <a:lnTo>
                    <a:pt x="3087571" y="2530772"/>
                  </a:lnTo>
                  <a:lnTo>
                    <a:pt x="3085670" y="2530772"/>
                  </a:lnTo>
                  <a:lnTo>
                    <a:pt x="3083768" y="2530772"/>
                  </a:lnTo>
                  <a:lnTo>
                    <a:pt x="3081867" y="2530772"/>
                  </a:lnTo>
                  <a:lnTo>
                    <a:pt x="3079966" y="2530772"/>
                  </a:lnTo>
                  <a:lnTo>
                    <a:pt x="3078065" y="2530772"/>
                  </a:lnTo>
                  <a:lnTo>
                    <a:pt x="3076163" y="2530772"/>
                  </a:lnTo>
                  <a:lnTo>
                    <a:pt x="3074262" y="2530772"/>
                  </a:lnTo>
                  <a:lnTo>
                    <a:pt x="3072361" y="2530772"/>
                  </a:lnTo>
                  <a:lnTo>
                    <a:pt x="3070460" y="2530772"/>
                  </a:lnTo>
                  <a:lnTo>
                    <a:pt x="3068559" y="2530772"/>
                  </a:lnTo>
                  <a:lnTo>
                    <a:pt x="3066657" y="2530772"/>
                  </a:lnTo>
                  <a:lnTo>
                    <a:pt x="3064756" y="2530772"/>
                  </a:lnTo>
                  <a:lnTo>
                    <a:pt x="3062855" y="2530772"/>
                  </a:lnTo>
                  <a:lnTo>
                    <a:pt x="3060954" y="2530772"/>
                  </a:lnTo>
                  <a:lnTo>
                    <a:pt x="3059053" y="2530772"/>
                  </a:lnTo>
                  <a:lnTo>
                    <a:pt x="3057151" y="2530772"/>
                  </a:lnTo>
                  <a:lnTo>
                    <a:pt x="3055250" y="2530772"/>
                  </a:lnTo>
                  <a:lnTo>
                    <a:pt x="3053349" y="2530772"/>
                  </a:lnTo>
                  <a:lnTo>
                    <a:pt x="3051448" y="2530772"/>
                  </a:lnTo>
                  <a:lnTo>
                    <a:pt x="3049546" y="2530772"/>
                  </a:lnTo>
                  <a:lnTo>
                    <a:pt x="3047645" y="2530772"/>
                  </a:lnTo>
                  <a:lnTo>
                    <a:pt x="3045744" y="2530772"/>
                  </a:lnTo>
                  <a:lnTo>
                    <a:pt x="3043843" y="2530772"/>
                  </a:lnTo>
                  <a:lnTo>
                    <a:pt x="3041942" y="2530772"/>
                  </a:lnTo>
                  <a:lnTo>
                    <a:pt x="3040040" y="2530772"/>
                  </a:lnTo>
                  <a:lnTo>
                    <a:pt x="3038139" y="2530772"/>
                  </a:lnTo>
                  <a:lnTo>
                    <a:pt x="3036238" y="2530772"/>
                  </a:lnTo>
                  <a:lnTo>
                    <a:pt x="3034337" y="2530772"/>
                  </a:lnTo>
                  <a:lnTo>
                    <a:pt x="3032436" y="2530772"/>
                  </a:lnTo>
                  <a:lnTo>
                    <a:pt x="3030534" y="2530772"/>
                  </a:lnTo>
                  <a:lnTo>
                    <a:pt x="3028633" y="2530772"/>
                  </a:lnTo>
                  <a:lnTo>
                    <a:pt x="3026732" y="2530772"/>
                  </a:lnTo>
                  <a:lnTo>
                    <a:pt x="3024831" y="2530772"/>
                  </a:lnTo>
                  <a:lnTo>
                    <a:pt x="3022929" y="2530772"/>
                  </a:lnTo>
                  <a:lnTo>
                    <a:pt x="3021028" y="2530772"/>
                  </a:lnTo>
                  <a:lnTo>
                    <a:pt x="3019127" y="2530772"/>
                  </a:lnTo>
                  <a:lnTo>
                    <a:pt x="3017226" y="2530772"/>
                  </a:lnTo>
                  <a:lnTo>
                    <a:pt x="3015325" y="2530772"/>
                  </a:lnTo>
                  <a:lnTo>
                    <a:pt x="3013423" y="2530772"/>
                  </a:lnTo>
                  <a:lnTo>
                    <a:pt x="3011522" y="2530772"/>
                  </a:lnTo>
                  <a:lnTo>
                    <a:pt x="3009621" y="2530772"/>
                  </a:lnTo>
                  <a:lnTo>
                    <a:pt x="3007720" y="2530772"/>
                  </a:lnTo>
                  <a:lnTo>
                    <a:pt x="3005819" y="2530772"/>
                  </a:lnTo>
                  <a:lnTo>
                    <a:pt x="3003917" y="2530772"/>
                  </a:lnTo>
                  <a:lnTo>
                    <a:pt x="3002016" y="2530772"/>
                  </a:lnTo>
                  <a:lnTo>
                    <a:pt x="3000115" y="2530772"/>
                  </a:lnTo>
                  <a:lnTo>
                    <a:pt x="2998214" y="2530772"/>
                  </a:lnTo>
                  <a:lnTo>
                    <a:pt x="2996312" y="2530772"/>
                  </a:lnTo>
                  <a:lnTo>
                    <a:pt x="2994411" y="2530772"/>
                  </a:lnTo>
                  <a:lnTo>
                    <a:pt x="2992510" y="2530772"/>
                  </a:lnTo>
                  <a:lnTo>
                    <a:pt x="2990609" y="2530772"/>
                  </a:lnTo>
                  <a:lnTo>
                    <a:pt x="2988708" y="2530772"/>
                  </a:lnTo>
                  <a:lnTo>
                    <a:pt x="2986806" y="2530772"/>
                  </a:lnTo>
                  <a:lnTo>
                    <a:pt x="2984905" y="2530772"/>
                  </a:lnTo>
                  <a:lnTo>
                    <a:pt x="2983004" y="2530772"/>
                  </a:lnTo>
                  <a:lnTo>
                    <a:pt x="2981103" y="2530772"/>
                  </a:lnTo>
                  <a:lnTo>
                    <a:pt x="2979202" y="2530772"/>
                  </a:lnTo>
                  <a:lnTo>
                    <a:pt x="2977300" y="2530772"/>
                  </a:lnTo>
                  <a:lnTo>
                    <a:pt x="2975399" y="2530772"/>
                  </a:lnTo>
                  <a:lnTo>
                    <a:pt x="2973498" y="2530772"/>
                  </a:lnTo>
                  <a:lnTo>
                    <a:pt x="2971597" y="2530772"/>
                  </a:lnTo>
                  <a:lnTo>
                    <a:pt x="2969695" y="2530772"/>
                  </a:lnTo>
                  <a:lnTo>
                    <a:pt x="2967794" y="2530772"/>
                  </a:lnTo>
                  <a:lnTo>
                    <a:pt x="2965893" y="2530772"/>
                  </a:lnTo>
                  <a:lnTo>
                    <a:pt x="2963992" y="2530772"/>
                  </a:lnTo>
                  <a:lnTo>
                    <a:pt x="2962091" y="2530772"/>
                  </a:lnTo>
                  <a:lnTo>
                    <a:pt x="2960189" y="2530772"/>
                  </a:lnTo>
                  <a:lnTo>
                    <a:pt x="2958288" y="2530772"/>
                  </a:lnTo>
                  <a:lnTo>
                    <a:pt x="2956387" y="2530772"/>
                  </a:lnTo>
                  <a:lnTo>
                    <a:pt x="2954486" y="2530772"/>
                  </a:lnTo>
                  <a:lnTo>
                    <a:pt x="2952585" y="2530772"/>
                  </a:lnTo>
                  <a:lnTo>
                    <a:pt x="2950683" y="2530772"/>
                  </a:lnTo>
                  <a:lnTo>
                    <a:pt x="2948782" y="2530772"/>
                  </a:lnTo>
                  <a:lnTo>
                    <a:pt x="2946881" y="2530772"/>
                  </a:lnTo>
                  <a:lnTo>
                    <a:pt x="2944980" y="2530772"/>
                  </a:lnTo>
                  <a:lnTo>
                    <a:pt x="2943078" y="2530772"/>
                  </a:lnTo>
                  <a:lnTo>
                    <a:pt x="2941177" y="2530772"/>
                  </a:lnTo>
                  <a:lnTo>
                    <a:pt x="2939276" y="2530772"/>
                  </a:lnTo>
                  <a:lnTo>
                    <a:pt x="2937375" y="2530772"/>
                  </a:lnTo>
                  <a:lnTo>
                    <a:pt x="2935474" y="2530772"/>
                  </a:lnTo>
                  <a:lnTo>
                    <a:pt x="2933572" y="2530772"/>
                  </a:lnTo>
                  <a:lnTo>
                    <a:pt x="2931671" y="2530772"/>
                  </a:lnTo>
                  <a:lnTo>
                    <a:pt x="2929770" y="2530772"/>
                  </a:lnTo>
                  <a:lnTo>
                    <a:pt x="2927869" y="2530772"/>
                  </a:lnTo>
                  <a:lnTo>
                    <a:pt x="2925968" y="2530772"/>
                  </a:lnTo>
                  <a:lnTo>
                    <a:pt x="2924066" y="2530772"/>
                  </a:lnTo>
                  <a:lnTo>
                    <a:pt x="2922165" y="2530772"/>
                  </a:lnTo>
                  <a:lnTo>
                    <a:pt x="2920264" y="2530772"/>
                  </a:lnTo>
                  <a:lnTo>
                    <a:pt x="2918363" y="2530772"/>
                  </a:lnTo>
                  <a:lnTo>
                    <a:pt x="2916461" y="2530772"/>
                  </a:lnTo>
                  <a:lnTo>
                    <a:pt x="2914560" y="2530772"/>
                  </a:lnTo>
                  <a:lnTo>
                    <a:pt x="2912659" y="2530772"/>
                  </a:lnTo>
                  <a:lnTo>
                    <a:pt x="2910758" y="2530772"/>
                  </a:lnTo>
                  <a:lnTo>
                    <a:pt x="2908857" y="2530772"/>
                  </a:lnTo>
                  <a:lnTo>
                    <a:pt x="2906955" y="2530772"/>
                  </a:lnTo>
                  <a:lnTo>
                    <a:pt x="2905054" y="2530772"/>
                  </a:lnTo>
                  <a:lnTo>
                    <a:pt x="2903153" y="2530772"/>
                  </a:lnTo>
                  <a:lnTo>
                    <a:pt x="2901252" y="2530772"/>
                  </a:lnTo>
                  <a:lnTo>
                    <a:pt x="2899351" y="2530772"/>
                  </a:lnTo>
                  <a:lnTo>
                    <a:pt x="2897449" y="2530772"/>
                  </a:lnTo>
                  <a:lnTo>
                    <a:pt x="2895548" y="2530772"/>
                  </a:lnTo>
                  <a:lnTo>
                    <a:pt x="2893647" y="2530772"/>
                  </a:lnTo>
                  <a:lnTo>
                    <a:pt x="2891746" y="2530772"/>
                  </a:lnTo>
                  <a:lnTo>
                    <a:pt x="2889845" y="2530772"/>
                  </a:lnTo>
                  <a:lnTo>
                    <a:pt x="2887943" y="2530772"/>
                  </a:lnTo>
                  <a:lnTo>
                    <a:pt x="2886042" y="2530772"/>
                  </a:lnTo>
                  <a:lnTo>
                    <a:pt x="2884141" y="2530772"/>
                  </a:lnTo>
                  <a:lnTo>
                    <a:pt x="2882240" y="2530772"/>
                  </a:lnTo>
                  <a:lnTo>
                    <a:pt x="2880338" y="2530772"/>
                  </a:lnTo>
                  <a:lnTo>
                    <a:pt x="2878437" y="2530772"/>
                  </a:lnTo>
                  <a:lnTo>
                    <a:pt x="2876536" y="2530772"/>
                  </a:lnTo>
                  <a:lnTo>
                    <a:pt x="2874635" y="2530772"/>
                  </a:lnTo>
                  <a:lnTo>
                    <a:pt x="2872734" y="2530772"/>
                  </a:lnTo>
                  <a:lnTo>
                    <a:pt x="2870832" y="2530772"/>
                  </a:lnTo>
                  <a:lnTo>
                    <a:pt x="2868931" y="2530772"/>
                  </a:lnTo>
                  <a:lnTo>
                    <a:pt x="2867030" y="2530772"/>
                  </a:lnTo>
                  <a:lnTo>
                    <a:pt x="2865129" y="2530772"/>
                  </a:lnTo>
                  <a:lnTo>
                    <a:pt x="2863228" y="2530772"/>
                  </a:lnTo>
                  <a:lnTo>
                    <a:pt x="2861326" y="2530772"/>
                  </a:lnTo>
                  <a:lnTo>
                    <a:pt x="2859425" y="2530772"/>
                  </a:lnTo>
                  <a:lnTo>
                    <a:pt x="2857524" y="2530772"/>
                  </a:lnTo>
                  <a:lnTo>
                    <a:pt x="2855623" y="2530772"/>
                  </a:lnTo>
                  <a:lnTo>
                    <a:pt x="2853721" y="2530772"/>
                  </a:lnTo>
                  <a:lnTo>
                    <a:pt x="2851820" y="2530772"/>
                  </a:lnTo>
                  <a:lnTo>
                    <a:pt x="2849919" y="2530772"/>
                  </a:lnTo>
                  <a:lnTo>
                    <a:pt x="2848018" y="2530772"/>
                  </a:lnTo>
                  <a:lnTo>
                    <a:pt x="2846117" y="2530772"/>
                  </a:lnTo>
                  <a:lnTo>
                    <a:pt x="2844215" y="2530772"/>
                  </a:lnTo>
                  <a:lnTo>
                    <a:pt x="2842314" y="2530772"/>
                  </a:lnTo>
                  <a:lnTo>
                    <a:pt x="2840413" y="2530772"/>
                  </a:lnTo>
                  <a:lnTo>
                    <a:pt x="2838512" y="2530772"/>
                  </a:lnTo>
                  <a:lnTo>
                    <a:pt x="2836611" y="2530772"/>
                  </a:lnTo>
                  <a:lnTo>
                    <a:pt x="2834709" y="2530772"/>
                  </a:lnTo>
                  <a:lnTo>
                    <a:pt x="2832808" y="2530772"/>
                  </a:lnTo>
                  <a:lnTo>
                    <a:pt x="2830907" y="2530772"/>
                  </a:lnTo>
                  <a:lnTo>
                    <a:pt x="2829006" y="2530772"/>
                  </a:lnTo>
                  <a:lnTo>
                    <a:pt x="2827104" y="2530772"/>
                  </a:lnTo>
                  <a:lnTo>
                    <a:pt x="2825203" y="2530772"/>
                  </a:lnTo>
                  <a:lnTo>
                    <a:pt x="2823302" y="2530772"/>
                  </a:lnTo>
                  <a:lnTo>
                    <a:pt x="2821401" y="2530772"/>
                  </a:lnTo>
                  <a:lnTo>
                    <a:pt x="2819500" y="2530772"/>
                  </a:lnTo>
                  <a:lnTo>
                    <a:pt x="2817598" y="2530772"/>
                  </a:lnTo>
                  <a:lnTo>
                    <a:pt x="2815697" y="2530772"/>
                  </a:lnTo>
                  <a:lnTo>
                    <a:pt x="2813796" y="2530772"/>
                  </a:lnTo>
                  <a:lnTo>
                    <a:pt x="2811895" y="2530772"/>
                  </a:lnTo>
                  <a:lnTo>
                    <a:pt x="2809994" y="2530772"/>
                  </a:lnTo>
                  <a:lnTo>
                    <a:pt x="2808092" y="2530772"/>
                  </a:lnTo>
                  <a:lnTo>
                    <a:pt x="2806191" y="2530772"/>
                  </a:lnTo>
                  <a:lnTo>
                    <a:pt x="2804290" y="2530772"/>
                  </a:lnTo>
                  <a:lnTo>
                    <a:pt x="2802389" y="2530772"/>
                  </a:lnTo>
                  <a:lnTo>
                    <a:pt x="2800487" y="2530772"/>
                  </a:lnTo>
                  <a:lnTo>
                    <a:pt x="2798586" y="2530772"/>
                  </a:lnTo>
                  <a:lnTo>
                    <a:pt x="2796685" y="2530772"/>
                  </a:lnTo>
                  <a:lnTo>
                    <a:pt x="2794784" y="2530772"/>
                  </a:lnTo>
                  <a:lnTo>
                    <a:pt x="2792883" y="2530772"/>
                  </a:lnTo>
                  <a:lnTo>
                    <a:pt x="2790981" y="2530772"/>
                  </a:lnTo>
                  <a:lnTo>
                    <a:pt x="2789080" y="2530772"/>
                  </a:lnTo>
                  <a:lnTo>
                    <a:pt x="2787179" y="2530772"/>
                  </a:lnTo>
                  <a:lnTo>
                    <a:pt x="2785278" y="2530772"/>
                  </a:lnTo>
                  <a:lnTo>
                    <a:pt x="2783377" y="2530772"/>
                  </a:lnTo>
                  <a:lnTo>
                    <a:pt x="2781475" y="2530772"/>
                  </a:lnTo>
                  <a:lnTo>
                    <a:pt x="2779574" y="2530772"/>
                  </a:lnTo>
                  <a:lnTo>
                    <a:pt x="2777673" y="2530772"/>
                  </a:lnTo>
                  <a:lnTo>
                    <a:pt x="2775772" y="2530772"/>
                  </a:lnTo>
                  <a:lnTo>
                    <a:pt x="2773870" y="2530772"/>
                  </a:lnTo>
                  <a:lnTo>
                    <a:pt x="2771969" y="2530772"/>
                  </a:lnTo>
                  <a:lnTo>
                    <a:pt x="2770068" y="2530772"/>
                  </a:lnTo>
                  <a:lnTo>
                    <a:pt x="2768167" y="2530772"/>
                  </a:lnTo>
                  <a:lnTo>
                    <a:pt x="2766266" y="2530772"/>
                  </a:lnTo>
                  <a:lnTo>
                    <a:pt x="2764364" y="2530772"/>
                  </a:lnTo>
                  <a:lnTo>
                    <a:pt x="2762463" y="2530772"/>
                  </a:lnTo>
                  <a:lnTo>
                    <a:pt x="2760562" y="2530772"/>
                  </a:lnTo>
                  <a:lnTo>
                    <a:pt x="2758661" y="2530772"/>
                  </a:lnTo>
                  <a:lnTo>
                    <a:pt x="2756760" y="2530772"/>
                  </a:lnTo>
                  <a:lnTo>
                    <a:pt x="2754858" y="2530772"/>
                  </a:lnTo>
                  <a:lnTo>
                    <a:pt x="2752957" y="2530772"/>
                  </a:lnTo>
                  <a:lnTo>
                    <a:pt x="2751056" y="2530772"/>
                  </a:lnTo>
                  <a:lnTo>
                    <a:pt x="2749155" y="2530772"/>
                  </a:lnTo>
                  <a:lnTo>
                    <a:pt x="2747253" y="2530772"/>
                  </a:lnTo>
                  <a:lnTo>
                    <a:pt x="2745352" y="2530772"/>
                  </a:lnTo>
                  <a:lnTo>
                    <a:pt x="2743451" y="2530772"/>
                  </a:lnTo>
                  <a:lnTo>
                    <a:pt x="2741550" y="2530772"/>
                  </a:lnTo>
                  <a:lnTo>
                    <a:pt x="2739649" y="2530772"/>
                  </a:lnTo>
                  <a:lnTo>
                    <a:pt x="2737747" y="2530772"/>
                  </a:lnTo>
                  <a:lnTo>
                    <a:pt x="2735846" y="2530772"/>
                  </a:lnTo>
                  <a:lnTo>
                    <a:pt x="2733945" y="2530772"/>
                  </a:lnTo>
                  <a:lnTo>
                    <a:pt x="2732044" y="2530772"/>
                  </a:lnTo>
                  <a:lnTo>
                    <a:pt x="2730143" y="2530772"/>
                  </a:lnTo>
                  <a:lnTo>
                    <a:pt x="2728241" y="2530772"/>
                  </a:lnTo>
                  <a:lnTo>
                    <a:pt x="2726340" y="2530772"/>
                  </a:lnTo>
                  <a:lnTo>
                    <a:pt x="2724439" y="2530772"/>
                  </a:lnTo>
                  <a:lnTo>
                    <a:pt x="2722538" y="2530772"/>
                  </a:lnTo>
                  <a:lnTo>
                    <a:pt x="2720636" y="2530772"/>
                  </a:lnTo>
                  <a:lnTo>
                    <a:pt x="2718735" y="2530772"/>
                  </a:lnTo>
                  <a:lnTo>
                    <a:pt x="2716834" y="2530772"/>
                  </a:lnTo>
                  <a:lnTo>
                    <a:pt x="2714933" y="2530772"/>
                  </a:lnTo>
                  <a:lnTo>
                    <a:pt x="2713032" y="2530772"/>
                  </a:lnTo>
                  <a:lnTo>
                    <a:pt x="2711130" y="2530772"/>
                  </a:lnTo>
                  <a:lnTo>
                    <a:pt x="2709229" y="2530772"/>
                  </a:lnTo>
                  <a:lnTo>
                    <a:pt x="2707328" y="2530772"/>
                  </a:lnTo>
                  <a:lnTo>
                    <a:pt x="2705427" y="2530772"/>
                  </a:lnTo>
                  <a:lnTo>
                    <a:pt x="2703526" y="2530772"/>
                  </a:lnTo>
                  <a:lnTo>
                    <a:pt x="2701624" y="2530772"/>
                  </a:lnTo>
                  <a:lnTo>
                    <a:pt x="2699723" y="2530772"/>
                  </a:lnTo>
                  <a:lnTo>
                    <a:pt x="2697822" y="2530772"/>
                  </a:lnTo>
                  <a:lnTo>
                    <a:pt x="2695921" y="2530772"/>
                  </a:lnTo>
                  <a:lnTo>
                    <a:pt x="2694019" y="2530772"/>
                  </a:lnTo>
                  <a:lnTo>
                    <a:pt x="2692118" y="2530772"/>
                  </a:lnTo>
                  <a:lnTo>
                    <a:pt x="2690217" y="2530772"/>
                  </a:lnTo>
                  <a:lnTo>
                    <a:pt x="2688316" y="2530772"/>
                  </a:lnTo>
                  <a:lnTo>
                    <a:pt x="2686415" y="2530772"/>
                  </a:lnTo>
                  <a:lnTo>
                    <a:pt x="2684513" y="2530772"/>
                  </a:lnTo>
                  <a:lnTo>
                    <a:pt x="2682612" y="2530772"/>
                  </a:lnTo>
                  <a:lnTo>
                    <a:pt x="2680711" y="2530772"/>
                  </a:lnTo>
                  <a:lnTo>
                    <a:pt x="2678810" y="2530772"/>
                  </a:lnTo>
                  <a:lnTo>
                    <a:pt x="2676909" y="2530772"/>
                  </a:lnTo>
                  <a:lnTo>
                    <a:pt x="2675007" y="2530772"/>
                  </a:lnTo>
                  <a:lnTo>
                    <a:pt x="2673106" y="2530772"/>
                  </a:lnTo>
                  <a:lnTo>
                    <a:pt x="2671205" y="2530772"/>
                  </a:lnTo>
                  <a:lnTo>
                    <a:pt x="2669304" y="2530772"/>
                  </a:lnTo>
                  <a:lnTo>
                    <a:pt x="2667402" y="2530772"/>
                  </a:lnTo>
                  <a:lnTo>
                    <a:pt x="2665501" y="2530772"/>
                  </a:lnTo>
                  <a:lnTo>
                    <a:pt x="2663600" y="2530772"/>
                  </a:lnTo>
                  <a:lnTo>
                    <a:pt x="2661699" y="2530772"/>
                  </a:lnTo>
                  <a:lnTo>
                    <a:pt x="2659798" y="2530772"/>
                  </a:lnTo>
                  <a:lnTo>
                    <a:pt x="2657896" y="2530772"/>
                  </a:lnTo>
                  <a:lnTo>
                    <a:pt x="2655995" y="2530772"/>
                  </a:lnTo>
                  <a:lnTo>
                    <a:pt x="2654094" y="2530772"/>
                  </a:lnTo>
                  <a:lnTo>
                    <a:pt x="2652193" y="2530772"/>
                  </a:lnTo>
                  <a:lnTo>
                    <a:pt x="2650292" y="2530772"/>
                  </a:lnTo>
                  <a:lnTo>
                    <a:pt x="2648390" y="2530772"/>
                  </a:lnTo>
                  <a:lnTo>
                    <a:pt x="2646489" y="2530772"/>
                  </a:lnTo>
                  <a:lnTo>
                    <a:pt x="2644588" y="2530772"/>
                  </a:lnTo>
                  <a:lnTo>
                    <a:pt x="2642687" y="2530772"/>
                  </a:lnTo>
                  <a:lnTo>
                    <a:pt x="2640785" y="2530772"/>
                  </a:lnTo>
                  <a:lnTo>
                    <a:pt x="2638884" y="2530772"/>
                  </a:lnTo>
                  <a:lnTo>
                    <a:pt x="2636983" y="2530772"/>
                  </a:lnTo>
                  <a:lnTo>
                    <a:pt x="2635082" y="2530772"/>
                  </a:lnTo>
                  <a:lnTo>
                    <a:pt x="2633181" y="2530772"/>
                  </a:lnTo>
                  <a:lnTo>
                    <a:pt x="2631279" y="2530772"/>
                  </a:lnTo>
                  <a:lnTo>
                    <a:pt x="2629378" y="2530772"/>
                  </a:lnTo>
                  <a:lnTo>
                    <a:pt x="2627477" y="2530772"/>
                  </a:lnTo>
                  <a:lnTo>
                    <a:pt x="2625576" y="2530772"/>
                  </a:lnTo>
                  <a:lnTo>
                    <a:pt x="2623675" y="2530772"/>
                  </a:lnTo>
                  <a:lnTo>
                    <a:pt x="2621773" y="2530772"/>
                  </a:lnTo>
                  <a:lnTo>
                    <a:pt x="2619872" y="2530772"/>
                  </a:lnTo>
                  <a:lnTo>
                    <a:pt x="2617971" y="2530772"/>
                  </a:lnTo>
                  <a:lnTo>
                    <a:pt x="2616070" y="2530772"/>
                  </a:lnTo>
                  <a:lnTo>
                    <a:pt x="2614169" y="2530772"/>
                  </a:lnTo>
                  <a:lnTo>
                    <a:pt x="2612267" y="2530772"/>
                  </a:lnTo>
                  <a:lnTo>
                    <a:pt x="2610366" y="2530772"/>
                  </a:lnTo>
                  <a:lnTo>
                    <a:pt x="2608465" y="2530772"/>
                  </a:lnTo>
                  <a:lnTo>
                    <a:pt x="2606564" y="2530772"/>
                  </a:lnTo>
                  <a:lnTo>
                    <a:pt x="2604662" y="2530772"/>
                  </a:lnTo>
                  <a:lnTo>
                    <a:pt x="2602761" y="2530772"/>
                  </a:lnTo>
                  <a:lnTo>
                    <a:pt x="2600860" y="2530772"/>
                  </a:lnTo>
                  <a:lnTo>
                    <a:pt x="2598959" y="2530772"/>
                  </a:lnTo>
                  <a:lnTo>
                    <a:pt x="2597058" y="2530772"/>
                  </a:lnTo>
                  <a:lnTo>
                    <a:pt x="2595156" y="2530772"/>
                  </a:lnTo>
                  <a:lnTo>
                    <a:pt x="2593255" y="2530772"/>
                  </a:lnTo>
                  <a:lnTo>
                    <a:pt x="2591354" y="2530772"/>
                  </a:lnTo>
                  <a:lnTo>
                    <a:pt x="2589453" y="2530772"/>
                  </a:lnTo>
                  <a:lnTo>
                    <a:pt x="2587552" y="2530772"/>
                  </a:lnTo>
                  <a:lnTo>
                    <a:pt x="2585650" y="2530772"/>
                  </a:lnTo>
                  <a:lnTo>
                    <a:pt x="2583749" y="2530772"/>
                  </a:lnTo>
                  <a:lnTo>
                    <a:pt x="2581848" y="2530772"/>
                  </a:lnTo>
                  <a:lnTo>
                    <a:pt x="2579947" y="2530772"/>
                  </a:lnTo>
                  <a:lnTo>
                    <a:pt x="2578045" y="2530772"/>
                  </a:lnTo>
                  <a:lnTo>
                    <a:pt x="2576144" y="2530772"/>
                  </a:lnTo>
                  <a:lnTo>
                    <a:pt x="2574243" y="2530772"/>
                  </a:lnTo>
                  <a:lnTo>
                    <a:pt x="2572342" y="2530772"/>
                  </a:lnTo>
                  <a:lnTo>
                    <a:pt x="2570441" y="2530772"/>
                  </a:lnTo>
                  <a:lnTo>
                    <a:pt x="2568539" y="2530772"/>
                  </a:lnTo>
                  <a:lnTo>
                    <a:pt x="2566638" y="2530772"/>
                  </a:lnTo>
                  <a:lnTo>
                    <a:pt x="2564737" y="2530772"/>
                  </a:lnTo>
                  <a:lnTo>
                    <a:pt x="2562836" y="2530772"/>
                  </a:lnTo>
                  <a:lnTo>
                    <a:pt x="2560935" y="2530772"/>
                  </a:lnTo>
                  <a:lnTo>
                    <a:pt x="2559033" y="2530772"/>
                  </a:lnTo>
                  <a:lnTo>
                    <a:pt x="2557132" y="2530772"/>
                  </a:lnTo>
                  <a:lnTo>
                    <a:pt x="2555231" y="2530772"/>
                  </a:lnTo>
                  <a:lnTo>
                    <a:pt x="2553330" y="2530772"/>
                  </a:lnTo>
                  <a:lnTo>
                    <a:pt x="2551428" y="2530772"/>
                  </a:lnTo>
                  <a:lnTo>
                    <a:pt x="2549527" y="2530772"/>
                  </a:lnTo>
                  <a:lnTo>
                    <a:pt x="2547626" y="2530772"/>
                  </a:lnTo>
                  <a:lnTo>
                    <a:pt x="2545725" y="2530772"/>
                  </a:lnTo>
                  <a:lnTo>
                    <a:pt x="2543824" y="2530772"/>
                  </a:lnTo>
                  <a:lnTo>
                    <a:pt x="2541922" y="2530772"/>
                  </a:lnTo>
                  <a:lnTo>
                    <a:pt x="2540021" y="2530772"/>
                  </a:lnTo>
                  <a:lnTo>
                    <a:pt x="2538120" y="2530772"/>
                  </a:lnTo>
                  <a:lnTo>
                    <a:pt x="2536219" y="2530772"/>
                  </a:lnTo>
                  <a:lnTo>
                    <a:pt x="2534318" y="2530772"/>
                  </a:lnTo>
                  <a:lnTo>
                    <a:pt x="2532416" y="2530772"/>
                  </a:lnTo>
                  <a:lnTo>
                    <a:pt x="2530515" y="2530772"/>
                  </a:lnTo>
                  <a:lnTo>
                    <a:pt x="2528614" y="2530772"/>
                  </a:lnTo>
                  <a:lnTo>
                    <a:pt x="2526713" y="2530772"/>
                  </a:lnTo>
                  <a:lnTo>
                    <a:pt x="2524811" y="2530772"/>
                  </a:lnTo>
                  <a:lnTo>
                    <a:pt x="2522910" y="2530772"/>
                  </a:lnTo>
                  <a:lnTo>
                    <a:pt x="2521009" y="2530772"/>
                  </a:lnTo>
                  <a:lnTo>
                    <a:pt x="2519108" y="2530772"/>
                  </a:lnTo>
                  <a:lnTo>
                    <a:pt x="2517207" y="2530772"/>
                  </a:lnTo>
                  <a:lnTo>
                    <a:pt x="2515305" y="2530772"/>
                  </a:lnTo>
                  <a:lnTo>
                    <a:pt x="2513404" y="2530772"/>
                  </a:lnTo>
                  <a:lnTo>
                    <a:pt x="2511503" y="2530772"/>
                  </a:lnTo>
                  <a:lnTo>
                    <a:pt x="2509602" y="2530772"/>
                  </a:lnTo>
                  <a:lnTo>
                    <a:pt x="2507701" y="2530772"/>
                  </a:lnTo>
                  <a:lnTo>
                    <a:pt x="2505799" y="2530772"/>
                  </a:lnTo>
                  <a:lnTo>
                    <a:pt x="2503898" y="2530772"/>
                  </a:lnTo>
                  <a:lnTo>
                    <a:pt x="2501997" y="2530772"/>
                  </a:lnTo>
                  <a:lnTo>
                    <a:pt x="2500096" y="2530772"/>
                  </a:lnTo>
                  <a:lnTo>
                    <a:pt x="2498194" y="2530772"/>
                  </a:lnTo>
                  <a:lnTo>
                    <a:pt x="2496293" y="2530772"/>
                  </a:lnTo>
                  <a:lnTo>
                    <a:pt x="2494392" y="2530772"/>
                  </a:lnTo>
                  <a:lnTo>
                    <a:pt x="2492491" y="2530772"/>
                  </a:lnTo>
                  <a:lnTo>
                    <a:pt x="2490590" y="2530772"/>
                  </a:lnTo>
                  <a:lnTo>
                    <a:pt x="2488688" y="2530772"/>
                  </a:lnTo>
                  <a:lnTo>
                    <a:pt x="2486787" y="2530772"/>
                  </a:lnTo>
                  <a:lnTo>
                    <a:pt x="2484886" y="2530772"/>
                  </a:lnTo>
                  <a:lnTo>
                    <a:pt x="2482985" y="2530772"/>
                  </a:lnTo>
                  <a:lnTo>
                    <a:pt x="2481084" y="2530772"/>
                  </a:lnTo>
                  <a:lnTo>
                    <a:pt x="2479182" y="2530772"/>
                  </a:lnTo>
                  <a:lnTo>
                    <a:pt x="2477281" y="2530772"/>
                  </a:lnTo>
                  <a:lnTo>
                    <a:pt x="2475380" y="2530772"/>
                  </a:lnTo>
                  <a:lnTo>
                    <a:pt x="2473479" y="2530772"/>
                  </a:lnTo>
                  <a:lnTo>
                    <a:pt x="2471577" y="2530772"/>
                  </a:lnTo>
                  <a:lnTo>
                    <a:pt x="2469676" y="2530772"/>
                  </a:lnTo>
                  <a:lnTo>
                    <a:pt x="2467775" y="2530772"/>
                  </a:lnTo>
                  <a:lnTo>
                    <a:pt x="2465874" y="2530772"/>
                  </a:lnTo>
                  <a:lnTo>
                    <a:pt x="2463973" y="2530772"/>
                  </a:lnTo>
                  <a:lnTo>
                    <a:pt x="2462071" y="2530772"/>
                  </a:lnTo>
                  <a:lnTo>
                    <a:pt x="2460170" y="2530772"/>
                  </a:lnTo>
                  <a:lnTo>
                    <a:pt x="2458269" y="2530772"/>
                  </a:lnTo>
                  <a:lnTo>
                    <a:pt x="2456368" y="2530772"/>
                  </a:lnTo>
                  <a:lnTo>
                    <a:pt x="2454467" y="2530772"/>
                  </a:lnTo>
                  <a:lnTo>
                    <a:pt x="2452565" y="2530772"/>
                  </a:lnTo>
                  <a:lnTo>
                    <a:pt x="2450664" y="2530772"/>
                  </a:lnTo>
                  <a:lnTo>
                    <a:pt x="2448763" y="2530772"/>
                  </a:lnTo>
                  <a:lnTo>
                    <a:pt x="2446862" y="2530772"/>
                  </a:lnTo>
                  <a:lnTo>
                    <a:pt x="2444960" y="2530772"/>
                  </a:lnTo>
                  <a:lnTo>
                    <a:pt x="2443059" y="2530772"/>
                  </a:lnTo>
                  <a:lnTo>
                    <a:pt x="2441158" y="2530772"/>
                  </a:lnTo>
                  <a:lnTo>
                    <a:pt x="2439257" y="2530772"/>
                  </a:lnTo>
                  <a:lnTo>
                    <a:pt x="2437356" y="2530772"/>
                  </a:lnTo>
                  <a:lnTo>
                    <a:pt x="2435454" y="2530772"/>
                  </a:lnTo>
                  <a:lnTo>
                    <a:pt x="2433553" y="2530772"/>
                  </a:lnTo>
                  <a:lnTo>
                    <a:pt x="2431652" y="2530772"/>
                  </a:lnTo>
                  <a:lnTo>
                    <a:pt x="2429751" y="2530772"/>
                  </a:lnTo>
                  <a:lnTo>
                    <a:pt x="2427850" y="2530772"/>
                  </a:lnTo>
                  <a:lnTo>
                    <a:pt x="2425948" y="2530772"/>
                  </a:lnTo>
                  <a:lnTo>
                    <a:pt x="2424047" y="2530772"/>
                  </a:lnTo>
                  <a:lnTo>
                    <a:pt x="2422146" y="2530772"/>
                  </a:lnTo>
                  <a:lnTo>
                    <a:pt x="2420245" y="2530772"/>
                  </a:lnTo>
                  <a:lnTo>
                    <a:pt x="2418343" y="2530772"/>
                  </a:lnTo>
                  <a:lnTo>
                    <a:pt x="2416442" y="2530772"/>
                  </a:lnTo>
                  <a:lnTo>
                    <a:pt x="2414541" y="2530772"/>
                  </a:lnTo>
                  <a:lnTo>
                    <a:pt x="2412640" y="2530772"/>
                  </a:lnTo>
                  <a:lnTo>
                    <a:pt x="2410739" y="2530772"/>
                  </a:lnTo>
                  <a:lnTo>
                    <a:pt x="2408837" y="2530772"/>
                  </a:lnTo>
                  <a:lnTo>
                    <a:pt x="2406936" y="2530772"/>
                  </a:lnTo>
                  <a:lnTo>
                    <a:pt x="2405035" y="2530772"/>
                  </a:lnTo>
                  <a:lnTo>
                    <a:pt x="2403134" y="2530772"/>
                  </a:lnTo>
                  <a:lnTo>
                    <a:pt x="2401233" y="2530772"/>
                  </a:lnTo>
                  <a:lnTo>
                    <a:pt x="2399331" y="2530772"/>
                  </a:lnTo>
                  <a:lnTo>
                    <a:pt x="2397430" y="2530772"/>
                  </a:lnTo>
                  <a:lnTo>
                    <a:pt x="2395529" y="2530772"/>
                  </a:lnTo>
                  <a:lnTo>
                    <a:pt x="2393628" y="2530772"/>
                  </a:lnTo>
                  <a:lnTo>
                    <a:pt x="2391726" y="2530772"/>
                  </a:lnTo>
                  <a:lnTo>
                    <a:pt x="2389825" y="2530772"/>
                  </a:lnTo>
                  <a:lnTo>
                    <a:pt x="2387924" y="2530772"/>
                  </a:lnTo>
                  <a:lnTo>
                    <a:pt x="2386023" y="2530772"/>
                  </a:lnTo>
                  <a:lnTo>
                    <a:pt x="2384122" y="2530772"/>
                  </a:lnTo>
                  <a:lnTo>
                    <a:pt x="2382220" y="2530772"/>
                  </a:lnTo>
                  <a:lnTo>
                    <a:pt x="2380319" y="2530772"/>
                  </a:lnTo>
                  <a:lnTo>
                    <a:pt x="2378418" y="2530772"/>
                  </a:lnTo>
                  <a:lnTo>
                    <a:pt x="2376517" y="2530772"/>
                  </a:lnTo>
                  <a:lnTo>
                    <a:pt x="2374616" y="2530772"/>
                  </a:lnTo>
                  <a:lnTo>
                    <a:pt x="2372714" y="2530772"/>
                  </a:lnTo>
                  <a:lnTo>
                    <a:pt x="2370813" y="2530772"/>
                  </a:lnTo>
                  <a:lnTo>
                    <a:pt x="2368912" y="2530772"/>
                  </a:lnTo>
                  <a:lnTo>
                    <a:pt x="2367011" y="2530772"/>
                  </a:lnTo>
                  <a:lnTo>
                    <a:pt x="2365109" y="2530772"/>
                  </a:lnTo>
                  <a:lnTo>
                    <a:pt x="2363208" y="2530772"/>
                  </a:lnTo>
                  <a:lnTo>
                    <a:pt x="2361307" y="2530772"/>
                  </a:lnTo>
                  <a:lnTo>
                    <a:pt x="2359406" y="2530772"/>
                  </a:lnTo>
                  <a:lnTo>
                    <a:pt x="2357505" y="2530772"/>
                  </a:lnTo>
                  <a:lnTo>
                    <a:pt x="2355603" y="2530772"/>
                  </a:lnTo>
                  <a:lnTo>
                    <a:pt x="2353702" y="2530772"/>
                  </a:lnTo>
                  <a:lnTo>
                    <a:pt x="2351801" y="2530772"/>
                  </a:lnTo>
                  <a:lnTo>
                    <a:pt x="2349900" y="2530772"/>
                  </a:lnTo>
                  <a:lnTo>
                    <a:pt x="2347999" y="2530772"/>
                  </a:lnTo>
                  <a:lnTo>
                    <a:pt x="2346097" y="2530772"/>
                  </a:lnTo>
                  <a:lnTo>
                    <a:pt x="2344196" y="2530772"/>
                  </a:lnTo>
                  <a:lnTo>
                    <a:pt x="2342295" y="2530772"/>
                  </a:lnTo>
                  <a:lnTo>
                    <a:pt x="2340394" y="2530772"/>
                  </a:lnTo>
                  <a:lnTo>
                    <a:pt x="2338492" y="2530772"/>
                  </a:lnTo>
                  <a:lnTo>
                    <a:pt x="2336591" y="2530772"/>
                  </a:lnTo>
                  <a:lnTo>
                    <a:pt x="2334690" y="2530772"/>
                  </a:lnTo>
                  <a:lnTo>
                    <a:pt x="2332789" y="2530772"/>
                  </a:lnTo>
                  <a:lnTo>
                    <a:pt x="2330888" y="2530772"/>
                  </a:lnTo>
                  <a:lnTo>
                    <a:pt x="2328986" y="2530772"/>
                  </a:lnTo>
                  <a:lnTo>
                    <a:pt x="2327085" y="2530772"/>
                  </a:lnTo>
                  <a:lnTo>
                    <a:pt x="2325184" y="2530772"/>
                  </a:lnTo>
                  <a:lnTo>
                    <a:pt x="2323283" y="2530772"/>
                  </a:lnTo>
                  <a:lnTo>
                    <a:pt x="2321382" y="2530772"/>
                  </a:lnTo>
                  <a:lnTo>
                    <a:pt x="2319480" y="2530772"/>
                  </a:lnTo>
                  <a:lnTo>
                    <a:pt x="2317579" y="2530772"/>
                  </a:lnTo>
                  <a:lnTo>
                    <a:pt x="2315678" y="2530772"/>
                  </a:lnTo>
                  <a:lnTo>
                    <a:pt x="2313777" y="2530772"/>
                  </a:lnTo>
                  <a:lnTo>
                    <a:pt x="2311876" y="2530772"/>
                  </a:lnTo>
                  <a:lnTo>
                    <a:pt x="2309974" y="2530772"/>
                  </a:lnTo>
                  <a:lnTo>
                    <a:pt x="2308073" y="2530772"/>
                  </a:lnTo>
                  <a:lnTo>
                    <a:pt x="2306172" y="2530772"/>
                  </a:lnTo>
                  <a:lnTo>
                    <a:pt x="2304271" y="2530772"/>
                  </a:lnTo>
                  <a:lnTo>
                    <a:pt x="2302369" y="2530772"/>
                  </a:lnTo>
                  <a:lnTo>
                    <a:pt x="2300468" y="2530772"/>
                  </a:lnTo>
                  <a:lnTo>
                    <a:pt x="2298567" y="2530772"/>
                  </a:lnTo>
                  <a:lnTo>
                    <a:pt x="2296666" y="2530772"/>
                  </a:lnTo>
                  <a:lnTo>
                    <a:pt x="2294765" y="2530772"/>
                  </a:lnTo>
                  <a:lnTo>
                    <a:pt x="2292863" y="2530772"/>
                  </a:lnTo>
                  <a:lnTo>
                    <a:pt x="2290962" y="2530772"/>
                  </a:lnTo>
                  <a:lnTo>
                    <a:pt x="2289061" y="2530772"/>
                  </a:lnTo>
                  <a:lnTo>
                    <a:pt x="2287160" y="2530772"/>
                  </a:lnTo>
                  <a:lnTo>
                    <a:pt x="2285259" y="2530772"/>
                  </a:lnTo>
                  <a:lnTo>
                    <a:pt x="2283357" y="2530772"/>
                  </a:lnTo>
                  <a:lnTo>
                    <a:pt x="2281456" y="2530772"/>
                  </a:lnTo>
                  <a:lnTo>
                    <a:pt x="2279555" y="2530772"/>
                  </a:lnTo>
                  <a:lnTo>
                    <a:pt x="2277654" y="2530772"/>
                  </a:lnTo>
                  <a:lnTo>
                    <a:pt x="2275752" y="2530772"/>
                  </a:lnTo>
                  <a:lnTo>
                    <a:pt x="2273851" y="2530772"/>
                  </a:lnTo>
                  <a:lnTo>
                    <a:pt x="2271950" y="2530772"/>
                  </a:lnTo>
                  <a:lnTo>
                    <a:pt x="2270049" y="2530772"/>
                  </a:lnTo>
                  <a:lnTo>
                    <a:pt x="2268148" y="2530772"/>
                  </a:lnTo>
                  <a:lnTo>
                    <a:pt x="2266246" y="2530772"/>
                  </a:lnTo>
                  <a:lnTo>
                    <a:pt x="2264345" y="2530772"/>
                  </a:lnTo>
                  <a:lnTo>
                    <a:pt x="2262444" y="2530772"/>
                  </a:lnTo>
                  <a:lnTo>
                    <a:pt x="2260543" y="2530772"/>
                  </a:lnTo>
                  <a:lnTo>
                    <a:pt x="2258642" y="2530772"/>
                  </a:lnTo>
                  <a:lnTo>
                    <a:pt x="2256740" y="2530772"/>
                  </a:lnTo>
                  <a:lnTo>
                    <a:pt x="2254839" y="2530772"/>
                  </a:lnTo>
                  <a:lnTo>
                    <a:pt x="2252938" y="2530772"/>
                  </a:lnTo>
                  <a:lnTo>
                    <a:pt x="2251037" y="2530772"/>
                  </a:lnTo>
                  <a:lnTo>
                    <a:pt x="2249135" y="2530772"/>
                  </a:lnTo>
                  <a:lnTo>
                    <a:pt x="2247234" y="2530772"/>
                  </a:lnTo>
                  <a:lnTo>
                    <a:pt x="2245333" y="2530772"/>
                  </a:lnTo>
                  <a:lnTo>
                    <a:pt x="2243432" y="2530772"/>
                  </a:lnTo>
                  <a:lnTo>
                    <a:pt x="2241531" y="2530772"/>
                  </a:lnTo>
                  <a:lnTo>
                    <a:pt x="2239629" y="2530772"/>
                  </a:lnTo>
                  <a:lnTo>
                    <a:pt x="2237728" y="2530772"/>
                  </a:lnTo>
                  <a:lnTo>
                    <a:pt x="2235827" y="2530772"/>
                  </a:lnTo>
                  <a:lnTo>
                    <a:pt x="2233926" y="2530772"/>
                  </a:lnTo>
                  <a:lnTo>
                    <a:pt x="2232025" y="2530772"/>
                  </a:lnTo>
                  <a:lnTo>
                    <a:pt x="2230123" y="2530772"/>
                  </a:lnTo>
                  <a:lnTo>
                    <a:pt x="2228222" y="2530772"/>
                  </a:lnTo>
                  <a:lnTo>
                    <a:pt x="2226321" y="2530772"/>
                  </a:lnTo>
                  <a:lnTo>
                    <a:pt x="2224420" y="2530772"/>
                  </a:lnTo>
                  <a:lnTo>
                    <a:pt x="2222518" y="2530772"/>
                  </a:lnTo>
                  <a:lnTo>
                    <a:pt x="2220617" y="2530772"/>
                  </a:lnTo>
                  <a:lnTo>
                    <a:pt x="2218716" y="2530772"/>
                  </a:lnTo>
                  <a:lnTo>
                    <a:pt x="2216815" y="2530772"/>
                  </a:lnTo>
                  <a:lnTo>
                    <a:pt x="2214914" y="2530772"/>
                  </a:lnTo>
                  <a:lnTo>
                    <a:pt x="2213012" y="2530772"/>
                  </a:lnTo>
                  <a:lnTo>
                    <a:pt x="2211111" y="2530772"/>
                  </a:lnTo>
                  <a:lnTo>
                    <a:pt x="2209210" y="2530772"/>
                  </a:lnTo>
                  <a:lnTo>
                    <a:pt x="2207309" y="2530772"/>
                  </a:lnTo>
                  <a:lnTo>
                    <a:pt x="2205408" y="2530772"/>
                  </a:lnTo>
                  <a:lnTo>
                    <a:pt x="2203506" y="2530772"/>
                  </a:lnTo>
                  <a:lnTo>
                    <a:pt x="2201605" y="2530772"/>
                  </a:lnTo>
                  <a:lnTo>
                    <a:pt x="2199704" y="2530772"/>
                  </a:lnTo>
                  <a:lnTo>
                    <a:pt x="2197803" y="2530772"/>
                  </a:lnTo>
                  <a:lnTo>
                    <a:pt x="2195901" y="2530772"/>
                  </a:lnTo>
                  <a:lnTo>
                    <a:pt x="2194000" y="2530772"/>
                  </a:lnTo>
                  <a:lnTo>
                    <a:pt x="2192099" y="2530772"/>
                  </a:lnTo>
                  <a:lnTo>
                    <a:pt x="2190198" y="2530772"/>
                  </a:lnTo>
                  <a:lnTo>
                    <a:pt x="2188297" y="2530772"/>
                  </a:lnTo>
                  <a:lnTo>
                    <a:pt x="2186395" y="2530772"/>
                  </a:lnTo>
                  <a:lnTo>
                    <a:pt x="2184494" y="2530772"/>
                  </a:lnTo>
                  <a:lnTo>
                    <a:pt x="2182593" y="2530772"/>
                  </a:lnTo>
                  <a:lnTo>
                    <a:pt x="2180692" y="2530772"/>
                  </a:lnTo>
                  <a:lnTo>
                    <a:pt x="2178791" y="2530772"/>
                  </a:lnTo>
                  <a:lnTo>
                    <a:pt x="2176889" y="2530772"/>
                  </a:lnTo>
                  <a:lnTo>
                    <a:pt x="2174988" y="2530772"/>
                  </a:lnTo>
                  <a:lnTo>
                    <a:pt x="2173087" y="2530772"/>
                  </a:lnTo>
                  <a:lnTo>
                    <a:pt x="2171186" y="2530772"/>
                  </a:lnTo>
                  <a:lnTo>
                    <a:pt x="2169284" y="2530772"/>
                  </a:lnTo>
                  <a:lnTo>
                    <a:pt x="2167383" y="2530772"/>
                  </a:lnTo>
                  <a:lnTo>
                    <a:pt x="2165482" y="2530772"/>
                  </a:lnTo>
                  <a:lnTo>
                    <a:pt x="2163581" y="2530772"/>
                  </a:lnTo>
                  <a:lnTo>
                    <a:pt x="2161680" y="2530772"/>
                  </a:lnTo>
                  <a:lnTo>
                    <a:pt x="2159778" y="2530772"/>
                  </a:lnTo>
                  <a:lnTo>
                    <a:pt x="2157877" y="2530772"/>
                  </a:lnTo>
                  <a:lnTo>
                    <a:pt x="2155976" y="2530772"/>
                  </a:lnTo>
                  <a:lnTo>
                    <a:pt x="2154075" y="2530772"/>
                  </a:lnTo>
                  <a:lnTo>
                    <a:pt x="2152174" y="2530772"/>
                  </a:lnTo>
                  <a:lnTo>
                    <a:pt x="2150272" y="2530772"/>
                  </a:lnTo>
                  <a:lnTo>
                    <a:pt x="2148371" y="2530772"/>
                  </a:lnTo>
                  <a:lnTo>
                    <a:pt x="2146470" y="2530772"/>
                  </a:lnTo>
                  <a:lnTo>
                    <a:pt x="2144569" y="2530772"/>
                  </a:lnTo>
                  <a:lnTo>
                    <a:pt x="2142667" y="2530772"/>
                  </a:lnTo>
                  <a:lnTo>
                    <a:pt x="2140766" y="2530772"/>
                  </a:lnTo>
                  <a:lnTo>
                    <a:pt x="2138865" y="2530772"/>
                  </a:lnTo>
                  <a:lnTo>
                    <a:pt x="2136964" y="2530772"/>
                  </a:lnTo>
                  <a:lnTo>
                    <a:pt x="2135063" y="2530772"/>
                  </a:lnTo>
                  <a:lnTo>
                    <a:pt x="2133161" y="2530772"/>
                  </a:lnTo>
                  <a:lnTo>
                    <a:pt x="2131260" y="2530772"/>
                  </a:lnTo>
                  <a:lnTo>
                    <a:pt x="2129359" y="2530772"/>
                  </a:lnTo>
                  <a:lnTo>
                    <a:pt x="2127458" y="2530772"/>
                  </a:lnTo>
                  <a:lnTo>
                    <a:pt x="2125557" y="2530772"/>
                  </a:lnTo>
                  <a:lnTo>
                    <a:pt x="2123655" y="2530772"/>
                  </a:lnTo>
                  <a:lnTo>
                    <a:pt x="2121754" y="2530772"/>
                  </a:lnTo>
                  <a:lnTo>
                    <a:pt x="2119853" y="2530772"/>
                  </a:lnTo>
                  <a:lnTo>
                    <a:pt x="2117952" y="2530772"/>
                  </a:lnTo>
                  <a:lnTo>
                    <a:pt x="2116050" y="2530772"/>
                  </a:lnTo>
                  <a:lnTo>
                    <a:pt x="2114149" y="2530772"/>
                  </a:lnTo>
                  <a:lnTo>
                    <a:pt x="2112248" y="2530772"/>
                  </a:lnTo>
                  <a:lnTo>
                    <a:pt x="2110347" y="2530772"/>
                  </a:lnTo>
                  <a:lnTo>
                    <a:pt x="2108446" y="2530772"/>
                  </a:lnTo>
                  <a:lnTo>
                    <a:pt x="2106544" y="2530772"/>
                  </a:lnTo>
                  <a:lnTo>
                    <a:pt x="2104643" y="2530772"/>
                  </a:lnTo>
                  <a:lnTo>
                    <a:pt x="2102742" y="2530772"/>
                  </a:lnTo>
                  <a:lnTo>
                    <a:pt x="2100841" y="2530772"/>
                  </a:lnTo>
                  <a:lnTo>
                    <a:pt x="2098940" y="2530772"/>
                  </a:lnTo>
                  <a:lnTo>
                    <a:pt x="2097038" y="2530772"/>
                  </a:lnTo>
                  <a:lnTo>
                    <a:pt x="2095137" y="2530772"/>
                  </a:lnTo>
                  <a:lnTo>
                    <a:pt x="2093236" y="2530772"/>
                  </a:lnTo>
                  <a:lnTo>
                    <a:pt x="2091335" y="2530772"/>
                  </a:lnTo>
                  <a:lnTo>
                    <a:pt x="2089433" y="2530772"/>
                  </a:lnTo>
                  <a:lnTo>
                    <a:pt x="2087532" y="2530772"/>
                  </a:lnTo>
                  <a:lnTo>
                    <a:pt x="2085631" y="2530772"/>
                  </a:lnTo>
                  <a:lnTo>
                    <a:pt x="2083730" y="2530772"/>
                  </a:lnTo>
                  <a:lnTo>
                    <a:pt x="2081829" y="2530772"/>
                  </a:lnTo>
                  <a:lnTo>
                    <a:pt x="2079927" y="2530772"/>
                  </a:lnTo>
                  <a:lnTo>
                    <a:pt x="2078026" y="2530772"/>
                  </a:lnTo>
                  <a:lnTo>
                    <a:pt x="2076125" y="2530772"/>
                  </a:lnTo>
                  <a:lnTo>
                    <a:pt x="2074224" y="2530772"/>
                  </a:lnTo>
                  <a:lnTo>
                    <a:pt x="2072323" y="2530772"/>
                  </a:lnTo>
                  <a:lnTo>
                    <a:pt x="2070421" y="2530772"/>
                  </a:lnTo>
                  <a:lnTo>
                    <a:pt x="2068520" y="2530772"/>
                  </a:lnTo>
                  <a:lnTo>
                    <a:pt x="2066619" y="2530772"/>
                  </a:lnTo>
                  <a:lnTo>
                    <a:pt x="2064718" y="2530772"/>
                  </a:lnTo>
                  <a:lnTo>
                    <a:pt x="2062816" y="2530772"/>
                  </a:lnTo>
                  <a:lnTo>
                    <a:pt x="2060915" y="2530772"/>
                  </a:lnTo>
                  <a:lnTo>
                    <a:pt x="2059014" y="2530772"/>
                  </a:lnTo>
                  <a:lnTo>
                    <a:pt x="2057113" y="2530772"/>
                  </a:lnTo>
                  <a:lnTo>
                    <a:pt x="2055212" y="2530772"/>
                  </a:lnTo>
                  <a:lnTo>
                    <a:pt x="2053310" y="2530772"/>
                  </a:lnTo>
                  <a:lnTo>
                    <a:pt x="2051409" y="2530772"/>
                  </a:lnTo>
                  <a:lnTo>
                    <a:pt x="2049508" y="2530772"/>
                  </a:lnTo>
                  <a:lnTo>
                    <a:pt x="2047607" y="2530772"/>
                  </a:lnTo>
                  <a:lnTo>
                    <a:pt x="2045706" y="2530772"/>
                  </a:lnTo>
                  <a:lnTo>
                    <a:pt x="2043804" y="2530772"/>
                  </a:lnTo>
                  <a:lnTo>
                    <a:pt x="2041903" y="2530772"/>
                  </a:lnTo>
                  <a:lnTo>
                    <a:pt x="2040002" y="2530772"/>
                  </a:lnTo>
                  <a:lnTo>
                    <a:pt x="2038101" y="2530772"/>
                  </a:lnTo>
                  <a:lnTo>
                    <a:pt x="2036199" y="2530772"/>
                  </a:lnTo>
                  <a:lnTo>
                    <a:pt x="2034298" y="2530772"/>
                  </a:lnTo>
                  <a:lnTo>
                    <a:pt x="2032397" y="2530772"/>
                  </a:lnTo>
                  <a:lnTo>
                    <a:pt x="2030496" y="2530772"/>
                  </a:lnTo>
                  <a:lnTo>
                    <a:pt x="2028595" y="2530772"/>
                  </a:lnTo>
                  <a:lnTo>
                    <a:pt x="2026693" y="2530772"/>
                  </a:lnTo>
                  <a:lnTo>
                    <a:pt x="2024792" y="2530772"/>
                  </a:lnTo>
                  <a:lnTo>
                    <a:pt x="2022891" y="2530772"/>
                  </a:lnTo>
                  <a:lnTo>
                    <a:pt x="2020990" y="2530772"/>
                  </a:lnTo>
                  <a:lnTo>
                    <a:pt x="2019089" y="2530772"/>
                  </a:lnTo>
                  <a:lnTo>
                    <a:pt x="2017187" y="2530772"/>
                  </a:lnTo>
                  <a:lnTo>
                    <a:pt x="2015286" y="2530772"/>
                  </a:lnTo>
                  <a:lnTo>
                    <a:pt x="2013385" y="2530772"/>
                  </a:lnTo>
                  <a:lnTo>
                    <a:pt x="2011484" y="2530772"/>
                  </a:lnTo>
                  <a:lnTo>
                    <a:pt x="2009583" y="2530772"/>
                  </a:lnTo>
                  <a:lnTo>
                    <a:pt x="2007681" y="2530772"/>
                  </a:lnTo>
                  <a:lnTo>
                    <a:pt x="2005780" y="2530772"/>
                  </a:lnTo>
                  <a:lnTo>
                    <a:pt x="2003879" y="2530772"/>
                  </a:lnTo>
                  <a:lnTo>
                    <a:pt x="2001978" y="2530772"/>
                  </a:lnTo>
                  <a:lnTo>
                    <a:pt x="2000076" y="2530772"/>
                  </a:lnTo>
                  <a:lnTo>
                    <a:pt x="1998175" y="2530772"/>
                  </a:lnTo>
                  <a:lnTo>
                    <a:pt x="1996274" y="2530772"/>
                  </a:lnTo>
                  <a:lnTo>
                    <a:pt x="1994373" y="2530772"/>
                  </a:lnTo>
                  <a:lnTo>
                    <a:pt x="1992472" y="2530772"/>
                  </a:lnTo>
                  <a:lnTo>
                    <a:pt x="1990570" y="2530772"/>
                  </a:lnTo>
                  <a:lnTo>
                    <a:pt x="1988669" y="2530772"/>
                  </a:lnTo>
                  <a:lnTo>
                    <a:pt x="1986768" y="2530772"/>
                  </a:lnTo>
                  <a:lnTo>
                    <a:pt x="1984867" y="2530772"/>
                  </a:lnTo>
                  <a:lnTo>
                    <a:pt x="1982966" y="2530772"/>
                  </a:lnTo>
                  <a:lnTo>
                    <a:pt x="1981064" y="2530772"/>
                  </a:lnTo>
                  <a:lnTo>
                    <a:pt x="1979163" y="2530772"/>
                  </a:lnTo>
                  <a:lnTo>
                    <a:pt x="1977262" y="2530772"/>
                  </a:lnTo>
                  <a:lnTo>
                    <a:pt x="1975361" y="2530772"/>
                  </a:lnTo>
                  <a:lnTo>
                    <a:pt x="1973459" y="2530772"/>
                  </a:lnTo>
                  <a:lnTo>
                    <a:pt x="1971558" y="2530772"/>
                  </a:lnTo>
                  <a:lnTo>
                    <a:pt x="1969657" y="2530772"/>
                  </a:lnTo>
                  <a:lnTo>
                    <a:pt x="1967756" y="2530772"/>
                  </a:lnTo>
                  <a:lnTo>
                    <a:pt x="1965855" y="2530772"/>
                  </a:lnTo>
                  <a:lnTo>
                    <a:pt x="1963953" y="2530772"/>
                  </a:lnTo>
                  <a:lnTo>
                    <a:pt x="1962052" y="2530772"/>
                  </a:lnTo>
                  <a:lnTo>
                    <a:pt x="1960151" y="2530772"/>
                  </a:lnTo>
                  <a:lnTo>
                    <a:pt x="1958250" y="2530772"/>
                  </a:lnTo>
                  <a:lnTo>
                    <a:pt x="1956349" y="2530772"/>
                  </a:lnTo>
                  <a:lnTo>
                    <a:pt x="1954447" y="2530772"/>
                  </a:lnTo>
                  <a:lnTo>
                    <a:pt x="1952546" y="2530772"/>
                  </a:lnTo>
                  <a:lnTo>
                    <a:pt x="1950645" y="2530772"/>
                  </a:lnTo>
                  <a:lnTo>
                    <a:pt x="1948744" y="2530772"/>
                  </a:lnTo>
                  <a:lnTo>
                    <a:pt x="1946842" y="2530772"/>
                  </a:lnTo>
                  <a:lnTo>
                    <a:pt x="1944941" y="2530772"/>
                  </a:lnTo>
                  <a:lnTo>
                    <a:pt x="1943040" y="2530772"/>
                  </a:lnTo>
                  <a:lnTo>
                    <a:pt x="1941139" y="2530772"/>
                  </a:lnTo>
                  <a:lnTo>
                    <a:pt x="1939238" y="2530772"/>
                  </a:lnTo>
                  <a:lnTo>
                    <a:pt x="1937336" y="2530772"/>
                  </a:lnTo>
                  <a:lnTo>
                    <a:pt x="1935435" y="2530772"/>
                  </a:lnTo>
                  <a:lnTo>
                    <a:pt x="1933534" y="2530772"/>
                  </a:lnTo>
                  <a:lnTo>
                    <a:pt x="1931633" y="2530772"/>
                  </a:lnTo>
                  <a:lnTo>
                    <a:pt x="1929732" y="2530772"/>
                  </a:lnTo>
                  <a:lnTo>
                    <a:pt x="1927830" y="2530772"/>
                  </a:lnTo>
                  <a:lnTo>
                    <a:pt x="1925929" y="2530772"/>
                  </a:lnTo>
                  <a:lnTo>
                    <a:pt x="1924028" y="2530772"/>
                  </a:lnTo>
                  <a:lnTo>
                    <a:pt x="1922127" y="2530772"/>
                  </a:lnTo>
                  <a:lnTo>
                    <a:pt x="1920225" y="2530772"/>
                  </a:lnTo>
                  <a:lnTo>
                    <a:pt x="1918324" y="2530772"/>
                  </a:lnTo>
                  <a:lnTo>
                    <a:pt x="1916423" y="2530772"/>
                  </a:lnTo>
                  <a:lnTo>
                    <a:pt x="1914522" y="2530772"/>
                  </a:lnTo>
                  <a:lnTo>
                    <a:pt x="1912621" y="2530772"/>
                  </a:lnTo>
                  <a:lnTo>
                    <a:pt x="1910719" y="2530772"/>
                  </a:lnTo>
                  <a:lnTo>
                    <a:pt x="1908818" y="2530772"/>
                  </a:lnTo>
                  <a:lnTo>
                    <a:pt x="1906917" y="2530772"/>
                  </a:lnTo>
                  <a:lnTo>
                    <a:pt x="1905016" y="2530772"/>
                  </a:lnTo>
                  <a:lnTo>
                    <a:pt x="1903115" y="2530772"/>
                  </a:lnTo>
                  <a:lnTo>
                    <a:pt x="1901213" y="2530772"/>
                  </a:lnTo>
                  <a:lnTo>
                    <a:pt x="1899312" y="2530772"/>
                  </a:lnTo>
                  <a:lnTo>
                    <a:pt x="1897411" y="2530772"/>
                  </a:lnTo>
                  <a:lnTo>
                    <a:pt x="1895510" y="2530772"/>
                  </a:lnTo>
                  <a:lnTo>
                    <a:pt x="1893608" y="2530772"/>
                  </a:lnTo>
                  <a:lnTo>
                    <a:pt x="1891707" y="2530772"/>
                  </a:lnTo>
                  <a:lnTo>
                    <a:pt x="1889806" y="2530772"/>
                  </a:lnTo>
                  <a:lnTo>
                    <a:pt x="1887905" y="2530772"/>
                  </a:lnTo>
                  <a:lnTo>
                    <a:pt x="1886004" y="2530772"/>
                  </a:lnTo>
                  <a:lnTo>
                    <a:pt x="1884102" y="2530772"/>
                  </a:lnTo>
                  <a:lnTo>
                    <a:pt x="1882201" y="2530772"/>
                  </a:lnTo>
                  <a:lnTo>
                    <a:pt x="1880300" y="2530772"/>
                  </a:lnTo>
                  <a:lnTo>
                    <a:pt x="1878399" y="2530772"/>
                  </a:lnTo>
                  <a:lnTo>
                    <a:pt x="1876498" y="2530772"/>
                  </a:lnTo>
                  <a:lnTo>
                    <a:pt x="1874596" y="2530772"/>
                  </a:lnTo>
                  <a:lnTo>
                    <a:pt x="1872695" y="2530772"/>
                  </a:lnTo>
                  <a:lnTo>
                    <a:pt x="1870794" y="2530772"/>
                  </a:lnTo>
                  <a:lnTo>
                    <a:pt x="1868893" y="2530772"/>
                  </a:lnTo>
                  <a:lnTo>
                    <a:pt x="1866991" y="2530772"/>
                  </a:lnTo>
                  <a:lnTo>
                    <a:pt x="1865090" y="2530772"/>
                  </a:lnTo>
                  <a:lnTo>
                    <a:pt x="1863189" y="2530772"/>
                  </a:lnTo>
                  <a:lnTo>
                    <a:pt x="1861288" y="2530772"/>
                  </a:lnTo>
                  <a:lnTo>
                    <a:pt x="1859387" y="2530772"/>
                  </a:lnTo>
                  <a:lnTo>
                    <a:pt x="1857485" y="2530772"/>
                  </a:lnTo>
                  <a:lnTo>
                    <a:pt x="1855584" y="2530772"/>
                  </a:lnTo>
                  <a:lnTo>
                    <a:pt x="1853683" y="2530772"/>
                  </a:lnTo>
                  <a:lnTo>
                    <a:pt x="1851782" y="2530772"/>
                  </a:lnTo>
                  <a:lnTo>
                    <a:pt x="1849881" y="2530772"/>
                  </a:lnTo>
                  <a:lnTo>
                    <a:pt x="1847979" y="2530772"/>
                  </a:lnTo>
                  <a:lnTo>
                    <a:pt x="1846078" y="2530772"/>
                  </a:lnTo>
                  <a:lnTo>
                    <a:pt x="1844177" y="2530772"/>
                  </a:lnTo>
                  <a:lnTo>
                    <a:pt x="1842276" y="2530772"/>
                  </a:lnTo>
                  <a:lnTo>
                    <a:pt x="1840374" y="2530772"/>
                  </a:lnTo>
                  <a:lnTo>
                    <a:pt x="1838473" y="2530772"/>
                  </a:lnTo>
                  <a:lnTo>
                    <a:pt x="1836572" y="2530772"/>
                  </a:lnTo>
                  <a:lnTo>
                    <a:pt x="1834671" y="2530772"/>
                  </a:lnTo>
                  <a:lnTo>
                    <a:pt x="1832770" y="2530772"/>
                  </a:lnTo>
                  <a:lnTo>
                    <a:pt x="1830868" y="2530772"/>
                  </a:lnTo>
                  <a:lnTo>
                    <a:pt x="1828967" y="2530772"/>
                  </a:lnTo>
                  <a:lnTo>
                    <a:pt x="1827066" y="2530772"/>
                  </a:lnTo>
                  <a:lnTo>
                    <a:pt x="1825165" y="2530772"/>
                  </a:lnTo>
                  <a:lnTo>
                    <a:pt x="1823264" y="2530772"/>
                  </a:lnTo>
                  <a:lnTo>
                    <a:pt x="1821362" y="2530772"/>
                  </a:lnTo>
                  <a:lnTo>
                    <a:pt x="1819461" y="2530772"/>
                  </a:lnTo>
                  <a:lnTo>
                    <a:pt x="1817560" y="2530772"/>
                  </a:lnTo>
                  <a:lnTo>
                    <a:pt x="1815659" y="2530772"/>
                  </a:lnTo>
                  <a:lnTo>
                    <a:pt x="1813757" y="2530772"/>
                  </a:lnTo>
                  <a:lnTo>
                    <a:pt x="1811856" y="2530772"/>
                  </a:lnTo>
                  <a:lnTo>
                    <a:pt x="1809955" y="2530772"/>
                  </a:lnTo>
                  <a:lnTo>
                    <a:pt x="1808054" y="2530772"/>
                  </a:lnTo>
                  <a:lnTo>
                    <a:pt x="1806153" y="2530772"/>
                  </a:lnTo>
                  <a:lnTo>
                    <a:pt x="1804251" y="2530772"/>
                  </a:lnTo>
                  <a:lnTo>
                    <a:pt x="1802350" y="2530772"/>
                  </a:lnTo>
                  <a:lnTo>
                    <a:pt x="1800449" y="2530772"/>
                  </a:lnTo>
                  <a:lnTo>
                    <a:pt x="1798548" y="2530772"/>
                  </a:lnTo>
                  <a:lnTo>
                    <a:pt x="1796647" y="2530772"/>
                  </a:lnTo>
                  <a:lnTo>
                    <a:pt x="1794745" y="2530772"/>
                  </a:lnTo>
                  <a:lnTo>
                    <a:pt x="1792844" y="2530772"/>
                  </a:lnTo>
                  <a:lnTo>
                    <a:pt x="1790943" y="2530772"/>
                  </a:lnTo>
                  <a:lnTo>
                    <a:pt x="1789042" y="2530772"/>
                  </a:lnTo>
                  <a:lnTo>
                    <a:pt x="1787140" y="2530772"/>
                  </a:lnTo>
                  <a:lnTo>
                    <a:pt x="1785239" y="2530772"/>
                  </a:lnTo>
                  <a:lnTo>
                    <a:pt x="1783338" y="2530772"/>
                  </a:lnTo>
                  <a:lnTo>
                    <a:pt x="1781437" y="2530772"/>
                  </a:lnTo>
                  <a:lnTo>
                    <a:pt x="1779536" y="2530772"/>
                  </a:lnTo>
                  <a:lnTo>
                    <a:pt x="1777634" y="2530772"/>
                  </a:lnTo>
                  <a:lnTo>
                    <a:pt x="1775733" y="2530772"/>
                  </a:lnTo>
                  <a:lnTo>
                    <a:pt x="1773832" y="2530772"/>
                  </a:lnTo>
                  <a:lnTo>
                    <a:pt x="1771931" y="2530772"/>
                  </a:lnTo>
                  <a:lnTo>
                    <a:pt x="1770030" y="2530772"/>
                  </a:lnTo>
                  <a:lnTo>
                    <a:pt x="1768128" y="2530772"/>
                  </a:lnTo>
                  <a:lnTo>
                    <a:pt x="1766227" y="2530772"/>
                  </a:lnTo>
                  <a:lnTo>
                    <a:pt x="1764326" y="2530772"/>
                  </a:lnTo>
                  <a:lnTo>
                    <a:pt x="1762425" y="2530772"/>
                  </a:lnTo>
                  <a:lnTo>
                    <a:pt x="1760523" y="2530772"/>
                  </a:lnTo>
                  <a:lnTo>
                    <a:pt x="1758622" y="2530772"/>
                  </a:lnTo>
                  <a:lnTo>
                    <a:pt x="1756721" y="2530772"/>
                  </a:lnTo>
                  <a:lnTo>
                    <a:pt x="1754820" y="2530772"/>
                  </a:lnTo>
                  <a:lnTo>
                    <a:pt x="1752919" y="2530772"/>
                  </a:lnTo>
                  <a:lnTo>
                    <a:pt x="1751017" y="2530772"/>
                  </a:lnTo>
                  <a:lnTo>
                    <a:pt x="1749116" y="2530772"/>
                  </a:lnTo>
                  <a:lnTo>
                    <a:pt x="1747215" y="2530772"/>
                  </a:lnTo>
                  <a:lnTo>
                    <a:pt x="1745314" y="2530772"/>
                  </a:lnTo>
                  <a:lnTo>
                    <a:pt x="1743413" y="2530772"/>
                  </a:lnTo>
                  <a:lnTo>
                    <a:pt x="1741511" y="2530772"/>
                  </a:lnTo>
                  <a:lnTo>
                    <a:pt x="1739610" y="2530772"/>
                  </a:lnTo>
                  <a:lnTo>
                    <a:pt x="1737709" y="2530772"/>
                  </a:lnTo>
                  <a:lnTo>
                    <a:pt x="1735808" y="2530772"/>
                  </a:lnTo>
                  <a:lnTo>
                    <a:pt x="1733907" y="2530772"/>
                  </a:lnTo>
                  <a:lnTo>
                    <a:pt x="1732005" y="2530772"/>
                  </a:lnTo>
                  <a:lnTo>
                    <a:pt x="1730104" y="2530772"/>
                  </a:lnTo>
                  <a:lnTo>
                    <a:pt x="1728203" y="2530772"/>
                  </a:lnTo>
                  <a:lnTo>
                    <a:pt x="1726302" y="2530772"/>
                  </a:lnTo>
                  <a:lnTo>
                    <a:pt x="1724400" y="2530772"/>
                  </a:lnTo>
                  <a:lnTo>
                    <a:pt x="1722499" y="2530772"/>
                  </a:lnTo>
                  <a:lnTo>
                    <a:pt x="1720598" y="2530772"/>
                  </a:lnTo>
                  <a:lnTo>
                    <a:pt x="1718697" y="2530772"/>
                  </a:lnTo>
                  <a:lnTo>
                    <a:pt x="1716796" y="2530772"/>
                  </a:lnTo>
                  <a:lnTo>
                    <a:pt x="1714894" y="2530772"/>
                  </a:lnTo>
                  <a:lnTo>
                    <a:pt x="1712993" y="2530772"/>
                  </a:lnTo>
                  <a:lnTo>
                    <a:pt x="1711092" y="2530772"/>
                  </a:lnTo>
                  <a:lnTo>
                    <a:pt x="1709191" y="2530772"/>
                  </a:lnTo>
                  <a:lnTo>
                    <a:pt x="1707290" y="2530772"/>
                  </a:lnTo>
                  <a:lnTo>
                    <a:pt x="1705388" y="2530772"/>
                  </a:lnTo>
                  <a:lnTo>
                    <a:pt x="1703487" y="2530772"/>
                  </a:lnTo>
                  <a:lnTo>
                    <a:pt x="1701586" y="2530772"/>
                  </a:lnTo>
                  <a:lnTo>
                    <a:pt x="1699685" y="2530772"/>
                  </a:lnTo>
                  <a:lnTo>
                    <a:pt x="1697783" y="2530772"/>
                  </a:lnTo>
                  <a:lnTo>
                    <a:pt x="1695882" y="2530772"/>
                  </a:lnTo>
                  <a:lnTo>
                    <a:pt x="1693981" y="2530772"/>
                  </a:lnTo>
                  <a:lnTo>
                    <a:pt x="1692080" y="2530772"/>
                  </a:lnTo>
                  <a:lnTo>
                    <a:pt x="1690179" y="2530772"/>
                  </a:lnTo>
                  <a:lnTo>
                    <a:pt x="1688277" y="2530772"/>
                  </a:lnTo>
                  <a:lnTo>
                    <a:pt x="1686376" y="2530772"/>
                  </a:lnTo>
                  <a:lnTo>
                    <a:pt x="1684475" y="2530772"/>
                  </a:lnTo>
                  <a:lnTo>
                    <a:pt x="1682574" y="2530772"/>
                  </a:lnTo>
                  <a:lnTo>
                    <a:pt x="1680673" y="2530772"/>
                  </a:lnTo>
                  <a:lnTo>
                    <a:pt x="1678771" y="2530772"/>
                  </a:lnTo>
                  <a:lnTo>
                    <a:pt x="1676870" y="2530772"/>
                  </a:lnTo>
                  <a:lnTo>
                    <a:pt x="1674969" y="2530772"/>
                  </a:lnTo>
                  <a:lnTo>
                    <a:pt x="1673068" y="2530772"/>
                  </a:lnTo>
                  <a:lnTo>
                    <a:pt x="1671166" y="2530772"/>
                  </a:lnTo>
                  <a:lnTo>
                    <a:pt x="1669265" y="2530772"/>
                  </a:lnTo>
                  <a:lnTo>
                    <a:pt x="1667364" y="2530772"/>
                  </a:lnTo>
                  <a:lnTo>
                    <a:pt x="1665463" y="2530772"/>
                  </a:lnTo>
                  <a:lnTo>
                    <a:pt x="1663562" y="2530772"/>
                  </a:lnTo>
                  <a:lnTo>
                    <a:pt x="1661660" y="2530772"/>
                  </a:lnTo>
                  <a:lnTo>
                    <a:pt x="1659759" y="2530772"/>
                  </a:lnTo>
                  <a:lnTo>
                    <a:pt x="1657858" y="2530772"/>
                  </a:lnTo>
                  <a:lnTo>
                    <a:pt x="1655957" y="2530772"/>
                  </a:lnTo>
                  <a:lnTo>
                    <a:pt x="1654056" y="2530772"/>
                  </a:lnTo>
                  <a:lnTo>
                    <a:pt x="1652154" y="2530772"/>
                  </a:lnTo>
                  <a:lnTo>
                    <a:pt x="1650253" y="2530772"/>
                  </a:lnTo>
                  <a:lnTo>
                    <a:pt x="1648352" y="2530772"/>
                  </a:lnTo>
                  <a:lnTo>
                    <a:pt x="1646451" y="2530772"/>
                  </a:lnTo>
                  <a:lnTo>
                    <a:pt x="1644549" y="2530772"/>
                  </a:lnTo>
                  <a:lnTo>
                    <a:pt x="1642648" y="2530772"/>
                  </a:lnTo>
                  <a:lnTo>
                    <a:pt x="1640747" y="2530772"/>
                  </a:lnTo>
                  <a:lnTo>
                    <a:pt x="1638846" y="2530772"/>
                  </a:lnTo>
                  <a:lnTo>
                    <a:pt x="1636945" y="2530772"/>
                  </a:lnTo>
                  <a:lnTo>
                    <a:pt x="1635043" y="2530772"/>
                  </a:lnTo>
                  <a:lnTo>
                    <a:pt x="1633142" y="2530772"/>
                  </a:lnTo>
                  <a:lnTo>
                    <a:pt x="1631241" y="2530772"/>
                  </a:lnTo>
                  <a:lnTo>
                    <a:pt x="1629340" y="2530772"/>
                  </a:lnTo>
                  <a:lnTo>
                    <a:pt x="1627439" y="2530772"/>
                  </a:lnTo>
                  <a:lnTo>
                    <a:pt x="1625537" y="2530772"/>
                  </a:lnTo>
                  <a:lnTo>
                    <a:pt x="1623636" y="2530772"/>
                  </a:lnTo>
                  <a:lnTo>
                    <a:pt x="1621735" y="2530772"/>
                  </a:lnTo>
                  <a:lnTo>
                    <a:pt x="1619834" y="2530772"/>
                  </a:lnTo>
                  <a:lnTo>
                    <a:pt x="1617932" y="2530772"/>
                  </a:lnTo>
                  <a:lnTo>
                    <a:pt x="1616031" y="2530772"/>
                  </a:lnTo>
                  <a:lnTo>
                    <a:pt x="1614130" y="2530772"/>
                  </a:lnTo>
                  <a:lnTo>
                    <a:pt x="1612229" y="2530772"/>
                  </a:lnTo>
                  <a:lnTo>
                    <a:pt x="1610328" y="2530772"/>
                  </a:lnTo>
                  <a:lnTo>
                    <a:pt x="1608426" y="2530772"/>
                  </a:lnTo>
                  <a:lnTo>
                    <a:pt x="1606525" y="2530772"/>
                  </a:lnTo>
                  <a:lnTo>
                    <a:pt x="1604624" y="2530772"/>
                  </a:lnTo>
                  <a:lnTo>
                    <a:pt x="1602723" y="2530772"/>
                  </a:lnTo>
                  <a:lnTo>
                    <a:pt x="1600822" y="2530772"/>
                  </a:lnTo>
                  <a:lnTo>
                    <a:pt x="1598920" y="2530772"/>
                  </a:lnTo>
                  <a:lnTo>
                    <a:pt x="1597019" y="2530772"/>
                  </a:lnTo>
                  <a:lnTo>
                    <a:pt x="1595118" y="2530772"/>
                  </a:lnTo>
                  <a:lnTo>
                    <a:pt x="1593217" y="2530772"/>
                  </a:lnTo>
                  <a:lnTo>
                    <a:pt x="1591315" y="2530772"/>
                  </a:lnTo>
                  <a:lnTo>
                    <a:pt x="1589414" y="2530772"/>
                  </a:lnTo>
                  <a:lnTo>
                    <a:pt x="1587513" y="2530772"/>
                  </a:lnTo>
                  <a:lnTo>
                    <a:pt x="1585612" y="2530772"/>
                  </a:lnTo>
                  <a:lnTo>
                    <a:pt x="1583711" y="2530772"/>
                  </a:lnTo>
                  <a:lnTo>
                    <a:pt x="1581809" y="2530772"/>
                  </a:lnTo>
                  <a:lnTo>
                    <a:pt x="1579908" y="2530772"/>
                  </a:lnTo>
                  <a:lnTo>
                    <a:pt x="1578007" y="2530772"/>
                  </a:lnTo>
                  <a:lnTo>
                    <a:pt x="1576106" y="2530772"/>
                  </a:lnTo>
                  <a:lnTo>
                    <a:pt x="1574205" y="2530772"/>
                  </a:lnTo>
                  <a:lnTo>
                    <a:pt x="1572303" y="2530772"/>
                  </a:lnTo>
                  <a:lnTo>
                    <a:pt x="1570402" y="2530772"/>
                  </a:lnTo>
                  <a:lnTo>
                    <a:pt x="1568501" y="2530772"/>
                  </a:lnTo>
                  <a:lnTo>
                    <a:pt x="1566600" y="2530772"/>
                  </a:lnTo>
                  <a:lnTo>
                    <a:pt x="1564698" y="2530772"/>
                  </a:lnTo>
                  <a:lnTo>
                    <a:pt x="1562797" y="2530772"/>
                  </a:lnTo>
                  <a:lnTo>
                    <a:pt x="1560896" y="2530772"/>
                  </a:lnTo>
                  <a:lnTo>
                    <a:pt x="1558995" y="2530772"/>
                  </a:lnTo>
                  <a:lnTo>
                    <a:pt x="1557094" y="2530772"/>
                  </a:lnTo>
                  <a:lnTo>
                    <a:pt x="1555192" y="2530772"/>
                  </a:lnTo>
                  <a:lnTo>
                    <a:pt x="1553291" y="2530772"/>
                  </a:lnTo>
                  <a:lnTo>
                    <a:pt x="1551390" y="2530772"/>
                  </a:lnTo>
                  <a:lnTo>
                    <a:pt x="1549489" y="2530772"/>
                  </a:lnTo>
                  <a:lnTo>
                    <a:pt x="1547588" y="2530772"/>
                  </a:lnTo>
                  <a:lnTo>
                    <a:pt x="1545686" y="2530772"/>
                  </a:lnTo>
                  <a:lnTo>
                    <a:pt x="1543785" y="2530772"/>
                  </a:lnTo>
                  <a:lnTo>
                    <a:pt x="1541884" y="2530772"/>
                  </a:lnTo>
                  <a:lnTo>
                    <a:pt x="1539983" y="2530772"/>
                  </a:lnTo>
                  <a:lnTo>
                    <a:pt x="1538081" y="2530772"/>
                  </a:lnTo>
                  <a:lnTo>
                    <a:pt x="1536180" y="2530772"/>
                  </a:lnTo>
                  <a:lnTo>
                    <a:pt x="1534279" y="2530772"/>
                  </a:lnTo>
                  <a:lnTo>
                    <a:pt x="1532378" y="2530772"/>
                  </a:lnTo>
                  <a:lnTo>
                    <a:pt x="1530477" y="2530772"/>
                  </a:lnTo>
                  <a:lnTo>
                    <a:pt x="1528575" y="2530772"/>
                  </a:lnTo>
                  <a:lnTo>
                    <a:pt x="1526674" y="2530772"/>
                  </a:lnTo>
                  <a:lnTo>
                    <a:pt x="1524773" y="2530772"/>
                  </a:lnTo>
                  <a:lnTo>
                    <a:pt x="1522872" y="2530772"/>
                  </a:lnTo>
                  <a:lnTo>
                    <a:pt x="1520971" y="2530772"/>
                  </a:lnTo>
                  <a:lnTo>
                    <a:pt x="1519069" y="2530772"/>
                  </a:lnTo>
                  <a:lnTo>
                    <a:pt x="1517168" y="2530772"/>
                  </a:lnTo>
                  <a:lnTo>
                    <a:pt x="1515267" y="2530772"/>
                  </a:lnTo>
                  <a:lnTo>
                    <a:pt x="1513366" y="2530772"/>
                  </a:lnTo>
                  <a:lnTo>
                    <a:pt x="1511464" y="2530772"/>
                  </a:lnTo>
                  <a:lnTo>
                    <a:pt x="1509563" y="2530772"/>
                  </a:lnTo>
                  <a:lnTo>
                    <a:pt x="1507662" y="2530772"/>
                  </a:lnTo>
                  <a:lnTo>
                    <a:pt x="1505761" y="2530772"/>
                  </a:lnTo>
                  <a:lnTo>
                    <a:pt x="1503860" y="2530772"/>
                  </a:lnTo>
                  <a:lnTo>
                    <a:pt x="1501958" y="2530772"/>
                  </a:lnTo>
                  <a:lnTo>
                    <a:pt x="1500057" y="2530772"/>
                  </a:lnTo>
                  <a:lnTo>
                    <a:pt x="1498156" y="2530772"/>
                  </a:lnTo>
                  <a:lnTo>
                    <a:pt x="1496255" y="2530772"/>
                  </a:lnTo>
                  <a:lnTo>
                    <a:pt x="1494354" y="2530772"/>
                  </a:lnTo>
                  <a:lnTo>
                    <a:pt x="1492452" y="2530772"/>
                  </a:lnTo>
                  <a:lnTo>
                    <a:pt x="1490551" y="2530772"/>
                  </a:lnTo>
                  <a:lnTo>
                    <a:pt x="1488650" y="2530772"/>
                  </a:lnTo>
                  <a:lnTo>
                    <a:pt x="1486749" y="2530772"/>
                  </a:lnTo>
                  <a:lnTo>
                    <a:pt x="1484847" y="2530772"/>
                  </a:lnTo>
                  <a:lnTo>
                    <a:pt x="1482946" y="2530772"/>
                  </a:lnTo>
                  <a:lnTo>
                    <a:pt x="1481045" y="2530772"/>
                  </a:lnTo>
                  <a:lnTo>
                    <a:pt x="1479144" y="2530772"/>
                  </a:lnTo>
                  <a:lnTo>
                    <a:pt x="1477243" y="2530772"/>
                  </a:lnTo>
                  <a:lnTo>
                    <a:pt x="1475341" y="2530772"/>
                  </a:lnTo>
                  <a:lnTo>
                    <a:pt x="1473440" y="2530772"/>
                  </a:lnTo>
                  <a:lnTo>
                    <a:pt x="1471539" y="2530772"/>
                  </a:lnTo>
                  <a:lnTo>
                    <a:pt x="1469638" y="2530772"/>
                  </a:lnTo>
                  <a:lnTo>
                    <a:pt x="1467737" y="2530772"/>
                  </a:lnTo>
                  <a:lnTo>
                    <a:pt x="1465835" y="2530772"/>
                  </a:lnTo>
                  <a:lnTo>
                    <a:pt x="1463934" y="2530772"/>
                  </a:lnTo>
                  <a:lnTo>
                    <a:pt x="1462033" y="2530772"/>
                  </a:lnTo>
                  <a:lnTo>
                    <a:pt x="1460132" y="2530772"/>
                  </a:lnTo>
                  <a:lnTo>
                    <a:pt x="1458230" y="2530772"/>
                  </a:lnTo>
                  <a:lnTo>
                    <a:pt x="1456329" y="2530772"/>
                  </a:lnTo>
                  <a:lnTo>
                    <a:pt x="1454428" y="2530772"/>
                  </a:lnTo>
                  <a:lnTo>
                    <a:pt x="1452527" y="2530772"/>
                  </a:lnTo>
                  <a:lnTo>
                    <a:pt x="1450626" y="2530772"/>
                  </a:lnTo>
                  <a:lnTo>
                    <a:pt x="1448724" y="2530772"/>
                  </a:lnTo>
                  <a:lnTo>
                    <a:pt x="1446823" y="2530772"/>
                  </a:lnTo>
                  <a:lnTo>
                    <a:pt x="1444922" y="2530772"/>
                  </a:lnTo>
                  <a:lnTo>
                    <a:pt x="1443021" y="2530772"/>
                  </a:lnTo>
                  <a:lnTo>
                    <a:pt x="1441120" y="2530772"/>
                  </a:lnTo>
                  <a:lnTo>
                    <a:pt x="1439218" y="2530772"/>
                  </a:lnTo>
                  <a:lnTo>
                    <a:pt x="1437317" y="2530772"/>
                  </a:lnTo>
                  <a:lnTo>
                    <a:pt x="1435416" y="2530772"/>
                  </a:lnTo>
                  <a:lnTo>
                    <a:pt x="1433515" y="2530772"/>
                  </a:lnTo>
                  <a:lnTo>
                    <a:pt x="1431614" y="2530772"/>
                  </a:lnTo>
                  <a:lnTo>
                    <a:pt x="1429712" y="2530772"/>
                  </a:lnTo>
                  <a:lnTo>
                    <a:pt x="1427811" y="2530772"/>
                  </a:lnTo>
                  <a:lnTo>
                    <a:pt x="1425910" y="2530772"/>
                  </a:lnTo>
                  <a:lnTo>
                    <a:pt x="1424009" y="2530772"/>
                  </a:lnTo>
                  <a:lnTo>
                    <a:pt x="1422107" y="2530772"/>
                  </a:lnTo>
                  <a:lnTo>
                    <a:pt x="1420206" y="2530772"/>
                  </a:lnTo>
                  <a:lnTo>
                    <a:pt x="1418305" y="2530772"/>
                  </a:lnTo>
                  <a:lnTo>
                    <a:pt x="1416404" y="2530772"/>
                  </a:lnTo>
                  <a:lnTo>
                    <a:pt x="1414503" y="2530772"/>
                  </a:lnTo>
                  <a:lnTo>
                    <a:pt x="1412601" y="2530772"/>
                  </a:lnTo>
                  <a:lnTo>
                    <a:pt x="1410700" y="2530772"/>
                  </a:lnTo>
                  <a:lnTo>
                    <a:pt x="1408799" y="2530772"/>
                  </a:lnTo>
                  <a:lnTo>
                    <a:pt x="1406898" y="2530772"/>
                  </a:lnTo>
                  <a:lnTo>
                    <a:pt x="1404997" y="2530772"/>
                  </a:lnTo>
                  <a:lnTo>
                    <a:pt x="1403095" y="2530772"/>
                  </a:lnTo>
                  <a:lnTo>
                    <a:pt x="1401194" y="2530772"/>
                  </a:lnTo>
                  <a:lnTo>
                    <a:pt x="1399293" y="2530772"/>
                  </a:lnTo>
                  <a:lnTo>
                    <a:pt x="1397392" y="2530772"/>
                  </a:lnTo>
                  <a:lnTo>
                    <a:pt x="1395490" y="2530772"/>
                  </a:lnTo>
                  <a:lnTo>
                    <a:pt x="1393589" y="2530772"/>
                  </a:lnTo>
                  <a:lnTo>
                    <a:pt x="1391688" y="2530772"/>
                  </a:lnTo>
                  <a:lnTo>
                    <a:pt x="1389787" y="2530772"/>
                  </a:lnTo>
                  <a:lnTo>
                    <a:pt x="1387886" y="2530772"/>
                  </a:lnTo>
                  <a:lnTo>
                    <a:pt x="1385984" y="2530772"/>
                  </a:lnTo>
                  <a:lnTo>
                    <a:pt x="1384083" y="2530772"/>
                  </a:lnTo>
                  <a:lnTo>
                    <a:pt x="1382182" y="2530772"/>
                  </a:lnTo>
                  <a:lnTo>
                    <a:pt x="1380281" y="2530772"/>
                  </a:lnTo>
                  <a:lnTo>
                    <a:pt x="1378380" y="2530772"/>
                  </a:lnTo>
                  <a:lnTo>
                    <a:pt x="1376478" y="2530772"/>
                  </a:lnTo>
                  <a:lnTo>
                    <a:pt x="1374577" y="2530772"/>
                  </a:lnTo>
                  <a:lnTo>
                    <a:pt x="1372676" y="2530772"/>
                  </a:lnTo>
                  <a:lnTo>
                    <a:pt x="1370775" y="2530772"/>
                  </a:lnTo>
                  <a:lnTo>
                    <a:pt x="1368873" y="2530772"/>
                  </a:lnTo>
                  <a:lnTo>
                    <a:pt x="1366972" y="2530772"/>
                  </a:lnTo>
                  <a:lnTo>
                    <a:pt x="1365071" y="2530772"/>
                  </a:lnTo>
                  <a:lnTo>
                    <a:pt x="1363170" y="2530772"/>
                  </a:lnTo>
                  <a:lnTo>
                    <a:pt x="1361269" y="2530772"/>
                  </a:lnTo>
                  <a:lnTo>
                    <a:pt x="1359367" y="2530772"/>
                  </a:lnTo>
                  <a:lnTo>
                    <a:pt x="1357466" y="2530772"/>
                  </a:lnTo>
                  <a:lnTo>
                    <a:pt x="1355565" y="2530772"/>
                  </a:lnTo>
                  <a:lnTo>
                    <a:pt x="1353664" y="2530772"/>
                  </a:lnTo>
                  <a:lnTo>
                    <a:pt x="1351763" y="2530772"/>
                  </a:lnTo>
                  <a:lnTo>
                    <a:pt x="1349861" y="2530772"/>
                  </a:lnTo>
                  <a:lnTo>
                    <a:pt x="1347960" y="2530772"/>
                  </a:lnTo>
                  <a:lnTo>
                    <a:pt x="1346059" y="2530772"/>
                  </a:lnTo>
                  <a:lnTo>
                    <a:pt x="1344158" y="2530772"/>
                  </a:lnTo>
                  <a:lnTo>
                    <a:pt x="1342256" y="2530772"/>
                  </a:lnTo>
                  <a:lnTo>
                    <a:pt x="1340355" y="2530772"/>
                  </a:lnTo>
                  <a:lnTo>
                    <a:pt x="1338454" y="2530772"/>
                  </a:lnTo>
                  <a:lnTo>
                    <a:pt x="1336553" y="2530772"/>
                  </a:lnTo>
                  <a:lnTo>
                    <a:pt x="1334652" y="2530772"/>
                  </a:lnTo>
                  <a:lnTo>
                    <a:pt x="1332750" y="2530772"/>
                  </a:lnTo>
                  <a:lnTo>
                    <a:pt x="1330849" y="2530772"/>
                  </a:lnTo>
                  <a:lnTo>
                    <a:pt x="1328948" y="2530772"/>
                  </a:lnTo>
                  <a:lnTo>
                    <a:pt x="1327047" y="2530772"/>
                  </a:lnTo>
                  <a:lnTo>
                    <a:pt x="1325146" y="2530772"/>
                  </a:lnTo>
                  <a:lnTo>
                    <a:pt x="1323244" y="2530772"/>
                  </a:lnTo>
                  <a:lnTo>
                    <a:pt x="1321343" y="2530772"/>
                  </a:lnTo>
                  <a:lnTo>
                    <a:pt x="1319442" y="2530772"/>
                  </a:lnTo>
                  <a:lnTo>
                    <a:pt x="1317541" y="2530772"/>
                  </a:lnTo>
                  <a:lnTo>
                    <a:pt x="1315639" y="2530772"/>
                  </a:lnTo>
                  <a:lnTo>
                    <a:pt x="1313738" y="2530772"/>
                  </a:lnTo>
                  <a:lnTo>
                    <a:pt x="1311837" y="2530772"/>
                  </a:lnTo>
                  <a:lnTo>
                    <a:pt x="1309936" y="2530772"/>
                  </a:lnTo>
                  <a:lnTo>
                    <a:pt x="1308035" y="2530772"/>
                  </a:lnTo>
                  <a:lnTo>
                    <a:pt x="1306133" y="2530772"/>
                  </a:lnTo>
                  <a:lnTo>
                    <a:pt x="1304232" y="2530772"/>
                  </a:lnTo>
                  <a:lnTo>
                    <a:pt x="1302331" y="2530772"/>
                  </a:lnTo>
                  <a:lnTo>
                    <a:pt x="1300430" y="2530772"/>
                  </a:lnTo>
                  <a:lnTo>
                    <a:pt x="1298529" y="2530772"/>
                  </a:lnTo>
                  <a:lnTo>
                    <a:pt x="1296627" y="2530772"/>
                  </a:lnTo>
                  <a:lnTo>
                    <a:pt x="1294726" y="2530772"/>
                  </a:lnTo>
                  <a:lnTo>
                    <a:pt x="1292825" y="2530772"/>
                  </a:lnTo>
                  <a:lnTo>
                    <a:pt x="1290924" y="2530772"/>
                  </a:lnTo>
                  <a:lnTo>
                    <a:pt x="1289022" y="2530772"/>
                  </a:lnTo>
                  <a:lnTo>
                    <a:pt x="1287121" y="2530772"/>
                  </a:lnTo>
                  <a:lnTo>
                    <a:pt x="1285220" y="2530772"/>
                  </a:lnTo>
                  <a:lnTo>
                    <a:pt x="1283319" y="2530772"/>
                  </a:lnTo>
                  <a:lnTo>
                    <a:pt x="1281418" y="2530772"/>
                  </a:lnTo>
                  <a:lnTo>
                    <a:pt x="1279516" y="2530772"/>
                  </a:lnTo>
                  <a:lnTo>
                    <a:pt x="1277615" y="2530772"/>
                  </a:lnTo>
                  <a:lnTo>
                    <a:pt x="1275714" y="2530772"/>
                  </a:lnTo>
                  <a:lnTo>
                    <a:pt x="1273813" y="2530772"/>
                  </a:lnTo>
                  <a:lnTo>
                    <a:pt x="1271912" y="2530772"/>
                  </a:lnTo>
                  <a:lnTo>
                    <a:pt x="1270010" y="2530772"/>
                  </a:lnTo>
                  <a:lnTo>
                    <a:pt x="1268109" y="2530772"/>
                  </a:lnTo>
                  <a:lnTo>
                    <a:pt x="1266208" y="2530772"/>
                  </a:lnTo>
                  <a:lnTo>
                    <a:pt x="1264307" y="2530772"/>
                  </a:lnTo>
                  <a:lnTo>
                    <a:pt x="1262405" y="2530772"/>
                  </a:lnTo>
                  <a:lnTo>
                    <a:pt x="1260504" y="2530772"/>
                  </a:lnTo>
                  <a:lnTo>
                    <a:pt x="1258603" y="2530772"/>
                  </a:lnTo>
                  <a:lnTo>
                    <a:pt x="1256702" y="2530772"/>
                  </a:lnTo>
                  <a:lnTo>
                    <a:pt x="1254801" y="2530772"/>
                  </a:lnTo>
                  <a:lnTo>
                    <a:pt x="1252899" y="2530772"/>
                  </a:lnTo>
                  <a:lnTo>
                    <a:pt x="1250998" y="2530772"/>
                  </a:lnTo>
                  <a:lnTo>
                    <a:pt x="1249097" y="2530772"/>
                  </a:lnTo>
                  <a:lnTo>
                    <a:pt x="1247196" y="2530772"/>
                  </a:lnTo>
                  <a:lnTo>
                    <a:pt x="1245295" y="2530772"/>
                  </a:lnTo>
                  <a:lnTo>
                    <a:pt x="1243393" y="2530772"/>
                  </a:lnTo>
                  <a:lnTo>
                    <a:pt x="1241492" y="2530772"/>
                  </a:lnTo>
                  <a:lnTo>
                    <a:pt x="1239591" y="2530772"/>
                  </a:lnTo>
                  <a:lnTo>
                    <a:pt x="1237690" y="2530772"/>
                  </a:lnTo>
                  <a:lnTo>
                    <a:pt x="1235788" y="2530772"/>
                  </a:lnTo>
                  <a:lnTo>
                    <a:pt x="1233887" y="2530772"/>
                  </a:lnTo>
                  <a:lnTo>
                    <a:pt x="1231986" y="2530772"/>
                  </a:lnTo>
                  <a:lnTo>
                    <a:pt x="1230085" y="2530772"/>
                  </a:lnTo>
                  <a:lnTo>
                    <a:pt x="1228184" y="2530772"/>
                  </a:lnTo>
                  <a:lnTo>
                    <a:pt x="1226282" y="2530772"/>
                  </a:lnTo>
                  <a:lnTo>
                    <a:pt x="1224381" y="2530772"/>
                  </a:lnTo>
                  <a:lnTo>
                    <a:pt x="1222480" y="2530772"/>
                  </a:lnTo>
                  <a:lnTo>
                    <a:pt x="1220579" y="2530772"/>
                  </a:lnTo>
                  <a:lnTo>
                    <a:pt x="1218678" y="2530772"/>
                  </a:lnTo>
                  <a:lnTo>
                    <a:pt x="1216776" y="2530772"/>
                  </a:lnTo>
                  <a:lnTo>
                    <a:pt x="1214875" y="2530772"/>
                  </a:lnTo>
                  <a:lnTo>
                    <a:pt x="1212974" y="2530772"/>
                  </a:lnTo>
                  <a:lnTo>
                    <a:pt x="1211073" y="2530772"/>
                  </a:lnTo>
                  <a:lnTo>
                    <a:pt x="1209171" y="2530772"/>
                  </a:lnTo>
                  <a:lnTo>
                    <a:pt x="1207270" y="2530772"/>
                  </a:lnTo>
                  <a:lnTo>
                    <a:pt x="1205369" y="2530772"/>
                  </a:lnTo>
                  <a:lnTo>
                    <a:pt x="1203468" y="2530772"/>
                  </a:lnTo>
                  <a:lnTo>
                    <a:pt x="1201567" y="2530772"/>
                  </a:lnTo>
                  <a:lnTo>
                    <a:pt x="1199665" y="2530772"/>
                  </a:lnTo>
                  <a:lnTo>
                    <a:pt x="1197764" y="2530772"/>
                  </a:lnTo>
                  <a:lnTo>
                    <a:pt x="1195863" y="2530772"/>
                  </a:lnTo>
                  <a:lnTo>
                    <a:pt x="1193962" y="2530772"/>
                  </a:lnTo>
                  <a:lnTo>
                    <a:pt x="1192061" y="2530772"/>
                  </a:lnTo>
                  <a:lnTo>
                    <a:pt x="1190159" y="2530772"/>
                  </a:lnTo>
                  <a:lnTo>
                    <a:pt x="1188258" y="2530772"/>
                  </a:lnTo>
                  <a:lnTo>
                    <a:pt x="1186357" y="2530772"/>
                  </a:lnTo>
                  <a:lnTo>
                    <a:pt x="1184456" y="2530772"/>
                  </a:lnTo>
                  <a:lnTo>
                    <a:pt x="1182554" y="2530772"/>
                  </a:lnTo>
                  <a:lnTo>
                    <a:pt x="1180653" y="2530772"/>
                  </a:lnTo>
                  <a:lnTo>
                    <a:pt x="1178752" y="2530772"/>
                  </a:lnTo>
                  <a:lnTo>
                    <a:pt x="1176851" y="2530772"/>
                  </a:lnTo>
                  <a:lnTo>
                    <a:pt x="1174950" y="2530772"/>
                  </a:lnTo>
                  <a:lnTo>
                    <a:pt x="1173048" y="2530772"/>
                  </a:lnTo>
                  <a:lnTo>
                    <a:pt x="1171147" y="2530772"/>
                  </a:lnTo>
                  <a:lnTo>
                    <a:pt x="1169246" y="2530772"/>
                  </a:lnTo>
                  <a:lnTo>
                    <a:pt x="1167345" y="2530772"/>
                  </a:lnTo>
                  <a:lnTo>
                    <a:pt x="1165444" y="2530772"/>
                  </a:lnTo>
                  <a:lnTo>
                    <a:pt x="1163542" y="2530772"/>
                  </a:lnTo>
                  <a:lnTo>
                    <a:pt x="1161641" y="2530772"/>
                  </a:lnTo>
                  <a:lnTo>
                    <a:pt x="1159740" y="2530772"/>
                  </a:lnTo>
                  <a:lnTo>
                    <a:pt x="1157839" y="2530772"/>
                  </a:lnTo>
                  <a:lnTo>
                    <a:pt x="1155938" y="2530772"/>
                  </a:lnTo>
                  <a:lnTo>
                    <a:pt x="1154036" y="2530772"/>
                  </a:lnTo>
                  <a:lnTo>
                    <a:pt x="1152135" y="2530772"/>
                  </a:lnTo>
                  <a:lnTo>
                    <a:pt x="1150234" y="2530772"/>
                  </a:lnTo>
                  <a:lnTo>
                    <a:pt x="1148333" y="2530772"/>
                  </a:lnTo>
                  <a:lnTo>
                    <a:pt x="1146431" y="2530772"/>
                  </a:lnTo>
                  <a:lnTo>
                    <a:pt x="1144530" y="2530772"/>
                  </a:lnTo>
                  <a:lnTo>
                    <a:pt x="1142629" y="2530772"/>
                  </a:lnTo>
                  <a:lnTo>
                    <a:pt x="1140728" y="2530772"/>
                  </a:lnTo>
                  <a:lnTo>
                    <a:pt x="1138827" y="2530772"/>
                  </a:lnTo>
                  <a:lnTo>
                    <a:pt x="1136925" y="2530772"/>
                  </a:lnTo>
                  <a:lnTo>
                    <a:pt x="1135024" y="2530772"/>
                  </a:lnTo>
                  <a:lnTo>
                    <a:pt x="1133123" y="2530772"/>
                  </a:lnTo>
                  <a:lnTo>
                    <a:pt x="1131222" y="2530772"/>
                  </a:lnTo>
                  <a:lnTo>
                    <a:pt x="1129321" y="2530772"/>
                  </a:lnTo>
                  <a:lnTo>
                    <a:pt x="1127419" y="2530772"/>
                  </a:lnTo>
                  <a:lnTo>
                    <a:pt x="1125518" y="2530772"/>
                  </a:lnTo>
                  <a:lnTo>
                    <a:pt x="1123617" y="2530772"/>
                  </a:lnTo>
                  <a:lnTo>
                    <a:pt x="1121716" y="2530772"/>
                  </a:lnTo>
                  <a:lnTo>
                    <a:pt x="1119814" y="2530772"/>
                  </a:lnTo>
                  <a:lnTo>
                    <a:pt x="1117913" y="2530772"/>
                  </a:lnTo>
                  <a:lnTo>
                    <a:pt x="1116012" y="2530772"/>
                  </a:lnTo>
                  <a:lnTo>
                    <a:pt x="1114111" y="2530772"/>
                  </a:lnTo>
                  <a:lnTo>
                    <a:pt x="1112210" y="2530772"/>
                  </a:lnTo>
                  <a:lnTo>
                    <a:pt x="1110308" y="2530772"/>
                  </a:lnTo>
                  <a:lnTo>
                    <a:pt x="1108407" y="2530772"/>
                  </a:lnTo>
                  <a:lnTo>
                    <a:pt x="1106506" y="2530772"/>
                  </a:lnTo>
                  <a:lnTo>
                    <a:pt x="1104605" y="2530772"/>
                  </a:lnTo>
                  <a:lnTo>
                    <a:pt x="1102704" y="2530772"/>
                  </a:lnTo>
                  <a:lnTo>
                    <a:pt x="1100802" y="2530772"/>
                  </a:lnTo>
                  <a:lnTo>
                    <a:pt x="1098901" y="2530772"/>
                  </a:lnTo>
                  <a:lnTo>
                    <a:pt x="1097000" y="2530772"/>
                  </a:lnTo>
                  <a:lnTo>
                    <a:pt x="1095099" y="2530772"/>
                  </a:lnTo>
                  <a:lnTo>
                    <a:pt x="1093197" y="2530772"/>
                  </a:lnTo>
                  <a:lnTo>
                    <a:pt x="1091296" y="2530772"/>
                  </a:lnTo>
                  <a:lnTo>
                    <a:pt x="1089395" y="2530772"/>
                  </a:lnTo>
                  <a:lnTo>
                    <a:pt x="1087494" y="2530772"/>
                  </a:lnTo>
                  <a:lnTo>
                    <a:pt x="1085593" y="2530772"/>
                  </a:lnTo>
                  <a:lnTo>
                    <a:pt x="1083691" y="2530772"/>
                  </a:lnTo>
                  <a:lnTo>
                    <a:pt x="1081790" y="2530772"/>
                  </a:lnTo>
                  <a:lnTo>
                    <a:pt x="1079889" y="2530772"/>
                  </a:lnTo>
                  <a:lnTo>
                    <a:pt x="1077988" y="2530772"/>
                  </a:lnTo>
                  <a:lnTo>
                    <a:pt x="1076087" y="2530772"/>
                  </a:lnTo>
                  <a:lnTo>
                    <a:pt x="1074185" y="2530772"/>
                  </a:lnTo>
                  <a:lnTo>
                    <a:pt x="1072284" y="2530772"/>
                  </a:lnTo>
                  <a:lnTo>
                    <a:pt x="1070383" y="2530772"/>
                  </a:lnTo>
                  <a:lnTo>
                    <a:pt x="1068482" y="2530772"/>
                  </a:lnTo>
                  <a:lnTo>
                    <a:pt x="1066580" y="2530772"/>
                  </a:lnTo>
                  <a:lnTo>
                    <a:pt x="1064679" y="2530772"/>
                  </a:lnTo>
                  <a:lnTo>
                    <a:pt x="1062778" y="2530772"/>
                  </a:lnTo>
                  <a:lnTo>
                    <a:pt x="1060877" y="2530772"/>
                  </a:lnTo>
                  <a:lnTo>
                    <a:pt x="1058976" y="2530772"/>
                  </a:lnTo>
                  <a:lnTo>
                    <a:pt x="1057074" y="2530772"/>
                  </a:lnTo>
                  <a:lnTo>
                    <a:pt x="1055173" y="2530772"/>
                  </a:lnTo>
                  <a:lnTo>
                    <a:pt x="1053272" y="2530772"/>
                  </a:lnTo>
                  <a:lnTo>
                    <a:pt x="1051371" y="2530772"/>
                  </a:lnTo>
                  <a:lnTo>
                    <a:pt x="1049470" y="2530772"/>
                  </a:lnTo>
                  <a:lnTo>
                    <a:pt x="1047568" y="2530772"/>
                  </a:lnTo>
                  <a:lnTo>
                    <a:pt x="1045667" y="2530772"/>
                  </a:lnTo>
                  <a:lnTo>
                    <a:pt x="1043766" y="2530772"/>
                  </a:lnTo>
                  <a:lnTo>
                    <a:pt x="1041865" y="2530772"/>
                  </a:lnTo>
                  <a:lnTo>
                    <a:pt x="1039963" y="2530772"/>
                  </a:lnTo>
                  <a:lnTo>
                    <a:pt x="1038062" y="2530772"/>
                  </a:lnTo>
                  <a:lnTo>
                    <a:pt x="1036161" y="2530772"/>
                  </a:lnTo>
                  <a:lnTo>
                    <a:pt x="1034260" y="2530772"/>
                  </a:lnTo>
                  <a:lnTo>
                    <a:pt x="1032359" y="2530772"/>
                  </a:lnTo>
                  <a:lnTo>
                    <a:pt x="1030457" y="2530772"/>
                  </a:lnTo>
                  <a:lnTo>
                    <a:pt x="1028556" y="2530772"/>
                  </a:lnTo>
                  <a:lnTo>
                    <a:pt x="1026655" y="2530772"/>
                  </a:lnTo>
                  <a:lnTo>
                    <a:pt x="1024754" y="2530772"/>
                  </a:lnTo>
                  <a:lnTo>
                    <a:pt x="1022853" y="2530772"/>
                  </a:lnTo>
                  <a:lnTo>
                    <a:pt x="1020951" y="2530772"/>
                  </a:lnTo>
                  <a:lnTo>
                    <a:pt x="1019050" y="2530772"/>
                  </a:lnTo>
                  <a:lnTo>
                    <a:pt x="1017149" y="2530772"/>
                  </a:lnTo>
                  <a:lnTo>
                    <a:pt x="1015248" y="2530772"/>
                  </a:lnTo>
                  <a:lnTo>
                    <a:pt x="1013346" y="2530772"/>
                  </a:lnTo>
                  <a:lnTo>
                    <a:pt x="1011445" y="2530772"/>
                  </a:lnTo>
                  <a:lnTo>
                    <a:pt x="1009544" y="2530772"/>
                  </a:lnTo>
                  <a:lnTo>
                    <a:pt x="1007643" y="2530772"/>
                  </a:lnTo>
                  <a:lnTo>
                    <a:pt x="1005742" y="2530772"/>
                  </a:lnTo>
                  <a:lnTo>
                    <a:pt x="1003840" y="2530772"/>
                  </a:lnTo>
                  <a:lnTo>
                    <a:pt x="1001939" y="2530772"/>
                  </a:lnTo>
                  <a:lnTo>
                    <a:pt x="1000038" y="2530772"/>
                  </a:lnTo>
                  <a:lnTo>
                    <a:pt x="998137" y="2530772"/>
                  </a:lnTo>
                  <a:lnTo>
                    <a:pt x="996236" y="2530772"/>
                  </a:lnTo>
                  <a:lnTo>
                    <a:pt x="994334" y="2530772"/>
                  </a:lnTo>
                  <a:lnTo>
                    <a:pt x="992433" y="2530772"/>
                  </a:lnTo>
                  <a:lnTo>
                    <a:pt x="990532" y="2530772"/>
                  </a:lnTo>
                  <a:lnTo>
                    <a:pt x="988631" y="2530772"/>
                  </a:lnTo>
                  <a:lnTo>
                    <a:pt x="986729" y="2530772"/>
                  </a:lnTo>
                  <a:lnTo>
                    <a:pt x="984828" y="2530772"/>
                  </a:lnTo>
                  <a:lnTo>
                    <a:pt x="982927" y="2530772"/>
                  </a:lnTo>
                  <a:lnTo>
                    <a:pt x="981026" y="2530772"/>
                  </a:lnTo>
                  <a:lnTo>
                    <a:pt x="979125" y="2530772"/>
                  </a:lnTo>
                  <a:lnTo>
                    <a:pt x="977223" y="2530772"/>
                  </a:lnTo>
                  <a:lnTo>
                    <a:pt x="975322" y="2530772"/>
                  </a:lnTo>
                  <a:lnTo>
                    <a:pt x="973421" y="2530772"/>
                  </a:lnTo>
                  <a:lnTo>
                    <a:pt x="971520" y="2530772"/>
                  </a:lnTo>
                  <a:lnTo>
                    <a:pt x="969619" y="2530772"/>
                  </a:lnTo>
                  <a:lnTo>
                    <a:pt x="967717" y="2530772"/>
                  </a:lnTo>
                  <a:lnTo>
                    <a:pt x="965816" y="2530772"/>
                  </a:lnTo>
                  <a:lnTo>
                    <a:pt x="963915" y="2530772"/>
                  </a:lnTo>
                  <a:lnTo>
                    <a:pt x="962014" y="2530772"/>
                  </a:lnTo>
                  <a:lnTo>
                    <a:pt x="960112" y="2530772"/>
                  </a:lnTo>
                  <a:lnTo>
                    <a:pt x="958211" y="2530772"/>
                  </a:lnTo>
                  <a:lnTo>
                    <a:pt x="956310" y="2530772"/>
                  </a:lnTo>
                  <a:lnTo>
                    <a:pt x="954409" y="2530772"/>
                  </a:lnTo>
                  <a:lnTo>
                    <a:pt x="952508" y="2530772"/>
                  </a:lnTo>
                  <a:lnTo>
                    <a:pt x="950606" y="2530772"/>
                  </a:lnTo>
                  <a:lnTo>
                    <a:pt x="948705" y="2530772"/>
                  </a:lnTo>
                  <a:lnTo>
                    <a:pt x="946804" y="2530772"/>
                  </a:lnTo>
                  <a:lnTo>
                    <a:pt x="944903" y="2530772"/>
                  </a:lnTo>
                  <a:lnTo>
                    <a:pt x="943002" y="2530772"/>
                  </a:lnTo>
                  <a:lnTo>
                    <a:pt x="941100" y="2530772"/>
                  </a:lnTo>
                  <a:lnTo>
                    <a:pt x="939199" y="2530772"/>
                  </a:lnTo>
                  <a:lnTo>
                    <a:pt x="937298" y="2530772"/>
                  </a:lnTo>
                  <a:lnTo>
                    <a:pt x="935397" y="2530772"/>
                  </a:lnTo>
                  <a:lnTo>
                    <a:pt x="933495" y="2530772"/>
                  </a:lnTo>
                  <a:lnTo>
                    <a:pt x="931594" y="2530772"/>
                  </a:lnTo>
                  <a:lnTo>
                    <a:pt x="929693" y="2530772"/>
                  </a:lnTo>
                  <a:lnTo>
                    <a:pt x="927792" y="2530772"/>
                  </a:lnTo>
                  <a:lnTo>
                    <a:pt x="925891" y="2530772"/>
                  </a:lnTo>
                  <a:lnTo>
                    <a:pt x="923989" y="2530772"/>
                  </a:lnTo>
                  <a:lnTo>
                    <a:pt x="922088" y="2530772"/>
                  </a:lnTo>
                  <a:lnTo>
                    <a:pt x="920187" y="2530772"/>
                  </a:lnTo>
                  <a:lnTo>
                    <a:pt x="918286" y="2530772"/>
                  </a:lnTo>
                  <a:lnTo>
                    <a:pt x="916385" y="2530772"/>
                  </a:lnTo>
                  <a:lnTo>
                    <a:pt x="914483" y="2530772"/>
                  </a:lnTo>
                  <a:lnTo>
                    <a:pt x="912582" y="2530772"/>
                  </a:lnTo>
                  <a:lnTo>
                    <a:pt x="910681" y="2530772"/>
                  </a:lnTo>
                  <a:lnTo>
                    <a:pt x="908780" y="2530772"/>
                  </a:lnTo>
                  <a:lnTo>
                    <a:pt x="906878" y="2530772"/>
                  </a:lnTo>
                  <a:lnTo>
                    <a:pt x="904977" y="2530772"/>
                  </a:lnTo>
                  <a:lnTo>
                    <a:pt x="903076" y="2530772"/>
                  </a:lnTo>
                  <a:lnTo>
                    <a:pt x="901175" y="2530772"/>
                  </a:lnTo>
                  <a:lnTo>
                    <a:pt x="899274" y="2530772"/>
                  </a:lnTo>
                  <a:lnTo>
                    <a:pt x="897372" y="2530772"/>
                  </a:lnTo>
                  <a:lnTo>
                    <a:pt x="895471" y="2530772"/>
                  </a:lnTo>
                  <a:lnTo>
                    <a:pt x="893570" y="2530772"/>
                  </a:lnTo>
                  <a:lnTo>
                    <a:pt x="891669" y="2530772"/>
                  </a:lnTo>
                  <a:lnTo>
                    <a:pt x="889768" y="2530772"/>
                  </a:lnTo>
                  <a:lnTo>
                    <a:pt x="887866" y="2530772"/>
                  </a:lnTo>
                  <a:lnTo>
                    <a:pt x="885965" y="2530772"/>
                  </a:lnTo>
                  <a:lnTo>
                    <a:pt x="884064" y="2530772"/>
                  </a:lnTo>
                  <a:lnTo>
                    <a:pt x="882163" y="2530772"/>
                  </a:lnTo>
                  <a:lnTo>
                    <a:pt x="880261" y="2530772"/>
                  </a:lnTo>
                  <a:lnTo>
                    <a:pt x="878360" y="2530772"/>
                  </a:lnTo>
                  <a:lnTo>
                    <a:pt x="876459" y="2530772"/>
                  </a:lnTo>
                  <a:lnTo>
                    <a:pt x="874558" y="2530772"/>
                  </a:lnTo>
                  <a:lnTo>
                    <a:pt x="872657" y="2530772"/>
                  </a:lnTo>
                  <a:lnTo>
                    <a:pt x="870755" y="2530772"/>
                  </a:lnTo>
                  <a:lnTo>
                    <a:pt x="868854" y="2530772"/>
                  </a:lnTo>
                  <a:lnTo>
                    <a:pt x="866953" y="2530772"/>
                  </a:lnTo>
                  <a:lnTo>
                    <a:pt x="865052" y="2530772"/>
                  </a:lnTo>
                  <a:lnTo>
                    <a:pt x="863151" y="2530772"/>
                  </a:lnTo>
                  <a:lnTo>
                    <a:pt x="861249" y="2530772"/>
                  </a:lnTo>
                  <a:lnTo>
                    <a:pt x="859348" y="2530772"/>
                  </a:lnTo>
                  <a:lnTo>
                    <a:pt x="857447" y="2530772"/>
                  </a:lnTo>
                  <a:lnTo>
                    <a:pt x="855546" y="2530772"/>
                  </a:lnTo>
                  <a:lnTo>
                    <a:pt x="853645" y="2530772"/>
                  </a:lnTo>
                  <a:lnTo>
                    <a:pt x="851743" y="2530772"/>
                  </a:lnTo>
                  <a:lnTo>
                    <a:pt x="849842" y="2530772"/>
                  </a:lnTo>
                  <a:lnTo>
                    <a:pt x="847941" y="2530772"/>
                  </a:lnTo>
                  <a:lnTo>
                    <a:pt x="846040" y="2530772"/>
                  </a:lnTo>
                  <a:lnTo>
                    <a:pt x="844138" y="2530772"/>
                  </a:lnTo>
                  <a:lnTo>
                    <a:pt x="842237" y="2530772"/>
                  </a:lnTo>
                  <a:lnTo>
                    <a:pt x="840336" y="2530772"/>
                  </a:lnTo>
                  <a:lnTo>
                    <a:pt x="838435" y="2530772"/>
                  </a:lnTo>
                  <a:lnTo>
                    <a:pt x="836534" y="2530772"/>
                  </a:lnTo>
                  <a:lnTo>
                    <a:pt x="834632" y="2530772"/>
                  </a:lnTo>
                  <a:lnTo>
                    <a:pt x="832731" y="2530772"/>
                  </a:lnTo>
                  <a:lnTo>
                    <a:pt x="830830" y="2530772"/>
                  </a:lnTo>
                  <a:lnTo>
                    <a:pt x="828929" y="2530772"/>
                  </a:lnTo>
                  <a:lnTo>
                    <a:pt x="827028" y="2530772"/>
                  </a:lnTo>
                  <a:lnTo>
                    <a:pt x="825126" y="2530772"/>
                  </a:lnTo>
                  <a:lnTo>
                    <a:pt x="823225" y="2530772"/>
                  </a:lnTo>
                  <a:lnTo>
                    <a:pt x="821324" y="2530772"/>
                  </a:lnTo>
                  <a:lnTo>
                    <a:pt x="819423" y="2530772"/>
                  </a:lnTo>
                  <a:lnTo>
                    <a:pt x="817521" y="2530772"/>
                  </a:lnTo>
                  <a:lnTo>
                    <a:pt x="815620" y="2530772"/>
                  </a:lnTo>
                  <a:lnTo>
                    <a:pt x="813719" y="2530772"/>
                  </a:lnTo>
                  <a:lnTo>
                    <a:pt x="811818" y="2530772"/>
                  </a:lnTo>
                  <a:lnTo>
                    <a:pt x="809917" y="2530772"/>
                  </a:lnTo>
                  <a:lnTo>
                    <a:pt x="808015" y="2530772"/>
                  </a:lnTo>
                  <a:lnTo>
                    <a:pt x="806114" y="2530772"/>
                  </a:lnTo>
                  <a:lnTo>
                    <a:pt x="804213" y="2530772"/>
                  </a:lnTo>
                  <a:lnTo>
                    <a:pt x="802312" y="2530772"/>
                  </a:lnTo>
                  <a:lnTo>
                    <a:pt x="800411" y="2530772"/>
                  </a:lnTo>
                  <a:lnTo>
                    <a:pt x="798509" y="2530772"/>
                  </a:lnTo>
                  <a:lnTo>
                    <a:pt x="796608" y="2530772"/>
                  </a:lnTo>
                  <a:lnTo>
                    <a:pt x="794707" y="2530772"/>
                  </a:lnTo>
                  <a:lnTo>
                    <a:pt x="792806" y="2530772"/>
                  </a:lnTo>
                  <a:lnTo>
                    <a:pt x="790904" y="2530772"/>
                  </a:lnTo>
                  <a:lnTo>
                    <a:pt x="789003" y="2530772"/>
                  </a:lnTo>
                  <a:lnTo>
                    <a:pt x="787102" y="2530772"/>
                  </a:lnTo>
                  <a:lnTo>
                    <a:pt x="785201" y="2530772"/>
                  </a:lnTo>
                  <a:lnTo>
                    <a:pt x="783300" y="2530772"/>
                  </a:lnTo>
                  <a:lnTo>
                    <a:pt x="781398" y="2530772"/>
                  </a:lnTo>
                  <a:lnTo>
                    <a:pt x="779497" y="2530772"/>
                  </a:lnTo>
                  <a:lnTo>
                    <a:pt x="777596" y="2530772"/>
                  </a:lnTo>
                  <a:lnTo>
                    <a:pt x="775695" y="2530772"/>
                  </a:lnTo>
                  <a:lnTo>
                    <a:pt x="773794" y="2530772"/>
                  </a:lnTo>
                  <a:lnTo>
                    <a:pt x="771892" y="2530772"/>
                  </a:lnTo>
                  <a:lnTo>
                    <a:pt x="769991" y="2530772"/>
                  </a:lnTo>
                  <a:lnTo>
                    <a:pt x="768090" y="2530772"/>
                  </a:lnTo>
                  <a:lnTo>
                    <a:pt x="766189" y="2530772"/>
                  </a:lnTo>
                  <a:lnTo>
                    <a:pt x="764287" y="2530772"/>
                  </a:lnTo>
                  <a:lnTo>
                    <a:pt x="762386" y="2530772"/>
                  </a:lnTo>
                  <a:lnTo>
                    <a:pt x="760485" y="2530772"/>
                  </a:lnTo>
                  <a:lnTo>
                    <a:pt x="758584" y="2530772"/>
                  </a:lnTo>
                  <a:lnTo>
                    <a:pt x="756683" y="2530772"/>
                  </a:lnTo>
                  <a:lnTo>
                    <a:pt x="754781" y="2530772"/>
                  </a:lnTo>
                  <a:lnTo>
                    <a:pt x="752880" y="2530772"/>
                  </a:lnTo>
                  <a:lnTo>
                    <a:pt x="750979" y="2530772"/>
                  </a:lnTo>
                  <a:lnTo>
                    <a:pt x="749078" y="2530772"/>
                  </a:lnTo>
                  <a:lnTo>
                    <a:pt x="747177" y="2530772"/>
                  </a:lnTo>
                  <a:lnTo>
                    <a:pt x="745275" y="2530772"/>
                  </a:lnTo>
                  <a:lnTo>
                    <a:pt x="743374" y="2530772"/>
                  </a:lnTo>
                  <a:lnTo>
                    <a:pt x="741473" y="2530772"/>
                  </a:lnTo>
                  <a:lnTo>
                    <a:pt x="739572" y="2530772"/>
                  </a:lnTo>
                  <a:lnTo>
                    <a:pt x="737670" y="2530772"/>
                  </a:lnTo>
                  <a:lnTo>
                    <a:pt x="735769" y="2530772"/>
                  </a:lnTo>
                  <a:lnTo>
                    <a:pt x="733868" y="2530772"/>
                  </a:lnTo>
                  <a:lnTo>
                    <a:pt x="731967" y="2530772"/>
                  </a:lnTo>
                  <a:lnTo>
                    <a:pt x="730066" y="2530772"/>
                  </a:lnTo>
                  <a:lnTo>
                    <a:pt x="728164" y="2530772"/>
                  </a:lnTo>
                  <a:lnTo>
                    <a:pt x="726263" y="2530772"/>
                  </a:lnTo>
                  <a:lnTo>
                    <a:pt x="724362" y="2530772"/>
                  </a:lnTo>
                  <a:lnTo>
                    <a:pt x="722461" y="2530772"/>
                  </a:lnTo>
                  <a:lnTo>
                    <a:pt x="720560" y="2530772"/>
                  </a:lnTo>
                  <a:lnTo>
                    <a:pt x="718658" y="2530772"/>
                  </a:lnTo>
                  <a:lnTo>
                    <a:pt x="716757" y="2530772"/>
                  </a:lnTo>
                  <a:lnTo>
                    <a:pt x="714856" y="2530772"/>
                  </a:lnTo>
                  <a:lnTo>
                    <a:pt x="712955" y="2530772"/>
                  </a:lnTo>
                  <a:lnTo>
                    <a:pt x="711053" y="2530772"/>
                  </a:lnTo>
                  <a:lnTo>
                    <a:pt x="709152" y="2530772"/>
                  </a:lnTo>
                  <a:lnTo>
                    <a:pt x="707251" y="2530772"/>
                  </a:lnTo>
                  <a:lnTo>
                    <a:pt x="705350" y="2530772"/>
                  </a:lnTo>
                  <a:lnTo>
                    <a:pt x="703449" y="2530772"/>
                  </a:lnTo>
                  <a:lnTo>
                    <a:pt x="701547" y="2530772"/>
                  </a:lnTo>
                  <a:lnTo>
                    <a:pt x="699646" y="2530772"/>
                  </a:lnTo>
                  <a:lnTo>
                    <a:pt x="697745" y="2530772"/>
                  </a:lnTo>
                  <a:lnTo>
                    <a:pt x="695844" y="2530772"/>
                  </a:lnTo>
                  <a:lnTo>
                    <a:pt x="693943" y="2530772"/>
                  </a:lnTo>
                  <a:lnTo>
                    <a:pt x="692041" y="2530772"/>
                  </a:lnTo>
                  <a:lnTo>
                    <a:pt x="690140" y="2530772"/>
                  </a:lnTo>
                  <a:lnTo>
                    <a:pt x="688239" y="2530772"/>
                  </a:lnTo>
                  <a:lnTo>
                    <a:pt x="686338" y="2530772"/>
                  </a:lnTo>
                  <a:lnTo>
                    <a:pt x="684436" y="2530772"/>
                  </a:lnTo>
                  <a:lnTo>
                    <a:pt x="682535" y="2530772"/>
                  </a:lnTo>
                  <a:lnTo>
                    <a:pt x="680634" y="2530772"/>
                  </a:lnTo>
                  <a:lnTo>
                    <a:pt x="678733" y="2530772"/>
                  </a:lnTo>
                  <a:lnTo>
                    <a:pt x="676832" y="2530772"/>
                  </a:lnTo>
                  <a:lnTo>
                    <a:pt x="674930" y="2530772"/>
                  </a:lnTo>
                  <a:lnTo>
                    <a:pt x="673029" y="2530772"/>
                  </a:lnTo>
                  <a:lnTo>
                    <a:pt x="671128" y="2530772"/>
                  </a:lnTo>
                  <a:lnTo>
                    <a:pt x="669227" y="2530772"/>
                  </a:lnTo>
                  <a:lnTo>
                    <a:pt x="667326" y="2530772"/>
                  </a:lnTo>
                  <a:lnTo>
                    <a:pt x="665424" y="2530772"/>
                  </a:lnTo>
                  <a:lnTo>
                    <a:pt x="663523" y="2530772"/>
                  </a:lnTo>
                  <a:lnTo>
                    <a:pt x="661622" y="2530772"/>
                  </a:lnTo>
                  <a:lnTo>
                    <a:pt x="659721" y="2530772"/>
                  </a:lnTo>
                  <a:lnTo>
                    <a:pt x="657819" y="2530772"/>
                  </a:lnTo>
                  <a:lnTo>
                    <a:pt x="655918" y="2530772"/>
                  </a:lnTo>
                  <a:lnTo>
                    <a:pt x="654017" y="2530772"/>
                  </a:lnTo>
                  <a:lnTo>
                    <a:pt x="652116" y="2530772"/>
                  </a:lnTo>
                  <a:lnTo>
                    <a:pt x="650215" y="2530772"/>
                  </a:lnTo>
                  <a:lnTo>
                    <a:pt x="648313" y="2530772"/>
                  </a:lnTo>
                  <a:lnTo>
                    <a:pt x="646412" y="2530772"/>
                  </a:lnTo>
                  <a:lnTo>
                    <a:pt x="644511" y="2530772"/>
                  </a:lnTo>
                  <a:lnTo>
                    <a:pt x="642610" y="2530772"/>
                  </a:lnTo>
                  <a:lnTo>
                    <a:pt x="640709" y="2530772"/>
                  </a:lnTo>
                  <a:lnTo>
                    <a:pt x="638807" y="2530772"/>
                  </a:lnTo>
                  <a:lnTo>
                    <a:pt x="636906" y="2530772"/>
                  </a:lnTo>
                  <a:lnTo>
                    <a:pt x="635005" y="2530772"/>
                  </a:lnTo>
                  <a:lnTo>
                    <a:pt x="633104" y="2530772"/>
                  </a:lnTo>
                  <a:lnTo>
                    <a:pt x="631202" y="2530772"/>
                  </a:lnTo>
                  <a:lnTo>
                    <a:pt x="629301" y="2530772"/>
                  </a:lnTo>
                  <a:lnTo>
                    <a:pt x="627400" y="2530772"/>
                  </a:lnTo>
                  <a:lnTo>
                    <a:pt x="625499" y="2530772"/>
                  </a:lnTo>
                  <a:lnTo>
                    <a:pt x="623598" y="2530772"/>
                  </a:lnTo>
                  <a:lnTo>
                    <a:pt x="621696" y="2530772"/>
                  </a:lnTo>
                  <a:lnTo>
                    <a:pt x="619795" y="2530772"/>
                  </a:lnTo>
                  <a:lnTo>
                    <a:pt x="617894" y="2530772"/>
                  </a:lnTo>
                  <a:lnTo>
                    <a:pt x="615993" y="2530772"/>
                  </a:lnTo>
                  <a:lnTo>
                    <a:pt x="614092" y="2530772"/>
                  </a:lnTo>
                  <a:lnTo>
                    <a:pt x="612190" y="2530772"/>
                  </a:lnTo>
                  <a:lnTo>
                    <a:pt x="610289" y="2530772"/>
                  </a:lnTo>
                  <a:lnTo>
                    <a:pt x="608388" y="2530772"/>
                  </a:lnTo>
                  <a:lnTo>
                    <a:pt x="606487" y="2530772"/>
                  </a:lnTo>
                  <a:lnTo>
                    <a:pt x="604585" y="2530772"/>
                  </a:lnTo>
                  <a:lnTo>
                    <a:pt x="602684" y="2530772"/>
                  </a:lnTo>
                  <a:lnTo>
                    <a:pt x="600783" y="2530772"/>
                  </a:lnTo>
                  <a:lnTo>
                    <a:pt x="598882" y="2530772"/>
                  </a:lnTo>
                  <a:lnTo>
                    <a:pt x="596981" y="2530772"/>
                  </a:lnTo>
                  <a:lnTo>
                    <a:pt x="595079" y="2530772"/>
                  </a:lnTo>
                  <a:lnTo>
                    <a:pt x="593178" y="2530772"/>
                  </a:lnTo>
                  <a:lnTo>
                    <a:pt x="591277" y="2530772"/>
                  </a:lnTo>
                  <a:lnTo>
                    <a:pt x="589376" y="2530772"/>
                  </a:lnTo>
                  <a:lnTo>
                    <a:pt x="587475" y="2530772"/>
                  </a:lnTo>
                  <a:lnTo>
                    <a:pt x="585573" y="2530772"/>
                  </a:lnTo>
                  <a:lnTo>
                    <a:pt x="583672" y="2530772"/>
                  </a:lnTo>
                  <a:lnTo>
                    <a:pt x="581771" y="2530772"/>
                  </a:lnTo>
                  <a:lnTo>
                    <a:pt x="579870" y="2530772"/>
                  </a:lnTo>
                  <a:lnTo>
                    <a:pt x="577969" y="2530772"/>
                  </a:lnTo>
                  <a:lnTo>
                    <a:pt x="576067" y="2530772"/>
                  </a:lnTo>
                  <a:lnTo>
                    <a:pt x="574166" y="2530772"/>
                  </a:lnTo>
                  <a:lnTo>
                    <a:pt x="572265" y="2530772"/>
                  </a:lnTo>
                  <a:lnTo>
                    <a:pt x="570364" y="2530772"/>
                  </a:lnTo>
                  <a:lnTo>
                    <a:pt x="568462" y="2530772"/>
                  </a:lnTo>
                  <a:lnTo>
                    <a:pt x="566561" y="2530772"/>
                  </a:lnTo>
                  <a:lnTo>
                    <a:pt x="564660" y="2530772"/>
                  </a:lnTo>
                  <a:lnTo>
                    <a:pt x="562759" y="2530772"/>
                  </a:lnTo>
                  <a:lnTo>
                    <a:pt x="560858" y="2530772"/>
                  </a:lnTo>
                  <a:lnTo>
                    <a:pt x="558956" y="2530772"/>
                  </a:lnTo>
                  <a:lnTo>
                    <a:pt x="557055" y="2530772"/>
                  </a:lnTo>
                  <a:lnTo>
                    <a:pt x="555154" y="2530772"/>
                  </a:lnTo>
                  <a:lnTo>
                    <a:pt x="553253" y="2530772"/>
                  </a:lnTo>
                  <a:lnTo>
                    <a:pt x="551352" y="2530772"/>
                  </a:lnTo>
                  <a:lnTo>
                    <a:pt x="549450" y="2530772"/>
                  </a:lnTo>
                  <a:lnTo>
                    <a:pt x="547549" y="2530772"/>
                  </a:lnTo>
                  <a:lnTo>
                    <a:pt x="545648" y="2530772"/>
                  </a:lnTo>
                  <a:lnTo>
                    <a:pt x="543747" y="2530772"/>
                  </a:lnTo>
                  <a:lnTo>
                    <a:pt x="541845" y="2530772"/>
                  </a:lnTo>
                  <a:lnTo>
                    <a:pt x="539944" y="2530772"/>
                  </a:lnTo>
                  <a:lnTo>
                    <a:pt x="538043" y="2530772"/>
                  </a:lnTo>
                  <a:lnTo>
                    <a:pt x="536142" y="2530772"/>
                  </a:lnTo>
                  <a:lnTo>
                    <a:pt x="534241" y="2530772"/>
                  </a:lnTo>
                  <a:lnTo>
                    <a:pt x="532339" y="2530772"/>
                  </a:lnTo>
                  <a:lnTo>
                    <a:pt x="530438" y="2530772"/>
                  </a:lnTo>
                  <a:lnTo>
                    <a:pt x="528537" y="2530772"/>
                  </a:lnTo>
                  <a:lnTo>
                    <a:pt x="526636" y="2530772"/>
                  </a:lnTo>
                  <a:lnTo>
                    <a:pt x="524735" y="2530772"/>
                  </a:lnTo>
                  <a:lnTo>
                    <a:pt x="522833" y="2530772"/>
                  </a:lnTo>
                  <a:lnTo>
                    <a:pt x="520932" y="2530772"/>
                  </a:lnTo>
                  <a:lnTo>
                    <a:pt x="519031" y="2530772"/>
                  </a:lnTo>
                  <a:lnTo>
                    <a:pt x="517130" y="2530772"/>
                  </a:lnTo>
                  <a:lnTo>
                    <a:pt x="515228" y="2530772"/>
                  </a:lnTo>
                  <a:lnTo>
                    <a:pt x="513327" y="2530772"/>
                  </a:lnTo>
                  <a:lnTo>
                    <a:pt x="511426" y="2530772"/>
                  </a:lnTo>
                  <a:lnTo>
                    <a:pt x="509525" y="2530772"/>
                  </a:lnTo>
                  <a:lnTo>
                    <a:pt x="507624" y="2530772"/>
                  </a:lnTo>
                  <a:lnTo>
                    <a:pt x="505722" y="2530772"/>
                  </a:lnTo>
                  <a:lnTo>
                    <a:pt x="503821" y="2530772"/>
                  </a:lnTo>
                  <a:lnTo>
                    <a:pt x="501920" y="2530772"/>
                  </a:lnTo>
                  <a:lnTo>
                    <a:pt x="500019" y="2530772"/>
                  </a:lnTo>
                  <a:lnTo>
                    <a:pt x="498118" y="2530772"/>
                  </a:lnTo>
                  <a:lnTo>
                    <a:pt x="496216" y="2530772"/>
                  </a:lnTo>
                  <a:lnTo>
                    <a:pt x="494315" y="2530772"/>
                  </a:lnTo>
                  <a:lnTo>
                    <a:pt x="492414" y="2530772"/>
                  </a:lnTo>
                  <a:lnTo>
                    <a:pt x="490513" y="2530772"/>
                  </a:lnTo>
                  <a:lnTo>
                    <a:pt x="488611" y="2530772"/>
                  </a:lnTo>
                  <a:lnTo>
                    <a:pt x="486710" y="2530772"/>
                  </a:lnTo>
                  <a:lnTo>
                    <a:pt x="484809" y="2530772"/>
                  </a:lnTo>
                  <a:lnTo>
                    <a:pt x="482908" y="2530772"/>
                  </a:lnTo>
                  <a:lnTo>
                    <a:pt x="481007" y="2530772"/>
                  </a:lnTo>
                  <a:lnTo>
                    <a:pt x="479105" y="2530772"/>
                  </a:lnTo>
                  <a:lnTo>
                    <a:pt x="477204" y="2530772"/>
                  </a:lnTo>
                  <a:lnTo>
                    <a:pt x="475303" y="2530772"/>
                  </a:lnTo>
                  <a:lnTo>
                    <a:pt x="473402" y="2530772"/>
                  </a:lnTo>
                  <a:lnTo>
                    <a:pt x="471501" y="2530772"/>
                  </a:lnTo>
                  <a:lnTo>
                    <a:pt x="469599" y="2530772"/>
                  </a:lnTo>
                  <a:lnTo>
                    <a:pt x="467698" y="2530772"/>
                  </a:lnTo>
                  <a:lnTo>
                    <a:pt x="465797" y="2530772"/>
                  </a:lnTo>
                  <a:lnTo>
                    <a:pt x="463896" y="2530772"/>
                  </a:lnTo>
                  <a:lnTo>
                    <a:pt x="461994" y="2530772"/>
                  </a:lnTo>
                  <a:lnTo>
                    <a:pt x="460093" y="2530772"/>
                  </a:lnTo>
                  <a:lnTo>
                    <a:pt x="458192" y="2530772"/>
                  </a:lnTo>
                  <a:lnTo>
                    <a:pt x="456291" y="2530772"/>
                  </a:lnTo>
                  <a:lnTo>
                    <a:pt x="454390" y="2530772"/>
                  </a:lnTo>
                  <a:lnTo>
                    <a:pt x="452488" y="2530772"/>
                  </a:lnTo>
                  <a:lnTo>
                    <a:pt x="450587" y="2530772"/>
                  </a:lnTo>
                  <a:lnTo>
                    <a:pt x="448686" y="2530772"/>
                  </a:lnTo>
                  <a:lnTo>
                    <a:pt x="446785" y="2530772"/>
                  </a:lnTo>
                  <a:lnTo>
                    <a:pt x="444884" y="2530772"/>
                  </a:lnTo>
                  <a:lnTo>
                    <a:pt x="442982" y="2530772"/>
                  </a:lnTo>
                  <a:lnTo>
                    <a:pt x="441081" y="2530772"/>
                  </a:lnTo>
                  <a:lnTo>
                    <a:pt x="439180" y="2530772"/>
                  </a:lnTo>
                  <a:lnTo>
                    <a:pt x="437279" y="2530772"/>
                  </a:lnTo>
                  <a:lnTo>
                    <a:pt x="435377" y="2530772"/>
                  </a:lnTo>
                  <a:lnTo>
                    <a:pt x="433476" y="2530772"/>
                  </a:lnTo>
                  <a:lnTo>
                    <a:pt x="431575" y="2530772"/>
                  </a:lnTo>
                  <a:lnTo>
                    <a:pt x="429674" y="2530772"/>
                  </a:lnTo>
                  <a:lnTo>
                    <a:pt x="427773" y="2530772"/>
                  </a:lnTo>
                  <a:lnTo>
                    <a:pt x="425871" y="2530772"/>
                  </a:lnTo>
                  <a:lnTo>
                    <a:pt x="423970" y="2530772"/>
                  </a:lnTo>
                  <a:lnTo>
                    <a:pt x="422069" y="2530772"/>
                  </a:lnTo>
                  <a:lnTo>
                    <a:pt x="420168" y="2530772"/>
                  </a:lnTo>
                  <a:lnTo>
                    <a:pt x="418267" y="2530772"/>
                  </a:lnTo>
                  <a:lnTo>
                    <a:pt x="416365" y="2530772"/>
                  </a:lnTo>
                  <a:lnTo>
                    <a:pt x="414464" y="2530772"/>
                  </a:lnTo>
                  <a:lnTo>
                    <a:pt x="412563" y="2530772"/>
                  </a:lnTo>
                  <a:lnTo>
                    <a:pt x="410662" y="2530772"/>
                  </a:lnTo>
                  <a:lnTo>
                    <a:pt x="408760" y="2530772"/>
                  </a:lnTo>
                  <a:lnTo>
                    <a:pt x="406859" y="2530772"/>
                  </a:lnTo>
                  <a:lnTo>
                    <a:pt x="404958" y="2530772"/>
                  </a:lnTo>
                  <a:lnTo>
                    <a:pt x="403057" y="2530772"/>
                  </a:lnTo>
                  <a:lnTo>
                    <a:pt x="401156" y="2530772"/>
                  </a:lnTo>
                  <a:lnTo>
                    <a:pt x="399254" y="2530772"/>
                  </a:lnTo>
                  <a:lnTo>
                    <a:pt x="397353" y="2530772"/>
                  </a:lnTo>
                  <a:lnTo>
                    <a:pt x="395452" y="2530772"/>
                  </a:lnTo>
                  <a:lnTo>
                    <a:pt x="393551" y="2530772"/>
                  </a:lnTo>
                  <a:lnTo>
                    <a:pt x="391650" y="2530772"/>
                  </a:lnTo>
                  <a:lnTo>
                    <a:pt x="389748" y="2530772"/>
                  </a:lnTo>
                  <a:lnTo>
                    <a:pt x="387847" y="2530772"/>
                  </a:lnTo>
                  <a:lnTo>
                    <a:pt x="385946" y="2530772"/>
                  </a:lnTo>
                  <a:lnTo>
                    <a:pt x="384045" y="2530772"/>
                  </a:lnTo>
                  <a:lnTo>
                    <a:pt x="382143" y="2530772"/>
                  </a:lnTo>
                  <a:lnTo>
                    <a:pt x="380242" y="2530772"/>
                  </a:lnTo>
                  <a:lnTo>
                    <a:pt x="378341" y="2530772"/>
                  </a:lnTo>
                  <a:lnTo>
                    <a:pt x="376440" y="2530772"/>
                  </a:lnTo>
                  <a:lnTo>
                    <a:pt x="374539" y="2530772"/>
                  </a:lnTo>
                  <a:lnTo>
                    <a:pt x="372637" y="2530772"/>
                  </a:lnTo>
                  <a:lnTo>
                    <a:pt x="370736" y="2530772"/>
                  </a:lnTo>
                  <a:lnTo>
                    <a:pt x="368835" y="2530772"/>
                  </a:lnTo>
                  <a:lnTo>
                    <a:pt x="366934" y="2530772"/>
                  </a:lnTo>
                  <a:lnTo>
                    <a:pt x="365033" y="2530772"/>
                  </a:lnTo>
                  <a:lnTo>
                    <a:pt x="363131" y="2530772"/>
                  </a:lnTo>
                  <a:lnTo>
                    <a:pt x="361230" y="2530772"/>
                  </a:lnTo>
                  <a:lnTo>
                    <a:pt x="359329" y="2530772"/>
                  </a:lnTo>
                  <a:lnTo>
                    <a:pt x="357428" y="2530772"/>
                  </a:lnTo>
                  <a:lnTo>
                    <a:pt x="355526" y="2530772"/>
                  </a:lnTo>
                  <a:lnTo>
                    <a:pt x="353625" y="2530772"/>
                  </a:lnTo>
                  <a:lnTo>
                    <a:pt x="351724" y="2530772"/>
                  </a:lnTo>
                  <a:lnTo>
                    <a:pt x="349823" y="2530772"/>
                  </a:lnTo>
                  <a:lnTo>
                    <a:pt x="347922" y="2530772"/>
                  </a:lnTo>
                  <a:lnTo>
                    <a:pt x="346020" y="2530772"/>
                  </a:lnTo>
                  <a:lnTo>
                    <a:pt x="344119" y="2530772"/>
                  </a:lnTo>
                  <a:lnTo>
                    <a:pt x="342218" y="2530772"/>
                  </a:lnTo>
                  <a:lnTo>
                    <a:pt x="340317" y="2530772"/>
                  </a:lnTo>
                  <a:lnTo>
                    <a:pt x="338416" y="2530772"/>
                  </a:lnTo>
                  <a:lnTo>
                    <a:pt x="336514" y="2530772"/>
                  </a:lnTo>
                  <a:lnTo>
                    <a:pt x="334613" y="2530772"/>
                  </a:lnTo>
                  <a:lnTo>
                    <a:pt x="332712" y="2530772"/>
                  </a:lnTo>
                  <a:lnTo>
                    <a:pt x="330811" y="2530772"/>
                  </a:lnTo>
                  <a:lnTo>
                    <a:pt x="328909" y="2530772"/>
                  </a:lnTo>
                  <a:lnTo>
                    <a:pt x="327008" y="2530772"/>
                  </a:lnTo>
                  <a:lnTo>
                    <a:pt x="325107" y="2530772"/>
                  </a:lnTo>
                  <a:lnTo>
                    <a:pt x="323206" y="2530772"/>
                  </a:lnTo>
                  <a:lnTo>
                    <a:pt x="321305" y="2530772"/>
                  </a:lnTo>
                  <a:lnTo>
                    <a:pt x="319403" y="2530772"/>
                  </a:lnTo>
                  <a:lnTo>
                    <a:pt x="317502" y="2530772"/>
                  </a:lnTo>
                  <a:lnTo>
                    <a:pt x="315601" y="2530772"/>
                  </a:lnTo>
                  <a:lnTo>
                    <a:pt x="313700" y="2530772"/>
                  </a:lnTo>
                  <a:lnTo>
                    <a:pt x="311799" y="2530772"/>
                  </a:lnTo>
                  <a:lnTo>
                    <a:pt x="309897" y="2530772"/>
                  </a:lnTo>
                  <a:lnTo>
                    <a:pt x="307996" y="2530772"/>
                  </a:lnTo>
                  <a:lnTo>
                    <a:pt x="306095" y="2530772"/>
                  </a:lnTo>
                  <a:lnTo>
                    <a:pt x="304194" y="2530772"/>
                  </a:lnTo>
                  <a:lnTo>
                    <a:pt x="302292" y="2530772"/>
                  </a:lnTo>
                  <a:lnTo>
                    <a:pt x="300391" y="2530772"/>
                  </a:lnTo>
                  <a:lnTo>
                    <a:pt x="298490" y="2530772"/>
                  </a:lnTo>
                  <a:lnTo>
                    <a:pt x="296589" y="2530772"/>
                  </a:lnTo>
                  <a:lnTo>
                    <a:pt x="294688" y="2530772"/>
                  </a:lnTo>
                  <a:lnTo>
                    <a:pt x="292786" y="2530772"/>
                  </a:lnTo>
                  <a:lnTo>
                    <a:pt x="290885" y="2530772"/>
                  </a:lnTo>
                  <a:lnTo>
                    <a:pt x="288984" y="2530772"/>
                  </a:lnTo>
                  <a:lnTo>
                    <a:pt x="287083" y="2530772"/>
                  </a:lnTo>
                  <a:lnTo>
                    <a:pt x="285182" y="2530772"/>
                  </a:lnTo>
                  <a:lnTo>
                    <a:pt x="283280" y="2530772"/>
                  </a:lnTo>
                  <a:lnTo>
                    <a:pt x="281379" y="2530772"/>
                  </a:lnTo>
                  <a:lnTo>
                    <a:pt x="279478" y="2530772"/>
                  </a:lnTo>
                  <a:lnTo>
                    <a:pt x="277577" y="2530772"/>
                  </a:lnTo>
                  <a:lnTo>
                    <a:pt x="275676" y="2530772"/>
                  </a:lnTo>
                  <a:lnTo>
                    <a:pt x="273774" y="2530772"/>
                  </a:lnTo>
                  <a:lnTo>
                    <a:pt x="271873" y="2530772"/>
                  </a:lnTo>
                  <a:lnTo>
                    <a:pt x="269972" y="2530772"/>
                  </a:lnTo>
                  <a:lnTo>
                    <a:pt x="268071" y="2530772"/>
                  </a:lnTo>
                  <a:lnTo>
                    <a:pt x="266169" y="2530772"/>
                  </a:lnTo>
                  <a:lnTo>
                    <a:pt x="264268" y="2530772"/>
                  </a:lnTo>
                  <a:lnTo>
                    <a:pt x="262367" y="2530772"/>
                  </a:lnTo>
                  <a:lnTo>
                    <a:pt x="260466" y="2530772"/>
                  </a:lnTo>
                  <a:lnTo>
                    <a:pt x="258565" y="2530772"/>
                  </a:lnTo>
                  <a:lnTo>
                    <a:pt x="256663" y="2530772"/>
                  </a:lnTo>
                  <a:lnTo>
                    <a:pt x="254762" y="2530772"/>
                  </a:lnTo>
                  <a:lnTo>
                    <a:pt x="252861" y="2530772"/>
                  </a:lnTo>
                  <a:lnTo>
                    <a:pt x="250960" y="2530772"/>
                  </a:lnTo>
                  <a:lnTo>
                    <a:pt x="249059" y="2530772"/>
                  </a:lnTo>
                  <a:lnTo>
                    <a:pt x="247157" y="2530772"/>
                  </a:lnTo>
                  <a:lnTo>
                    <a:pt x="245256" y="2530772"/>
                  </a:lnTo>
                  <a:lnTo>
                    <a:pt x="243355" y="2530772"/>
                  </a:lnTo>
                  <a:lnTo>
                    <a:pt x="241454" y="2530772"/>
                  </a:lnTo>
                  <a:lnTo>
                    <a:pt x="239552" y="2530772"/>
                  </a:lnTo>
                  <a:lnTo>
                    <a:pt x="237651" y="2530772"/>
                  </a:lnTo>
                  <a:lnTo>
                    <a:pt x="235750" y="2530772"/>
                  </a:lnTo>
                  <a:lnTo>
                    <a:pt x="233849" y="2530772"/>
                  </a:lnTo>
                  <a:lnTo>
                    <a:pt x="231948" y="2530772"/>
                  </a:lnTo>
                  <a:lnTo>
                    <a:pt x="230046" y="2530772"/>
                  </a:lnTo>
                  <a:lnTo>
                    <a:pt x="228145" y="2530772"/>
                  </a:lnTo>
                  <a:lnTo>
                    <a:pt x="226244" y="2530772"/>
                  </a:lnTo>
                  <a:lnTo>
                    <a:pt x="224343" y="2530772"/>
                  </a:lnTo>
                  <a:lnTo>
                    <a:pt x="222442" y="2530772"/>
                  </a:lnTo>
                  <a:lnTo>
                    <a:pt x="220540" y="2530772"/>
                  </a:lnTo>
                  <a:lnTo>
                    <a:pt x="218639" y="2530772"/>
                  </a:lnTo>
                  <a:lnTo>
                    <a:pt x="216738" y="2530772"/>
                  </a:lnTo>
                  <a:lnTo>
                    <a:pt x="214837" y="2530772"/>
                  </a:lnTo>
                  <a:lnTo>
                    <a:pt x="212935" y="2530772"/>
                  </a:lnTo>
                  <a:lnTo>
                    <a:pt x="211034" y="2530772"/>
                  </a:lnTo>
                  <a:lnTo>
                    <a:pt x="209133" y="2530772"/>
                  </a:lnTo>
                  <a:lnTo>
                    <a:pt x="207232" y="2530772"/>
                  </a:lnTo>
                  <a:lnTo>
                    <a:pt x="205331" y="2530772"/>
                  </a:lnTo>
                  <a:lnTo>
                    <a:pt x="203429" y="2530772"/>
                  </a:lnTo>
                  <a:lnTo>
                    <a:pt x="201528" y="2530772"/>
                  </a:lnTo>
                  <a:lnTo>
                    <a:pt x="199627" y="2530772"/>
                  </a:lnTo>
                  <a:lnTo>
                    <a:pt x="197726" y="2530772"/>
                  </a:lnTo>
                  <a:lnTo>
                    <a:pt x="195825" y="2530772"/>
                  </a:lnTo>
                  <a:lnTo>
                    <a:pt x="193923" y="2530772"/>
                  </a:lnTo>
                  <a:lnTo>
                    <a:pt x="192022" y="2530772"/>
                  </a:lnTo>
                  <a:lnTo>
                    <a:pt x="190121" y="2530772"/>
                  </a:lnTo>
                  <a:lnTo>
                    <a:pt x="188220" y="2530772"/>
                  </a:lnTo>
                  <a:lnTo>
                    <a:pt x="186318" y="2530772"/>
                  </a:lnTo>
                  <a:lnTo>
                    <a:pt x="184417" y="2530772"/>
                  </a:lnTo>
                  <a:lnTo>
                    <a:pt x="182516" y="2530772"/>
                  </a:lnTo>
                  <a:lnTo>
                    <a:pt x="180615" y="2530772"/>
                  </a:lnTo>
                  <a:lnTo>
                    <a:pt x="178714" y="2530772"/>
                  </a:lnTo>
                  <a:lnTo>
                    <a:pt x="176812" y="2530772"/>
                  </a:lnTo>
                  <a:lnTo>
                    <a:pt x="174911" y="2530772"/>
                  </a:lnTo>
                  <a:lnTo>
                    <a:pt x="173010" y="2530772"/>
                  </a:lnTo>
                  <a:lnTo>
                    <a:pt x="171109" y="2530772"/>
                  </a:lnTo>
                  <a:lnTo>
                    <a:pt x="169208" y="2530772"/>
                  </a:lnTo>
                  <a:lnTo>
                    <a:pt x="167306" y="2530772"/>
                  </a:lnTo>
                  <a:lnTo>
                    <a:pt x="165405" y="2530772"/>
                  </a:lnTo>
                  <a:lnTo>
                    <a:pt x="163504" y="2530772"/>
                  </a:lnTo>
                  <a:lnTo>
                    <a:pt x="161603" y="2530772"/>
                  </a:lnTo>
                  <a:lnTo>
                    <a:pt x="159701" y="2530772"/>
                  </a:lnTo>
                  <a:lnTo>
                    <a:pt x="157800" y="2530772"/>
                  </a:lnTo>
                  <a:lnTo>
                    <a:pt x="155899" y="2530772"/>
                  </a:lnTo>
                  <a:lnTo>
                    <a:pt x="153998" y="2530772"/>
                  </a:lnTo>
                  <a:lnTo>
                    <a:pt x="152097" y="2530772"/>
                  </a:lnTo>
                  <a:lnTo>
                    <a:pt x="150195" y="2530772"/>
                  </a:lnTo>
                  <a:lnTo>
                    <a:pt x="148294" y="2530772"/>
                  </a:lnTo>
                  <a:lnTo>
                    <a:pt x="146393" y="2530772"/>
                  </a:lnTo>
                  <a:lnTo>
                    <a:pt x="144492" y="2530772"/>
                  </a:lnTo>
                  <a:lnTo>
                    <a:pt x="142591" y="2530772"/>
                  </a:lnTo>
                  <a:lnTo>
                    <a:pt x="140689" y="2530772"/>
                  </a:lnTo>
                  <a:lnTo>
                    <a:pt x="138788" y="2530772"/>
                  </a:lnTo>
                  <a:lnTo>
                    <a:pt x="136887" y="2530772"/>
                  </a:lnTo>
                  <a:lnTo>
                    <a:pt x="134986" y="2530772"/>
                  </a:lnTo>
                  <a:lnTo>
                    <a:pt x="133084" y="2530772"/>
                  </a:lnTo>
                  <a:lnTo>
                    <a:pt x="131183" y="2530772"/>
                  </a:lnTo>
                  <a:lnTo>
                    <a:pt x="129282" y="2530772"/>
                  </a:lnTo>
                  <a:lnTo>
                    <a:pt x="127381" y="2530772"/>
                  </a:lnTo>
                  <a:lnTo>
                    <a:pt x="125480" y="2530772"/>
                  </a:lnTo>
                  <a:lnTo>
                    <a:pt x="123578" y="2530772"/>
                  </a:lnTo>
                  <a:lnTo>
                    <a:pt x="121677" y="2530772"/>
                  </a:lnTo>
                  <a:lnTo>
                    <a:pt x="119776" y="2530772"/>
                  </a:lnTo>
                  <a:lnTo>
                    <a:pt x="117875" y="2530772"/>
                  </a:lnTo>
                  <a:lnTo>
                    <a:pt x="115974" y="2530772"/>
                  </a:lnTo>
                  <a:lnTo>
                    <a:pt x="114072" y="2530772"/>
                  </a:lnTo>
                  <a:lnTo>
                    <a:pt x="112171" y="2530772"/>
                  </a:lnTo>
                  <a:lnTo>
                    <a:pt x="110270" y="2530772"/>
                  </a:lnTo>
                  <a:lnTo>
                    <a:pt x="108369" y="2530772"/>
                  </a:lnTo>
                  <a:lnTo>
                    <a:pt x="106467" y="2530772"/>
                  </a:lnTo>
                  <a:lnTo>
                    <a:pt x="104566" y="2530772"/>
                  </a:lnTo>
                  <a:lnTo>
                    <a:pt x="102665" y="2530772"/>
                  </a:lnTo>
                  <a:lnTo>
                    <a:pt x="100764" y="2530772"/>
                  </a:lnTo>
                  <a:lnTo>
                    <a:pt x="98863" y="2530772"/>
                  </a:lnTo>
                  <a:lnTo>
                    <a:pt x="96961" y="2530772"/>
                  </a:lnTo>
                  <a:lnTo>
                    <a:pt x="95060" y="2530772"/>
                  </a:lnTo>
                  <a:lnTo>
                    <a:pt x="93159" y="2530772"/>
                  </a:lnTo>
                  <a:lnTo>
                    <a:pt x="91258" y="2530772"/>
                  </a:lnTo>
                  <a:lnTo>
                    <a:pt x="89357" y="2530772"/>
                  </a:lnTo>
                  <a:lnTo>
                    <a:pt x="87455" y="2530772"/>
                  </a:lnTo>
                  <a:lnTo>
                    <a:pt x="85554" y="2530772"/>
                  </a:lnTo>
                  <a:lnTo>
                    <a:pt x="83653" y="2530772"/>
                  </a:lnTo>
                  <a:lnTo>
                    <a:pt x="81752" y="2530772"/>
                  </a:lnTo>
                  <a:lnTo>
                    <a:pt x="79850" y="2530772"/>
                  </a:lnTo>
                  <a:lnTo>
                    <a:pt x="77949" y="2530772"/>
                  </a:lnTo>
                  <a:lnTo>
                    <a:pt x="76048" y="2530772"/>
                  </a:lnTo>
                  <a:lnTo>
                    <a:pt x="74147" y="2530772"/>
                  </a:lnTo>
                  <a:lnTo>
                    <a:pt x="72246" y="2530772"/>
                  </a:lnTo>
                  <a:lnTo>
                    <a:pt x="70344" y="2530772"/>
                  </a:lnTo>
                  <a:lnTo>
                    <a:pt x="68443" y="2530772"/>
                  </a:lnTo>
                  <a:lnTo>
                    <a:pt x="66542" y="2530772"/>
                  </a:lnTo>
                  <a:lnTo>
                    <a:pt x="64641" y="2530772"/>
                  </a:lnTo>
                  <a:lnTo>
                    <a:pt x="62740" y="2530772"/>
                  </a:lnTo>
                  <a:lnTo>
                    <a:pt x="60838" y="2530772"/>
                  </a:lnTo>
                  <a:lnTo>
                    <a:pt x="58937" y="2530772"/>
                  </a:lnTo>
                  <a:lnTo>
                    <a:pt x="57036" y="2530772"/>
                  </a:lnTo>
                  <a:lnTo>
                    <a:pt x="55135" y="2530772"/>
                  </a:lnTo>
                  <a:lnTo>
                    <a:pt x="53233" y="2530772"/>
                  </a:lnTo>
                  <a:lnTo>
                    <a:pt x="51332" y="2530772"/>
                  </a:lnTo>
                  <a:lnTo>
                    <a:pt x="49431" y="2530772"/>
                  </a:lnTo>
                  <a:lnTo>
                    <a:pt x="47530" y="2530772"/>
                  </a:lnTo>
                  <a:lnTo>
                    <a:pt x="45629" y="2530772"/>
                  </a:lnTo>
                  <a:lnTo>
                    <a:pt x="43727" y="2530772"/>
                  </a:lnTo>
                  <a:lnTo>
                    <a:pt x="41826" y="2530772"/>
                  </a:lnTo>
                  <a:lnTo>
                    <a:pt x="39925" y="2530772"/>
                  </a:lnTo>
                  <a:lnTo>
                    <a:pt x="38024" y="2530772"/>
                  </a:lnTo>
                  <a:lnTo>
                    <a:pt x="36123" y="2530772"/>
                  </a:lnTo>
                  <a:lnTo>
                    <a:pt x="34221" y="2530772"/>
                  </a:lnTo>
                  <a:lnTo>
                    <a:pt x="32320" y="2530772"/>
                  </a:lnTo>
                  <a:lnTo>
                    <a:pt x="30419" y="2530772"/>
                  </a:lnTo>
                  <a:lnTo>
                    <a:pt x="28518" y="2530772"/>
                  </a:lnTo>
                  <a:lnTo>
                    <a:pt x="26616" y="2530772"/>
                  </a:lnTo>
                  <a:lnTo>
                    <a:pt x="24715" y="2530772"/>
                  </a:lnTo>
                  <a:lnTo>
                    <a:pt x="22814" y="2530772"/>
                  </a:lnTo>
                  <a:lnTo>
                    <a:pt x="20913" y="2530772"/>
                  </a:lnTo>
                  <a:lnTo>
                    <a:pt x="19012" y="2530772"/>
                  </a:lnTo>
                  <a:lnTo>
                    <a:pt x="17110" y="2530772"/>
                  </a:lnTo>
                  <a:lnTo>
                    <a:pt x="15209" y="2530772"/>
                  </a:lnTo>
                  <a:lnTo>
                    <a:pt x="13308" y="2530772"/>
                  </a:lnTo>
                  <a:lnTo>
                    <a:pt x="11407" y="2530772"/>
                  </a:lnTo>
                  <a:lnTo>
                    <a:pt x="9506" y="2530772"/>
                  </a:lnTo>
                  <a:lnTo>
                    <a:pt x="7604" y="2530772"/>
                  </a:lnTo>
                  <a:lnTo>
                    <a:pt x="5703" y="2530772"/>
                  </a:lnTo>
                  <a:lnTo>
                    <a:pt x="3802" y="2530772"/>
                  </a:lnTo>
                  <a:lnTo>
                    <a:pt x="1901" y="2530772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444934" y="3848677"/>
              <a:ext cx="8553560" cy="2530772"/>
            </a:xfrm>
            <a:custGeom>
              <a:avLst/>
              <a:pathLst>
                <a:path w="8553560" h="2530772">
                  <a:moveTo>
                    <a:pt x="0" y="2530772"/>
                  </a:moveTo>
                  <a:lnTo>
                    <a:pt x="1901" y="2530772"/>
                  </a:lnTo>
                  <a:lnTo>
                    <a:pt x="3802" y="2517174"/>
                  </a:lnTo>
                  <a:lnTo>
                    <a:pt x="5703" y="2497717"/>
                  </a:lnTo>
                  <a:lnTo>
                    <a:pt x="7604" y="2496113"/>
                  </a:lnTo>
                  <a:lnTo>
                    <a:pt x="9506" y="2494608"/>
                  </a:lnTo>
                  <a:lnTo>
                    <a:pt x="11407" y="2475249"/>
                  </a:lnTo>
                  <a:lnTo>
                    <a:pt x="13308" y="2494171"/>
                  </a:lnTo>
                  <a:lnTo>
                    <a:pt x="15209" y="2493437"/>
                  </a:lnTo>
                  <a:lnTo>
                    <a:pt x="17110" y="2489040"/>
                  </a:lnTo>
                  <a:lnTo>
                    <a:pt x="19012" y="2483928"/>
                  </a:lnTo>
                  <a:lnTo>
                    <a:pt x="20913" y="2515596"/>
                  </a:lnTo>
                  <a:lnTo>
                    <a:pt x="22814" y="2526857"/>
                  </a:lnTo>
                  <a:lnTo>
                    <a:pt x="24715" y="2527595"/>
                  </a:lnTo>
                  <a:lnTo>
                    <a:pt x="26616" y="2530772"/>
                  </a:lnTo>
                  <a:lnTo>
                    <a:pt x="26616" y="2530772"/>
                  </a:lnTo>
                  <a:lnTo>
                    <a:pt x="28518" y="2530772"/>
                  </a:lnTo>
                  <a:lnTo>
                    <a:pt x="30419" y="2530772"/>
                  </a:lnTo>
                  <a:lnTo>
                    <a:pt x="32320" y="2530772"/>
                  </a:lnTo>
                  <a:lnTo>
                    <a:pt x="34221" y="2530772"/>
                  </a:lnTo>
                  <a:lnTo>
                    <a:pt x="36123" y="2530772"/>
                  </a:lnTo>
                  <a:lnTo>
                    <a:pt x="38024" y="2530772"/>
                  </a:lnTo>
                  <a:lnTo>
                    <a:pt x="39925" y="2530772"/>
                  </a:lnTo>
                  <a:lnTo>
                    <a:pt x="41826" y="2530772"/>
                  </a:lnTo>
                  <a:lnTo>
                    <a:pt x="43727" y="2530772"/>
                  </a:lnTo>
                  <a:lnTo>
                    <a:pt x="45629" y="2530772"/>
                  </a:lnTo>
                  <a:lnTo>
                    <a:pt x="47530" y="2530772"/>
                  </a:lnTo>
                  <a:lnTo>
                    <a:pt x="49431" y="2530772"/>
                  </a:lnTo>
                  <a:lnTo>
                    <a:pt x="51332" y="2530772"/>
                  </a:lnTo>
                  <a:lnTo>
                    <a:pt x="53233" y="2499735"/>
                  </a:lnTo>
                  <a:lnTo>
                    <a:pt x="55135" y="2511244"/>
                  </a:lnTo>
                  <a:lnTo>
                    <a:pt x="57036" y="2492476"/>
                  </a:lnTo>
                  <a:lnTo>
                    <a:pt x="58937" y="2490214"/>
                  </a:lnTo>
                  <a:lnTo>
                    <a:pt x="60838" y="2441454"/>
                  </a:lnTo>
                  <a:lnTo>
                    <a:pt x="62740" y="2449889"/>
                  </a:lnTo>
                  <a:lnTo>
                    <a:pt x="64641" y="2434021"/>
                  </a:lnTo>
                  <a:lnTo>
                    <a:pt x="66542" y="2429543"/>
                  </a:lnTo>
                  <a:lnTo>
                    <a:pt x="68443" y="2455348"/>
                  </a:lnTo>
                  <a:lnTo>
                    <a:pt x="70344" y="2468662"/>
                  </a:lnTo>
                  <a:lnTo>
                    <a:pt x="72246" y="2467323"/>
                  </a:lnTo>
                  <a:lnTo>
                    <a:pt x="74147" y="2470317"/>
                  </a:lnTo>
                  <a:lnTo>
                    <a:pt x="76048" y="2444011"/>
                  </a:lnTo>
                  <a:lnTo>
                    <a:pt x="77949" y="2409083"/>
                  </a:lnTo>
                  <a:lnTo>
                    <a:pt x="79850" y="2388156"/>
                  </a:lnTo>
                  <a:lnTo>
                    <a:pt x="81752" y="2428674"/>
                  </a:lnTo>
                  <a:lnTo>
                    <a:pt x="83653" y="2435097"/>
                  </a:lnTo>
                  <a:lnTo>
                    <a:pt x="85554" y="2404951"/>
                  </a:lnTo>
                  <a:lnTo>
                    <a:pt x="87455" y="2378274"/>
                  </a:lnTo>
                  <a:lnTo>
                    <a:pt x="89357" y="2435988"/>
                  </a:lnTo>
                  <a:lnTo>
                    <a:pt x="91258" y="2445842"/>
                  </a:lnTo>
                  <a:lnTo>
                    <a:pt x="93159" y="2447195"/>
                  </a:lnTo>
                  <a:lnTo>
                    <a:pt x="95060" y="2411431"/>
                  </a:lnTo>
                  <a:lnTo>
                    <a:pt x="96961" y="2464134"/>
                  </a:lnTo>
                  <a:lnTo>
                    <a:pt x="98863" y="2479061"/>
                  </a:lnTo>
                  <a:lnTo>
                    <a:pt x="100764" y="2513711"/>
                  </a:lnTo>
                  <a:lnTo>
                    <a:pt x="102665" y="2500292"/>
                  </a:lnTo>
                  <a:lnTo>
                    <a:pt x="104566" y="2483831"/>
                  </a:lnTo>
                  <a:lnTo>
                    <a:pt x="106467" y="2524227"/>
                  </a:lnTo>
                  <a:lnTo>
                    <a:pt x="108369" y="2511996"/>
                  </a:lnTo>
                  <a:lnTo>
                    <a:pt x="110270" y="2508632"/>
                  </a:lnTo>
                  <a:lnTo>
                    <a:pt x="112171" y="2503381"/>
                  </a:lnTo>
                  <a:lnTo>
                    <a:pt x="114072" y="2525872"/>
                  </a:lnTo>
                  <a:lnTo>
                    <a:pt x="115974" y="2530772"/>
                  </a:lnTo>
                  <a:lnTo>
                    <a:pt x="115974" y="2530772"/>
                  </a:lnTo>
                  <a:lnTo>
                    <a:pt x="117875" y="2530772"/>
                  </a:lnTo>
                  <a:lnTo>
                    <a:pt x="119776" y="2530760"/>
                  </a:lnTo>
                  <a:lnTo>
                    <a:pt x="121677" y="2524362"/>
                  </a:lnTo>
                  <a:lnTo>
                    <a:pt x="123578" y="2529079"/>
                  </a:lnTo>
                  <a:lnTo>
                    <a:pt x="125480" y="2525960"/>
                  </a:lnTo>
                  <a:lnTo>
                    <a:pt x="127381" y="2530772"/>
                  </a:lnTo>
                  <a:lnTo>
                    <a:pt x="127381" y="2530772"/>
                  </a:lnTo>
                  <a:lnTo>
                    <a:pt x="129282" y="2530772"/>
                  </a:lnTo>
                  <a:lnTo>
                    <a:pt x="131183" y="2530772"/>
                  </a:lnTo>
                  <a:lnTo>
                    <a:pt x="133084" y="2530772"/>
                  </a:lnTo>
                  <a:lnTo>
                    <a:pt x="134986" y="2530772"/>
                  </a:lnTo>
                  <a:lnTo>
                    <a:pt x="136887" y="2530772"/>
                  </a:lnTo>
                  <a:lnTo>
                    <a:pt x="138788" y="2530772"/>
                  </a:lnTo>
                  <a:lnTo>
                    <a:pt x="140689" y="2530772"/>
                  </a:lnTo>
                  <a:lnTo>
                    <a:pt x="142591" y="2530772"/>
                  </a:lnTo>
                  <a:lnTo>
                    <a:pt x="144492" y="2530772"/>
                  </a:lnTo>
                  <a:lnTo>
                    <a:pt x="146393" y="2530772"/>
                  </a:lnTo>
                  <a:lnTo>
                    <a:pt x="148294" y="2530772"/>
                  </a:lnTo>
                  <a:lnTo>
                    <a:pt x="150195" y="2530772"/>
                  </a:lnTo>
                  <a:lnTo>
                    <a:pt x="152097" y="2530772"/>
                  </a:lnTo>
                  <a:lnTo>
                    <a:pt x="153998" y="2530772"/>
                  </a:lnTo>
                  <a:lnTo>
                    <a:pt x="155899" y="2519649"/>
                  </a:lnTo>
                  <a:lnTo>
                    <a:pt x="157800" y="2525760"/>
                  </a:lnTo>
                  <a:lnTo>
                    <a:pt x="159701" y="2530772"/>
                  </a:lnTo>
                  <a:lnTo>
                    <a:pt x="159701" y="2530772"/>
                  </a:lnTo>
                  <a:lnTo>
                    <a:pt x="161603" y="2530772"/>
                  </a:lnTo>
                  <a:lnTo>
                    <a:pt x="163504" y="2530772"/>
                  </a:lnTo>
                  <a:lnTo>
                    <a:pt x="165405" y="2530772"/>
                  </a:lnTo>
                  <a:lnTo>
                    <a:pt x="167306" y="2530772"/>
                  </a:lnTo>
                  <a:lnTo>
                    <a:pt x="169208" y="2530772"/>
                  </a:lnTo>
                  <a:lnTo>
                    <a:pt x="171109" y="2530772"/>
                  </a:lnTo>
                  <a:lnTo>
                    <a:pt x="173010" y="2530772"/>
                  </a:lnTo>
                  <a:lnTo>
                    <a:pt x="174911" y="2530772"/>
                  </a:lnTo>
                  <a:lnTo>
                    <a:pt x="176812" y="2530772"/>
                  </a:lnTo>
                  <a:lnTo>
                    <a:pt x="178714" y="2527383"/>
                  </a:lnTo>
                  <a:lnTo>
                    <a:pt x="180615" y="2530772"/>
                  </a:lnTo>
                  <a:lnTo>
                    <a:pt x="180615" y="2530772"/>
                  </a:lnTo>
                  <a:lnTo>
                    <a:pt x="182516" y="2516266"/>
                  </a:lnTo>
                  <a:lnTo>
                    <a:pt x="184417" y="2478965"/>
                  </a:lnTo>
                  <a:lnTo>
                    <a:pt x="186318" y="2485639"/>
                  </a:lnTo>
                  <a:lnTo>
                    <a:pt x="188220" y="2471703"/>
                  </a:lnTo>
                  <a:lnTo>
                    <a:pt x="190121" y="2488580"/>
                  </a:lnTo>
                  <a:lnTo>
                    <a:pt x="192022" y="2520659"/>
                  </a:lnTo>
                  <a:lnTo>
                    <a:pt x="193923" y="2471363"/>
                  </a:lnTo>
                  <a:lnTo>
                    <a:pt x="195825" y="2490840"/>
                  </a:lnTo>
                  <a:lnTo>
                    <a:pt x="197726" y="2518831"/>
                  </a:lnTo>
                  <a:lnTo>
                    <a:pt x="199627" y="2497582"/>
                  </a:lnTo>
                  <a:lnTo>
                    <a:pt x="201528" y="2530772"/>
                  </a:lnTo>
                  <a:lnTo>
                    <a:pt x="201528" y="2530772"/>
                  </a:lnTo>
                  <a:lnTo>
                    <a:pt x="203429" y="2460467"/>
                  </a:lnTo>
                  <a:lnTo>
                    <a:pt x="205331" y="2522138"/>
                  </a:lnTo>
                  <a:lnTo>
                    <a:pt x="207232" y="2530772"/>
                  </a:lnTo>
                  <a:lnTo>
                    <a:pt x="207232" y="2530772"/>
                  </a:lnTo>
                  <a:lnTo>
                    <a:pt x="209133" y="2513740"/>
                  </a:lnTo>
                  <a:lnTo>
                    <a:pt x="211034" y="2530772"/>
                  </a:lnTo>
                  <a:lnTo>
                    <a:pt x="211034" y="2530772"/>
                  </a:lnTo>
                  <a:lnTo>
                    <a:pt x="212935" y="2491678"/>
                  </a:lnTo>
                  <a:lnTo>
                    <a:pt x="214837" y="2502914"/>
                  </a:lnTo>
                  <a:lnTo>
                    <a:pt x="216738" y="2489193"/>
                  </a:lnTo>
                  <a:lnTo>
                    <a:pt x="218639" y="2480793"/>
                  </a:lnTo>
                  <a:lnTo>
                    <a:pt x="220540" y="2498464"/>
                  </a:lnTo>
                  <a:lnTo>
                    <a:pt x="222442" y="2492981"/>
                  </a:lnTo>
                  <a:lnTo>
                    <a:pt x="224343" y="2529904"/>
                  </a:lnTo>
                  <a:lnTo>
                    <a:pt x="226244" y="2530772"/>
                  </a:lnTo>
                  <a:lnTo>
                    <a:pt x="226244" y="2530772"/>
                  </a:lnTo>
                  <a:lnTo>
                    <a:pt x="228145" y="2526465"/>
                  </a:lnTo>
                  <a:lnTo>
                    <a:pt x="230046" y="2530772"/>
                  </a:lnTo>
                  <a:lnTo>
                    <a:pt x="230046" y="2530772"/>
                  </a:lnTo>
                  <a:lnTo>
                    <a:pt x="231948" y="2530772"/>
                  </a:lnTo>
                  <a:lnTo>
                    <a:pt x="233849" y="2530772"/>
                  </a:lnTo>
                  <a:lnTo>
                    <a:pt x="235750" y="2530772"/>
                  </a:lnTo>
                  <a:lnTo>
                    <a:pt x="237651" y="2518154"/>
                  </a:lnTo>
                  <a:lnTo>
                    <a:pt x="239552" y="2528528"/>
                  </a:lnTo>
                  <a:lnTo>
                    <a:pt x="241454" y="2497664"/>
                  </a:lnTo>
                  <a:lnTo>
                    <a:pt x="243355" y="2482009"/>
                  </a:lnTo>
                  <a:lnTo>
                    <a:pt x="245256" y="2487809"/>
                  </a:lnTo>
                  <a:lnTo>
                    <a:pt x="247157" y="2504891"/>
                  </a:lnTo>
                  <a:lnTo>
                    <a:pt x="249059" y="2530772"/>
                  </a:lnTo>
                  <a:lnTo>
                    <a:pt x="249059" y="2530772"/>
                  </a:lnTo>
                  <a:lnTo>
                    <a:pt x="250960" y="2524649"/>
                  </a:lnTo>
                  <a:lnTo>
                    <a:pt x="252861" y="2530772"/>
                  </a:lnTo>
                  <a:lnTo>
                    <a:pt x="252861" y="2530772"/>
                  </a:lnTo>
                  <a:lnTo>
                    <a:pt x="254762" y="2530772"/>
                  </a:lnTo>
                  <a:lnTo>
                    <a:pt x="256663" y="2530772"/>
                  </a:lnTo>
                  <a:lnTo>
                    <a:pt x="258565" y="2530772"/>
                  </a:lnTo>
                  <a:lnTo>
                    <a:pt x="260466" y="2529709"/>
                  </a:lnTo>
                  <a:lnTo>
                    <a:pt x="262367" y="2525541"/>
                  </a:lnTo>
                  <a:lnTo>
                    <a:pt x="264268" y="2530772"/>
                  </a:lnTo>
                  <a:lnTo>
                    <a:pt x="264268" y="2530772"/>
                  </a:lnTo>
                  <a:lnTo>
                    <a:pt x="266169" y="2530772"/>
                  </a:lnTo>
                  <a:lnTo>
                    <a:pt x="268071" y="2530772"/>
                  </a:lnTo>
                  <a:lnTo>
                    <a:pt x="269972" y="2507381"/>
                  </a:lnTo>
                  <a:lnTo>
                    <a:pt x="271873" y="2514855"/>
                  </a:lnTo>
                  <a:lnTo>
                    <a:pt x="273774" y="2526184"/>
                  </a:lnTo>
                  <a:lnTo>
                    <a:pt x="275676" y="2524395"/>
                  </a:lnTo>
                  <a:lnTo>
                    <a:pt x="277577" y="2494824"/>
                  </a:lnTo>
                  <a:lnTo>
                    <a:pt x="279478" y="2480195"/>
                  </a:lnTo>
                  <a:lnTo>
                    <a:pt x="281379" y="2504215"/>
                  </a:lnTo>
                  <a:lnTo>
                    <a:pt x="283280" y="2508780"/>
                  </a:lnTo>
                  <a:lnTo>
                    <a:pt x="285182" y="2522846"/>
                  </a:lnTo>
                  <a:lnTo>
                    <a:pt x="287083" y="2530772"/>
                  </a:lnTo>
                  <a:lnTo>
                    <a:pt x="287083" y="2530772"/>
                  </a:lnTo>
                  <a:lnTo>
                    <a:pt x="288984" y="2530772"/>
                  </a:lnTo>
                  <a:lnTo>
                    <a:pt x="290885" y="2530772"/>
                  </a:lnTo>
                  <a:lnTo>
                    <a:pt x="292786" y="2530772"/>
                  </a:lnTo>
                  <a:lnTo>
                    <a:pt x="294688" y="2530772"/>
                  </a:lnTo>
                  <a:lnTo>
                    <a:pt x="296589" y="2530772"/>
                  </a:lnTo>
                  <a:lnTo>
                    <a:pt x="298490" y="2530772"/>
                  </a:lnTo>
                  <a:lnTo>
                    <a:pt x="300391" y="2530772"/>
                  </a:lnTo>
                  <a:lnTo>
                    <a:pt x="302292" y="2530772"/>
                  </a:lnTo>
                  <a:lnTo>
                    <a:pt x="304194" y="2530772"/>
                  </a:lnTo>
                  <a:lnTo>
                    <a:pt x="306095" y="2530772"/>
                  </a:lnTo>
                  <a:lnTo>
                    <a:pt x="307996" y="2530772"/>
                  </a:lnTo>
                  <a:lnTo>
                    <a:pt x="309897" y="2530772"/>
                  </a:lnTo>
                  <a:lnTo>
                    <a:pt x="311799" y="2506163"/>
                  </a:lnTo>
                  <a:lnTo>
                    <a:pt x="313700" y="2512909"/>
                  </a:lnTo>
                  <a:lnTo>
                    <a:pt x="315601" y="2478103"/>
                  </a:lnTo>
                  <a:lnTo>
                    <a:pt x="317502" y="2453062"/>
                  </a:lnTo>
                  <a:lnTo>
                    <a:pt x="319403" y="2444511"/>
                  </a:lnTo>
                  <a:lnTo>
                    <a:pt x="321305" y="2438741"/>
                  </a:lnTo>
                  <a:lnTo>
                    <a:pt x="323206" y="2483447"/>
                  </a:lnTo>
                  <a:lnTo>
                    <a:pt x="325107" y="2494631"/>
                  </a:lnTo>
                  <a:lnTo>
                    <a:pt x="327008" y="2504465"/>
                  </a:lnTo>
                  <a:lnTo>
                    <a:pt x="328909" y="2530772"/>
                  </a:lnTo>
                  <a:lnTo>
                    <a:pt x="328909" y="2530772"/>
                  </a:lnTo>
                  <a:lnTo>
                    <a:pt x="330811" y="2524662"/>
                  </a:lnTo>
                  <a:lnTo>
                    <a:pt x="332712" y="2530772"/>
                  </a:lnTo>
                  <a:lnTo>
                    <a:pt x="332712" y="2530772"/>
                  </a:lnTo>
                  <a:lnTo>
                    <a:pt x="334613" y="2527539"/>
                  </a:lnTo>
                  <a:lnTo>
                    <a:pt x="336514" y="2530772"/>
                  </a:lnTo>
                  <a:lnTo>
                    <a:pt x="336514" y="2530772"/>
                  </a:lnTo>
                  <a:lnTo>
                    <a:pt x="338416" y="2530772"/>
                  </a:lnTo>
                  <a:lnTo>
                    <a:pt x="340317" y="2530772"/>
                  </a:lnTo>
                  <a:lnTo>
                    <a:pt x="342218" y="2530772"/>
                  </a:lnTo>
                  <a:lnTo>
                    <a:pt x="344119" y="2522364"/>
                  </a:lnTo>
                  <a:lnTo>
                    <a:pt x="346020" y="2530772"/>
                  </a:lnTo>
                  <a:lnTo>
                    <a:pt x="346020" y="2530772"/>
                  </a:lnTo>
                  <a:lnTo>
                    <a:pt x="347922" y="2530772"/>
                  </a:lnTo>
                  <a:lnTo>
                    <a:pt x="349823" y="2530772"/>
                  </a:lnTo>
                  <a:lnTo>
                    <a:pt x="351724" y="2530772"/>
                  </a:lnTo>
                  <a:lnTo>
                    <a:pt x="353625" y="2530772"/>
                  </a:lnTo>
                  <a:lnTo>
                    <a:pt x="355526" y="2526305"/>
                  </a:lnTo>
                  <a:lnTo>
                    <a:pt x="357428" y="2530772"/>
                  </a:lnTo>
                  <a:lnTo>
                    <a:pt x="357428" y="2530772"/>
                  </a:lnTo>
                  <a:lnTo>
                    <a:pt x="359329" y="2530772"/>
                  </a:lnTo>
                  <a:lnTo>
                    <a:pt x="361230" y="2526708"/>
                  </a:lnTo>
                  <a:lnTo>
                    <a:pt x="363131" y="2522603"/>
                  </a:lnTo>
                  <a:lnTo>
                    <a:pt x="365033" y="2521360"/>
                  </a:lnTo>
                  <a:lnTo>
                    <a:pt x="366934" y="2530690"/>
                  </a:lnTo>
                  <a:lnTo>
                    <a:pt x="368835" y="2530772"/>
                  </a:lnTo>
                  <a:lnTo>
                    <a:pt x="368835" y="2530772"/>
                  </a:lnTo>
                  <a:lnTo>
                    <a:pt x="370736" y="2530772"/>
                  </a:lnTo>
                  <a:lnTo>
                    <a:pt x="372637" y="2530772"/>
                  </a:lnTo>
                  <a:lnTo>
                    <a:pt x="374539" y="2526779"/>
                  </a:lnTo>
                  <a:lnTo>
                    <a:pt x="376440" y="2513521"/>
                  </a:lnTo>
                  <a:lnTo>
                    <a:pt x="378341" y="2513355"/>
                  </a:lnTo>
                  <a:lnTo>
                    <a:pt x="380242" y="2493697"/>
                  </a:lnTo>
                  <a:lnTo>
                    <a:pt x="382143" y="2478622"/>
                  </a:lnTo>
                  <a:lnTo>
                    <a:pt x="384045" y="2480386"/>
                  </a:lnTo>
                  <a:lnTo>
                    <a:pt x="385946" y="2499377"/>
                  </a:lnTo>
                  <a:lnTo>
                    <a:pt x="387847" y="2529456"/>
                  </a:lnTo>
                  <a:lnTo>
                    <a:pt x="389748" y="2530772"/>
                  </a:lnTo>
                  <a:lnTo>
                    <a:pt x="389748" y="2530772"/>
                  </a:lnTo>
                  <a:lnTo>
                    <a:pt x="391650" y="2530772"/>
                  </a:lnTo>
                  <a:lnTo>
                    <a:pt x="393551" y="2530772"/>
                  </a:lnTo>
                  <a:lnTo>
                    <a:pt x="395452" y="2530772"/>
                  </a:lnTo>
                  <a:lnTo>
                    <a:pt x="397353" y="2530772"/>
                  </a:lnTo>
                  <a:lnTo>
                    <a:pt x="399254" y="2530772"/>
                  </a:lnTo>
                  <a:lnTo>
                    <a:pt x="401156" y="2530772"/>
                  </a:lnTo>
                  <a:lnTo>
                    <a:pt x="403057" y="2530772"/>
                  </a:lnTo>
                  <a:lnTo>
                    <a:pt x="404958" y="2530772"/>
                  </a:lnTo>
                  <a:lnTo>
                    <a:pt x="406859" y="2530772"/>
                  </a:lnTo>
                  <a:lnTo>
                    <a:pt x="408760" y="2530772"/>
                  </a:lnTo>
                  <a:lnTo>
                    <a:pt x="410662" y="2530772"/>
                  </a:lnTo>
                  <a:lnTo>
                    <a:pt x="412563" y="2530772"/>
                  </a:lnTo>
                  <a:lnTo>
                    <a:pt x="414464" y="2530772"/>
                  </a:lnTo>
                  <a:lnTo>
                    <a:pt x="416365" y="2530772"/>
                  </a:lnTo>
                  <a:lnTo>
                    <a:pt x="418267" y="2530772"/>
                  </a:lnTo>
                  <a:lnTo>
                    <a:pt x="420168" y="2530772"/>
                  </a:lnTo>
                  <a:lnTo>
                    <a:pt x="422069" y="2530772"/>
                  </a:lnTo>
                  <a:lnTo>
                    <a:pt x="423970" y="2530772"/>
                  </a:lnTo>
                  <a:lnTo>
                    <a:pt x="425871" y="2530772"/>
                  </a:lnTo>
                  <a:lnTo>
                    <a:pt x="427773" y="2530772"/>
                  </a:lnTo>
                  <a:lnTo>
                    <a:pt x="429674" y="2530772"/>
                  </a:lnTo>
                  <a:lnTo>
                    <a:pt x="431575" y="2530772"/>
                  </a:lnTo>
                  <a:lnTo>
                    <a:pt x="433476" y="2530772"/>
                  </a:lnTo>
                  <a:lnTo>
                    <a:pt x="435377" y="2530772"/>
                  </a:lnTo>
                  <a:lnTo>
                    <a:pt x="437279" y="2530772"/>
                  </a:lnTo>
                  <a:lnTo>
                    <a:pt x="439180" y="2530772"/>
                  </a:lnTo>
                  <a:lnTo>
                    <a:pt x="441081" y="2530772"/>
                  </a:lnTo>
                  <a:lnTo>
                    <a:pt x="442982" y="2530772"/>
                  </a:lnTo>
                  <a:lnTo>
                    <a:pt x="444884" y="2530772"/>
                  </a:lnTo>
                  <a:lnTo>
                    <a:pt x="446785" y="2530772"/>
                  </a:lnTo>
                  <a:lnTo>
                    <a:pt x="448686" y="2530772"/>
                  </a:lnTo>
                  <a:lnTo>
                    <a:pt x="450587" y="2530772"/>
                  </a:lnTo>
                  <a:lnTo>
                    <a:pt x="452488" y="2530772"/>
                  </a:lnTo>
                  <a:lnTo>
                    <a:pt x="454390" y="2530772"/>
                  </a:lnTo>
                  <a:lnTo>
                    <a:pt x="456291" y="2530772"/>
                  </a:lnTo>
                  <a:lnTo>
                    <a:pt x="458192" y="2530772"/>
                  </a:lnTo>
                  <a:lnTo>
                    <a:pt x="460093" y="2530772"/>
                  </a:lnTo>
                  <a:lnTo>
                    <a:pt x="461994" y="2530772"/>
                  </a:lnTo>
                  <a:lnTo>
                    <a:pt x="463896" y="2517051"/>
                  </a:lnTo>
                  <a:lnTo>
                    <a:pt x="465797" y="2525279"/>
                  </a:lnTo>
                  <a:lnTo>
                    <a:pt x="467698" y="2530772"/>
                  </a:lnTo>
                  <a:lnTo>
                    <a:pt x="467698" y="2530772"/>
                  </a:lnTo>
                  <a:lnTo>
                    <a:pt x="469599" y="2530772"/>
                  </a:lnTo>
                  <a:lnTo>
                    <a:pt x="471501" y="2530772"/>
                  </a:lnTo>
                  <a:lnTo>
                    <a:pt x="473402" y="2530772"/>
                  </a:lnTo>
                  <a:lnTo>
                    <a:pt x="475303" y="2530772"/>
                  </a:lnTo>
                  <a:lnTo>
                    <a:pt x="477204" y="2530772"/>
                  </a:lnTo>
                  <a:lnTo>
                    <a:pt x="479105" y="2530772"/>
                  </a:lnTo>
                  <a:lnTo>
                    <a:pt x="481007" y="2530772"/>
                  </a:lnTo>
                  <a:lnTo>
                    <a:pt x="482908" y="2530772"/>
                  </a:lnTo>
                  <a:lnTo>
                    <a:pt x="484809" y="2530772"/>
                  </a:lnTo>
                  <a:lnTo>
                    <a:pt x="486710" y="2530772"/>
                  </a:lnTo>
                  <a:lnTo>
                    <a:pt x="488611" y="2530772"/>
                  </a:lnTo>
                  <a:lnTo>
                    <a:pt x="490513" y="2530772"/>
                  </a:lnTo>
                  <a:lnTo>
                    <a:pt x="492414" y="2530772"/>
                  </a:lnTo>
                  <a:lnTo>
                    <a:pt x="494315" y="2530772"/>
                  </a:lnTo>
                  <a:lnTo>
                    <a:pt x="496216" y="2530772"/>
                  </a:lnTo>
                  <a:lnTo>
                    <a:pt x="498118" y="2530772"/>
                  </a:lnTo>
                  <a:lnTo>
                    <a:pt x="500019" y="2530772"/>
                  </a:lnTo>
                  <a:lnTo>
                    <a:pt x="501920" y="2530772"/>
                  </a:lnTo>
                  <a:lnTo>
                    <a:pt x="503821" y="2530772"/>
                  </a:lnTo>
                  <a:lnTo>
                    <a:pt x="505722" y="2530772"/>
                  </a:lnTo>
                  <a:lnTo>
                    <a:pt x="507624" y="2530772"/>
                  </a:lnTo>
                  <a:lnTo>
                    <a:pt x="509525" y="2530772"/>
                  </a:lnTo>
                  <a:lnTo>
                    <a:pt x="511426" y="2530772"/>
                  </a:lnTo>
                  <a:lnTo>
                    <a:pt x="513327" y="2530772"/>
                  </a:lnTo>
                  <a:lnTo>
                    <a:pt x="515228" y="2530772"/>
                  </a:lnTo>
                  <a:lnTo>
                    <a:pt x="517130" y="2530772"/>
                  </a:lnTo>
                  <a:lnTo>
                    <a:pt x="519031" y="2530772"/>
                  </a:lnTo>
                  <a:lnTo>
                    <a:pt x="520932" y="2530772"/>
                  </a:lnTo>
                  <a:lnTo>
                    <a:pt x="522833" y="2530772"/>
                  </a:lnTo>
                  <a:lnTo>
                    <a:pt x="524735" y="2530772"/>
                  </a:lnTo>
                  <a:lnTo>
                    <a:pt x="526636" y="2530772"/>
                  </a:lnTo>
                  <a:lnTo>
                    <a:pt x="528537" y="2530772"/>
                  </a:lnTo>
                  <a:lnTo>
                    <a:pt x="530438" y="2530772"/>
                  </a:lnTo>
                  <a:lnTo>
                    <a:pt x="532339" y="2530772"/>
                  </a:lnTo>
                  <a:lnTo>
                    <a:pt x="534241" y="2530772"/>
                  </a:lnTo>
                  <a:lnTo>
                    <a:pt x="536142" y="2530772"/>
                  </a:lnTo>
                  <a:lnTo>
                    <a:pt x="538043" y="2530772"/>
                  </a:lnTo>
                  <a:lnTo>
                    <a:pt x="539944" y="2530772"/>
                  </a:lnTo>
                  <a:lnTo>
                    <a:pt x="541845" y="2530772"/>
                  </a:lnTo>
                  <a:lnTo>
                    <a:pt x="543747" y="2530772"/>
                  </a:lnTo>
                  <a:lnTo>
                    <a:pt x="545648" y="2530772"/>
                  </a:lnTo>
                  <a:lnTo>
                    <a:pt x="547549" y="2530772"/>
                  </a:lnTo>
                  <a:lnTo>
                    <a:pt x="549450" y="2530772"/>
                  </a:lnTo>
                  <a:lnTo>
                    <a:pt x="551352" y="2530772"/>
                  </a:lnTo>
                  <a:lnTo>
                    <a:pt x="553253" y="2530772"/>
                  </a:lnTo>
                  <a:lnTo>
                    <a:pt x="555154" y="2519440"/>
                  </a:lnTo>
                  <a:lnTo>
                    <a:pt x="557055" y="2507572"/>
                  </a:lnTo>
                  <a:lnTo>
                    <a:pt x="558956" y="2472385"/>
                  </a:lnTo>
                  <a:lnTo>
                    <a:pt x="560858" y="2482840"/>
                  </a:lnTo>
                  <a:lnTo>
                    <a:pt x="562759" y="2441353"/>
                  </a:lnTo>
                  <a:lnTo>
                    <a:pt x="564660" y="2443476"/>
                  </a:lnTo>
                  <a:lnTo>
                    <a:pt x="566561" y="2385673"/>
                  </a:lnTo>
                  <a:lnTo>
                    <a:pt x="568462" y="2402995"/>
                  </a:lnTo>
                  <a:lnTo>
                    <a:pt x="570364" y="2420740"/>
                  </a:lnTo>
                  <a:lnTo>
                    <a:pt x="572265" y="2420479"/>
                  </a:lnTo>
                  <a:lnTo>
                    <a:pt x="574166" y="2404951"/>
                  </a:lnTo>
                  <a:lnTo>
                    <a:pt x="576067" y="2395687"/>
                  </a:lnTo>
                  <a:lnTo>
                    <a:pt x="577969" y="2433608"/>
                  </a:lnTo>
                  <a:lnTo>
                    <a:pt x="579870" y="2440688"/>
                  </a:lnTo>
                  <a:lnTo>
                    <a:pt x="581771" y="2457410"/>
                  </a:lnTo>
                  <a:lnTo>
                    <a:pt x="583672" y="2477516"/>
                  </a:lnTo>
                  <a:lnTo>
                    <a:pt x="585573" y="2487504"/>
                  </a:lnTo>
                  <a:lnTo>
                    <a:pt x="587475" y="2524600"/>
                  </a:lnTo>
                  <a:lnTo>
                    <a:pt x="589376" y="2530772"/>
                  </a:lnTo>
                  <a:lnTo>
                    <a:pt x="589376" y="2530772"/>
                  </a:lnTo>
                  <a:lnTo>
                    <a:pt x="591277" y="2508474"/>
                  </a:lnTo>
                  <a:lnTo>
                    <a:pt x="593178" y="2530772"/>
                  </a:lnTo>
                  <a:lnTo>
                    <a:pt x="593178" y="2530772"/>
                  </a:lnTo>
                  <a:lnTo>
                    <a:pt x="595079" y="2530772"/>
                  </a:lnTo>
                  <a:lnTo>
                    <a:pt x="596981" y="2530772"/>
                  </a:lnTo>
                  <a:lnTo>
                    <a:pt x="598882" y="2530772"/>
                  </a:lnTo>
                  <a:lnTo>
                    <a:pt x="600783" y="2530772"/>
                  </a:lnTo>
                  <a:lnTo>
                    <a:pt x="602684" y="2530772"/>
                  </a:lnTo>
                  <a:lnTo>
                    <a:pt x="604585" y="2530772"/>
                  </a:lnTo>
                  <a:lnTo>
                    <a:pt x="606487" y="2530772"/>
                  </a:lnTo>
                  <a:lnTo>
                    <a:pt x="608388" y="2530772"/>
                  </a:lnTo>
                  <a:lnTo>
                    <a:pt x="610289" y="2530772"/>
                  </a:lnTo>
                  <a:lnTo>
                    <a:pt x="612190" y="2530772"/>
                  </a:lnTo>
                  <a:lnTo>
                    <a:pt x="614092" y="2530772"/>
                  </a:lnTo>
                  <a:lnTo>
                    <a:pt x="615993" y="2530772"/>
                  </a:lnTo>
                  <a:lnTo>
                    <a:pt x="617894" y="2530772"/>
                  </a:lnTo>
                  <a:lnTo>
                    <a:pt x="619795" y="2530772"/>
                  </a:lnTo>
                  <a:lnTo>
                    <a:pt x="621696" y="2530772"/>
                  </a:lnTo>
                  <a:lnTo>
                    <a:pt x="623598" y="2530772"/>
                  </a:lnTo>
                  <a:lnTo>
                    <a:pt x="625499" y="2530772"/>
                  </a:lnTo>
                  <a:lnTo>
                    <a:pt x="627400" y="2528821"/>
                  </a:lnTo>
                  <a:lnTo>
                    <a:pt x="629301" y="2522528"/>
                  </a:lnTo>
                  <a:lnTo>
                    <a:pt x="631202" y="2516073"/>
                  </a:lnTo>
                  <a:lnTo>
                    <a:pt x="633104" y="2526186"/>
                  </a:lnTo>
                  <a:lnTo>
                    <a:pt x="635005" y="2530772"/>
                  </a:lnTo>
                  <a:lnTo>
                    <a:pt x="635005" y="2530772"/>
                  </a:lnTo>
                  <a:lnTo>
                    <a:pt x="636906" y="2499415"/>
                  </a:lnTo>
                  <a:lnTo>
                    <a:pt x="638807" y="2502041"/>
                  </a:lnTo>
                  <a:lnTo>
                    <a:pt x="640709" y="2522314"/>
                  </a:lnTo>
                  <a:lnTo>
                    <a:pt x="642610" y="2523279"/>
                  </a:lnTo>
                  <a:lnTo>
                    <a:pt x="644511" y="2514350"/>
                  </a:lnTo>
                  <a:lnTo>
                    <a:pt x="646412" y="2440332"/>
                  </a:lnTo>
                  <a:lnTo>
                    <a:pt x="648313" y="2425677"/>
                  </a:lnTo>
                  <a:lnTo>
                    <a:pt x="650215" y="2423266"/>
                  </a:lnTo>
                  <a:lnTo>
                    <a:pt x="652116" y="2470351"/>
                  </a:lnTo>
                  <a:lnTo>
                    <a:pt x="654017" y="2466993"/>
                  </a:lnTo>
                  <a:lnTo>
                    <a:pt x="655918" y="2483079"/>
                  </a:lnTo>
                  <a:lnTo>
                    <a:pt x="657819" y="2473731"/>
                  </a:lnTo>
                  <a:lnTo>
                    <a:pt x="659721" y="2501812"/>
                  </a:lnTo>
                  <a:lnTo>
                    <a:pt x="661622" y="2503743"/>
                  </a:lnTo>
                  <a:lnTo>
                    <a:pt x="663523" y="2506638"/>
                  </a:lnTo>
                  <a:lnTo>
                    <a:pt x="665424" y="2512489"/>
                  </a:lnTo>
                  <a:lnTo>
                    <a:pt x="667326" y="2478885"/>
                  </a:lnTo>
                  <a:lnTo>
                    <a:pt x="669227" y="2519104"/>
                  </a:lnTo>
                  <a:lnTo>
                    <a:pt x="671128" y="2511478"/>
                  </a:lnTo>
                  <a:lnTo>
                    <a:pt x="673029" y="2507550"/>
                  </a:lnTo>
                  <a:lnTo>
                    <a:pt x="674930" y="2530772"/>
                  </a:lnTo>
                  <a:lnTo>
                    <a:pt x="674930" y="2530772"/>
                  </a:lnTo>
                  <a:lnTo>
                    <a:pt x="676832" y="2509068"/>
                  </a:lnTo>
                  <a:lnTo>
                    <a:pt x="678733" y="2524502"/>
                  </a:lnTo>
                  <a:lnTo>
                    <a:pt x="680634" y="2530772"/>
                  </a:lnTo>
                  <a:lnTo>
                    <a:pt x="680634" y="2530772"/>
                  </a:lnTo>
                  <a:lnTo>
                    <a:pt x="682535" y="2530772"/>
                  </a:lnTo>
                  <a:lnTo>
                    <a:pt x="684436" y="2530772"/>
                  </a:lnTo>
                  <a:lnTo>
                    <a:pt x="686338" y="2530772"/>
                  </a:lnTo>
                  <a:lnTo>
                    <a:pt x="688239" y="2530772"/>
                  </a:lnTo>
                  <a:lnTo>
                    <a:pt x="690140" y="2530772"/>
                  </a:lnTo>
                  <a:lnTo>
                    <a:pt x="692041" y="2530772"/>
                  </a:lnTo>
                  <a:lnTo>
                    <a:pt x="693943" y="2530772"/>
                  </a:lnTo>
                  <a:lnTo>
                    <a:pt x="695844" y="2530772"/>
                  </a:lnTo>
                  <a:lnTo>
                    <a:pt x="697745" y="2530772"/>
                  </a:lnTo>
                  <a:lnTo>
                    <a:pt x="699646" y="2530772"/>
                  </a:lnTo>
                  <a:lnTo>
                    <a:pt x="701547" y="2530772"/>
                  </a:lnTo>
                  <a:lnTo>
                    <a:pt x="703449" y="2530772"/>
                  </a:lnTo>
                  <a:lnTo>
                    <a:pt x="705350" y="2530772"/>
                  </a:lnTo>
                  <a:lnTo>
                    <a:pt x="707251" y="2530772"/>
                  </a:lnTo>
                  <a:lnTo>
                    <a:pt x="709152" y="2530772"/>
                  </a:lnTo>
                  <a:lnTo>
                    <a:pt x="711053" y="2530772"/>
                  </a:lnTo>
                  <a:lnTo>
                    <a:pt x="712955" y="2530772"/>
                  </a:lnTo>
                  <a:lnTo>
                    <a:pt x="714856" y="2530772"/>
                  </a:lnTo>
                  <a:lnTo>
                    <a:pt x="716757" y="2523368"/>
                  </a:lnTo>
                  <a:lnTo>
                    <a:pt x="718658" y="2522434"/>
                  </a:lnTo>
                  <a:lnTo>
                    <a:pt x="720560" y="2530772"/>
                  </a:lnTo>
                  <a:lnTo>
                    <a:pt x="720560" y="2530772"/>
                  </a:lnTo>
                  <a:lnTo>
                    <a:pt x="722461" y="2530772"/>
                  </a:lnTo>
                  <a:lnTo>
                    <a:pt x="724362" y="2530772"/>
                  </a:lnTo>
                  <a:lnTo>
                    <a:pt x="726263" y="2530772"/>
                  </a:lnTo>
                  <a:lnTo>
                    <a:pt x="728164" y="2530772"/>
                  </a:lnTo>
                  <a:lnTo>
                    <a:pt x="730066" y="2530772"/>
                  </a:lnTo>
                  <a:lnTo>
                    <a:pt x="731967" y="2530772"/>
                  </a:lnTo>
                  <a:lnTo>
                    <a:pt x="733868" y="2530772"/>
                  </a:lnTo>
                  <a:lnTo>
                    <a:pt x="735769" y="2530772"/>
                  </a:lnTo>
                  <a:lnTo>
                    <a:pt x="737670" y="2530772"/>
                  </a:lnTo>
                  <a:lnTo>
                    <a:pt x="739572" y="2530772"/>
                  </a:lnTo>
                  <a:lnTo>
                    <a:pt x="741473" y="2530772"/>
                  </a:lnTo>
                  <a:lnTo>
                    <a:pt x="743374" y="2530772"/>
                  </a:lnTo>
                  <a:lnTo>
                    <a:pt x="745275" y="2530772"/>
                  </a:lnTo>
                  <a:lnTo>
                    <a:pt x="747177" y="2530772"/>
                  </a:lnTo>
                  <a:lnTo>
                    <a:pt x="749078" y="2518151"/>
                  </a:lnTo>
                  <a:lnTo>
                    <a:pt x="750979" y="2530772"/>
                  </a:lnTo>
                  <a:lnTo>
                    <a:pt x="750979" y="2530772"/>
                  </a:lnTo>
                  <a:lnTo>
                    <a:pt x="752880" y="2516761"/>
                  </a:lnTo>
                  <a:lnTo>
                    <a:pt x="754781" y="2511643"/>
                  </a:lnTo>
                  <a:lnTo>
                    <a:pt x="756683" y="2515584"/>
                  </a:lnTo>
                  <a:lnTo>
                    <a:pt x="758584" y="2469255"/>
                  </a:lnTo>
                  <a:lnTo>
                    <a:pt x="760485" y="2504597"/>
                  </a:lnTo>
                  <a:lnTo>
                    <a:pt x="762386" y="2486866"/>
                  </a:lnTo>
                  <a:lnTo>
                    <a:pt x="764287" y="2460843"/>
                  </a:lnTo>
                  <a:lnTo>
                    <a:pt x="766189" y="2454935"/>
                  </a:lnTo>
                  <a:lnTo>
                    <a:pt x="768090" y="2439333"/>
                  </a:lnTo>
                  <a:lnTo>
                    <a:pt x="769991" y="2444246"/>
                  </a:lnTo>
                  <a:lnTo>
                    <a:pt x="771892" y="2482834"/>
                  </a:lnTo>
                  <a:lnTo>
                    <a:pt x="773794" y="2467385"/>
                  </a:lnTo>
                  <a:lnTo>
                    <a:pt x="775695" y="2454981"/>
                  </a:lnTo>
                  <a:lnTo>
                    <a:pt x="777596" y="2423714"/>
                  </a:lnTo>
                  <a:lnTo>
                    <a:pt x="779497" y="2442574"/>
                  </a:lnTo>
                  <a:lnTo>
                    <a:pt x="781398" y="2419808"/>
                  </a:lnTo>
                  <a:lnTo>
                    <a:pt x="783300" y="2418812"/>
                  </a:lnTo>
                  <a:lnTo>
                    <a:pt x="785201" y="2392980"/>
                  </a:lnTo>
                  <a:lnTo>
                    <a:pt x="787102" y="2391252"/>
                  </a:lnTo>
                  <a:lnTo>
                    <a:pt x="789003" y="2338432"/>
                  </a:lnTo>
                  <a:lnTo>
                    <a:pt x="790904" y="2327288"/>
                  </a:lnTo>
                  <a:lnTo>
                    <a:pt x="792806" y="2330471"/>
                  </a:lnTo>
                  <a:lnTo>
                    <a:pt x="794707" y="2288605"/>
                  </a:lnTo>
                  <a:lnTo>
                    <a:pt x="796608" y="2336726"/>
                  </a:lnTo>
                  <a:lnTo>
                    <a:pt x="798509" y="2293189"/>
                  </a:lnTo>
                  <a:lnTo>
                    <a:pt x="800411" y="2316036"/>
                  </a:lnTo>
                  <a:lnTo>
                    <a:pt x="802312" y="2302651"/>
                  </a:lnTo>
                  <a:lnTo>
                    <a:pt x="804213" y="2261707"/>
                  </a:lnTo>
                  <a:lnTo>
                    <a:pt x="806114" y="2333025"/>
                  </a:lnTo>
                  <a:lnTo>
                    <a:pt x="808015" y="2300073"/>
                  </a:lnTo>
                  <a:lnTo>
                    <a:pt x="809917" y="2300089"/>
                  </a:lnTo>
                  <a:lnTo>
                    <a:pt x="811818" y="2311032"/>
                  </a:lnTo>
                  <a:lnTo>
                    <a:pt x="813719" y="2285237"/>
                  </a:lnTo>
                  <a:lnTo>
                    <a:pt x="815620" y="2352917"/>
                  </a:lnTo>
                  <a:lnTo>
                    <a:pt x="817521" y="2325568"/>
                  </a:lnTo>
                  <a:lnTo>
                    <a:pt x="819423" y="2341263"/>
                  </a:lnTo>
                  <a:lnTo>
                    <a:pt x="821324" y="2417554"/>
                  </a:lnTo>
                  <a:lnTo>
                    <a:pt x="823225" y="2419300"/>
                  </a:lnTo>
                  <a:lnTo>
                    <a:pt x="825126" y="2419355"/>
                  </a:lnTo>
                  <a:lnTo>
                    <a:pt x="827028" y="2405193"/>
                  </a:lnTo>
                  <a:lnTo>
                    <a:pt x="828929" y="2404634"/>
                  </a:lnTo>
                  <a:lnTo>
                    <a:pt x="830830" y="2464084"/>
                  </a:lnTo>
                  <a:lnTo>
                    <a:pt x="832731" y="2438529"/>
                  </a:lnTo>
                  <a:lnTo>
                    <a:pt x="834632" y="2441385"/>
                  </a:lnTo>
                  <a:lnTo>
                    <a:pt x="836534" y="2379295"/>
                  </a:lnTo>
                  <a:lnTo>
                    <a:pt x="838435" y="2388377"/>
                  </a:lnTo>
                  <a:lnTo>
                    <a:pt x="840336" y="2374389"/>
                  </a:lnTo>
                  <a:lnTo>
                    <a:pt x="842237" y="2375822"/>
                  </a:lnTo>
                  <a:lnTo>
                    <a:pt x="844138" y="2404951"/>
                  </a:lnTo>
                  <a:lnTo>
                    <a:pt x="846040" y="2370239"/>
                  </a:lnTo>
                  <a:lnTo>
                    <a:pt x="847941" y="2371976"/>
                  </a:lnTo>
                  <a:lnTo>
                    <a:pt x="849842" y="2361554"/>
                  </a:lnTo>
                  <a:lnTo>
                    <a:pt x="851743" y="2363801"/>
                  </a:lnTo>
                  <a:lnTo>
                    <a:pt x="853645" y="2382881"/>
                  </a:lnTo>
                  <a:lnTo>
                    <a:pt x="855546" y="2350582"/>
                  </a:lnTo>
                  <a:lnTo>
                    <a:pt x="857447" y="2386002"/>
                  </a:lnTo>
                  <a:lnTo>
                    <a:pt x="859348" y="2377784"/>
                  </a:lnTo>
                  <a:lnTo>
                    <a:pt x="861249" y="2363527"/>
                  </a:lnTo>
                  <a:lnTo>
                    <a:pt x="863151" y="2364787"/>
                  </a:lnTo>
                  <a:lnTo>
                    <a:pt x="865052" y="2344644"/>
                  </a:lnTo>
                  <a:lnTo>
                    <a:pt x="866953" y="2335758"/>
                  </a:lnTo>
                  <a:lnTo>
                    <a:pt x="868854" y="2310437"/>
                  </a:lnTo>
                  <a:lnTo>
                    <a:pt x="870755" y="2306323"/>
                  </a:lnTo>
                  <a:lnTo>
                    <a:pt x="872657" y="2276437"/>
                  </a:lnTo>
                  <a:lnTo>
                    <a:pt x="874558" y="2301278"/>
                  </a:lnTo>
                  <a:lnTo>
                    <a:pt x="876459" y="2346341"/>
                  </a:lnTo>
                  <a:lnTo>
                    <a:pt x="878360" y="2375212"/>
                  </a:lnTo>
                  <a:lnTo>
                    <a:pt x="880261" y="2416689"/>
                  </a:lnTo>
                  <a:lnTo>
                    <a:pt x="882163" y="2397495"/>
                  </a:lnTo>
                  <a:lnTo>
                    <a:pt x="884064" y="2436194"/>
                  </a:lnTo>
                  <a:lnTo>
                    <a:pt x="885965" y="2464246"/>
                  </a:lnTo>
                  <a:lnTo>
                    <a:pt x="887866" y="2471121"/>
                  </a:lnTo>
                  <a:lnTo>
                    <a:pt x="889768" y="2483265"/>
                  </a:lnTo>
                  <a:lnTo>
                    <a:pt x="891669" y="2468743"/>
                  </a:lnTo>
                  <a:lnTo>
                    <a:pt x="893570" y="2515788"/>
                  </a:lnTo>
                  <a:lnTo>
                    <a:pt x="895471" y="2530716"/>
                  </a:lnTo>
                  <a:lnTo>
                    <a:pt x="897372" y="2498045"/>
                  </a:lnTo>
                  <a:lnTo>
                    <a:pt x="899274" y="2501845"/>
                  </a:lnTo>
                  <a:lnTo>
                    <a:pt x="901175" y="2473121"/>
                  </a:lnTo>
                  <a:lnTo>
                    <a:pt x="903076" y="2459234"/>
                  </a:lnTo>
                  <a:lnTo>
                    <a:pt x="904977" y="2466612"/>
                  </a:lnTo>
                  <a:lnTo>
                    <a:pt x="906878" y="2451712"/>
                  </a:lnTo>
                  <a:lnTo>
                    <a:pt x="908780" y="2457886"/>
                  </a:lnTo>
                  <a:lnTo>
                    <a:pt x="910681" y="2454590"/>
                  </a:lnTo>
                  <a:lnTo>
                    <a:pt x="912582" y="2480617"/>
                  </a:lnTo>
                  <a:lnTo>
                    <a:pt x="914483" y="2475363"/>
                  </a:lnTo>
                  <a:lnTo>
                    <a:pt x="916385" y="2467269"/>
                  </a:lnTo>
                  <a:lnTo>
                    <a:pt x="918286" y="2459489"/>
                  </a:lnTo>
                  <a:lnTo>
                    <a:pt x="920187" y="2444062"/>
                  </a:lnTo>
                  <a:lnTo>
                    <a:pt x="922088" y="2442287"/>
                  </a:lnTo>
                  <a:lnTo>
                    <a:pt x="923989" y="2419047"/>
                  </a:lnTo>
                  <a:lnTo>
                    <a:pt x="925891" y="2478201"/>
                  </a:lnTo>
                  <a:lnTo>
                    <a:pt x="927792" y="2464122"/>
                  </a:lnTo>
                  <a:lnTo>
                    <a:pt x="929693" y="2446568"/>
                  </a:lnTo>
                  <a:lnTo>
                    <a:pt x="931594" y="2459188"/>
                  </a:lnTo>
                  <a:lnTo>
                    <a:pt x="933495" y="2459883"/>
                  </a:lnTo>
                  <a:lnTo>
                    <a:pt x="935397" y="2482634"/>
                  </a:lnTo>
                  <a:lnTo>
                    <a:pt x="937298" y="2492834"/>
                  </a:lnTo>
                  <a:lnTo>
                    <a:pt x="939199" y="2507737"/>
                  </a:lnTo>
                  <a:lnTo>
                    <a:pt x="941100" y="2489461"/>
                  </a:lnTo>
                  <a:lnTo>
                    <a:pt x="943002" y="2422354"/>
                  </a:lnTo>
                  <a:lnTo>
                    <a:pt x="944903" y="2426629"/>
                  </a:lnTo>
                  <a:lnTo>
                    <a:pt x="946804" y="2367117"/>
                  </a:lnTo>
                  <a:lnTo>
                    <a:pt x="948705" y="2326633"/>
                  </a:lnTo>
                  <a:lnTo>
                    <a:pt x="950606" y="2332010"/>
                  </a:lnTo>
                  <a:lnTo>
                    <a:pt x="952508" y="2367186"/>
                  </a:lnTo>
                  <a:lnTo>
                    <a:pt x="954409" y="2424646"/>
                  </a:lnTo>
                  <a:lnTo>
                    <a:pt x="956310" y="2434288"/>
                  </a:lnTo>
                  <a:lnTo>
                    <a:pt x="958211" y="2439733"/>
                  </a:lnTo>
                  <a:lnTo>
                    <a:pt x="960112" y="2437069"/>
                  </a:lnTo>
                  <a:lnTo>
                    <a:pt x="962014" y="2419264"/>
                  </a:lnTo>
                  <a:lnTo>
                    <a:pt x="963915" y="2413945"/>
                  </a:lnTo>
                  <a:lnTo>
                    <a:pt x="965816" y="2417549"/>
                  </a:lnTo>
                  <a:lnTo>
                    <a:pt x="967717" y="2438117"/>
                  </a:lnTo>
                  <a:lnTo>
                    <a:pt x="969619" y="2453480"/>
                  </a:lnTo>
                  <a:lnTo>
                    <a:pt x="971520" y="2483778"/>
                  </a:lnTo>
                  <a:lnTo>
                    <a:pt x="973421" y="2493853"/>
                  </a:lnTo>
                  <a:lnTo>
                    <a:pt x="975322" y="2503116"/>
                  </a:lnTo>
                  <a:lnTo>
                    <a:pt x="977223" y="2496916"/>
                  </a:lnTo>
                  <a:lnTo>
                    <a:pt x="979125" y="2503466"/>
                  </a:lnTo>
                  <a:lnTo>
                    <a:pt x="981026" y="2467058"/>
                  </a:lnTo>
                  <a:lnTo>
                    <a:pt x="982927" y="2446335"/>
                  </a:lnTo>
                  <a:lnTo>
                    <a:pt x="984828" y="2477771"/>
                  </a:lnTo>
                  <a:lnTo>
                    <a:pt x="986729" y="2439570"/>
                  </a:lnTo>
                  <a:lnTo>
                    <a:pt x="988631" y="2425968"/>
                  </a:lnTo>
                  <a:lnTo>
                    <a:pt x="990532" y="2444342"/>
                  </a:lnTo>
                  <a:lnTo>
                    <a:pt x="992433" y="2451056"/>
                  </a:lnTo>
                  <a:lnTo>
                    <a:pt x="994334" y="2465309"/>
                  </a:lnTo>
                  <a:lnTo>
                    <a:pt x="996236" y="2468438"/>
                  </a:lnTo>
                  <a:lnTo>
                    <a:pt x="998137" y="2461202"/>
                  </a:lnTo>
                  <a:lnTo>
                    <a:pt x="1000038" y="2449584"/>
                  </a:lnTo>
                  <a:lnTo>
                    <a:pt x="1001939" y="2453522"/>
                  </a:lnTo>
                  <a:lnTo>
                    <a:pt x="1003840" y="2433794"/>
                  </a:lnTo>
                  <a:lnTo>
                    <a:pt x="1005742" y="2422213"/>
                  </a:lnTo>
                  <a:lnTo>
                    <a:pt x="1007643" y="2422707"/>
                  </a:lnTo>
                  <a:lnTo>
                    <a:pt x="1009544" y="2408816"/>
                  </a:lnTo>
                  <a:lnTo>
                    <a:pt x="1011445" y="2408339"/>
                  </a:lnTo>
                  <a:lnTo>
                    <a:pt x="1013346" y="2411421"/>
                  </a:lnTo>
                  <a:lnTo>
                    <a:pt x="1015248" y="2447293"/>
                  </a:lnTo>
                  <a:lnTo>
                    <a:pt x="1017149" y="2445249"/>
                  </a:lnTo>
                  <a:lnTo>
                    <a:pt x="1019050" y="2429934"/>
                  </a:lnTo>
                  <a:lnTo>
                    <a:pt x="1020951" y="2406725"/>
                  </a:lnTo>
                  <a:lnTo>
                    <a:pt x="1022853" y="2371563"/>
                  </a:lnTo>
                  <a:lnTo>
                    <a:pt x="1024754" y="2352739"/>
                  </a:lnTo>
                  <a:lnTo>
                    <a:pt x="1026655" y="2349827"/>
                  </a:lnTo>
                  <a:lnTo>
                    <a:pt x="1028556" y="2347936"/>
                  </a:lnTo>
                  <a:lnTo>
                    <a:pt x="1030457" y="2321998"/>
                  </a:lnTo>
                  <a:lnTo>
                    <a:pt x="1032359" y="2340023"/>
                  </a:lnTo>
                  <a:lnTo>
                    <a:pt x="1034260" y="2339228"/>
                  </a:lnTo>
                  <a:lnTo>
                    <a:pt x="1036161" y="2325573"/>
                  </a:lnTo>
                  <a:lnTo>
                    <a:pt x="1038062" y="2351415"/>
                  </a:lnTo>
                  <a:lnTo>
                    <a:pt x="1039963" y="2336241"/>
                  </a:lnTo>
                  <a:lnTo>
                    <a:pt x="1041865" y="2352220"/>
                  </a:lnTo>
                  <a:lnTo>
                    <a:pt x="1043766" y="2359217"/>
                  </a:lnTo>
                  <a:lnTo>
                    <a:pt x="1045667" y="2375321"/>
                  </a:lnTo>
                  <a:lnTo>
                    <a:pt x="1047568" y="2390127"/>
                  </a:lnTo>
                  <a:lnTo>
                    <a:pt x="1049470" y="2398281"/>
                  </a:lnTo>
                  <a:lnTo>
                    <a:pt x="1051371" y="2408314"/>
                  </a:lnTo>
                  <a:lnTo>
                    <a:pt x="1053272" y="2428274"/>
                  </a:lnTo>
                  <a:lnTo>
                    <a:pt x="1055173" y="2439484"/>
                  </a:lnTo>
                  <a:lnTo>
                    <a:pt x="1057074" y="2426313"/>
                  </a:lnTo>
                  <a:lnTo>
                    <a:pt x="1058976" y="2469005"/>
                  </a:lnTo>
                  <a:lnTo>
                    <a:pt x="1060877" y="2463099"/>
                  </a:lnTo>
                  <a:lnTo>
                    <a:pt x="1062778" y="2466942"/>
                  </a:lnTo>
                  <a:lnTo>
                    <a:pt x="1064679" y="2485518"/>
                  </a:lnTo>
                  <a:lnTo>
                    <a:pt x="1066580" y="2451371"/>
                  </a:lnTo>
                  <a:lnTo>
                    <a:pt x="1068482" y="2451186"/>
                  </a:lnTo>
                  <a:lnTo>
                    <a:pt x="1070383" y="2444166"/>
                  </a:lnTo>
                  <a:lnTo>
                    <a:pt x="1072284" y="2456977"/>
                  </a:lnTo>
                  <a:lnTo>
                    <a:pt x="1074185" y="2483590"/>
                  </a:lnTo>
                  <a:lnTo>
                    <a:pt x="1076087" y="2490684"/>
                  </a:lnTo>
                  <a:lnTo>
                    <a:pt x="1077988" y="2484573"/>
                  </a:lnTo>
                  <a:lnTo>
                    <a:pt x="1079889" y="2485207"/>
                  </a:lnTo>
                  <a:lnTo>
                    <a:pt x="1081790" y="2457424"/>
                  </a:lnTo>
                  <a:lnTo>
                    <a:pt x="1083691" y="2471699"/>
                  </a:lnTo>
                  <a:lnTo>
                    <a:pt x="1085593" y="2443648"/>
                  </a:lnTo>
                  <a:lnTo>
                    <a:pt x="1087494" y="2391684"/>
                  </a:lnTo>
                  <a:lnTo>
                    <a:pt x="1089395" y="2383396"/>
                  </a:lnTo>
                  <a:lnTo>
                    <a:pt x="1091296" y="2386092"/>
                  </a:lnTo>
                  <a:lnTo>
                    <a:pt x="1093197" y="2376643"/>
                  </a:lnTo>
                  <a:lnTo>
                    <a:pt x="1095099" y="2334704"/>
                  </a:lnTo>
                  <a:lnTo>
                    <a:pt x="1097000" y="2319967"/>
                  </a:lnTo>
                  <a:lnTo>
                    <a:pt x="1098901" y="2317435"/>
                  </a:lnTo>
                  <a:lnTo>
                    <a:pt x="1100802" y="2357398"/>
                  </a:lnTo>
                  <a:lnTo>
                    <a:pt x="1102704" y="2374517"/>
                  </a:lnTo>
                  <a:lnTo>
                    <a:pt x="1104605" y="2352911"/>
                  </a:lnTo>
                  <a:lnTo>
                    <a:pt x="1106506" y="2329275"/>
                  </a:lnTo>
                  <a:lnTo>
                    <a:pt x="1108407" y="2335247"/>
                  </a:lnTo>
                  <a:lnTo>
                    <a:pt x="1110308" y="2365345"/>
                  </a:lnTo>
                  <a:lnTo>
                    <a:pt x="1112210" y="2366048"/>
                  </a:lnTo>
                  <a:lnTo>
                    <a:pt x="1114111" y="2345910"/>
                  </a:lnTo>
                  <a:lnTo>
                    <a:pt x="1116012" y="2334493"/>
                  </a:lnTo>
                  <a:lnTo>
                    <a:pt x="1117913" y="2355071"/>
                  </a:lnTo>
                  <a:lnTo>
                    <a:pt x="1119814" y="2380382"/>
                  </a:lnTo>
                  <a:lnTo>
                    <a:pt x="1121716" y="2353563"/>
                  </a:lnTo>
                  <a:lnTo>
                    <a:pt x="1123617" y="2362474"/>
                  </a:lnTo>
                  <a:lnTo>
                    <a:pt x="1125518" y="2353212"/>
                  </a:lnTo>
                  <a:lnTo>
                    <a:pt x="1127419" y="2356347"/>
                  </a:lnTo>
                  <a:lnTo>
                    <a:pt x="1129321" y="2360478"/>
                  </a:lnTo>
                  <a:lnTo>
                    <a:pt x="1131222" y="2368060"/>
                  </a:lnTo>
                  <a:lnTo>
                    <a:pt x="1133123" y="2362269"/>
                  </a:lnTo>
                  <a:lnTo>
                    <a:pt x="1135024" y="2318502"/>
                  </a:lnTo>
                  <a:lnTo>
                    <a:pt x="1136925" y="2290564"/>
                  </a:lnTo>
                  <a:lnTo>
                    <a:pt x="1138827" y="2312067"/>
                  </a:lnTo>
                  <a:lnTo>
                    <a:pt x="1140728" y="2319019"/>
                  </a:lnTo>
                  <a:lnTo>
                    <a:pt x="1142629" y="2307407"/>
                  </a:lnTo>
                  <a:lnTo>
                    <a:pt x="1144530" y="2312371"/>
                  </a:lnTo>
                  <a:lnTo>
                    <a:pt x="1146431" y="2347106"/>
                  </a:lnTo>
                  <a:lnTo>
                    <a:pt x="1148333" y="2350998"/>
                  </a:lnTo>
                  <a:lnTo>
                    <a:pt x="1150234" y="2353215"/>
                  </a:lnTo>
                  <a:lnTo>
                    <a:pt x="1152135" y="2359147"/>
                  </a:lnTo>
                  <a:lnTo>
                    <a:pt x="1154036" y="2345795"/>
                  </a:lnTo>
                  <a:lnTo>
                    <a:pt x="1155938" y="2350374"/>
                  </a:lnTo>
                  <a:lnTo>
                    <a:pt x="1157839" y="2354031"/>
                  </a:lnTo>
                  <a:lnTo>
                    <a:pt x="1159740" y="2356642"/>
                  </a:lnTo>
                  <a:lnTo>
                    <a:pt x="1161641" y="2357340"/>
                  </a:lnTo>
                  <a:lnTo>
                    <a:pt x="1163542" y="2345250"/>
                  </a:lnTo>
                  <a:lnTo>
                    <a:pt x="1165444" y="2343612"/>
                  </a:lnTo>
                  <a:lnTo>
                    <a:pt x="1167345" y="2360005"/>
                  </a:lnTo>
                  <a:lnTo>
                    <a:pt x="1169246" y="2366200"/>
                  </a:lnTo>
                  <a:lnTo>
                    <a:pt x="1171147" y="2345733"/>
                  </a:lnTo>
                  <a:lnTo>
                    <a:pt x="1173048" y="2343886"/>
                  </a:lnTo>
                  <a:lnTo>
                    <a:pt x="1174950" y="2345638"/>
                  </a:lnTo>
                  <a:lnTo>
                    <a:pt x="1176851" y="2335026"/>
                  </a:lnTo>
                  <a:lnTo>
                    <a:pt x="1178752" y="2321530"/>
                  </a:lnTo>
                  <a:lnTo>
                    <a:pt x="1180653" y="2309877"/>
                  </a:lnTo>
                  <a:lnTo>
                    <a:pt x="1182554" y="2380835"/>
                  </a:lnTo>
                  <a:lnTo>
                    <a:pt x="1184456" y="2383438"/>
                  </a:lnTo>
                  <a:lnTo>
                    <a:pt x="1186357" y="2402631"/>
                  </a:lnTo>
                  <a:lnTo>
                    <a:pt x="1188258" y="2399231"/>
                  </a:lnTo>
                  <a:lnTo>
                    <a:pt x="1190159" y="2367659"/>
                  </a:lnTo>
                  <a:lnTo>
                    <a:pt x="1192061" y="2316457"/>
                  </a:lnTo>
                  <a:lnTo>
                    <a:pt x="1193962" y="2299800"/>
                  </a:lnTo>
                  <a:lnTo>
                    <a:pt x="1195863" y="2284466"/>
                  </a:lnTo>
                  <a:lnTo>
                    <a:pt x="1197764" y="2271127"/>
                  </a:lnTo>
                  <a:lnTo>
                    <a:pt x="1199665" y="2263627"/>
                  </a:lnTo>
                  <a:lnTo>
                    <a:pt x="1201567" y="2270184"/>
                  </a:lnTo>
                  <a:lnTo>
                    <a:pt x="1203468" y="2246715"/>
                  </a:lnTo>
                  <a:lnTo>
                    <a:pt x="1205369" y="2279790"/>
                  </a:lnTo>
                  <a:lnTo>
                    <a:pt x="1207270" y="2320705"/>
                  </a:lnTo>
                  <a:lnTo>
                    <a:pt x="1209171" y="2299796"/>
                  </a:lnTo>
                  <a:lnTo>
                    <a:pt x="1211073" y="2273612"/>
                  </a:lnTo>
                  <a:lnTo>
                    <a:pt x="1212974" y="2264281"/>
                  </a:lnTo>
                  <a:lnTo>
                    <a:pt x="1214875" y="2284802"/>
                  </a:lnTo>
                  <a:lnTo>
                    <a:pt x="1216776" y="2247090"/>
                  </a:lnTo>
                  <a:lnTo>
                    <a:pt x="1218678" y="2222859"/>
                  </a:lnTo>
                  <a:lnTo>
                    <a:pt x="1220579" y="2259185"/>
                  </a:lnTo>
                  <a:lnTo>
                    <a:pt x="1222480" y="2256084"/>
                  </a:lnTo>
                  <a:lnTo>
                    <a:pt x="1224381" y="2293651"/>
                  </a:lnTo>
                  <a:lnTo>
                    <a:pt x="1226282" y="2303195"/>
                  </a:lnTo>
                  <a:lnTo>
                    <a:pt x="1228184" y="2297955"/>
                  </a:lnTo>
                  <a:lnTo>
                    <a:pt x="1230085" y="2248774"/>
                  </a:lnTo>
                  <a:lnTo>
                    <a:pt x="1231986" y="2288643"/>
                  </a:lnTo>
                  <a:lnTo>
                    <a:pt x="1233887" y="2365693"/>
                  </a:lnTo>
                  <a:lnTo>
                    <a:pt x="1235788" y="2394430"/>
                  </a:lnTo>
                  <a:lnTo>
                    <a:pt x="1237690" y="2382105"/>
                  </a:lnTo>
                  <a:lnTo>
                    <a:pt x="1239591" y="2430738"/>
                  </a:lnTo>
                  <a:lnTo>
                    <a:pt x="1241492" y="2416734"/>
                  </a:lnTo>
                  <a:lnTo>
                    <a:pt x="1243393" y="2426305"/>
                  </a:lnTo>
                  <a:lnTo>
                    <a:pt x="1245295" y="1794648"/>
                  </a:lnTo>
                  <a:lnTo>
                    <a:pt x="1247196" y="1823167"/>
                  </a:lnTo>
                  <a:lnTo>
                    <a:pt x="1249097" y="1805320"/>
                  </a:lnTo>
                  <a:lnTo>
                    <a:pt x="1250998" y="1763561"/>
                  </a:lnTo>
                  <a:lnTo>
                    <a:pt x="1252899" y="1741135"/>
                  </a:lnTo>
                  <a:lnTo>
                    <a:pt x="1254801" y="1709702"/>
                  </a:lnTo>
                  <a:lnTo>
                    <a:pt x="1256702" y="1625365"/>
                  </a:lnTo>
                  <a:lnTo>
                    <a:pt x="1258603" y="1691424"/>
                  </a:lnTo>
                  <a:lnTo>
                    <a:pt x="1260504" y="1626327"/>
                  </a:lnTo>
                  <a:lnTo>
                    <a:pt x="1262405" y="1670694"/>
                  </a:lnTo>
                  <a:lnTo>
                    <a:pt x="1264307" y="1682678"/>
                  </a:lnTo>
                  <a:lnTo>
                    <a:pt x="1266208" y="1739991"/>
                  </a:lnTo>
                  <a:lnTo>
                    <a:pt x="1268109" y="1796448"/>
                  </a:lnTo>
                  <a:lnTo>
                    <a:pt x="1270010" y="1813886"/>
                  </a:lnTo>
                  <a:lnTo>
                    <a:pt x="1271912" y="1816728"/>
                  </a:lnTo>
                  <a:lnTo>
                    <a:pt x="1273813" y="1867011"/>
                  </a:lnTo>
                  <a:lnTo>
                    <a:pt x="1275714" y="1811909"/>
                  </a:lnTo>
                  <a:lnTo>
                    <a:pt x="1277615" y="1826408"/>
                  </a:lnTo>
                  <a:lnTo>
                    <a:pt x="1279516" y="1843135"/>
                  </a:lnTo>
                  <a:lnTo>
                    <a:pt x="1281418" y="1975489"/>
                  </a:lnTo>
                  <a:lnTo>
                    <a:pt x="1283319" y="1993006"/>
                  </a:lnTo>
                  <a:lnTo>
                    <a:pt x="1285220" y="2042137"/>
                  </a:lnTo>
                  <a:lnTo>
                    <a:pt x="1287121" y="2077880"/>
                  </a:lnTo>
                  <a:lnTo>
                    <a:pt x="1289022" y="2059697"/>
                  </a:lnTo>
                  <a:lnTo>
                    <a:pt x="1290924" y="2055948"/>
                  </a:lnTo>
                  <a:lnTo>
                    <a:pt x="1292825" y="2053890"/>
                  </a:lnTo>
                  <a:lnTo>
                    <a:pt x="1294726" y="2068064"/>
                  </a:lnTo>
                  <a:lnTo>
                    <a:pt x="1296627" y="2019061"/>
                  </a:lnTo>
                  <a:lnTo>
                    <a:pt x="1298529" y="2063256"/>
                  </a:lnTo>
                  <a:lnTo>
                    <a:pt x="1300430" y="2123387"/>
                  </a:lnTo>
                  <a:lnTo>
                    <a:pt x="1302331" y="2109743"/>
                  </a:lnTo>
                  <a:lnTo>
                    <a:pt x="1304232" y="2122246"/>
                  </a:lnTo>
                  <a:lnTo>
                    <a:pt x="1306133" y="2175064"/>
                  </a:lnTo>
                  <a:lnTo>
                    <a:pt x="1308035" y="2204998"/>
                  </a:lnTo>
                  <a:lnTo>
                    <a:pt x="1309936" y="2213843"/>
                  </a:lnTo>
                  <a:lnTo>
                    <a:pt x="1311837" y="2255505"/>
                  </a:lnTo>
                  <a:lnTo>
                    <a:pt x="1313738" y="2257615"/>
                  </a:lnTo>
                  <a:lnTo>
                    <a:pt x="1315639" y="2266276"/>
                  </a:lnTo>
                  <a:lnTo>
                    <a:pt x="1317541" y="2234825"/>
                  </a:lnTo>
                  <a:lnTo>
                    <a:pt x="1319442" y="2229397"/>
                  </a:lnTo>
                  <a:lnTo>
                    <a:pt x="1321343" y="2208182"/>
                  </a:lnTo>
                  <a:lnTo>
                    <a:pt x="1323244" y="2166887"/>
                  </a:lnTo>
                  <a:lnTo>
                    <a:pt x="1325146" y="2163638"/>
                  </a:lnTo>
                  <a:lnTo>
                    <a:pt x="1327047" y="2128319"/>
                  </a:lnTo>
                  <a:lnTo>
                    <a:pt x="1328948" y="2085924"/>
                  </a:lnTo>
                  <a:lnTo>
                    <a:pt x="1330849" y="2031307"/>
                  </a:lnTo>
                  <a:lnTo>
                    <a:pt x="1332750" y="1991274"/>
                  </a:lnTo>
                  <a:lnTo>
                    <a:pt x="1334652" y="1966933"/>
                  </a:lnTo>
                  <a:lnTo>
                    <a:pt x="1336553" y="2036717"/>
                  </a:lnTo>
                  <a:lnTo>
                    <a:pt x="1338454" y="2056522"/>
                  </a:lnTo>
                  <a:lnTo>
                    <a:pt x="1340355" y="2104124"/>
                  </a:lnTo>
                  <a:lnTo>
                    <a:pt x="1342256" y="1997025"/>
                  </a:lnTo>
                  <a:lnTo>
                    <a:pt x="1344158" y="2002031"/>
                  </a:lnTo>
                  <a:lnTo>
                    <a:pt x="1346059" y="2022127"/>
                  </a:lnTo>
                  <a:lnTo>
                    <a:pt x="1347960" y="2089980"/>
                  </a:lnTo>
                  <a:lnTo>
                    <a:pt x="1349861" y="2090998"/>
                  </a:lnTo>
                  <a:lnTo>
                    <a:pt x="1351763" y="2128121"/>
                  </a:lnTo>
                  <a:lnTo>
                    <a:pt x="1353664" y="2133069"/>
                  </a:lnTo>
                  <a:lnTo>
                    <a:pt x="1355565" y="2109968"/>
                  </a:lnTo>
                  <a:lnTo>
                    <a:pt x="1357466" y="2082743"/>
                  </a:lnTo>
                  <a:lnTo>
                    <a:pt x="1359367" y="1980588"/>
                  </a:lnTo>
                  <a:lnTo>
                    <a:pt x="1361269" y="1954998"/>
                  </a:lnTo>
                  <a:lnTo>
                    <a:pt x="1363170" y="2010183"/>
                  </a:lnTo>
                  <a:lnTo>
                    <a:pt x="1365071" y="2027197"/>
                  </a:lnTo>
                  <a:lnTo>
                    <a:pt x="1366972" y="2140433"/>
                  </a:lnTo>
                  <a:lnTo>
                    <a:pt x="1368873" y="2097894"/>
                  </a:lnTo>
                  <a:lnTo>
                    <a:pt x="1370775" y="2074927"/>
                  </a:lnTo>
                  <a:lnTo>
                    <a:pt x="1372676" y="2166715"/>
                  </a:lnTo>
                  <a:lnTo>
                    <a:pt x="1374577" y="2127847"/>
                  </a:lnTo>
                  <a:lnTo>
                    <a:pt x="1376478" y="2028890"/>
                  </a:lnTo>
                  <a:lnTo>
                    <a:pt x="1378380" y="1990918"/>
                  </a:lnTo>
                  <a:lnTo>
                    <a:pt x="1380281" y="1987045"/>
                  </a:lnTo>
                  <a:lnTo>
                    <a:pt x="1382182" y="1960509"/>
                  </a:lnTo>
                  <a:lnTo>
                    <a:pt x="1384083" y="1996795"/>
                  </a:lnTo>
                  <a:lnTo>
                    <a:pt x="1385984" y="2065932"/>
                  </a:lnTo>
                  <a:lnTo>
                    <a:pt x="1387886" y="2072507"/>
                  </a:lnTo>
                  <a:lnTo>
                    <a:pt x="1389787" y="2092490"/>
                  </a:lnTo>
                  <a:lnTo>
                    <a:pt x="1391688" y="2150278"/>
                  </a:lnTo>
                  <a:lnTo>
                    <a:pt x="1393589" y="2022627"/>
                  </a:lnTo>
                  <a:lnTo>
                    <a:pt x="1395490" y="2005684"/>
                  </a:lnTo>
                  <a:lnTo>
                    <a:pt x="1397392" y="1980464"/>
                  </a:lnTo>
                  <a:lnTo>
                    <a:pt x="1399293" y="1935645"/>
                  </a:lnTo>
                  <a:lnTo>
                    <a:pt x="1401194" y="1986742"/>
                  </a:lnTo>
                  <a:lnTo>
                    <a:pt x="1403095" y="1989724"/>
                  </a:lnTo>
                  <a:lnTo>
                    <a:pt x="1404997" y="2024798"/>
                  </a:lnTo>
                  <a:lnTo>
                    <a:pt x="1406898" y="2077017"/>
                  </a:lnTo>
                  <a:lnTo>
                    <a:pt x="1408799" y="2025850"/>
                  </a:lnTo>
                  <a:lnTo>
                    <a:pt x="1410700" y="2031482"/>
                  </a:lnTo>
                  <a:lnTo>
                    <a:pt x="1412601" y="1973471"/>
                  </a:lnTo>
                  <a:lnTo>
                    <a:pt x="1414503" y="1802205"/>
                  </a:lnTo>
                  <a:lnTo>
                    <a:pt x="1416404" y="1765721"/>
                  </a:lnTo>
                  <a:lnTo>
                    <a:pt x="1418305" y="1543826"/>
                  </a:lnTo>
                  <a:lnTo>
                    <a:pt x="1420206" y="1382711"/>
                  </a:lnTo>
                  <a:lnTo>
                    <a:pt x="1422107" y="1428885"/>
                  </a:lnTo>
                  <a:lnTo>
                    <a:pt x="1424009" y="1284484"/>
                  </a:lnTo>
                  <a:lnTo>
                    <a:pt x="1425910" y="1175509"/>
                  </a:lnTo>
                  <a:lnTo>
                    <a:pt x="1427811" y="1059919"/>
                  </a:lnTo>
                  <a:lnTo>
                    <a:pt x="1429712" y="946211"/>
                  </a:lnTo>
                  <a:lnTo>
                    <a:pt x="1431614" y="953970"/>
                  </a:lnTo>
                  <a:lnTo>
                    <a:pt x="1433515" y="831210"/>
                  </a:lnTo>
                  <a:lnTo>
                    <a:pt x="1435416" y="939921"/>
                  </a:lnTo>
                  <a:lnTo>
                    <a:pt x="1437317" y="941278"/>
                  </a:lnTo>
                  <a:lnTo>
                    <a:pt x="1439218" y="928576"/>
                  </a:lnTo>
                  <a:lnTo>
                    <a:pt x="1441120" y="1062795"/>
                  </a:lnTo>
                  <a:lnTo>
                    <a:pt x="1443021" y="1123967"/>
                  </a:lnTo>
                  <a:lnTo>
                    <a:pt x="1444922" y="1178473"/>
                  </a:lnTo>
                  <a:lnTo>
                    <a:pt x="1446823" y="1183659"/>
                  </a:lnTo>
                  <a:lnTo>
                    <a:pt x="1448724" y="1228330"/>
                  </a:lnTo>
                  <a:lnTo>
                    <a:pt x="1450626" y="1218629"/>
                  </a:lnTo>
                  <a:lnTo>
                    <a:pt x="1452527" y="1208372"/>
                  </a:lnTo>
                  <a:lnTo>
                    <a:pt x="1454428" y="1198534"/>
                  </a:lnTo>
                  <a:lnTo>
                    <a:pt x="1456329" y="1190966"/>
                  </a:lnTo>
                  <a:lnTo>
                    <a:pt x="1458230" y="1183558"/>
                  </a:lnTo>
                  <a:lnTo>
                    <a:pt x="1460132" y="1161153"/>
                  </a:lnTo>
                  <a:lnTo>
                    <a:pt x="1462033" y="1193687"/>
                  </a:lnTo>
                  <a:lnTo>
                    <a:pt x="1463934" y="1118999"/>
                  </a:lnTo>
                  <a:lnTo>
                    <a:pt x="1465835" y="1191206"/>
                  </a:lnTo>
                  <a:lnTo>
                    <a:pt x="1467737" y="1196127"/>
                  </a:lnTo>
                  <a:lnTo>
                    <a:pt x="1469638" y="1208075"/>
                  </a:lnTo>
                  <a:lnTo>
                    <a:pt x="1471539" y="1286675"/>
                  </a:lnTo>
                  <a:lnTo>
                    <a:pt x="1473440" y="1279079"/>
                  </a:lnTo>
                  <a:lnTo>
                    <a:pt x="1475341" y="1363490"/>
                  </a:lnTo>
                  <a:lnTo>
                    <a:pt x="1477243" y="1441135"/>
                  </a:lnTo>
                  <a:lnTo>
                    <a:pt x="1479144" y="1539005"/>
                  </a:lnTo>
                  <a:lnTo>
                    <a:pt x="1481045" y="1673736"/>
                  </a:lnTo>
                  <a:lnTo>
                    <a:pt x="1482946" y="1793370"/>
                  </a:lnTo>
                  <a:lnTo>
                    <a:pt x="1484847" y="1804723"/>
                  </a:lnTo>
                  <a:lnTo>
                    <a:pt x="1486749" y="1850923"/>
                  </a:lnTo>
                  <a:lnTo>
                    <a:pt x="1488650" y="1892291"/>
                  </a:lnTo>
                  <a:lnTo>
                    <a:pt x="1490551" y="1922812"/>
                  </a:lnTo>
                  <a:lnTo>
                    <a:pt x="1492452" y="1969058"/>
                  </a:lnTo>
                  <a:lnTo>
                    <a:pt x="1494354" y="1837391"/>
                  </a:lnTo>
                  <a:lnTo>
                    <a:pt x="1496255" y="1841075"/>
                  </a:lnTo>
                  <a:lnTo>
                    <a:pt x="1498156" y="1791075"/>
                  </a:lnTo>
                  <a:lnTo>
                    <a:pt x="1500057" y="1741905"/>
                  </a:lnTo>
                  <a:lnTo>
                    <a:pt x="1501958" y="1700284"/>
                  </a:lnTo>
                  <a:lnTo>
                    <a:pt x="1503860" y="1666917"/>
                  </a:lnTo>
                  <a:lnTo>
                    <a:pt x="1505761" y="1701530"/>
                  </a:lnTo>
                  <a:lnTo>
                    <a:pt x="1507662" y="1818325"/>
                  </a:lnTo>
                  <a:lnTo>
                    <a:pt x="1509563" y="1908771"/>
                  </a:lnTo>
                  <a:lnTo>
                    <a:pt x="1511464" y="2001035"/>
                  </a:lnTo>
                  <a:lnTo>
                    <a:pt x="1513366" y="2018454"/>
                  </a:lnTo>
                  <a:lnTo>
                    <a:pt x="1515267" y="2039057"/>
                  </a:lnTo>
                  <a:lnTo>
                    <a:pt x="1517168" y="2016453"/>
                  </a:lnTo>
                  <a:lnTo>
                    <a:pt x="1519069" y="2025851"/>
                  </a:lnTo>
                  <a:lnTo>
                    <a:pt x="1520971" y="2099858"/>
                  </a:lnTo>
                  <a:lnTo>
                    <a:pt x="1522872" y="2100722"/>
                  </a:lnTo>
                  <a:lnTo>
                    <a:pt x="1524773" y="2112799"/>
                  </a:lnTo>
                  <a:lnTo>
                    <a:pt x="1526674" y="2105815"/>
                  </a:lnTo>
                  <a:lnTo>
                    <a:pt x="1528575" y="2094833"/>
                  </a:lnTo>
                  <a:lnTo>
                    <a:pt x="1530477" y="2083774"/>
                  </a:lnTo>
                  <a:lnTo>
                    <a:pt x="1532378" y="2104783"/>
                  </a:lnTo>
                  <a:lnTo>
                    <a:pt x="1534279" y="2083460"/>
                  </a:lnTo>
                  <a:lnTo>
                    <a:pt x="1536180" y="2137094"/>
                  </a:lnTo>
                  <a:lnTo>
                    <a:pt x="1538081" y="2171819"/>
                  </a:lnTo>
                  <a:lnTo>
                    <a:pt x="1539983" y="2180793"/>
                  </a:lnTo>
                  <a:lnTo>
                    <a:pt x="1541884" y="2064028"/>
                  </a:lnTo>
                  <a:lnTo>
                    <a:pt x="1543785" y="2034744"/>
                  </a:lnTo>
                  <a:lnTo>
                    <a:pt x="1545686" y="2014998"/>
                  </a:lnTo>
                  <a:lnTo>
                    <a:pt x="1547588" y="2052607"/>
                  </a:lnTo>
                  <a:lnTo>
                    <a:pt x="1549489" y="2081734"/>
                  </a:lnTo>
                  <a:lnTo>
                    <a:pt x="1551390" y="2207672"/>
                  </a:lnTo>
                  <a:lnTo>
                    <a:pt x="1553291" y="2192987"/>
                  </a:lnTo>
                  <a:lnTo>
                    <a:pt x="1555192" y="2158713"/>
                  </a:lnTo>
                  <a:lnTo>
                    <a:pt x="1557094" y="2019812"/>
                  </a:lnTo>
                  <a:lnTo>
                    <a:pt x="1558995" y="1899551"/>
                  </a:lnTo>
                  <a:lnTo>
                    <a:pt x="1560896" y="1854387"/>
                  </a:lnTo>
                  <a:lnTo>
                    <a:pt x="1562797" y="1793390"/>
                  </a:lnTo>
                  <a:lnTo>
                    <a:pt x="1564698" y="1764721"/>
                  </a:lnTo>
                  <a:lnTo>
                    <a:pt x="1566600" y="1854422"/>
                  </a:lnTo>
                  <a:lnTo>
                    <a:pt x="1568501" y="1905180"/>
                  </a:lnTo>
                  <a:lnTo>
                    <a:pt x="1570402" y="1979868"/>
                  </a:lnTo>
                  <a:lnTo>
                    <a:pt x="1572303" y="1988414"/>
                  </a:lnTo>
                  <a:lnTo>
                    <a:pt x="1574205" y="1997406"/>
                  </a:lnTo>
                  <a:lnTo>
                    <a:pt x="1576106" y="2012026"/>
                  </a:lnTo>
                  <a:lnTo>
                    <a:pt x="1578007" y="2100720"/>
                  </a:lnTo>
                  <a:lnTo>
                    <a:pt x="1579908" y="2192068"/>
                  </a:lnTo>
                  <a:lnTo>
                    <a:pt x="1581809" y="2095628"/>
                  </a:lnTo>
                  <a:lnTo>
                    <a:pt x="1583711" y="2032176"/>
                  </a:lnTo>
                  <a:lnTo>
                    <a:pt x="1585612" y="2020097"/>
                  </a:lnTo>
                  <a:lnTo>
                    <a:pt x="1587513" y="2015146"/>
                  </a:lnTo>
                  <a:lnTo>
                    <a:pt x="1589414" y="1981466"/>
                  </a:lnTo>
                  <a:lnTo>
                    <a:pt x="1591315" y="1964053"/>
                  </a:lnTo>
                  <a:lnTo>
                    <a:pt x="1593217" y="1945894"/>
                  </a:lnTo>
                  <a:lnTo>
                    <a:pt x="1595118" y="1998098"/>
                  </a:lnTo>
                  <a:lnTo>
                    <a:pt x="1597019" y="1999941"/>
                  </a:lnTo>
                  <a:lnTo>
                    <a:pt x="1598920" y="1979598"/>
                  </a:lnTo>
                  <a:lnTo>
                    <a:pt x="1600822" y="2024822"/>
                  </a:lnTo>
                  <a:lnTo>
                    <a:pt x="1602723" y="2043290"/>
                  </a:lnTo>
                  <a:lnTo>
                    <a:pt x="1604624" y="2076338"/>
                  </a:lnTo>
                  <a:lnTo>
                    <a:pt x="1606525" y="2085911"/>
                  </a:lnTo>
                  <a:lnTo>
                    <a:pt x="1608426" y="2086764"/>
                  </a:lnTo>
                  <a:lnTo>
                    <a:pt x="1610328" y="2040992"/>
                  </a:lnTo>
                  <a:lnTo>
                    <a:pt x="1612229" y="2077384"/>
                  </a:lnTo>
                  <a:lnTo>
                    <a:pt x="1614130" y="2066217"/>
                  </a:lnTo>
                  <a:lnTo>
                    <a:pt x="1616031" y="2066466"/>
                  </a:lnTo>
                  <a:lnTo>
                    <a:pt x="1617932" y="2079038"/>
                  </a:lnTo>
                  <a:lnTo>
                    <a:pt x="1619834" y="2079279"/>
                  </a:lnTo>
                  <a:lnTo>
                    <a:pt x="1621735" y="2086160"/>
                  </a:lnTo>
                  <a:lnTo>
                    <a:pt x="1623636" y="2051290"/>
                  </a:lnTo>
                  <a:lnTo>
                    <a:pt x="1625537" y="2070736"/>
                  </a:lnTo>
                  <a:lnTo>
                    <a:pt x="1627439" y="2172837"/>
                  </a:lnTo>
                  <a:lnTo>
                    <a:pt x="1629340" y="2167933"/>
                  </a:lnTo>
                  <a:lnTo>
                    <a:pt x="1631241" y="2191333"/>
                  </a:lnTo>
                  <a:lnTo>
                    <a:pt x="1633142" y="2220360"/>
                  </a:lnTo>
                  <a:lnTo>
                    <a:pt x="1635043" y="2261892"/>
                  </a:lnTo>
                  <a:lnTo>
                    <a:pt x="1636945" y="2323568"/>
                  </a:lnTo>
                  <a:lnTo>
                    <a:pt x="1638846" y="2223429"/>
                  </a:lnTo>
                  <a:lnTo>
                    <a:pt x="1640747" y="2169799"/>
                  </a:lnTo>
                  <a:lnTo>
                    <a:pt x="1642648" y="2125918"/>
                  </a:lnTo>
                  <a:lnTo>
                    <a:pt x="1644549" y="2099023"/>
                  </a:lnTo>
                  <a:lnTo>
                    <a:pt x="1646451" y="2151018"/>
                  </a:lnTo>
                  <a:lnTo>
                    <a:pt x="1648352" y="2164295"/>
                  </a:lnTo>
                  <a:lnTo>
                    <a:pt x="1650253" y="2227957"/>
                  </a:lnTo>
                  <a:lnTo>
                    <a:pt x="1652154" y="2264890"/>
                  </a:lnTo>
                  <a:lnTo>
                    <a:pt x="1654056" y="2296897"/>
                  </a:lnTo>
                  <a:lnTo>
                    <a:pt x="1655957" y="2293309"/>
                  </a:lnTo>
                  <a:lnTo>
                    <a:pt x="1657858" y="2331630"/>
                  </a:lnTo>
                  <a:lnTo>
                    <a:pt x="1659759" y="2312244"/>
                  </a:lnTo>
                  <a:lnTo>
                    <a:pt x="1661660" y="2209263"/>
                  </a:lnTo>
                  <a:lnTo>
                    <a:pt x="1663562" y="2140931"/>
                  </a:lnTo>
                  <a:lnTo>
                    <a:pt x="1665463" y="2043397"/>
                  </a:lnTo>
                  <a:lnTo>
                    <a:pt x="1667364" y="2113858"/>
                  </a:lnTo>
                  <a:lnTo>
                    <a:pt x="1669265" y="2121214"/>
                  </a:lnTo>
                  <a:lnTo>
                    <a:pt x="1671166" y="2105737"/>
                  </a:lnTo>
                  <a:lnTo>
                    <a:pt x="1673068" y="2203199"/>
                  </a:lnTo>
                  <a:lnTo>
                    <a:pt x="1674969" y="2200476"/>
                  </a:lnTo>
                  <a:lnTo>
                    <a:pt x="1676870" y="2258085"/>
                  </a:lnTo>
                  <a:lnTo>
                    <a:pt x="1678771" y="2280583"/>
                  </a:lnTo>
                  <a:lnTo>
                    <a:pt x="1680673" y="2255004"/>
                  </a:lnTo>
                  <a:lnTo>
                    <a:pt x="1682574" y="2231579"/>
                  </a:lnTo>
                  <a:lnTo>
                    <a:pt x="1684475" y="2194264"/>
                  </a:lnTo>
                  <a:lnTo>
                    <a:pt x="1686376" y="2213972"/>
                  </a:lnTo>
                  <a:lnTo>
                    <a:pt x="1688277" y="2266178"/>
                  </a:lnTo>
                  <a:lnTo>
                    <a:pt x="1690179" y="2327036"/>
                  </a:lnTo>
                  <a:lnTo>
                    <a:pt x="1692080" y="2325218"/>
                  </a:lnTo>
                  <a:lnTo>
                    <a:pt x="1693981" y="2283691"/>
                  </a:lnTo>
                  <a:lnTo>
                    <a:pt x="1695882" y="2241208"/>
                  </a:lnTo>
                  <a:lnTo>
                    <a:pt x="1697783" y="2222352"/>
                  </a:lnTo>
                  <a:lnTo>
                    <a:pt x="1699685" y="2216896"/>
                  </a:lnTo>
                  <a:lnTo>
                    <a:pt x="1701586" y="2218868"/>
                  </a:lnTo>
                  <a:lnTo>
                    <a:pt x="1703487" y="2203573"/>
                  </a:lnTo>
                  <a:lnTo>
                    <a:pt x="1705388" y="2234114"/>
                  </a:lnTo>
                  <a:lnTo>
                    <a:pt x="1707290" y="2223171"/>
                  </a:lnTo>
                  <a:lnTo>
                    <a:pt x="1709191" y="2202213"/>
                  </a:lnTo>
                  <a:lnTo>
                    <a:pt x="1711092" y="2193722"/>
                  </a:lnTo>
                  <a:lnTo>
                    <a:pt x="1712993" y="2262742"/>
                  </a:lnTo>
                  <a:lnTo>
                    <a:pt x="1714894" y="2263251"/>
                  </a:lnTo>
                  <a:lnTo>
                    <a:pt x="1716796" y="2207807"/>
                  </a:lnTo>
                  <a:lnTo>
                    <a:pt x="1718697" y="2132126"/>
                  </a:lnTo>
                  <a:lnTo>
                    <a:pt x="1720598" y="2131500"/>
                  </a:lnTo>
                  <a:lnTo>
                    <a:pt x="1722499" y="2034007"/>
                  </a:lnTo>
                  <a:lnTo>
                    <a:pt x="1724400" y="2018568"/>
                  </a:lnTo>
                  <a:lnTo>
                    <a:pt x="1726302" y="2022545"/>
                  </a:lnTo>
                  <a:lnTo>
                    <a:pt x="1728203" y="2021093"/>
                  </a:lnTo>
                  <a:lnTo>
                    <a:pt x="1730104" y="1996232"/>
                  </a:lnTo>
                  <a:lnTo>
                    <a:pt x="1732005" y="2035730"/>
                  </a:lnTo>
                  <a:lnTo>
                    <a:pt x="1733907" y="2063814"/>
                  </a:lnTo>
                  <a:lnTo>
                    <a:pt x="1735808" y="2159896"/>
                  </a:lnTo>
                  <a:lnTo>
                    <a:pt x="1737709" y="2136060"/>
                  </a:lnTo>
                  <a:lnTo>
                    <a:pt x="1739610" y="2098243"/>
                  </a:lnTo>
                  <a:lnTo>
                    <a:pt x="1741511" y="2097443"/>
                  </a:lnTo>
                  <a:lnTo>
                    <a:pt x="1743413" y="2108595"/>
                  </a:lnTo>
                  <a:lnTo>
                    <a:pt x="1745314" y="2164167"/>
                  </a:lnTo>
                  <a:lnTo>
                    <a:pt x="1747215" y="2154247"/>
                  </a:lnTo>
                  <a:lnTo>
                    <a:pt x="1749116" y="2099015"/>
                  </a:lnTo>
                  <a:lnTo>
                    <a:pt x="1751017" y="2109157"/>
                  </a:lnTo>
                  <a:lnTo>
                    <a:pt x="1752919" y="2127320"/>
                  </a:lnTo>
                  <a:lnTo>
                    <a:pt x="1754820" y="2089649"/>
                  </a:lnTo>
                  <a:lnTo>
                    <a:pt x="1756721" y="2156249"/>
                  </a:lnTo>
                  <a:lnTo>
                    <a:pt x="1758622" y="2228628"/>
                  </a:lnTo>
                  <a:lnTo>
                    <a:pt x="1760523" y="2229466"/>
                  </a:lnTo>
                  <a:lnTo>
                    <a:pt x="1762425" y="2213533"/>
                  </a:lnTo>
                  <a:lnTo>
                    <a:pt x="1764326" y="2221229"/>
                  </a:lnTo>
                  <a:lnTo>
                    <a:pt x="1766227" y="2212229"/>
                  </a:lnTo>
                  <a:lnTo>
                    <a:pt x="1768128" y="2227408"/>
                  </a:lnTo>
                  <a:lnTo>
                    <a:pt x="1770030" y="2209149"/>
                  </a:lnTo>
                  <a:lnTo>
                    <a:pt x="1771931" y="2193911"/>
                  </a:lnTo>
                  <a:lnTo>
                    <a:pt x="1773832" y="2233610"/>
                  </a:lnTo>
                  <a:lnTo>
                    <a:pt x="1775733" y="2203514"/>
                  </a:lnTo>
                  <a:lnTo>
                    <a:pt x="1777634" y="2156625"/>
                  </a:lnTo>
                  <a:lnTo>
                    <a:pt x="1779536" y="2123662"/>
                  </a:lnTo>
                  <a:lnTo>
                    <a:pt x="1781437" y="2003625"/>
                  </a:lnTo>
                  <a:lnTo>
                    <a:pt x="1783338" y="1993763"/>
                  </a:lnTo>
                  <a:lnTo>
                    <a:pt x="1785239" y="1975979"/>
                  </a:lnTo>
                  <a:lnTo>
                    <a:pt x="1787140" y="2040342"/>
                  </a:lnTo>
                  <a:lnTo>
                    <a:pt x="1789042" y="2049270"/>
                  </a:lnTo>
                  <a:lnTo>
                    <a:pt x="1790943" y="2065899"/>
                  </a:lnTo>
                  <a:lnTo>
                    <a:pt x="1792844" y="1943302"/>
                  </a:lnTo>
                  <a:lnTo>
                    <a:pt x="1794745" y="1827185"/>
                  </a:lnTo>
                  <a:lnTo>
                    <a:pt x="1796647" y="1916403"/>
                  </a:lnTo>
                  <a:lnTo>
                    <a:pt x="1798548" y="1942360"/>
                  </a:lnTo>
                  <a:lnTo>
                    <a:pt x="1800449" y="1937810"/>
                  </a:lnTo>
                  <a:lnTo>
                    <a:pt x="1802350" y="1938577"/>
                  </a:lnTo>
                  <a:lnTo>
                    <a:pt x="1804251" y="1788811"/>
                  </a:lnTo>
                  <a:lnTo>
                    <a:pt x="1806153" y="1773813"/>
                  </a:lnTo>
                  <a:lnTo>
                    <a:pt x="1808054" y="1667148"/>
                  </a:lnTo>
                  <a:lnTo>
                    <a:pt x="1809955" y="1657072"/>
                  </a:lnTo>
                  <a:lnTo>
                    <a:pt x="1811856" y="1656313"/>
                  </a:lnTo>
                  <a:lnTo>
                    <a:pt x="1813757" y="1627115"/>
                  </a:lnTo>
                  <a:lnTo>
                    <a:pt x="1815659" y="1619125"/>
                  </a:lnTo>
                  <a:lnTo>
                    <a:pt x="1817560" y="1603885"/>
                  </a:lnTo>
                  <a:lnTo>
                    <a:pt x="1819461" y="1629045"/>
                  </a:lnTo>
                  <a:lnTo>
                    <a:pt x="1821362" y="1700858"/>
                  </a:lnTo>
                  <a:lnTo>
                    <a:pt x="1823264" y="1594593"/>
                  </a:lnTo>
                  <a:lnTo>
                    <a:pt x="1825165" y="1533165"/>
                  </a:lnTo>
                  <a:lnTo>
                    <a:pt x="1827066" y="1441299"/>
                  </a:lnTo>
                  <a:lnTo>
                    <a:pt x="1828967" y="1428242"/>
                  </a:lnTo>
                  <a:lnTo>
                    <a:pt x="1830868" y="1383150"/>
                  </a:lnTo>
                  <a:lnTo>
                    <a:pt x="1832770" y="1350113"/>
                  </a:lnTo>
                  <a:lnTo>
                    <a:pt x="1834671" y="1355140"/>
                  </a:lnTo>
                  <a:lnTo>
                    <a:pt x="1836572" y="1348927"/>
                  </a:lnTo>
                  <a:lnTo>
                    <a:pt x="1838473" y="1240559"/>
                  </a:lnTo>
                  <a:lnTo>
                    <a:pt x="1840374" y="1189990"/>
                  </a:lnTo>
                  <a:lnTo>
                    <a:pt x="1842276" y="1134600"/>
                  </a:lnTo>
                  <a:lnTo>
                    <a:pt x="1844177" y="1141122"/>
                  </a:lnTo>
                  <a:lnTo>
                    <a:pt x="1846078" y="1017877"/>
                  </a:lnTo>
                  <a:lnTo>
                    <a:pt x="1847979" y="1076571"/>
                  </a:lnTo>
                  <a:lnTo>
                    <a:pt x="1849881" y="1063299"/>
                  </a:lnTo>
                  <a:lnTo>
                    <a:pt x="1851782" y="1064253"/>
                  </a:lnTo>
                  <a:lnTo>
                    <a:pt x="1853683" y="997020"/>
                  </a:lnTo>
                  <a:lnTo>
                    <a:pt x="1855584" y="945769"/>
                  </a:lnTo>
                  <a:lnTo>
                    <a:pt x="1857485" y="1045040"/>
                  </a:lnTo>
                  <a:lnTo>
                    <a:pt x="1859387" y="1018059"/>
                  </a:lnTo>
                  <a:lnTo>
                    <a:pt x="1861288" y="1016065"/>
                  </a:lnTo>
                  <a:lnTo>
                    <a:pt x="1863189" y="983124"/>
                  </a:lnTo>
                  <a:lnTo>
                    <a:pt x="1865090" y="969979"/>
                  </a:lnTo>
                  <a:lnTo>
                    <a:pt x="1866991" y="1201055"/>
                  </a:lnTo>
                  <a:lnTo>
                    <a:pt x="1868893" y="1182757"/>
                  </a:lnTo>
                  <a:lnTo>
                    <a:pt x="1870794" y="1185445"/>
                  </a:lnTo>
                  <a:lnTo>
                    <a:pt x="1872695" y="1166304"/>
                  </a:lnTo>
                  <a:lnTo>
                    <a:pt x="1874596" y="1183229"/>
                  </a:lnTo>
                  <a:lnTo>
                    <a:pt x="1876498" y="1167964"/>
                  </a:lnTo>
                  <a:lnTo>
                    <a:pt x="1878399" y="1179801"/>
                  </a:lnTo>
                  <a:lnTo>
                    <a:pt x="1880300" y="1197030"/>
                  </a:lnTo>
                  <a:lnTo>
                    <a:pt x="1882201" y="1177652"/>
                  </a:lnTo>
                  <a:lnTo>
                    <a:pt x="1884102" y="1163230"/>
                  </a:lnTo>
                  <a:lnTo>
                    <a:pt x="1886004" y="1246822"/>
                  </a:lnTo>
                  <a:lnTo>
                    <a:pt x="1887905" y="1246194"/>
                  </a:lnTo>
                  <a:lnTo>
                    <a:pt x="1889806" y="1223317"/>
                  </a:lnTo>
                  <a:lnTo>
                    <a:pt x="1891707" y="1376614"/>
                  </a:lnTo>
                  <a:lnTo>
                    <a:pt x="1893608" y="1356607"/>
                  </a:lnTo>
                  <a:lnTo>
                    <a:pt x="1895510" y="1424989"/>
                  </a:lnTo>
                  <a:lnTo>
                    <a:pt x="1897411" y="1320943"/>
                  </a:lnTo>
                  <a:lnTo>
                    <a:pt x="1899312" y="1382723"/>
                  </a:lnTo>
                  <a:lnTo>
                    <a:pt x="1901213" y="1447634"/>
                  </a:lnTo>
                  <a:lnTo>
                    <a:pt x="1903115" y="1443688"/>
                  </a:lnTo>
                  <a:lnTo>
                    <a:pt x="1905016" y="1357537"/>
                  </a:lnTo>
                  <a:lnTo>
                    <a:pt x="1906917" y="1283181"/>
                  </a:lnTo>
                  <a:lnTo>
                    <a:pt x="1908818" y="1269286"/>
                  </a:lnTo>
                  <a:lnTo>
                    <a:pt x="1910719" y="1314393"/>
                  </a:lnTo>
                  <a:lnTo>
                    <a:pt x="1912621" y="1253377"/>
                  </a:lnTo>
                  <a:lnTo>
                    <a:pt x="1914522" y="1151786"/>
                  </a:lnTo>
                  <a:lnTo>
                    <a:pt x="1916423" y="1214837"/>
                  </a:lnTo>
                  <a:lnTo>
                    <a:pt x="1918324" y="1172504"/>
                  </a:lnTo>
                  <a:lnTo>
                    <a:pt x="1920225" y="1184405"/>
                  </a:lnTo>
                  <a:lnTo>
                    <a:pt x="1922127" y="1170009"/>
                  </a:lnTo>
                  <a:lnTo>
                    <a:pt x="1924028" y="1185845"/>
                  </a:lnTo>
                  <a:lnTo>
                    <a:pt x="1925929" y="1129338"/>
                  </a:lnTo>
                  <a:lnTo>
                    <a:pt x="1927830" y="1050800"/>
                  </a:lnTo>
                  <a:lnTo>
                    <a:pt x="1929732" y="971639"/>
                  </a:lnTo>
                  <a:lnTo>
                    <a:pt x="1931633" y="974360"/>
                  </a:lnTo>
                  <a:lnTo>
                    <a:pt x="1933534" y="948947"/>
                  </a:lnTo>
                  <a:lnTo>
                    <a:pt x="1935435" y="944440"/>
                  </a:lnTo>
                  <a:lnTo>
                    <a:pt x="1937336" y="934427"/>
                  </a:lnTo>
                  <a:lnTo>
                    <a:pt x="1939238" y="923089"/>
                  </a:lnTo>
                  <a:lnTo>
                    <a:pt x="1941139" y="951757"/>
                  </a:lnTo>
                  <a:lnTo>
                    <a:pt x="1943040" y="867061"/>
                  </a:lnTo>
                  <a:lnTo>
                    <a:pt x="1944941" y="815986"/>
                  </a:lnTo>
                  <a:lnTo>
                    <a:pt x="1946842" y="749836"/>
                  </a:lnTo>
                  <a:lnTo>
                    <a:pt x="1948744" y="769897"/>
                  </a:lnTo>
                  <a:lnTo>
                    <a:pt x="1950645" y="808636"/>
                  </a:lnTo>
                  <a:lnTo>
                    <a:pt x="1952546" y="856719"/>
                  </a:lnTo>
                  <a:lnTo>
                    <a:pt x="1954447" y="887134"/>
                  </a:lnTo>
                  <a:lnTo>
                    <a:pt x="1956349" y="992023"/>
                  </a:lnTo>
                  <a:lnTo>
                    <a:pt x="1958250" y="965197"/>
                  </a:lnTo>
                  <a:lnTo>
                    <a:pt x="1960151" y="971566"/>
                  </a:lnTo>
                  <a:lnTo>
                    <a:pt x="1962052" y="1045041"/>
                  </a:lnTo>
                  <a:lnTo>
                    <a:pt x="1963953" y="1023310"/>
                  </a:lnTo>
                  <a:lnTo>
                    <a:pt x="1965855" y="987495"/>
                  </a:lnTo>
                  <a:lnTo>
                    <a:pt x="1967756" y="911728"/>
                  </a:lnTo>
                  <a:lnTo>
                    <a:pt x="1969657" y="858067"/>
                  </a:lnTo>
                  <a:lnTo>
                    <a:pt x="1971558" y="869392"/>
                  </a:lnTo>
                  <a:lnTo>
                    <a:pt x="1973459" y="802835"/>
                  </a:lnTo>
                  <a:lnTo>
                    <a:pt x="1975361" y="761727"/>
                  </a:lnTo>
                  <a:lnTo>
                    <a:pt x="1977262" y="761596"/>
                  </a:lnTo>
                  <a:lnTo>
                    <a:pt x="1979163" y="784951"/>
                  </a:lnTo>
                  <a:lnTo>
                    <a:pt x="1981064" y="879894"/>
                  </a:lnTo>
                  <a:lnTo>
                    <a:pt x="1982966" y="858724"/>
                  </a:lnTo>
                  <a:lnTo>
                    <a:pt x="1984867" y="889337"/>
                  </a:lnTo>
                  <a:lnTo>
                    <a:pt x="1986768" y="944510"/>
                  </a:lnTo>
                  <a:lnTo>
                    <a:pt x="1988669" y="998825"/>
                  </a:lnTo>
                  <a:lnTo>
                    <a:pt x="1990570" y="1039695"/>
                  </a:lnTo>
                  <a:lnTo>
                    <a:pt x="1992472" y="1119318"/>
                  </a:lnTo>
                  <a:lnTo>
                    <a:pt x="1994373" y="1197116"/>
                  </a:lnTo>
                  <a:lnTo>
                    <a:pt x="1996274" y="1248192"/>
                  </a:lnTo>
                  <a:lnTo>
                    <a:pt x="1998175" y="1511513"/>
                  </a:lnTo>
                  <a:lnTo>
                    <a:pt x="2000076" y="1581347"/>
                  </a:lnTo>
                  <a:lnTo>
                    <a:pt x="2001978" y="1615924"/>
                  </a:lnTo>
                  <a:lnTo>
                    <a:pt x="2003879" y="1750162"/>
                  </a:lnTo>
                  <a:lnTo>
                    <a:pt x="2005780" y="1724955"/>
                  </a:lnTo>
                  <a:lnTo>
                    <a:pt x="2007681" y="1612560"/>
                  </a:lnTo>
                  <a:lnTo>
                    <a:pt x="2009583" y="1488170"/>
                  </a:lnTo>
                  <a:lnTo>
                    <a:pt x="2011484" y="1565191"/>
                  </a:lnTo>
                  <a:lnTo>
                    <a:pt x="2013385" y="1570506"/>
                  </a:lnTo>
                  <a:lnTo>
                    <a:pt x="2015286" y="1606756"/>
                  </a:lnTo>
                  <a:lnTo>
                    <a:pt x="2017187" y="1573645"/>
                  </a:lnTo>
                  <a:lnTo>
                    <a:pt x="2019089" y="1518760"/>
                  </a:lnTo>
                  <a:lnTo>
                    <a:pt x="2020990" y="1612233"/>
                  </a:lnTo>
                  <a:lnTo>
                    <a:pt x="2022891" y="1576215"/>
                  </a:lnTo>
                  <a:lnTo>
                    <a:pt x="2024792" y="1652133"/>
                  </a:lnTo>
                  <a:lnTo>
                    <a:pt x="2026693" y="1671418"/>
                  </a:lnTo>
                  <a:lnTo>
                    <a:pt x="2028595" y="1616110"/>
                  </a:lnTo>
                  <a:lnTo>
                    <a:pt x="2030496" y="1578555"/>
                  </a:lnTo>
                  <a:lnTo>
                    <a:pt x="2032397" y="1417124"/>
                  </a:lnTo>
                  <a:lnTo>
                    <a:pt x="2034298" y="1442397"/>
                  </a:lnTo>
                  <a:lnTo>
                    <a:pt x="2036199" y="1465365"/>
                  </a:lnTo>
                  <a:lnTo>
                    <a:pt x="2038101" y="1401118"/>
                  </a:lnTo>
                  <a:lnTo>
                    <a:pt x="2040002" y="1493401"/>
                  </a:lnTo>
                  <a:lnTo>
                    <a:pt x="2041903" y="1474941"/>
                  </a:lnTo>
                  <a:lnTo>
                    <a:pt x="2043804" y="1502417"/>
                  </a:lnTo>
                  <a:lnTo>
                    <a:pt x="2045706" y="1504446"/>
                  </a:lnTo>
                  <a:lnTo>
                    <a:pt x="2047607" y="1527307"/>
                  </a:lnTo>
                  <a:lnTo>
                    <a:pt x="2049508" y="1674582"/>
                  </a:lnTo>
                  <a:lnTo>
                    <a:pt x="2051409" y="1801027"/>
                  </a:lnTo>
                  <a:lnTo>
                    <a:pt x="2053310" y="1926528"/>
                  </a:lnTo>
                  <a:lnTo>
                    <a:pt x="2055212" y="2015350"/>
                  </a:lnTo>
                  <a:lnTo>
                    <a:pt x="2057113" y="2020562"/>
                  </a:lnTo>
                  <a:lnTo>
                    <a:pt x="2059014" y="2125718"/>
                  </a:lnTo>
                  <a:lnTo>
                    <a:pt x="2060915" y="2156989"/>
                  </a:lnTo>
                  <a:lnTo>
                    <a:pt x="2062816" y="2181695"/>
                  </a:lnTo>
                  <a:lnTo>
                    <a:pt x="2064718" y="2150957"/>
                  </a:lnTo>
                  <a:lnTo>
                    <a:pt x="2066619" y="2120646"/>
                  </a:lnTo>
                  <a:lnTo>
                    <a:pt x="2068520" y="2035088"/>
                  </a:lnTo>
                  <a:lnTo>
                    <a:pt x="2070421" y="2019200"/>
                  </a:lnTo>
                  <a:lnTo>
                    <a:pt x="2072323" y="1939835"/>
                  </a:lnTo>
                  <a:lnTo>
                    <a:pt x="2074224" y="1954852"/>
                  </a:lnTo>
                  <a:lnTo>
                    <a:pt x="2076125" y="2061110"/>
                  </a:lnTo>
                  <a:lnTo>
                    <a:pt x="2078026" y="2054509"/>
                  </a:lnTo>
                  <a:lnTo>
                    <a:pt x="2079927" y="2199778"/>
                  </a:lnTo>
                  <a:lnTo>
                    <a:pt x="2081829" y="2227252"/>
                  </a:lnTo>
                  <a:lnTo>
                    <a:pt x="2083730" y="2171510"/>
                  </a:lnTo>
                  <a:lnTo>
                    <a:pt x="2085631" y="2137758"/>
                  </a:lnTo>
                  <a:lnTo>
                    <a:pt x="2087532" y="2205157"/>
                  </a:lnTo>
                  <a:lnTo>
                    <a:pt x="2089433" y="2233501"/>
                  </a:lnTo>
                  <a:lnTo>
                    <a:pt x="2091335" y="2244356"/>
                  </a:lnTo>
                  <a:lnTo>
                    <a:pt x="2093236" y="2265015"/>
                  </a:lnTo>
                  <a:lnTo>
                    <a:pt x="2095137" y="2277175"/>
                  </a:lnTo>
                  <a:lnTo>
                    <a:pt x="2097038" y="2263892"/>
                  </a:lnTo>
                  <a:lnTo>
                    <a:pt x="2098940" y="2245099"/>
                  </a:lnTo>
                  <a:lnTo>
                    <a:pt x="2100841" y="2193526"/>
                  </a:lnTo>
                  <a:lnTo>
                    <a:pt x="2102742" y="2072238"/>
                  </a:lnTo>
                  <a:lnTo>
                    <a:pt x="2104643" y="2169838"/>
                  </a:lnTo>
                  <a:lnTo>
                    <a:pt x="2106544" y="2126345"/>
                  </a:lnTo>
                  <a:lnTo>
                    <a:pt x="2108446" y="2089511"/>
                  </a:lnTo>
                  <a:lnTo>
                    <a:pt x="2110347" y="2057079"/>
                  </a:lnTo>
                  <a:lnTo>
                    <a:pt x="2112248" y="1996742"/>
                  </a:lnTo>
                  <a:lnTo>
                    <a:pt x="2114149" y="2036356"/>
                  </a:lnTo>
                  <a:lnTo>
                    <a:pt x="2116050" y="2082352"/>
                  </a:lnTo>
                  <a:lnTo>
                    <a:pt x="2117952" y="2221893"/>
                  </a:lnTo>
                  <a:lnTo>
                    <a:pt x="2119853" y="2260860"/>
                  </a:lnTo>
                  <a:lnTo>
                    <a:pt x="2121754" y="2289838"/>
                  </a:lnTo>
                  <a:lnTo>
                    <a:pt x="2123655" y="2272838"/>
                  </a:lnTo>
                  <a:lnTo>
                    <a:pt x="2125557" y="2263086"/>
                  </a:lnTo>
                  <a:lnTo>
                    <a:pt x="2127458" y="2253995"/>
                  </a:lnTo>
                  <a:lnTo>
                    <a:pt x="2129359" y="2206694"/>
                  </a:lnTo>
                  <a:lnTo>
                    <a:pt x="2131260" y="2203102"/>
                  </a:lnTo>
                  <a:lnTo>
                    <a:pt x="2133161" y="2189459"/>
                  </a:lnTo>
                  <a:lnTo>
                    <a:pt x="2135063" y="2302981"/>
                  </a:lnTo>
                  <a:lnTo>
                    <a:pt x="2136964" y="2332753"/>
                  </a:lnTo>
                  <a:lnTo>
                    <a:pt x="2138865" y="2348388"/>
                  </a:lnTo>
                  <a:lnTo>
                    <a:pt x="2140766" y="2350983"/>
                  </a:lnTo>
                  <a:lnTo>
                    <a:pt x="2142667" y="2371822"/>
                  </a:lnTo>
                  <a:lnTo>
                    <a:pt x="2144569" y="2361900"/>
                  </a:lnTo>
                  <a:lnTo>
                    <a:pt x="2146470" y="2360687"/>
                  </a:lnTo>
                  <a:lnTo>
                    <a:pt x="2148371" y="2362667"/>
                  </a:lnTo>
                  <a:lnTo>
                    <a:pt x="2150272" y="2320172"/>
                  </a:lnTo>
                  <a:lnTo>
                    <a:pt x="2152174" y="2329909"/>
                  </a:lnTo>
                  <a:lnTo>
                    <a:pt x="2154075" y="2339357"/>
                  </a:lnTo>
                  <a:lnTo>
                    <a:pt x="2155976" y="2339713"/>
                  </a:lnTo>
                  <a:lnTo>
                    <a:pt x="2157877" y="2308404"/>
                  </a:lnTo>
                  <a:lnTo>
                    <a:pt x="2159778" y="2297777"/>
                  </a:lnTo>
                  <a:lnTo>
                    <a:pt x="2161680" y="2306278"/>
                  </a:lnTo>
                  <a:lnTo>
                    <a:pt x="2163581" y="2330716"/>
                  </a:lnTo>
                  <a:lnTo>
                    <a:pt x="2165482" y="2336330"/>
                  </a:lnTo>
                  <a:lnTo>
                    <a:pt x="2167383" y="2349448"/>
                  </a:lnTo>
                  <a:lnTo>
                    <a:pt x="2169284" y="2336823"/>
                  </a:lnTo>
                  <a:lnTo>
                    <a:pt x="2171186" y="2314296"/>
                  </a:lnTo>
                  <a:lnTo>
                    <a:pt x="2173087" y="2326865"/>
                  </a:lnTo>
                  <a:lnTo>
                    <a:pt x="2174988" y="2324364"/>
                  </a:lnTo>
                  <a:lnTo>
                    <a:pt x="2176889" y="2298189"/>
                  </a:lnTo>
                  <a:lnTo>
                    <a:pt x="2178791" y="2307907"/>
                  </a:lnTo>
                  <a:lnTo>
                    <a:pt x="2180692" y="2283674"/>
                  </a:lnTo>
                  <a:lnTo>
                    <a:pt x="2182593" y="2292618"/>
                  </a:lnTo>
                  <a:lnTo>
                    <a:pt x="2184494" y="2242787"/>
                  </a:lnTo>
                  <a:lnTo>
                    <a:pt x="2186395" y="2197975"/>
                  </a:lnTo>
                  <a:lnTo>
                    <a:pt x="2188297" y="2197606"/>
                  </a:lnTo>
                  <a:lnTo>
                    <a:pt x="2190198" y="2256113"/>
                  </a:lnTo>
                  <a:lnTo>
                    <a:pt x="2192099" y="2212585"/>
                  </a:lnTo>
                  <a:lnTo>
                    <a:pt x="2194000" y="2180826"/>
                  </a:lnTo>
                  <a:lnTo>
                    <a:pt x="2195901" y="2143745"/>
                  </a:lnTo>
                  <a:lnTo>
                    <a:pt x="2197803" y="2203587"/>
                  </a:lnTo>
                  <a:lnTo>
                    <a:pt x="2199704" y="2291730"/>
                  </a:lnTo>
                  <a:lnTo>
                    <a:pt x="2201605" y="2301722"/>
                  </a:lnTo>
                  <a:lnTo>
                    <a:pt x="2203506" y="2284853"/>
                  </a:lnTo>
                  <a:lnTo>
                    <a:pt x="2205408" y="2319682"/>
                  </a:lnTo>
                  <a:lnTo>
                    <a:pt x="2207309" y="2297240"/>
                  </a:lnTo>
                  <a:lnTo>
                    <a:pt x="2209210" y="2324711"/>
                  </a:lnTo>
                  <a:lnTo>
                    <a:pt x="2211111" y="2322053"/>
                  </a:lnTo>
                  <a:lnTo>
                    <a:pt x="2213012" y="2335449"/>
                  </a:lnTo>
                  <a:lnTo>
                    <a:pt x="2214914" y="2363156"/>
                  </a:lnTo>
                  <a:lnTo>
                    <a:pt x="2216815" y="2349373"/>
                  </a:lnTo>
                  <a:lnTo>
                    <a:pt x="2218716" y="2327332"/>
                  </a:lnTo>
                  <a:lnTo>
                    <a:pt x="2220617" y="2347995"/>
                  </a:lnTo>
                  <a:lnTo>
                    <a:pt x="2222518" y="2346603"/>
                  </a:lnTo>
                  <a:lnTo>
                    <a:pt x="2224420" y="2351283"/>
                  </a:lnTo>
                  <a:lnTo>
                    <a:pt x="2226321" y="2318205"/>
                  </a:lnTo>
                  <a:lnTo>
                    <a:pt x="2228222" y="2331164"/>
                  </a:lnTo>
                  <a:lnTo>
                    <a:pt x="2230123" y="2351952"/>
                  </a:lnTo>
                  <a:lnTo>
                    <a:pt x="2232025" y="2375697"/>
                  </a:lnTo>
                  <a:lnTo>
                    <a:pt x="2233926" y="2368984"/>
                  </a:lnTo>
                  <a:lnTo>
                    <a:pt x="2235827" y="2340512"/>
                  </a:lnTo>
                  <a:lnTo>
                    <a:pt x="2237728" y="2345507"/>
                  </a:lnTo>
                  <a:lnTo>
                    <a:pt x="2239629" y="2340791"/>
                  </a:lnTo>
                  <a:lnTo>
                    <a:pt x="2241531" y="2352263"/>
                  </a:lnTo>
                  <a:lnTo>
                    <a:pt x="2243432" y="2296213"/>
                  </a:lnTo>
                  <a:lnTo>
                    <a:pt x="2245333" y="2272720"/>
                  </a:lnTo>
                  <a:lnTo>
                    <a:pt x="2247234" y="2270440"/>
                  </a:lnTo>
                  <a:lnTo>
                    <a:pt x="2249135" y="2338744"/>
                  </a:lnTo>
                  <a:lnTo>
                    <a:pt x="2251037" y="2323802"/>
                  </a:lnTo>
                  <a:lnTo>
                    <a:pt x="2252938" y="2312721"/>
                  </a:lnTo>
                  <a:lnTo>
                    <a:pt x="2254839" y="2337497"/>
                  </a:lnTo>
                  <a:lnTo>
                    <a:pt x="2256740" y="2353730"/>
                  </a:lnTo>
                  <a:lnTo>
                    <a:pt x="2258642" y="2375935"/>
                  </a:lnTo>
                  <a:lnTo>
                    <a:pt x="2260543" y="2296487"/>
                  </a:lnTo>
                  <a:lnTo>
                    <a:pt x="2262444" y="2310139"/>
                  </a:lnTo>
                  <a:lnTo>
                    <a:pt x="2264345" y="2308049"/>
                  </a:lnTo>
                  <a:lnTo>
                    <a:pt x="2266246" y="2275520"/>
                  </a:lnTo>
                  <a:lnTo>
                    <a:pt x="2268148" y="2276001"/>
                  </a:lnTo>
                  <a:lnTo>
                    <a:pt x="2270049" y="2240532"/>
                  </a:lnTo>
                  <a:lnTo>
                    <a:pt x="2271950" y="2250010"/>
                  </a:lnTo>
                  <a:lnTo>
                    <a:pt x="2273851" y="2270237"/>
                  </a:lnTo>
                  <a:lnTo>
                    <a:pt x="2275752" y="2211373"/>
                  </a:lnTo>
                  <a:lnTo>
                    <a:pt x="2277654" y="2245078"/>
                  </a:lnTo>
                  <a:lnTo>
                    <a:pt x="2279555" y="2207531"/>
                  </a:lnTo>
                  <a:lnTo>
                    <a:pt x="2281456" y="2164667"/>
                  </a:lnTo>
                  <a:lnTo>
                    <a:pt x="2283357" y="2188028"/>
                  </a:lnTo>
                  <a:lnTo>
                    <a:pt x="2285259" y="2157775"/>
                  </a:lnTo>
                  <a:lnTo>
                    <a:pt x="2287160" y="2274377"/>
                  </a:lnTo>
                  <a:lnTo>
                    <a:pt x="2289061" y="2320890"/>
                  </a:lnTo>
                  <a:lnTo>
                    <a:pt x="2290962" y="2290183"/>
                  </a:lnTo>
                  <a:lnTo>
                    <a:pt x="2292863" y="2328697"/>
                  </a:lnTo>
                  <a:lnTo>
                    <a:pt x="2294765" y="2354028"/>
                  </a:lnTo>
                  <a:lnTo>
                    <a:pt x="2296666" y="2370122"/>
                  </a:lnTo>
                  <a:lnTo>
                    <a:pt x="2298567" y="2370770"/>
                  </a:lnTo>
                  <a:lnTo>
                    <a:pt x="2300468" y="2330720"/>
                  </a:lnTo>
                  <a:lnTo>
                    <a:pt x="2302369" y="2333758"/>
                  </a:lnTo>
                  <a:lnTo>
                    <a:pt x="2304271" y="2290059"/>
                  </a:lnTo>
                  <a:lnTo>
                    <a:pt x="2306172" y="2319123"/>
                  </a:lnTo>
                  <a:lnTo>
                    <a:pt x="2308073" y="2313715"/>
                  </a:lnTo>
                  <a:lnTo>
                    <a:pt x="2309974" y="2282450"/>
                  </a:lnTo>
                  <a:lnTo>
                    <a:pt x="2311876" y="2349731"/>
                  </a:lnTo>
                  <a:lnTo>
                    <a:pt x="2313777" y="2366726"/>
                  </a:lnTo>
                  <a:lnTo>
                    <a:pt x="2315678" y="2352828"/>
                  </a:lnTo>
                  <a:lnTo>
                    <a:pt x="2317579" y="2345790"/>
                  </a:lnTo>
                  <a:lnTo>
                    <a:pt x="2319480" y="2343769"/>
                  </a:lnTo>
                  <a:lnTo>
                    <a:pt x="2321382" y="2417053"/>
                  </a:lnTo>
                  <a:lnTo>
                    <a:pt x="2323283" y="2376883"/>
                  </a:lnTo>
                  <a:lnTo>
                    <a:pt x="2325184" y="2307722"/>
                  </a:lnTo>
                  <a:lnTo>
                    <a:pt x="2327085" y="2295200"/>
                  </a:lnTo>
                  <a:lnTo>
                    <a:pt x="2328986" y="2301936"/>
                  </a:lnTo>
                  <a:lnTo>
                    <a:pt x="2330888" y="2387197"/>
                  </a:lnTo>
                  <a:lnTo>
                    <a:pt x="2332789" y="2359386"/>
                  </a:lnTo>
                  <a:lnTo>
                    <a:pt x="2334690" y="2316890"/>
                  </a:lnTo>
                  <a:lnTo>
                    <a:pt x="2336591" y="2395583"/>
                  </a:lnTo>
                  <a:lnTo>
                    <a:pt x="2338492" y="2428554"/>
                  </a:lnTo>
                  <a:lnTo>
                    <a:pt x="2340394" y="2461733"/>
                  </a:lnTo>
                  <a:lnTo>
                    <a:pt x="2342295" y="2395383"/>
                  </a:lnTo>
                  <a:lnTo>
                    <a:pt x="2344196" y="2360511"/>
                  </a:lnTo>
                  <a:lnTo>
                    <a:pt x="2346097" y="2390921"/>
                  </a:lnTo>
                  <a:lnTo>
                    <a:pt x="2347999" y="2419823"/>
                  </a:lnTo>
                  <a:lnTo>
                    <a:pt x="2349900" y="2401355"/>
                  </a:lnTo>
                  <a:lnTo>
                    <a:pt x="2351801" y="2390757"/>
                  </a:lnTo>
                  <a:lnTo>
                    <a:pt x="2353702" y="2374774"/>
                  </a:lnTo>
                  <a:lnTo>
                    <a:pt x="2355603" y="2396376"/>
                  </a:lnTo>
                  <a:lnTo>
                    <a:pt x="2357505" y="2391379"/>
                  </a:lnTo>
                  <a:lnTo>
                    <a:pt x="2359406" y="2330537"/>
                  </a:lnTo>
                  <a:lnTo>
                    <a:pt x="2361307" y="2296732"/>
                  </a:lnTo>
                  <a:lnTo>
                    <a:pt x="2363208" y="2321257"/>
                  </a:lnTo>
                  <a:lnTo>
                    <a:pt x="2365109" y="2357776"/>
                  </a:lnTo>
                  <a:lnTo>
                    <a:pt x="2367011" y="2335058"/>
                  </a:lnTo>
                  <a:lnTo>
                    <a:pt x="2368912" y="2284299"/>
                  </a:lnTo>
                  <a:lnTo>
                    <a:pt x="2370813" y="2275062"/>
                  </a:lnTo>
                  <a:lnTo>
                    <a:pt x="2372714" y="2285733"/>
                  </a:lnTo>
                  <a:lnTo>
                    <a:pt x="2374616" y="2338023"/>
                  </a:lnTo>
                  <a:lnTo>
                    <a:pt x="2376517" y="2329495"/>
                  </a:lnTo>
                  <a:lnTo>
                    <a:pt x="2378418" y="2311560"/>
                  </a:lnTo>
                  <a:lnTo>
                    <a:pt x="2380319" y="2242224"/>
                  </a:lnTo>
                  <a:lnTo>
                    <a:pt x="2382220" y="2193451"/>
                  </a:lnTo>
                  <a:lnTo>
                    <a:pt x="2384122" y="2133037"/>
                  </a:lnTo>
                  <a:lnTo>
                    <a:pt x="2386023" y="2120309"/>
                  </a:lnTo>
                  <a:lnTo>
                    <a:pt x="2387924" y="2193798"/>
                  </a:lnTo>
                  <a:lnTo>
                    <a:pt x="2389825" y="2223078"/>
                  </a:lnTo>
                  <a:lnTo>
                    <a:pt x="2391726" y="2255122"/>
                  </a:lnTo>
                  <a:lnTo>
                    <a:pt x="2393628" y="2276593"/>
                  </a:lnTo>
                  <a:lnTo>
                    <a:pt x="2395529" y="2315555"/>
                  </a:lnTo>
                  <a:lnTo>
                    <a:pt x="2397430" y="2343097"/>
                  </a:lnTo>
                  <a:lnTo>
                    <a:pt x="2399331" y="2323056"/>
                  </a:lnTo>
                  <a:lnTo>
                    <a:pt x="2401233" y="2330768"/>
                  </a:lnTo>
                  <a:lnTo>
                    <a:pt x="2403134" y="2360526"/>
                  </a:lnTo>
                  <a:lnTo>
                    <a:pt x="2405035" y="2328826"/>
                  </a:lnTo>
                  <a:lnTo>
                    <a:pt x="2406936" y="2378366"/>
                  </a:lnTo>
                  <a:lnTo>
                    <a:pt x="2408837" y="2391664"/>
                  </a:lnTo>
                  <a:lnTo>
                    <a:pt x="2410739" y="2412454"/>
                  </a:lnTo>
                  <a:lnTo>
                    <a:pt x="2412640" y="2428446"/>
                  </a:lnTo>
                  <a:lnTo>
                    <a:pt x="2414541" y="2380566"/>
                  </a:lnTo>
                  <a:lnTo>
                    <a:pt x="2416442" y="2421518"/>
                  </a:lnTo>
                  <a:lnTo>
                    <a:pt x="2418343" y="2342571"/>
                  </a:lnTo>
                  <a:lnTo>
                    <a:pt x="2420245" y="2320845"/>
                  </a:lnTo>
                  <a:lnTo>
                    <a:pt x="2422146" y="2265942"/>
                  </a:lnTo>
                  <a:lnTo>
                    <a:pt x="2424047" y="2287095"/>
                  </a:lnTo>
                  <a:lnTo>
                    <a:pt x="2425948" y="2337324"/>
                  </a:lnTo>
                  <a:lnTo>
                    <a:pt x="2427850" y="2263892"/>
                  </a:lnTo>
                  <a:lnTo>
                    <a:pt x="2429751" y="2220587"/>
                  </a:lnTo>
                  <a:lnTo>
                    <a:pt x="2431652" y="2202879"/>
                  </a:lnTo>
                  <a:lnTo>
                    <a:pt x="2433553" y="2224829"/>
                  </a:lnTo>
                  <a:lnTo>
                    <a:pt x="2435454" y="2256169"/>
                  </a:lnTo>
                  <a:lnTo>
                    <a:pt x="2437356" y="2183863"/>
                  </a:lnTo>
                  <a:lnTo>
                    <a:pt x="2439257" y="2175476"/>
                  </a:lnTo>
                  <a:lnTo>
                    <a:pt x="2441158" y="2194323"/>
                  </a:lnTo>
                  <a:lnTo>
                    <a:pt x="2443059" y="2178112"/>
                  </a:lnTo>
                  <a:lnTo>
                    <a:pt x="2444960" y="2139940"/>
                  </a:lnTo>
                  <a:lnTo>
                    <a:pt x="2446862" y="2108999"/>
                  </a:lnTo>
                  <a:lnTo>
                    <a:pt x="2448763" y="2104143"/>
                  </a:lnTo>
                  <a:lnTo>
                    <a:pt x="2450664" y="2139225"/>
                  </a:lnTo>
                  <a:lnTo>
                    <a:pt x="2452565" y="2159686"/>
                  </a:lnTo>
                  <a:lnTo>
                    <a:pt x="2454467" y="2226407"/>
                  </a:lnTo>
                  <a:lnTo>
                    <a:pt x="2456368" y="2266955"/>
                  </a:lnTo>
                  <a:lnTo>
                    <a:pt x="2458269" y="2285412"/>
                  </a:lnTo>
                  <a:lnTo>
                    <a:pt x="2460170" y="2321778"/>
                  </a:lnTo>
                  <a:lnTo>
                    <a:pt x="2462071" y="2340403"/>
                  </a:lnTo>
                  <a:lnTo>
                    <a:pt x="2463973" y="2299973"/>
                  </a:lnTo>
                  <a:lnTo>
                    <a:pt x="2465874" y="2217032"/>
                  </a:lnTo>
                  <a:lnTo>
                    <a:pt x="2467775" y="2210627"/>
                  </a:lnTo>
                  <a:lnTo>
                    <a:pt x="2469676" y="2224539"/>
                  </a:lnTo>
                  <a:lnTo>
                    <a:pt x="2471577" y="2263636"/>
                  </a:lnTo>
                  <a:lnTo>
                    <a:pt x="2473479" y="2211101"/>
                  </a:lnTo>
                  <a:lnTo>
                    <a:pt x="2475380" y="2246969"/>
                  </a:lnTo>
                  <a:lnTo>
                    <a:pt x="2477281" y="2235833"/>
                  </a:lnTo>
                  <a:lnTo>
                    <a:pt x="2479182" y="2227636"/>
                  </a:lnTo>
                  <a:lnTo>
                    <a:pt x="2481084" y="2229950"/>
                  </a:lnTo>
                  <a:lnTo>
                    <a:pt x="2482985" y="2221773"/>
                  </a:lnTo>
                  <a:lnTo>
                    <a:pt x="2484886" y="2274951"/>
                  </a:lnTo>
                  <a:lnTo>
                    <a:pt x="2486787" y="2192933"/>
                  </a:lnTo>
                  <a:lnTo>
                    <a:pt x="2488688" y="2195342"/>
                  </a:lnTo>
                  <a:lnTo>
                    <a:pt x="2490590" y="2192066"/>
                  </a:lnTo>
                  <a:lnTo>
                    <a:pt x="2492491" y="2226095"/>
                  </a:lnTo>
                  <a:lnTo>
                    <a:pt x="2494392" y="2187369"/>
                  </a:lnTo>
                  <a:lnTo>
                    <a:pt x="2496293" y="2218315"/>
                  </a:lnTo>
                  <a:lnTo>
                    <a:pt x="2498194" y="2306122"/>
                  </a:lnTo>
                  <a:lnTo>
                    <a:pt x="2500096" y="2346642"/>
                  </a:lnTo>
                  <a:lnTo>
                    <a:pt x="2501997" y="2310249"/>
                  </a:lnTo>
                  <a:lnTo>
                    <a:pt x="2503898" y="2296548"/>
                  </a:lnTo>
                  <a:lnTo>
                    <a:pt x="2505799" y="2348558"/>
                  </a:lnTo>
                  <a:lnTo>
                    <a:pt x="2507701" y="2337666"/>
                  </a:lnTo>
                  <a:lnTo>
                    <a:pt x="2509602" y="2329626"/>
                  </a:lnTo>
                  <a:lnTo>
                    <a:pt x="2511503" y="2230950"/>
                  </a:lnTo>
                  <a:lnTo>
                    <a:pt x="2513404" y="2258661"/>
                  </a:lnTo>
                  <a:lnTo>
                    <a:pt x="2515305" y="2300005"/>
                  </a:lnTo>
                  <a:lnTo>
                    <a:pt x="2517207" y="2249542"/>
                  </a:lnTo>
                  <a:lnTo>
                    <a:pt x="2519108" y="2236122"/>
                  </a:lnTo>
                  <a:lnTo>
                    <a:pt x="2521009" y="2192328"/>
                  </a:lnTo>
                  <a:lnTo>
                    <a:pt x="2522910" y="2207944"/>
                  </a:lnTo>
                  <a:lnTo>
                    <a:pt x="2524811" y="2300417"/>
                  </a:lnTo>
                  <a:lnTo>
                    <a:pt x="2526713" y="2304615"/>
                  </a:lnTo>
                  <a:lnTo>
                    <a:pt x="2528614" y="2330858"/>
                  </a:lnTo>
                  <a:lnTo>
                    <a:pt x="2530515" y="2343288"/>
                  </a:lnTo>
                  <a:lnTo>
                    <a:pt x="2532416" y="2360656"/>
                  </a:lnTo>
                  <a:lnTo>
                    <a:pt x="2534318" y="2380576"/>
                  </a:lnTo>
                  <a:lnTo>
                    <a:pt x="2536219" y="2369103"/>
                  </a:lnTo>
                  <a:lnTo>
                    <a:pt x="2538120" y="2370673"/>
                  </a:lnTo>
                  <a:lnTo>
                    <a:pt x="2540021" y="2355540"/>
                  </a:lnTo>
                  <a:lnTo>
                    <a:pt x="2541922" y="2329710"/>
                  </a:lnTo>
                  <a:lnTo>
                    <a:pt x="2543824" y="2312847"/>
                  </a:lnTo>
                  <a:lnTo>
                    <a:pt x="2545725" y="2254135"/>
                  </a:lnTo>
                  <a:lnTo>
                    <a:pt x="2547626" y="2200619"/>
                  </a:lnTo>
                  <a:lnTo>
                    <a:pt x="2549527" y="2203614"/>
                  </a:lnTo>
                  <a:lnTo>
                    <a:pt x="2551428" y="2171127"/>
                  </a:lnTo>
                  <a:lnTo>
                    <a:pt x="2553330" y="2110547"/>
                  </a:lnTo>
                  <a:lnTo>
                    <a:pt x="2555231" y="2101799"/>
                  </a:lnTo>
                  <a:lnTo>
                    <a:pt x="2557132" y="2108618"/>
                  </a:lnTo>
                  <a:lnTo>
                    <a:pt x="2559033" y="2140129"/>
                  </a:lnTo>
                  <a:lnTo>
                    <a:pt x="2560935" y="2145848"/>
                  </a:lnTo>
                  <a:lnTo>
                    <a:pt x="2562836" y="2204907"/>
                  </a:lnTo>
                  <a:lnTo>
                    <a:pt x="2564737" y="2193987"/>
                  </a:lnTo>
                  <a:lnTo>
                    <a:pt x="2566638" y="2177448"/>
                  </a:lnTo>
                  <a:lnTo>
                    <a:pt x="2568539" y="2153499"/>
                  </a:lnTo>
                  <a:lnTo>
                    <a:pt x="2570441" y="2089479"/>
                  </a:lnTo>
                  <a:lnTo>
                    <a:pt x="2572342" y="2101376"/>
                  </a:lnTo>
                  <a:lnTo>
                    <a:pt x="2574243" y="2056193"/>
                  </a:lnTo>
                  <a:lnTo>
                    <a:pt x="2576144" y="2116070"/>
                  </a:lnTo>
                  <a:lnTo>
                    <a:pt x="2578045" y="2207293"/>
                  </a:lnTo>
                  <a:lnTo>
                    <a:pt x="2579947" y="2239022"/>
                  </a:lnTo>
                  <a:lnTo>
                    <a:pt x="2581848" y="2253280"/>
                  </a:lnTo>
                  <a:lnTo>
                    <a:pt x="2583749" y="2272880"/>
                  </a:lnTo>
                  <a:lnTo>
                    <a:pt x="2585650" y="2296827"/>
                  </a:lnTo>
                  <a:lnTo>
                    <a:pt x="2587552" y="2333632"/>
                  </a:lnTo>
                  <a:lnTo>
                    <a:pt x="2589453" y="2317198"/>
                  </a:lnTo>
                  <a:lnTo>
                    <a:pt x="2591354" y="2284733"/>
                  </a:lnTo>
                  <a:lnTo>
                    <a:pt x="2593255" y="2310556"/>
                  </a:lnTo>
                  <a:lnTo>
                    <a:pt x="2595156" y="2350393"/>
                  </a:lnTo>
                  <a:lnTo>
                    <a:pt x="2597058" y="2340044"/>
                  </a:lnTo>
                  <a:lnTo>
                    <a:pt x="2598959" y="2305805"/>
                  </a:lnTo>
                  <a:lnTo>
                    <a:pt x="2600860" y="2338784"/>
                  </a:lnTo>
                  <a:lnTo>
                    <a:pt x="2602761" y="2384833"/>
                  </a:lnTo>
                  <a:lnTo>
                    <a:pt x="2604662" y="2362164"/>
                  </a:lnTo>
                  <a:lnTo>
                    <a:pt x="2606564" y="2404388"/>
                  </a:lnTo>
                  <a:lnTo>
                    <a:pt x="2608465" y="2387969"/>
                  </a:lnTo>
                  <a:lnTo>
                    <a:pt x="2610366" y="2387428"/>
                  </a:lnTo>
                  <a:lnTo>
                    <a:pt x="2612267" y="2427132"/>
                  </a:lnTo>
                  <a:lnTo>
                    <a:pt x="2614169" y="2424492"/>
                  </a:lnTo>
                  <a:lnTo>
                    <a:pt x="2616070" y="2429783"/>
                  </a:lnTo>
                  <a:lnTo>
                    <a:pt x="2617971" y="2449004"/>
                  </a:lnTo>
                  <a:lnTo>
                    <a:pt x="2619872" y="2444691"/>
                  </a:lnTo>
                  <a:lnTo>
                    <a:pt x="2621773" y="2411797"/>
                  </a:lnTo>
                  <a:lnTo>
                    <a:pt x="2623675" y="2390740"/>
                  </a:lnTo>
                  <a:lnTo>
                    <a:pt x="2625576" y="2377120"/>
                  </a:lnTo>
                  <a:lnTo>
                    <a:pt x="2627477" y="2388119"/>
                  </a:lnTo>
                  <a:lnTo>
                    <a:pt x="2629378" y="2392173"/>
                  </a:lnTo>
                  <a:lnTo>
                    <a:pt x="2631279" y="2377307"/>
                  </a:lnTo>
                  <a:lnTo>
                    <a:pt x="2633181" y="2380160"/>
                  </a:lnTo>
                  <a:lnTo>
                    <a:pt x="2635082" y="2366437"/>
                  </a:lnTo>
                  <a:lnTo>
                    <a:pt x="2636983" y="2346436"/>
                  </a:lnTo>
                  <a:lnTo>
                    <a:pt x="2638884" y="2314706"/>
                  </a:lnTo>
                  <a:lnTo>
                    <a:pt x="2640785" y="2250692"/>
                  </a:lnTo>
                  <a:lnTo>
                    <a:pt x="2642687" y="2175376"/>
                  </a:lnTo>
                  <a:lnTo>
                    <a:pt x="2644588" y="2195473"/>
                  </a:lnTo>
                  <a:lnTo>
                    <a:pt x="2646489" y="2221053"/>
                  </a:lnTo>
                  <a:lnTo>
                    <a:pt x="2648390" y="2206412"/>
                  </a:lnTo>
                  <a:lnTo>
                    <a:pt x="2650292" y="2209184"/>
                  </a:lnTo>
                  <a:lnTo>
                    <a:pt x="2652193" y="2258731"/>
                  </a:lnTo>
                  <a:lnTo>
                    <a:pt x="2654094" y="2297596"/>
                  </a:lnTo>
                  <a:lnTo>
                    <a:pt x="2655995" y="2290663"/>
                  </a:lnTo>
                  <a:lnTo>
                    <a:pt x="2657896" y="2257834"/>
                  </a:lnTo>
                  <a:lnTo>
                    <a:pt x="2659798" y="2283788"/>
                  </a:lnTo>
                  <a:lnTo>
                    <a:pt x="2661699" y="2340540"/>
                  </a:lnTo>
                  <a:lnTo>
                    <a:pt x="2663600" y="2412835"/>
                  </a:lnTo>
                  <a:lnTo>
                    <a:pt x="2665501" y="2427394"/>
                  </a:lnTo>
                  <a:lnTo>
                    <a:pt x="2667402" y="2426206"/>
                  </a:lnTo>
                  <a:lnTo>
                    <a:pt x="2669304" y="2453481"/>
                  </a:lnTo>
                  <a:lnTo>
                    <a:pt x="2671205" y="2423174"/>
                  </a:lnTo>
                  <a:lnTo>
                    <a:pt x="2673106" y="2439337"/>
                  </a:lnTo>
                  <a:lnTo>
                    <a:pt x="2675007" y="2420821"/>
                  </a:lnTo>
                  <a:lnTo>
                    <a:pt x="2676909" y="2422591"/>
                  </a:lnTo>
                  <a:lnTo>
                    <a:pt x="2678810" y="2434534"/>
                  </a:lnTo>
                  <a:lnTo>
                    <a:pt x="2680711" y="2459160"/>
                  </a:lnTo>
                  <a:lnTo>
                    <a:pt x="2682612" y="2432162"/>
                  </a:lnTo>
                  <a:lnTo>
                    <a:pt x="2684513" y="2409776"/>
                  </a:lnTo>
                  <a:lnTo>
                    <a:pt x="2686415" y="2434563"/>
                  </a:lnTo>
                  <a:lnTo>
                    <a:pt x="2688316" y="2435150"/>
                  </a:lnTo>
                  <a:lnTo>
                    <a:pt x="2690217" y="2448728"/>
                  </a:lnTo>
                  <a:lnTo>
                    <a:pt x="2692118" y="2408949"/>
                  </a:lnTo>
                  <a:lnTo>
                    <a:pt x="2694019" y="2371397"/>
                  </a:lnTo>
                  <a:lnTo>
                    <a:pt x="2695921" y="2388784"/>
                  </a:lnTo>
                  <a:lnTo>
                    <a:pt x="2697822" y="2367348"/>
                  </a:lnTo>
                  <a:lnTo>
                    <a:pt x="2699723" y="2388887"/>
                  </a:lnTo>
                  <a:lnTo>
                    <a:pt x="2701624" y="2357400"/>
                  </a:lnTo>
                  <a:lnTo>
                    <a:pt x="2703526" y="2360853"/>
                  </a:lnTo>
                  <a:lnTo>
                    <a:pt x="2705427" y="2391021"/>
                  </a:lnTo>
                  <a:lnTo>
                    <a:pt x="2707328" y="2377502"/>
                  </a:lnTo>
                  <a:lnTo>
                    <a:pt x="2709229" y="2392878"/>
                  </a:lnTo>
                  <a:lnTo>
                    <a:pt x="2711130" y="2402423"/>
                  </a:lnTo>
                  <a:lnTo>
                    <a:pt x="2713032" y="2423512"/>
                  </a:lnTo>
                  <a:lnTo>
                    <a:pt x="2714933" y="2447233"/>
                  </a:lnTo>
                  <a:lnTo>
                    <a:pt x="2716834" y="2459857"/>
                  </a:lnTo>
                  <a:lnTo>
                    <a:pt x="2718735" y="2460064"/>
                  </a:lnTo>
                  <a:lnTo>
                    <a:pt x="2720636" y="2458391"/>
                  </a:lnTo>
                  <a:lnTo>
                    <a:pt x="2722538" y="2460349"/>
                  </a:lnTo>
                  <a:lnTo>
                    <a:pt x="2724439" y="2469420"/>
                  </a:lnTo>
                  <a:lnTo>
                    <a:pt x="2726340" y="2467394"/>
                  </a:lnTo>
                  <a:lnTo>
                    <a:pt x="2728241" y="2464244"/>
                  </a:lnTo>
                  <a:lnTo>
                    <a:pt x="2730143" y="2475575"/>
                  </a:lnTo>
                  <a:lnTo>
                    <a:pt x="2732044" y="2473062"/>
                  </a:lnTo>
                  <a:lnTo>
                    <a:pt x="2733945" y="2473318"/>
                  </a:lnTo>
                  <a:lnTo>
                    <a:pt x="2735846" y="2467096"/>
                  </a:lnTo>
                  <a:lnTo>
                    <a:pt x="2737747" y="2481288"/>
                  </a:lnTo>
                  <a:lnTo>
                    <a:pt x="2739649" y="2473548"/>
                  </a:lnTo>
                  <a:lnTo>
                    <a:pt x="2741550" y="2453664"/>
                  </a:lnTo>
                  <a:lnTo>
                    <a:pt x="2743451" y="2449018"/>
                  </a:lnTo>
                  <a:lnTo>
                    <a:pt x="2745352" y="2440250"/>
                  </a:lnTo>
                  <a:lnTo>
                    <a:pt x="2747253" y="2435689"/>
                  </a:lnTo>
                  <a:lnTo>
                    <a:pt x="2749155" y="2404237"/>
                  </a:lnTo>
                  <a:lnTo>
                    <a:pt x="2751056" y="2334273"/>
                  </a:lnTo>
                  <a:lnTo>
                    <a:pt x="2752957" y="2326311"/>
                  </a:lnTo>
                  <a:lnTo>
                    <a:pt x="2754858" y="2393920"/>
                  </a:lnTo>
                  <a:lnTo>
                    <a:pt x="2756760" y="2380639"/>
                  </a:lnTo>
                  <a:lnTo>
                    <a:pt x="2758661" y="2379610"/>
                  </a:lnTo>
                  <a:lnTo>
                    <a:pt x="2760562" y="2404463"/>
                  </a:lnTo>
                  <a:lnTo>
                    <a:pt x="2762463" y="2373905"/>
                  </a:lnTo>
                  <a:lnTo>
                    <a:pt x="2764364" y="2407485"/>
                  </a:lnTo>
                  <a:lnTo>
                    <a:pt x="2766266" y="2421207"/>
                  </a:lnTo>
                  <a:lnTo>
                    <a:pt x="2768167" y="2386622"/>
                  </a:lnTo>
                  <a:lnTo>
                    <a:pt x="2770068" y="2422793"/>
                  </a:lnTo>
                  <a:lnTo>
                    <a:pt x="2771969" y="2392640"/>
                  </a:lnTo>
                  <a:lnTo>
                    <a:pt x="2773870" y="2391173"/>
                  </a:lnTo>
                  <a:lnTo>
                    <a:pt x="2775772" y="2365226"/>
                  </a:lnTo>
                  <a:lnTo>
                    <a:pt x="2777673" y="2304523"/>
                  </a:lnTo>
                  <a:lnTo>
                    <a:pt x="2779574" y="2224132"/>
                  </a:lnTo>
                  <a:lnTo>
                    <a:pt x="2781475" y="2148052"/>
                  </a:lnTo>
                  <a:lnTo>
                    <a:pt x="2783377" y="2197416"/>
                  </a:lnTo>
                  <a:lnTo>
                    <a:pt x="2785278" y="2219480"/>
                  </a:lnTo>
                  <a:lnTo>
                    <a:pt x="2787179" y="2210259"/>
                  </a:lnTo>
                  <a:lnTo>
                    <a:pt x="2789080" y="2179368"/>
                  </a:lnTo>
                  <a:lnTo>
                    <a:pt x="2790981" y="2241701"/>
                  </a:lnTo>
                  <a:lnTo>
                    <a:pt x="2792883" y="2289731"/>
                  </a:lnTo>
                  <a:lnTo>
                    <a:pt x="2794784" y="2300775"/>
                  </a:lnTo>
                  <a:lnTo>
                    <a:pt x="2796685" y="2330474"/>
                  </a:lnTo>
                  <a:lnTo>
                    <a:pt x="2798586" y="2352415"/>
                  </a:lnTo>
                  <a:lnTo>
                    <a:pt x="2800487" y="2381713"/>
                  </a:lnTo>
                  <a:lnTo>
                    <a:pt x="2802389" y="2396379"/>
                  </a:lnTo>
                  <a:lnTo>
                    <a:pt x="2804290" y="2411980"/>
                  </a:lnTo>
                  <a:lnTo>
                    <a:pt x="2806191" y="2397895"/>
                  </a:lnTo>
                  <a:lnTo>
                    <a:pt x="2808092" y="2364192"/>
                  </a:lnTo>
                  <a:lnTo>
                    <a:pt x="2809994" y="2347812"/>
                  </a:lnTo>
                  <a:lnTo>
                    <a:pt x="2811895" y="2318942"/>
                  </a:lnTo>
                  <a:lnTo>
                    <a:pt x="2813796" y="2336359"/>
                  </a:lnTo>
                  <a:lnTo>
                    <a:pt x="2815697" y="2317789"/>
                  </a:lnTo>
                  <a:lnTo>
                    <a:pt x="2817598" y="2323781"/>
                  </a:lnTo>
                  <a:lnTo>
                    <a:pt x="2819500" y="2324133"/>
                  </a:lnTo>
                  <a:lnTo>
                    <a:pt x="2821401" y="2287146"/>
                  </a:lnTo>
                  <a:lnTo>
                    <a:pt x="2823302" y="2232145"/>
                  </a:lnTo>
                  <a:lnTo>
                    <a:pt x="2825203" y="2190898"/>
                  </a:lnTo>
                  <a:lnTo>
                    <a:pt x="2827104" y="2170768"/>
                  </a:lnTo>
                  <a:lnTo>
                    <a:pt x="2829006" y="2117286"/>
                  </a:lnTo>
                  <a:lnTo>
                    <a:pt x="2830907" y="2081817"/>
                  </a:lnTo>
                  <a:lnTo>
                    <a:pt x="2832808" y="2097120"/>
                  </a:lnTo>
                  <a:lnTo>
                    <a:pt x="2834709" y="2184586"/>
                  </a:lnTo>
                  <a:lnTo>
                    <a:pt x="2836611" y="2211608"/>
                  </a:lnTo>
                  <a:lnTo>
                    <a:pt x="2838512" y="2227283"/>
                  </a:lnTo>
                  <a:lnTo>
                    <a:pt x="2840413" y="2269797"/>
                  </a:lnTo>
                  <a:lnTo>
                    <a:pt x="2842314" y="2182592"/>
                  </a:lnTo>
                  <a:lnTo>
                    <a:pt x="2844215" y="2144873"/>
                  </a:lnTo>
                  <a:lnTo>
                    <a:pt x="2846117" y="2151113"/>
                  </a:lnTo>
                  <a:lnTo>
                    <a:pt x="2848018" y="2167563"/>
                  </a:lnTo>
                  <a:lnTo>
                    <a:pt x="2849919" y="2188093"/>
                  </a:lnTo>
                  <a:lnTo>
                    <a:pt x="2851820" y="2271279"/>
                  </a:lnTo>
                  <a:lnTo>
                    <a:pt x="2853721" y="2334350"/>
                  </a:lnTo>
                  <a:lnTo>
                    <a:pt x="2855623" y="2329674"/>
                  </a:lnTo>
                  <a:lnTo>
                    <a:pt x="2857524" y="2320238"/>
                  </a:lnTo>
                  <a:lnTo>
                    <a:pt x="2859425" y="2328003"/>
                  </a:lnTo>
                  <a:lnTo>
                    <a:pt x="2861326" y="2312816"/>
                  </a:lnTo>
                  <a:lnTo>
                    <a:pt x="2863228" y="2305976"/>
                  </a:lnTo>
                  <a:lnTo>
                    <a:pt x="2865129" y="2291068"/>
                  </a:lnTo>
                  <a:lnTo>
                    <a:pt x="2867030" y="2291335"/>
                  </a:lnTo>
                  <a:lnTo>
                    <a:pt x="2868931" y="2322753"/>
                  </a:lnTo>
                  <a:lnTo>
                    <a:pt x="2870832" y="2268937"/>
                  </a:lnTo>
                  <a:lnTo>
                    <a:pt x="2872734" y="2172037"/>
                  </a:lnTo>
                  <a:lnTo>
                    <a:pt x="2874635" y="2132275"/>
                  </a:lnTo>
                  <a:lnTo>
                    <a:pt x="2876536" y="2114705"/>
                  </a:lnTo>
                  <a:lnTo>
                    <a:pt x="2878437" y="2144629"/>
                  </a:lnTo>
                  <a:lnTo>
                    <a:pt x="2880338" y="2120808"/>
                  </a:lnTo>
                  <a:lnTo>
                    <a:pt x="2882240" y="2162499"/>
                  </a:lnTo>
                  <a:lnTo>
                    <a:pt x="2884141" y="2186917"/>
                  </a:lnTo>
                  <a:lnTo>
                    <a:pt x="2886042" y="2205449"/>
                  </a:lnTo>
                  <a:lnTo>
                    <a:pt x="2887943" y="2286609"/>
                  </a:lnTo>
                  <a:lnTo>
                    <a:pt x="2889845" y="2270703"/>
                  </a:lnTo>
                  <a:lnTo>
                    <a:pt x="2891746" y="2303059"/>
                  </a:lnTo>
                  <a:lnTo>
                    <a:pt x="2893647" y="2286399"/>
                  </a:lnTo>
                  <a:lnTo>
                    <a:pt x="2895548" y="2321055"/>
                  </a:lnTo>
                  <a:lnTo>
                    <a:pt x="2897449" y="2370103"/>
                  </a:lnTo>
                  <a:lnTo>
                    <a:pt x="2899351" y="2373350"/>
                  </a:lnTo>
                  <a:lnTo>
                    <a:pt x="2901252" y="2423122"/>
                  </a:lnTo>
                  <a:lnTo>
                    <a:pt x="2903153" y="2371904"/>
                  </a:lnTo>
                  <a:lnTo>
                    <a:pt x="2905054" y="2386380"/>
                  </a:lnTo>
                  <a:lnTo>
                    <a:pt x="2906955" y="2368809"/>
                  </a:lnTo>
                  <a:lnTo>
                    <a:pt x="2908857" y="2405979"/>
                  </a:lnTo>
                  <a:lnTo>
                    <a:pt x="2910758" y="2422403"/>
                  </a:lnTo>
                  <a:lnTo>
                    <a:pt x="2912659" y="2400142"/>
                  </a:lnTo>
                  <a:lnTo>
                    <a:pt x="2914560" y="2448677"/>
                  </a:lnTo>
                  <a:lnTo>
                    <a:pt x="2916461" y="2412192"/>
                  </a:lnTo>
                  <a:lnTo>
                    <a:pt x="2918363" y="2395351"/>
                  </a:lnTo>
                  <a:lnTo>
                    <a:pt x="2920264" y="2367124"/>
                  </a:lnTo>
                  <a:lnTo>
                    <a:pt x="2922165" y="2358883"/>
                  </a:lnTo>
                  <a:lnTo>
                    <a:pt x="2924066" y="2390477"/>
                  </a:lnTo>
                  <a:lnTo>
                    <a:pt x="2925968" y="2383777"/>
                  </a:lnTo>
                  <a:lnTo>
                    <a:pt x="2927869" y="2415801"/>
                  </a:lnTo>
                  <a:lnTo>
                    <a:pt x="2929770" y="2395495"/>
                  </a:lnTo>
                  <a:lnTo>
                    <a:pt x="2931671" y="2426550"/>
                  </a:lnTo>
                  <a:lnTo>
                    <a:pt x="2933572" y="2444263"/>
                  </a:lnTo>
                  <a:lnTo>
                    <a:pt x="2935474" y="2373655"/>
                  </a:lnTo>
                  <a:lnTo>
                    <a:pt x="2937375" y="2327600"/>
                  </a:lnTo>
                  <a:lnTo>
                    <a:pt x="2939276" y="2358208"/>
                  </a:lnTo>
                  <a:lnTo>
                    <a:pt x="2941177" y="2419845"/>
                  </a:lnTo>
                  <a:lnTo>
                    <a:pt x="2943078" y="2437421"/>
                  </a:lnTo>
                  <a:lnTo>
                    <a:pt x="2944980" y="2421625"/>
                  </a:lnTo>
                  <a:lnTo>
                    <a:pt x="2946881" y="2457156"/>
                  </a:lnTo>
                  <a:lnTo>
                    <a:pt x="2948782" y="2451952"/>
                  </a:lnTo>
                  <a:lnTo>
                    <a:pt x="2950683" y="2473645"/>
                  </a:lnTo>
                  <a:lnTo>
                    <a:pt x="2952585" y="2442453"/>
                  </a:lnTo>
                  <a:lnTo>
                    <a:pt x="2954486" y="2440236"/>
                  </a:lnTo>
                  <a:lnTo>
                    <a:pt x="2956387" y="2416075"/>
                  </a:lnTo>
                  <a:lnTo>
                    <a:pt x="2958288" y="2430985"/>
                  </a:lnTo>
                  <a:lnTo>
                    <a:pt x="2960189" y="2424221"/>
                  </a:lnTo>
                  <a:lnTo>
                    <a:pt x="2962091" y="2419792"/>
                  </a:lnTo>
                  <a:lnTo>
                    <a:pt x="2963992" y="2460294"/>
                  </a:lnTo>
                  <a:lnTo>
                    <a:pt x="2965893" y="2471254"/>
                  </a:lnTo>
                  <a:lnTo>
                    <a:pt x="2967794" y="2459860"/>
                  </a:lnTo>
                  <a:lnTo>
                    <a:pt x="2969695" y="2465278"/>
                  </a:lnTo>
                  <a:lnTo>
                    <a:pt x="2971597" y="2444378"/>
                  </a:lnTo>
                  <a:lnTo>
                    <a:pt x="2973498" y="2420754"/>
                  </a:lnTo>
                  <a:lnTo>
                    <a:pt x="2975399" y="2399268"/>
                  </a:lnTo>
                  <a:lnTo>
                    <a:pt x="2977300" y="2390128"/>
                  </a:lnTo>
                  <a:lnTo>
                    <a:pt x="2979202" y="2399752"/>
                  </a:lnTo>
                  <a:lnTo>
                    <a:pt x="2981103" y="2399489"/>
                  </a:lnTo>
                  <a:lnTo>
                    <a:pt x="2983004" y="2371692"/>
                  </a:lnTo>
                  <a:lnTo>
                    <a:pt x="2984905" y="2366081"/>
                  </a:lnTo>
                  <a:lnTo>
                    <a:pt x="2986806" y="2333815"/>
                  </a:lnTo>
                  <a:lnTo>
                    <a:pt x="2988708" y="2297103"/>
                  </a:lnTo>
                  <a:lnTo>
                    <a:pt x="2990609" y="2282641"/>
                  </a:lnTo>
                  <a:lnTo>
                    <a:pt x="2992510" y="2226952"/>
                  </a:lnTo>
                  <a:lnTo>
                    <a:pt x="2994411" y="2186110"/>
                  </a:lnTo>
                  <a:lnTo>
                    <a:pt x="2996312" y="2164917"/>
                  </a:lnTo>
                  <a:lnTo>
                    <a:pt x="2998214" y="2173902"/>
                  </a:lnTo>
                  <a:lnTo>
                    <a:pt x="3000115" y="2234423"/>
                  </a:lnTo>
                  <a:lnTo>
                    <a:pt x="3002016" y="2213070"/>
                  </a:lnTo>
                  <a:lnTo>
                    <a:pt x="3003917" y="2219966"/>
                  </a:lnTo>
                  <a:lnTo>
                    <a:pt x="3005819" y="2198465"/>
                  </a:lnTo>
                  <a:lnTo>
                    <a:pt x="3007720" y="2238403"/>
                  </a:lnTo>
                  <a:lnTo>
                    <a:pt x="3009621" y="2304500"/>
                  </a:lnTo>
                  <a:lnTo>
                    <a:pt x="3011522" y="2359062"/>
                  </a:lnTo>
                  <a:lnTo>
                    <a:pt x="3013423" y="2377068"/>
                  </a:lnTo>
                  <a:lnTo>
                    <a:pt x="3015325" y="2387181"/>
                  </a:lnTo>
                  <a:lnTo>
                    <a:pt x="3017226" y="2395180"/>
                  </a:lnTo>
                  <a:lnTo>
                    <a:pt x="3019127" y="2377417"/>
                  </a:lnTo>
                  <a:lnTo>
                    <a:pt x="3021028" y="2382927"/>
                  </a:lnTo>
                  <a:lnTo>
                    <a:pt x="3022929" y="2355372"/>
                  </a:lnTo>
                  <a:lnTo>
                    <a:pt x="3024831" y="2360536"/>
                  </a:lnTo>
                  <a:lnTo>
                    <a:pt x="3026732" y="2381029"/>
                  </a:lnTo>
                  <a:lnTo>
                    <a:pt x="3028633" y="2398421"/>
                  </a:lnTo>
                  <a:lnTo>
                    <a:pt x="3030534" y="2429744"/>
                  </a:lnTo>
                  <a:lnTo>
                    <a:pt x="3032436" y="2394136"/>
                  </a:lnTo>
                  <a:lnTo>
                    <a:pt x="3034337" y="2418661"/>
                  </a:lnTo>
                  <a:lnTo>
                    <a:pt x="3036238" y="2376232"/>
                  </a:lnTo>
                  <a:lnTo>
                    <a:pt x="3038139" y="2401353"/>
                  </a:lnTo>
                  <a:lnTo>
                    <a:pt x="3040040" y="2435542"/>
                  </a:lnTo>
                  <a:lnTo>
                    <a:pt x="3041942" y="2406018"/>
                  </a:lnTo>
                  <a:lnTo>
                    <a:pt x="3043843" y="2418874"/>
                  </a:lnTo>
                  <a:lnTo>
                    <a:pt x="3045744" y="2411086"/>
                  </a:lnTo>
                  <a:lnTo>
                    <a:pt x="3047645" y="2404978"/>
                  </a:lnTo>
                  <a:lnTo>
                    <a:pt x="3049546" y="2375655"/>
                  </a:lnTo>
                  <a:lnTo>
                    <a:pt x="3051448" y="2329255"/>
                  </a:lnTo>
                  <a:lnTo>
                    <a:pt x="3053349" y="2320424"/>
                  </a:lnTo>
                  <a:lnTo>
                    <a:pt x="3055250" y="2318393"/>
                  </a:lnTo>
                  <a:lnTo>
                    <a:pt x="3057151" y="2287434"/>
                  </a:lnTo>
                  <a:lnTo>
                    <a:pt x="3059053" y="2240371"/>
                  </a:lnTo>
                  <a:lnTo>
                    <a:pt x="3060954" y="2228014"/>
                  </a:lnTo>
                  <a:lnTo>
                    <a:pt x="3062855" y="2293840"/>
                  </a:lnTo>
                  <a:lnTo>
                    <a:pt x="3064756" y="2322320"/>
                  </a:lnTo>
                  <a:lnTo>
                    <a:pt x="3066657" y="2316810"/>
                  </a:lnTo>
                  <a:lnTo>
                    <a:pt x="3068559" y="2323235"/>
                  </a:lnTo>
                  <a:lnTo>
                    <a:pt x="3070460" y="2355381"/>
                  </a:lnTo>
                  <a:lnTo>
                    <a:pt x="3072361" y="2358054"/>
                  </a:lnTo>
                  <a:lnTo>
                    <a:pt x="3074262" y="2387686"/>
                  </a:lnTo>
                  <a:lnTo>
                    <a:pt x="3076163" y="2332801"/>
                  </a:lnTo>
                  <a:lnTo>
                    <a:pt x="3078065" y="2326526"/>
                  </a:lnTo>
                  <a:lnTo>
                    <a:pt x="3079966" y="2335722"/>
                  </a:lnTo>
                  <a:lnTo>
                    <a:pt x="3081867" y="2342126"/>
                  </a:lnTo>
                  <a:lnTo>
                    <a:pt x="3083768" y="2349974"/>
                  </a:lnTo>
                  <a:lnTo>
                    <a:pt x="3085670" y="2366016"/>
                  </a:lnTo>
                  <a:lnTo>
                    <a:pt x="3087571" y="2381903"/>
                  </a:lnTo>
                  <a:lnTo>
                    <a:pt x="3089472" y="2369743"/>
                  </a:lnTo>
                  <a:lnTo>
                    <a:pt x="3091373" y="2373606"/>
                  </a:lnTo>
                  <a:lnTo>
                    <a:pt x="3093274" y="2363727"/>
                  </a:lnTo>
                  <a:lnTo>
                    <a:pt x="3095176" y="2367191"/>
                  </a:lnTo>
                  <a:lnTo>
                    <a:pt x="3097077" y="2364397"/>
                  </a:lnTo>
                  <a:lnTo>
                    <a:pt x="3098978" y="2361610"/>
                  </a:lnTo>
                  <a:lnTo>
                    <a:pt x="3100879" y="2367176"/>
                  </a:lnTo>
                  <a:lnTo>
                    <a:pt x="3102780" y="2359797"/>
                  </a:lnTo>
                  <a:lnTo>
                    <a:pt x="3104682" y="2367059"/>
                  </a:lnTo>
                  <a:lnTo>
                    <a:pt x="3106583" y="2355165"/>
                  </a:lnTo>
                  <a:lnTo>
                    <a:pt x="3108484" y="2346452"/>
                  </a:lnTo>
                  <a:lnTo>
                    <a:pt x="3110385" y="2354376"/>
                  </a:lnTo>
                  <a:lnTo>
                    <a:pt x="3112287" y="2359030"/>
                  </a:lnTo>
                  <a:lnTo>
                    <a:pt x="3114188" y="2366724"/>
                  </a:lnTo>
                  <a:lnTo>
                    <a:pt x="3116089" y="2364549"/>
                  </a:lnTo>
                  <a:lnTo>
                    <a:pt x="3117990" y="2371469"/>
                  </a:lnTo>
                  <a:lnTo>
                    <a:pt x="3119891" y="2372540"/>
                  </a:lnTo>
                  <a:lnTo>
                    <a:pt x="3121793" y="2367781"/>
                  </a:lnTo>
                  <a:lnTo>
                    <a:pt x="3123694" y="2361564"/>
                  </a:lnTo>
                  <a:lnTo>
                    <a:pt x="3125595" y="2358741"/>
                  </a:lnTo>
                  <a:lnTo>
                    <a:pt x="3127496" y="2342283"/>
                  </a:lnTo>
                  <a:lnTo>
                    <a:pt x="3129397" y="2308649"/>
                  </a:lnTo>
                  <a:lnTo>
                    <a:pt x="3131299" y="2275659"/>
                  </a:lnTo>
                  <a:lnTo>
                    <a:pt x="3133200" y="2284461"/>
                  </a:lnTo>
                  <a:lnTo>
                    <a:pt x="3135101" y="2297659"/>
                  </a:lnTo>
                  <a:lnTo>
                    <a:pt x="3137002" y="2267572"/>
                  </a:lnTo>
                  <a:lnTo>
                    <a:pt x="3138904" y="2277673"/>
                  </a:lnTo>
                  <a:lnTo>
                    <a:pt x="3140805" y="2277341"/>
                  </a:lnTo>
                  <a:lnTo>
                    <a:pt x="3142706" y="2291640"/>
                  </a:lnTo>
                  <a:lnTo>
                    <a:pt x="3144607" y="2300247"/>
                  </a:lnTo>
                  <a:lnTo>
                    <a:pt x="3146508" y="2263208"/>
                  </a:lnTo>
                  <a:lnTo>
                    <a:pt x="3148410" y="2232382"/>
                  </a:lnTo>
                  <a:lnTo>
                    <a:pt x="3150311" y="2241761"/>
                  </a:lnTo>
                  <a:lnTo>
                    <a:pt x="3152212" y="2245622"/>
                  </a:lnTo>
                  <a:lnTo>
                    <a:pt x="3154113" y="2268171"/>
                  </a:lnTo>
                  <a:lnTo>
                    <a:pt x="3156014" y="2262010"/>
                  </a:lnTo>
                  <a:lnTo>
                    <a:pt x="3157916" y="2201353"/>
                  </a:lnTo>
                  <a:lnTo>
                    <a:pt x="3159817" y="2150355"/>
                  </a:lnTo>
                  <a:lnTo>
                    <a:pt x="3161718" y="2127846"/>
                  </a:lnTo>
                  <a:lnTo>
                    <a:pt x="3163619" y="2174258"/>
                  </a:lnTo>
                  <a:lnTo>
                    <a:pt x="3165521" y="2184719"/>
                  </a:lnTo>
                  <a:lnTo>
                    <a:pt x="3167422" y="2174815"/>
                  </a:lnTo>
                  <a:lnTo>
                    <a:pt x="3169323" y="2166649"/>
                  </a:lnTo>
                  <a:lnTo>
                    <a:pt x="3171224" y="2171480"/>
                  </a:lnTo>
                  <a:lnTo>
                    <a:pt x="3173125" y="2180887"/>
                  </a:lnTo>
                  <a:lnTo>
                    <a:pt x="3175027" y="2170889"/>
                  </a:lnTo>
                  <a:lnTo>
                    <a:pt x="3176928" y="2203593"/>
                  </a:lnTo>
                  <a:lnTo>
                    <a:pt x="3178829" y="2204831"/>
                  </a:lnTo>
                  <a:lnTo>
                    <a:pt x="3180730" y="2235355"/>
                  </a:lnTo>
                  <a:lnTo>
                    <a:pt x="3182631" y="2197036"/>
                  </a:lnTo>
                  <a:lnTo>
                    <a:pt x="3184533" y="2250264"/>
                  </a:lnTo>
                  <a:lnTo>
                    <a:pt x="3186434" y="2256227"/>
                  </a:lnTo>
                  <a:lnTo>
                    <a:pt x="3188335" y="2270580"/>
                  </a:lnTo>
                  <a:lnTo>
                    <a:pt x="3190236" y="2271785"/>
                  </a:lnTo>
                  <a:lnTo>
                    <a:pt x="3192138" y="2286691"/>
                  </a:lnTo>
                  <a:lnTo>
                    <a:pt x="3194039" y="2262978"/>
                  </a:lnTo>
                  <a:lnTo>
                    <a:pt x="3195940" y="2262868"/>
                  </a:lnTo>
                  <a:lnTo>
                    <a:pt x="3197841" y="2262762"/>
                  </a:lnTo>
                  <a:lnTo>
                    <a:pt x="3199742" y="2275286"/>
                  </a:lnTo>
                  <a:lnTo>
                    <a:pt x="3201644" y="2301286"/>
                  </a:lnTo>
                  <a:lnTo>
                    <a:pt x="3203545" y="2299121"/>
                  </a:lnTo>
                  <a:lnTo>
                    <a:pt x="3205446" y="2326359"/>
                  </a:lnTo>
                  <a:lnTo>
                    <a:pt x="3207347" y="2282639"/>
                  </a:lnTo>
                  <a:lnTo>
                    <a:pt x="3209248" y="2262690"/>
                  </a:lnTo>
                  <a:lnTo>
                    <a:pt x="3211150" y="2266899"/>
                  </a:lnTo>
                  <a:lnTo>
                    <a:pt x="3213051" y="2262386"/>
                  </a:lnTo>
                  <a:lnTo>
                    <a:pt x="3214952" y="2279112"/>
                  </a:lnTo>
                  <a:lnTo>
                    <a:pt x="3216853" y="2285645"/>
                  </a:lnTo>
                  <a:lnTo>
                    <a:pt x="3218754" y="2304861"/>
                  </a:lnTo>
                  <a:lnTo>
                    <a:pt x="3220656" y="2321450"/>
                  </a:lnTo>
                  <a:lnTo>
                    <a:pt x="3222557" y="2303509"/>
                  </a:lnTo>
                  <a:lnTo>
                    <a:pt x="3224458" y="2292092"/>
                  </a:lnTo>
                  <a:lnTo>
                    <a:pt x="3226359" y="2271703"/>
                  </a:lnTo>
                  <a:lnTo>
                    <a:pt x="3228261" y="2280845"/>
                  </a:lnTo>
                  <a:lnTo>
                    <a:pt x="3230162" y="2267293"/>
                  </a:lnTo>
                  <a:lnTo>
                    <a:pt x="3232063" y="2271896"/>
                  </a:lnTo>
                  <a:lnTo>
                    <a:pt x="3233964" y="2249745"/>
                  </a:lnTo>
                  <a:lnTo>
                    <a:pt x="3235865" y="2254669"/>
                  </a:lnTo>
                  <a:lnTo>
                    <a:pt x="3237767" y="2264375"/>
                  </a:lnTo>
                  <a:lnTo>
                    <a:pt x="3239668" y="2273607"/>
                  </a:lnTo>
                  <a:lnTo>
                    <a:pt x="3241569" y="2288234"/>
                  </a:lnTo>
                  <a:lnTo>
                    <a:pt x="3243470" y="2298531"/>
                  </a:lnTo>
                  <a:lnTo>
                    <a:pt x="3245371" y="2302397"/>
                  </a:lnTo>
                  <a:lnTo>
                    <a:pt x="3247273" y="2306195"/>
                  </a:lnTo>
                  <a:lnTo>
                    <a:pt x="3249174" y="2311795"/>
                  </a:lnTo>
                  <a:lnTo>
                    <a:pt x="3251075" y="2319032"/>
                  </a:lnTo>
                  <a:lnTo>
                    <a:pt x="3252976" y="2311529"/>
                  </a:lnTo>
                  <a:lnTo>
                    <a:pt x="3254878" y="2320584"/>
                  </a:lnTo>
                  <a:lnTo>
                    <a:pt x="3256779" y="2310323"/>
                  </a:lnTo>
                  <a:lnTo>
                    <a:pt x="3258680" y="2304657"/>
                  </a:lnTo>
                  <a:lnTo>
                    <a:pt x="3260581" y="2308281"/>
                  </a:lnTo>
                  <a:lnTo>
                    <a:pt x="3262482" y="2285684"/>
                  </a:lnTo>
                  <a:lnTo>
                    <a:pt x="3264384" y="2282560"/>
                  </a:lnTo>
                  <a:lnTo>
                    <a:pt x="3266285" y="2234833"/>
                  </a:lnTo>
                  <a:lnTo>
                    <a:pt x="3268186" y="2239034"/>
                  </a:lnTo>
                  <a:lnTo>
                    <a:pt x="3270087" y="2252774"/>
                  </a:lnTo>
                  <a:lnTo>
                    <a:pt x="3271988" y="2246403"/>
                  </a:lnTo>
                  <a:lnTo>
                    <a:pt x="3273890" y="2211262"/>
                  </a:lnTo>
                  <a:lnTo>
                    <a:pt x="3275791" y="2218057"/>
                  </a:lnTo>
                  <a:lnTo>
                    <a:pt x="3277692" y="2230352"/>
                  </a:lnTo>
                  <a:lnTo>
                    <a:pt x="3279593" y="2202634"/>
                  </a:lnTo>
                  <a:lnTo>
                    <a:pt x="3281495" y="2225189"/>
                  </a:lnTo>
                  <a:lnTo>
                    <a:pt x="3283396" y="2229903"/>
                  </a:lnTo>
                  <a:lnTo>
                    <a:pt x="3285297" y="2234054"/>
                  </a:lnTo>
                  <a:lnTo>
                    <a:pt x="3287198" y="2261613"/>
                  </a:lnTo>
                  <a:lnTo>
                    <a:pt x="3289099" y="2220868"/>
                  </a:lnTo>
                  <a:lnTo>
                    <a:pt x="3291001" y="2228109"/>
                  </a:lnTo>
                  <a:lnTo>
                    <a:pt x="3292902" y="2152920"/>
                  </a:lnTo>
                  <a:lnTo>
                    <a:pt x="3294803" y="2106617"/>
                  </a:lnTo>
                  <a:lnTo>
                    <a:pt x="3296704" y="2058444"/>
                  </a:lnTo>
                  <a:lnTo>
                    <a:pt x="3298605" y="2092913"/>
                  </a:lnTo>
                  <a:lnTo>
                    <a:pt x="3300507" y="2166541"/>
                  </a:lnTo>
                  <a:lnTo>
                    <a:pt x="3302408" y="2208763"/>
                  </a:lnTo>
                  <a:lnTo>
                    <a:pt x="3304309" y="2177934"/>
                  </a:lnTo>
                  <a:lnTo>
                    <a:pt x="3306210" y="2181136"/>
                  </a:lnTo>
                  <a:lnTo>
                    <a:pt x="3308112" y="2164543"/>
                  </a:lnTo>
                  <a:lnTo>
                    <a:pt x="3310013" y="2166040"/>
                  </a:lnTo>
                  <a:lnTo>
                    <a:pt x="3311914" y="2189314"/>
                  </a:lnTo>
                  <a:lnTo>
                    <a:pt x="3313815" y="2167085"/>
                  </a:lnTo>
                  <a:lnTo>
                    <a:pt x="3315716" y="2202806"/>
                  </a:lnTo>
                  <a:lnTo>
                    <a:pt x="3317618" y="2225543"/>
                  </a:lnTo>
                  <a:lnTo>
                    <a:pt x="3319519" y="2242436"/>
                  </a:lnTo>
                  <a:lnTo>
                    <a:pt x="3321420" y="2249276"/>
                  </a:lnTo>
                  <a:lnTo>
                    <a:pt x="3323321" y="2195973"/>
                  </a:lnTo>
                  <a:lnTo>
                    <a:pt x="3325222" y="2185129"/>
                  </a:lnTo>
                  <a:lnTo>
                    <a:pt x="3327124" y="2140773"/>
                  </a:lnTo>
                  <a:lnTo>
                    <a:pt x="3329025" y="2162178"/>
                  </a:lnTo>
                  <a:lnTo>
                    <a:pt x="3330926" y="2106156"/>
                  </a:lnTo>
                  <a:lnTo>
                    <a:pt x="3332827" y="2106701"/>
                  </a:lnTo>
                  <a:lnTo>
                    <a:pt x="3334729" y="2141157"/>
                  </a:lnTo>
                  <a:lnTo>
                    <a:pt x="3336630" y="2120619"/>
                  </a:lnTo>
                  <a:lnTo>
                    <a:pt x="3338531" y="2192298"/>
                  </a:lnTo>
                  <a:lnTo>
                    <a:pt x="3340432" y="2228080"/>
                  </a:lnTo>
                  <a:lnTo>
                    <a:pt x="3342333" y="2236860"/>
                  </a:lnTo>
                  <a:lnTo>
                    <a:pt x="3344235" y="2253240"/>
                  </a:lnTo>
                  <a:lnTo>
                    <a:pt x="3346136" y="2184055"/>
                  </a:lnTo>
                  <a:lnTo>
                    <a:pt x="3348037" y="2208473"/>
                  </a:lnTo>
                  <a:lnTo>
                    <a:pt x="3349938" y="2188912"/>
                  </a:lnTo>
                  <a:lnTo>
                    <a:pt x="3351839" y="2089987"/>
                  </a:lnTo>
                  <a:lnTo>
                    <a:pt x="3353741" y="2089368"/>
                  </a:lnTo>
                  <a:lnTo>
                    <a:pt x="3355642" y="2105489"/>
                  </a:lnTo>
                  <a:lnTo>
                    <a:pt x="3357543" y="2170902"/>
                  </a:lnTo>
                  <a:lnTo>
                    <a:pt x="3359444" y="2167639"/>
                  </a:lnTo>
                  <a:lnTo>
                    <a:pt x="3361346" y="2120721"/>
                  </a:lnTo>
                  <a:lnTo>
                    <a:pt x="3363247" y="2175403"/>
                  </a:lnTo>
                  <a:lnTo>
                    <a:pt x="3365148" y="2089507"/>
                  </a:lnTo>
                  <a:lnTo>
                    <a:pt x="3367049" y="2089258"/>
                  </a:lnTo>
                  <a:lnTo>
                    <a:pt x="3368950" y="2082121"/>
                  </a:lnTo>
                  <a:lnTo>
                    <a:pt x="3370852" y="2103263"/>
                  </a:lnTo>
                  <a:lnTo>
                    <a:pt x="3372753" y="2127723"/>
                  </a:lnTo>
                  <a:lnTo>
                    <a:pt x="3374654" y="2086750"/>
                  </a:lnTo>
                  <a:lnTo>
                    <a:pt x="3376555" y="2122583"/>
                  </a:lnTo>
                  <a:lnTo>
                    <a:pt x="3378456" y="2122494"/>
                  </a:lnTo>
                  <a:lnTo>
                    <a:pt x="3380358" y="2160837"/>
                  </a:lnTo>
                  <a:lnTo>
                    <a:pt x="3382259" y="2172896"/>
                  </a:lnTo>
                  <a:lnTo>
                    <a:pt x="3384160" y="2159632"/>
                  </a:lnTo>
                  <a:lnTo>
                    <a:pt x="3386061" y="2199736"/>
                  </a:lnTo>
                  <a:lnTo>
                    <a:pt x="3387963" y="2211152"/>
                  </a:lnTo>
                  <a:lnTo>
                    <a:pt x="3389864" y="2195313"/>
                  </a:lnTo>
                  <a:lnTo>
                    <a:pt x="3391765" y="2181497"/>
                  </a:lnTo>
                  <a:lnTo>
                    <a:pt x="3393666" y="2201244"/>
                  </a:lnTo>
                  <a:lnTo>
                    <a:pt x="3395567" y="2197638"/>
                  </a:lnTo>
                  <a:lnTo>
                    <a:pt x="3397469" y="2197649"/>
                  </a:lnTo>
                  <a:lnTo>
                    <a:pt x="3399370" y="2216650"/>
                  </a:lnTo>
                  <a:lnTo>
                    <a:pt x="3401271" y="2151222"/>
                  </a:lnTo>
                  <a:lnTo>
                    <a:pt x="3403172" y="2162128"/>
                  </a:lnTo>
                  <a:lnTo>
                    <a:pt x="3405073" y="2121169"/>
                  </a:lnTo>
                  <a:lnTo>
                    <a:pt x="3406975" y="2106102"/>
                  </a:lnTo>
                  <a:lnTo>
                    <a:pt x="3408876" y="2146922"/>
                  </a:lnTo>
                  <a:lnTo>
                    <a:pt x="3410777" y="2142811"/>
                  </a:lnTo>
                  <a:lnTo>
                    <a:pt x="3412678" y="2197869"/>
                  </a:lnTo>
                  <a:lnTo>
                    <a:pt x="3414580" y="2214185"/>
                  </a:lnTo>
                  <a:lnTo>
                    <a:pt x="3416481" y="2210080"/>
                  </a:lnTo>
                  <a:lnTo>
                    <a:pt x="3418382" y="2181523"/>
                  </a:lnTo>
                  <a:lnTo>
                    <a:pt x="3420283" y="2150752"/>
                  </a:lnTo>
                  <a:lnTo>
                    <a:pt x="3422184" y="2144541"/>
                  </a:lnTo>
                  <a:lnTo>
                    <a:pt x="3424086" y="2150772"/>
                  </a:lnTo>
                  <a:lnTo>
                    <a:pt x="3425987" y="2168689"/>
                  </a:lnTo>
                  <a:lnTo>
                    <a:pt x="3427888" y="2152832"/>
                  </a:lnTo>
                  <a:lnTo>
                    <a:pt x="3429789" y="2167803"/>
                  </a:lnTo>
                  <a:lnTo>
                    <a:pt x="3431690" y="2160604"/>
                  </a:lnTo>
                  <a:lnTo>
                    <a:pt x="3433592" y="2162748"/>
                  </a:lnTo>
                  <a:lnTo>
                    <a:pt x="3435493" y="2161804"/>
                  </a:lnTo>
                  <a:lnTo>
                    <a:pt x="3437394" y="2161142"/>
                  </a:lnTo>
                  <a:lnTo>
                    <a:pt x="3439295" y="2168129"/>
                  </a:lnTo>
                  <a:lnTo>
                    <a:pt x="3441197" y="2145654"/>
                  </a:lnTo>
                  <a:lnTo>
                    <a:pt x="3443098" y="2139568"/>
                  </a:lnTo>
                  <a:lnTo>
                    <a:pt x="3444999" y="2121898"/>
                  </a:lnTo>
                  <a:lnTo>
                    <a:pt x="3446900" y="2079240"/>
                  </a:lnTo>
                  <a:lnTo>
                    <a:pt x="3448801" y="2047916"/>
                  </a:lnTo>
                  <a:lnTo>
                    <a:pt x="3450703" y="2045233"/>
                  </a:lnTo>
                  <a:lnTo>
                    <a:pt x="3452604" y="2085935"/>
                  </a:lnTo>
                  <a:lnTo>
                    <a:pt x="3454505" y="2077708"/>
                  </a:lnTo>
                  <a:lnTo>
                    <a:pt x="3456406" y="2093860"/>
                  </a:lnTo>
                  <a:lnTo>
                    <a:pt x="3458307" y="2044470"/>
                  </a:lnTo>
                  <a:lnTo>
                    <a:pt x="3460209" y="2027847"/>
                  </a:lnTo>
                  <a:lnTo>
                    <a:pt x="3462110" y="1909838"/>
                  </a:lnTo>
                  <a:lnTo>
                    <a:pt x="3464011" y="1779583"/>
                  </a:lnTo>
                  <a:lnTo>
                    <a:pt x="3465912" y="1810634"/>
                  </a:lnTo>
                  <a:lnTo>
                    <a:pt x="3467814" y="1891453"/>
                  </a:lnTo>
                  <a:lnTo>
                    <a:pt x="3469715" y="1937608"/>
                  </a:lnTo>
                  <a:lnTo>
                    <a:pt x="3471616" y="1940095"/>
                  </a:lnTo>
                  <a:lnTo>
                    <a:pt x="3473517" y="2002962"/>
                  </a:lnTo>
                  <a:lnTo>
                    <a:pt x="3475418" y="2014417"/>
                  </a:lnTo>
                  <a:lnTo>
                    <a:pt x="3477320" y="1988632"/>
                  </a:lnTo>
                  <a:lnTo>
                    <a:pt x="3479221" y="1943195"/>
                  </a:lnTo>
                  <a:lnTo>
                    <a:pt x="3481122" y="1813736"/>
                  </a:lnTo>
                  <a:lnTo>
                    <a:pt x="3483023" y="1764434"/>
                  </a:lnTo>
                  <a:lnTo>
                    <a:pt x="3484924" y="1720543"/>
                  </a:lnTo>
                  <a:lnTo>
                    <a:pt x="3486826" y="1754883"/>
                  </a:lnTo>
                  <a:lnTo>
                    <a:pt x="3488727" y="1769609"/>
                  </a:lnTo>
                  <a:lnTo>
                    <a:pt x="3490628" y="1740735"/>
                  </a:lnTo>
                  <a:lnTo>
                    <a:pt x="3492529" y="1619707"/>
                  </a:lnTo>
                  <a:lnTo>
                    <a:pt x="3494430" y="1606453"/>
                  </a:lnTo>
                  <a:lnTo>
                    <a:pt x="3496332" y="1554392"/>
                  </a:lnTo>
                  <a:lnTo>
                    <a:pt x="3498233" y="1480210"/>
                  </a:lnTo>
                  <a:lnTo>
                    <a:pt x="3500134" y="1434894"/>
                  </a:lnTo>
                  <a:lnTo>
                    <a:pt x="3502035" y="1409023"/>
                  </a:lnTo>
                  <a:lnTo>
                    <a:pt x="3503937" y="1358272"/>
                  </a:lnTo>
                  <a:lnTo>
                    <a:pt x="3505838" y="1323933"/>
                  </a:lnTo>
                  <a:lnTo>
                    <a:pt x="3507739" y="1218435"/>
                  </a:lnTo>
                  <a:lnTo>
                    <a:pt x="3509640" y="1228627"/>
                  </a:lnTo>
                  <a:lnTo>
                    <a:pt x="3511541" y="1196901"/>
                  </a:lnTo>
                  <a:lnTo>
                    <a:pt x="3513443" y="1195892"/>
                  </a:lnTo>
                  <a:lnTo>
                    <a:pt x="3515344" y="1161811"/>
                  </a:lnTo>
                  <a:lnTo>
                    <a:pt x="3517245" y="1126285"/>
                  </a:lnTo>
                  <a:lnTo>
                    <a:pt x="3519146" y="1184067"/>
                  </a:lnTo>
                  <a:lnTo>
                    <a:pt x="3521047" y="1269412"/>
                  </a:lnTo>
                  <a:lnTo>
                    <a:pt x="3522949" y="1263937"/>
                  </a:lnTo>
                  <a:lnTo>
                    <a:pt x="3524850" y="1381737"/>
                  </a:lnTo>
                  <a:lnTo>
                    <a:pt x="3526751" y="1413128"/>
                  </a:lnTo>
                  <a:lnTo>
                    <a:pt x="3528652" y="1439274"/>
                  </a:lnTo>
                  <a:lnTo>
                    <a:pt x="3530554" y="1355554"/>
                  </a:lnTo>
                  <a:lnTo>
                    <a:pt x="3532455" y="1420327"/>
                  </a:lnTo>
                  <a:lnTo>
                    <a:pt x="3534356" y="1455570"/>
                  </a:lnTo>
                  <a:lnTo>
                    <a:pt x="3536257" y="1317878"/>
                  </a:lnTo>
                  <a:lnTo>
                    <a:pt x="3538158" y="1410428"/>
                  </a:lnTo>
                  <a:lnTo>
                    <a:pt x="3540060" y="1402795"/>
                  </a:lnTo>
                  <a:lnTo>
                    <a:pt x="3541961" y="1416417"/>
                  </a:lnTo>
                  <a:lnTo>
                    <a:pt x="3543862" y="1433746"/>
                  </a:lnTo>
                  <a:lnTo>
                    <a:pt x="3545763" y="1574273"/>
                  </a:lnTo>
                  <a:lnTo>
                    <a:pt x="3547664" y="1712604"/>
                  </a:lnTo>
                  <a:lnTo>
                    <a:pt x="3549566" y="1635691"/>
                  </a:lnTo>
                  <a:lnTo>
                    <a:pt x="3551467" y="1651761"/>
                  </a:lnTo>
                  <a:lnTo>
                    <a:pt x="3553368" y="1680958"/>
                  </a:lnTo>
                  <a:lnTo>
                    <a:pt x="3555269" y="1584962"/>
                  </a:lnTo>
                  <a:lnTo>
                    <a:pt x="3557171" y="1539276"/>
                  </a:lnTo>
                  <a:lnTo>
                    <a:pt x="3559072" y="1541656"/>
                  </a:lnTo>
                  <a:lnTo>
                    <a:pt x="3560973" y="1470800"/>
                  </a:lnTo>
                  <a:lnTo>
                    <a:pt x="3562874" y="1480122"/>
                  </a:lnTo>
                  <a:lnTo>
                    <a:pt x="3564775" y="1345074"/>
                  </a:lnTo>
                  <a:lnTo>
                    <a:pt x="3566677" y="1211719"/>
                  </a:lnTo>
                  <a:lnTo>
                    <a:pt x="3568578" y="1112137"/>
                  </a:lnTo>
                  <a:lnTo>
                    <a:pt x="3570479" y="1129890"/>
                  </a:lnTo>
                  <a:lnTo>
                    <a:pt x="3572380" y="1084632"/>
                  </a:lnTo>
                  <a:lnTo>
                    <a:pt x="3574281" y="990718"/>
                  </a:lnTo>
                  <a:lnTo>
                    <a:pt x="3576183" y="926498"/>
                  </a:lnTo>
                  <a:lnTo>
                    <a:pt x="3578084" y="895234"/>
                  </a:lnTo>
                  <a:lnTo>
                    <a:pt x="3579985" y="831222"/>
                  </a:lnTo>
                  <a:lnTo>
                    <a:pt x="3581886" y="823145"/>
                  </a:lnTo>
                  <a:lnTo>
                    <a:pt x="3583788" y="653842"/>
                  </a:lnTo>
                  <a:lnTo>
                    <a:pt x="3585689" y="669258"/>
                  </a:lnTo>
                  <a:lnTo>
                    <a:pt x="3587590" y="679777"/>
                  </a:lnTo>
                  <a:lnTo>
                    <a:pt x="3589491" y="578605"/>
                  </a:lnTo>
                  <a:lnTo>
                    <a:pt x="3591392" y="486970"/>
                  </a:lnTo>
                  <a:lnTo>
                    <a:pt x="3593294" y="470194"/>
                  </a:lnTo>
                  <a:lnTo>
                    <a:pt x="3595195" y="339153"/>
                  </a:lnTo>
                  <a:lnTo>
                    <a:pt x="3597096" y="343901"/>
                  </a:lnTo>
                  <a:lnTo>
                    <a:pt x="3598997" y="309237"/>
                  </a:lnTo>
                  <a:lnTo>
                    <a:pt x="3600898" y="288421"/>
                  </a:lnTo>
                  <a:lnTo>
                    <a:pt x="3602800" y="361955"/>
                  </a:lnTo>
                  <a:lnTo>
                    <a:pt x="3604701" y="250811"/>
                  </a:lnTo>
                  <a:lnTo>
                    <a:pt x="3606602" y="340971"/>
                  </a:lnTo>
                  <a:lnTo>
                    <a:pt x="3608503" y="310231"/>
                  </a:lnTo>
                  <a:lnTo>
                    <a:pt x="3610405" y="378673"/>
                  </a:lnTo>
                  <a:lnTo>
                    <a:pt x="3612306" y="652530"/>
                  </a:lnTo>
                  <a:lnTo>
                    <a:pt x="3614207" y="553196"/>
                  </a:lnTo>
                  <a:lnTo>
                    <a:pt x="3616108" y="475887"/>
                  </a:lnTo>
                  <a:lnTo>
                    <a:pt x="3618009" y="553684"/>
                  </a:lnTo>
                  <a:lnTo>
                    <a:pt x="3619911" y="579472"/>
                  </a:lnTo>
                  <a:lnTo>
                    <a:pt x="3621812" y="620062"/>
                  </a:lnTo>
                  <a:lnTo>
                    <a:pt x="3623713" y="520404"/>
                  </a:lnTo>
                  <a:lnTo>
                    <a:pt x="3625614" y="448846"/>
                  </a:lnTo>
                  <a:lnTo>
                    <a:pt x="3627515" y="518255"/>
                  </a:lnTo>
                  <a:lnTo>
                    <a:pt x="3629417" y="473337"/>
                  </a:lnTo>
                  <a:lnTo>
                    <a:pt x="3631318" y="395931"/>
                  </a:lnTo>
                  <a:lnTo>
                    <a:pt x="3633219" y="458877"/>
                  </a:lnTo>
                  <a:lnTo>
                    <a:pt x="3635120" y="474097"/>
                  </a:lnTo>
                  <a:lnTo>
                    <a:pt x="3637022" y="539843"/>
                  </a:lnTo>
                  <a:lnTo>
                    <a:pt x="3638923" y="578364"/>
                  </a:lnTo>
                  <a:lnTo>
                    <a:pt x="3640824" y="606398"/>
                  </a:lnTo>
                  <a:lnTo>
                    <a:pt x="3642725" y="536203"/>
                  </a:lnTo>
                  <a:lnTo>
                    <a:pt x="3644626" y="608904"/>
                  </a:lnTo>
                  <a:lnTo>
                    <a:pt x="3646528" y="718934"/>
                  </a:lnTo>
                  <a:lnTo>
                    <a:pt x="3648429" y="694757"/>
                  </a:lnTo>
                  <a:lnTo>
                    <a:pt x="3650330" y="793323"/>
                  </a:lnTo>
                  <a:lnTo>
                    <a:pt x="3652231" y="629278"/>
                  </a:lnTo>
                  <a:lnTo>
                    <a:pt x="3654132" y="659718"/>
                  </a:lnTo>
                  <a:lnTo>
                    <a:pt x="3656034" y="687118"/>
                  </a:lnTo>
                  <a:lnTo>
                    <a:pt x="3657935" y="616946"/>
                  </a:lnTo>
                  <a:lnTo>
                    <a:pt x="3659836" y="518106"/>
                  </a:lnTo>
                  <a:lnTo>
                    <a:pt x="3661737" y="490028"/>
                  </a:lnTo>
                  <a:lnTo>
                    <a:pt x="3663639" y="431555"/>
                  </a:lnTo>
                  <a:lnTo>
                    <a:pt x="3665540" y="381935"/>
                  </a:lnTo>
                  <a:lnTo>
                    <a:pt x="3667441" y="499584"/>
                  </a:lnTo>
                  <a:lnTo>
                    <a:pt x="3669342" y="458794"/>
                  </a:lnTo>
                  <a:lnTo>
                    <a:pt x="3671243" y="472721"/>
                  </a:lnTo>
                  <a:lnTo>
                    <a:pt x="3673145" y="482105"/>
                  </a:lnTo>
                  <a:lnTo>
                    <a:pt x="3675046" y="424160"/>
                  </a:lnTo>
                  <a:lnTo>
                    <a:pt x="3676947" y="484591"/>
                  </a:lnTo>
                  <a:lnTo>
                    <a:pt x="3678848" y="435919"/>
                  </a:lnTo>
                  <a:lnTo>
                    <a:pt x="3680749" y="561143"/>
                  </a:lnTo>
                  <a:lnTo>
                    <a:pt x="3682651" y="490215"/>
                  </a:lnTo>
                  <a:lnTo>
                    <a:pt x="3684552" y="563160"/>
                  </a:lnTo>
                  <a:lnTo>
                    <a:pt x="3686453" y="603693"/>
                  </a:lnTo>
                  <a:lnTo>
                    <a:pt x="3688354" y="622164"/>
                  </a:lnTo>
                  <a:lnTo>
                    <a:pt x="3690256" y="572279"/>
                  </a:lnTo>
                  <a:lnTo>
                    <a:pt x="3692157" y="565743"/>
                  </a:lnTo>
                  <a:lnTo>
                    <a:pt x="3694058" y="465319"/>
                  </a:lnTo>
                  <a:lnTo>
                    <a:pt x="3695959" y="454960"/>
                  </a:lnTo>
                  <a:lnTo>
                    <a:pt x="3697860" y="596530"/>
                  </a:lnTo>
                  <a:lnTo>
                    <a:pt x="3699762" y="770806"/>
                  </a:lnTo>
                  <a:lnTo>
                    <a:pt x="3701663" y="743384"/>
                  </a:lnTo>
                  <a:lnTo>
                    <a:pt x="3703564" y="834709"/>
                  </a:lnTo>
                  <a:lnTo>
                    <a:pt x="3705465" y="907847"/>
                  </a:lnTo>
                  <a:lnTo>
                    <a:pt x="3707366" y="894138"/>
                  </a:lnTo>
                  <a:lnTo>
                    <a:pt x="3709268" y="723716"/>
                  </a:lnTo>
                  <a:lnTo>
                    <a:pt x="3711169" y="639958"/>
                  </a:lnTo>
                  <a:lnTo>
                    <a:pt x="3713070" y="671149"/>
                  </a:lnTo>
                  <a:lnTo>
                    <a:pt x="3714971" y="630992"/>
                  </a:lnTo>
                  <a:lnTo>
                    <a:pt x="3716873" y="561190"/>
                  </a:lnTo>
                  <a:lnTo>
                    <a:pt x="3718774" y="478886"/>
                  </a:lnTo>
                  <a:lnTo>
                    <a:pt x="3720675" y="502499"/>
                  </a:lnTo>
                  <a:lnTo>
                    <a:pt x="3722576" y="347383"/>
                  </a:lnTo>
                  <a:lnTo>
                    <a:pt x="3724477" y="327427"/>
                  </a:lnTo>
                  <a:lnTo>
                    <a:pt x="3726379" y="230925"/>
                  </a:lnTo>
                  <a:lnTo>
                    <a:pt x="3728280" y="199283"/>
                  </a:lnTo>
                  <a:lnTo>
                    <a:pt x="3730181" y="182271"/>
                  </a:lnTo>
                  <a:lnTo>
                    <a:pt x="3732082" y="90319"/>
                  </a:lnTo>
                  <a:lnTo>
                    <a:pt x="3733983" y="81155"/>
                  </a:lnTo>
                  <a:lnTo>
                    <a:pt x="3735885" y="89688"/>
                  </a:lnTo>
                  <a:lnTo>
                    <a:pt x="3737786" y="151775"/>
                  </a:lnTo>
                  <a:lnTo>
                    <a:pt x="3739687" y="83649"/>
                  </a:lnTo>
                  <a:lnTo>
                    <a:pt x="3741588" y="108318"/>
                  </a:lnTo>
                  <a:lnTo>
                    <a:pt x="3743490" y="121019"/>
                  </a:lnTo>
                  <a:lnTo>
                    <a:pt x="3745391" y="159403"/>
                  </a:lnTo>
                  <a:lnTo>
                    <a:pt x="3747292" y="155625"/>
                  </a:lnTo>
                  <a:lnTo>
                    <a:pt x="3749193" y="114984"/>
                  </a:lnTo>
                  <a:lnTo>
                    <a:pt x="3751094" y="163591"/>
                  </a:lnTo>
                  <a:lnTo>
                    <a:pt x="3752996" y="148006"/>
                  </a:lnTo>
                  <a:lnTo>
                    <a:pt x="3754897" y="141853"/>
                  </a:lnTo>
                  <a:lnTo>
                    <a:pt x="3756798" y="155698"/>
                  </a:lnTo>
                  <a:lnTo>
                    <a:pt x="3758699" y="122085"/>
                  </a:lnTo>
                  <a:lnTo>
                    <a:pt x="3760600" y="196466"/>
                  </a:lnTo>
                  <a:lnTo>
                    <a:pt x="3762502" y="200157"/>
                  </a:lnTo>
                  <a:lnTo>
                    <a:pt x="3764403" y="230124"/>
                  </a:lnTo>
                  <a:lnTo>
                    <a:pt x="3766304" y="262682"/>
                  </a:lnTo>
                  <a:lnTo>
                    <a:pt x="3768205" y="279516"/>
                  </a:lnTo>
                  <a:lnTo>
                    <a:pt x="3770107" y="262669"/>
                  </a:lnTo>
                  <a:lnTo>
                    <a:pt x="3772008" y="233212"/>
                  </a:lnTo>
                  <a:lnTo>
                    <a:pt x="3773909" y="209017"/>
                  </a:lnTo>
                  <a:lnTo>
                    <a:pt x="3775810" y="170876"/>
                  </a:lnTo>
                  <a:lnTo>
                    <a:pt x="3777711" y="191287"/>
                  </a:lnTo>
                  <a:lnTo>
                    <a:pt x="3779613" y="139138"/>
                  </a:lnTo>
                  <a:lnTo>
                    <a:pt x="3781514" y="269393"/>
                  </a:lnTo>
                  <a:lnTo>
                    <a:pt x="3783415" y="272170"/>
                  </a:lnTo>
                  <a:lnTo>
                    <a:pt x="3785316" y="260168"/>
                  </a:lnTo>
                  <a:lnTo>
                    <a:pt x="3787217" y="316238"/>
                  </a:lnTo>
                  <a:lnTo>
                    <a:pt x="3789119" y="387276"/>
                  </a:lnTo>
                  <a:lnTo>
                    <a:pt x="3791020" y="368638"/>
                  </a:lnTo>
                  <a:lnTo>
                    <a:pt x="3792921" y="355132"/>
                  </a:lnTo>
                  <a:lnTo>
                    <a:pt x="3794822" y="303109"/>
                  </a:lnTo>
                  <a:lnTo>
                    <a:pt x="3796723" y="313613"/>
                  </a:lnTo>
                  <a:lnTo>
                    <a:pt x="3798625" y="298066"/>
                  </a:lnTo>
                  <a:lnTo>
                    <a:pt x="3800526" y="389754"/>
                  </a:lnTo>
                  <a:lnTo>
                    <a:pt x="3802427" y="483924"/>
                  </a:lnTo>
                  <a:lnTo>
                    <a:pt x="3804328" y="459098"/>
                  </a:lnTo>
                  <a:lnTo>
                    <a:pt x="3806230" y="369142"/>
                  </a:lnTo>
                  <a:lnTo>
                    <a:pt x="3808131" y="316222"/>
                  </a:lnTo>
                  <a:lnTo>
                    <a:pt x="3810032" y="365866"/>
                  </a:lnTo>
                  <a:lnTo>
                    <a:pt x="3811933" y="350076"/>
                  </a:lnTo>
                  <a:lnTo>
                    <a:pt x="3813834" y="421406"/>
                  </a:lnTo>
                  <a:lnTo>
                    <a:pt x="3815736" y="365518"/>
                  </a:lnTo>
                  <a:lnTo>
                    <a:pt x="3817637" y="433827"/>
                  </a:lnTo>
                  <a:lnTo>
                    <a:pt x="3819538" y="373324"/>
                  </a:lnTo>
                  <a:lnTo>
                    <a:pt x="3821439" y="347743"/>
                  </a:lnTo>
                  <a:lnTo>
                    <a:pt x="3823340" y="290740"/>
                  </a:lnTo>
                  <a:lnTo>
                    <a:pt x="3825242" y="291560"/>
                  </a:lnTo>
                  <a:lnTo>
                    <a:pt x="3827143" y="358740"/>
                  </a:lnTo>
                  <a:lnTo>
                    <a:pt x="3829044" y="310380"/>
                  </a:lnTo>
                  <a:lnTo>
                    <a:pt x="3830945" y="393557"/>
                  </a:lnTo>
                  <a:lnTo>
                    <a:pt x="3832847" y="448397"/>
                  </a:lnTo>
                  <a:lnTo>
                    <a:pt x="3834748" y="518076"/>
                  </a:lnTo>
                  <a:lnTo>
                    <a:pt x="3836649" y="604783"/>
                  </a:lnTo>
                  <a:lnTo>
                    <a:pt x="3838550" y="587993"/>
                  </a:lnTo>
                  <a:lnTo>
                    <a:pt x="3840451" y="610981"/>
                  </a:lnTo>
                  <a:lnTo>
                    <a:pt x="3842353" y="518194"/>
                  </a:lnTo>
                  <a:lnTo>
                    <a:pt x="3844254" y="464362"/>
                  </a:lnTo>
                  <a:lnTo>
                    <a:pt x="3846155" y="422850"/>
                  </a:lnTo>
                  <a:lnTo>
                    <a:pt x="3848056" y="502224"/>
                  </a:lnTo>
                  <a:lnTo>
                    <a:pt x="3849957" y="489295"/>
                  </a:lnTo>
                  <a:lnTo>
                    <a:pt x="3851859" y="585057"/>
                  </a:lnTo>
                  <a:lnTo>
                    <a:pt x="3853760" y="822252"/>
                  </a:lnTo>
                  <a:lnTo>
                    <a:pt x="3855661" y="890731"/>
                  </a:lnTo>
                  <a:lnTo>
                    <a:pt x="3857562" y="967882"/>
                  </a:lnTo>
                  <a:lnTo>
                    <a:pt x="3859464" y="965861"/>
                  </a:lnTo>
                  <a:lnTo>
                    <a:pt x="3861365" y="911376"/>
                  </a:lnTo>
                  <a:lnTo>
                    <a:pt x="3863266" y="850189"/>
                  </a:lnTo>
                  <a:lnTo>
                    <a:pt x="3865167" y="733676"/>
                  </a:lnTo>
                  <a:lnTo>
                    <a:pt x="3867068" y="692335"/>
                  </a:lnTo>
                  <a:lnTo>
                    <a:pt x="3868970" y="660894"/>
                  </a:lnTo>
                  <a:lnTo>
                    <a:pt x="3870871" y="672766"/>
                  </a:lnTo>
                  <a:lnTo>
                    <a:pt x="3872772" y="737384"/>
                  </a:lnTo>
                  <a:lnTo>
                    <a:pt x="3874673" y="726486"/>
                  </a:lnTo>
                  <a:lnTo>
                    <a:pt x="3876574" y="774484"/>
                  </a:lnTo>
                  <a:lnTo>
                    <a:pt x="3878476" y="758327"/>
                  </a:lnTo>
                  <a:lnTo>
                    <a:pt x="3880377" y="825410"/>
                  </a:lnTo>
                  <a:lnTo>
                    <a:pt x="3882278" y="730344"/>
                  </a:lnTo>
                  <a:lnTo>
                    <a:pt x="3884179" y="621027"/>
                  </a:lnTo>
                  <a:lnTo>
                    <a:pt x="3886081" y="674372"/>
                  </a:lnTo>
                  <a:lnTo>
                    <a:pt x="3887982" y="618956"/>
                  </a:lnTo>
                  <a:lnTo>
                    <a:pt x="3889883" y="615515"/>
                  </a:lnTo>
                  <a:lnTo>
                    <a:pt x="3891784" y="599255"/>
                  </a:lnTo>
                  <a:lnTo>
                    <a:pt x="3893685" y="519866"/>
                  </a:lnTo>
                  <a:lnTo>
                    <a:pt x="3895587" y="589761"/>
                  </a:lnTo>
                  <a:lnTo>
                    <a:pt x="3897488" y="512839"/>
                  </a:lnTo>
                  <a:lnTo>
                    <a:pt x="3899389" y="467049"/>
                  </a:lnTo>
                  <a:lnTo>
                    <a:pt x="3901290" y="428695"/>
                  </a:lnTo>
                  <a:lnTo>
                    <a:pt x="3903191" y="469794"/>
                  </a:lnTo>
                  <a:lnTo>
                    <a:pt x="3905093" y="395956"/>
                  </a:lnTo>
                  <a:lnTo>
                    <a:pt x="3906994" y="418019"/>
                  </a:lnTo>
                  <a:lnTo>
                    <a:pt x="3908895" y="297855"/>
                  </a:lnTo>
                  <a:lnTo>
                    <a:pt x="3910796" y="270733"/>
                  </a:lnTo>
                  <a:lnTo>
                    <a:pt x="3912698" y="252010"/>
                  </a:lnTo>
                  <a:lnTo>
                    <a:pt x="3914599" y="331541"/>
                  </a:lnTo>
                  <a:lnTo>
                    <a:pt x="3916500" y="334610"/>
                  </a:lnTo>
                  <a:lnTo>
                    <a:pt x="3918401" y="302255"/>
                  </a:lnTo>
                  <a:lnTo>
                    <a:pt x="3920302" y="197698"/>
                  </a:lnTo>
                  <a:lnTo>
                    <a:pt x="3922204" y="162526"/>
                  </a:lnTo>
                  <a:lnTo>
                    <a:pt x="3924105" y="139042"/>
                  </a:lnTo>
                  <a:lnTo>
                    <a:pt x="3926006" y="192992"/>
                  </a:lnTo>
                  <a:lnTo>
                    <a:pt x="3927907" y="129880"/>
                  </a:lnTo>
                  <a:lnTo>
                    <a:pt x="3929808" y="139205"/>
                  </a:lnTo>
                  <a:lnTo>
                    <a:pt x="3931710" y="219297"/>
                  </a:lnTo>
                  <a:lnTo>
                    <a:pt x="3933611" y="247210"/>
                  </a:lnTo>
                  <a:lnTo>
                    <a:pt x="3935512" y="357620"/>
                  </a:lnTo>
                  <a:lnTo>
                    <a:pt x="3937413" y="330367"/>
                  </a:lnTo>
                  <a:lnTo>
                    <a:pt x="3939315" y="369834"/>
                  </a:lnTo>
                  <a:lnTo>
                    <a:pt x="3941216" y="321878"/>
                  </a:lnTo>
                  <a:lnTo>
                    <a:pt x="3943117" y="259541"/>
                  </a:lnTo>
                  <a:lnTo>
                    <a:pt x="3945018" y="161410"/>
                  </a:lnTo>
                  <a:lnTo>
                    <a:pt x="3946919" y="147068"/>
                  </a:lnTo>
                  <a:lnTo>
                    <a:pt x="3948821" y="101106"/>
                  </a:lnTo>
                  <a:lnTo>
                    <a:pt x="3950722" y="146306"/>
                  </a:lnTo>
                  <a:lnTo>
                    <a:pt x="3952623" y="34020"/>
                  </a:lnTo>
                  <a:lnTo>
                    <a:pt x="3954524" y="29256"/>
                  </a:lnTo>
                  <a:lnTo>
                    <a:pt x="3956425" y="625"/>
                  </a:lnTo>
                  <a:lnTo>
                    <a:pt x="3958327" y="73816"/>
                  </a:lnTo>
                  <a:lnTo>
                    <a:pt x="3960228" y="67782"/>
                  </a:lnTo>
                  <a:lnTo>
                    <a:pt x="3962129" y="74703"/>
                  </a:lnTo>
                  <a:lnTo>
                    <a:pt x="3964030" y="79113"/>
                  </a:lnTo>
                  <a:lnTo>
                    <a:pt x="3965932" y="66301"/>
                  </a:lnTo>
                  <a:lnTo>
                    <a:pt x="3967833" y="17512"/>
                  </a:lnTo>
                  <a:lnTo>
                    <a:pt x="3969734" y="48739"/>
                  </a:lnTo>
                  <a:lnTo>
                    <a:pt x="3971635" y="192728"/>
                  </a:lnTo>
                  <a:lnTo>
                    <a:pt x="3973536" y="276384"/>
                  </a:lnTo>
                  <a:lnTo>
                    <a:pt x="3975438" y="473168"/>
                  </a:lnTo>
                  <a:lnTo>
                    <a:pt x="3977339" y="674622"/>
                  </a:lnTo>
                  <a:lnTo>
                    <a:pt x="3979240" y="711661"/>
                  </a:lnTo>
                  <a:lnTo>
                    <a:pt x="3981141" y="611466"/>
                  </a:lnTo>
                  <a:lnTo>
                    <a:pt x="3983042" y="580159"/>
                  </a:lnTo>
                  <a:lnTo>
                    <a:pt x="3984944" y="526025"/>
                  </a:lnTo>
                  <a:lnTo>
                    <a:pt x="3986845" y="472745"/>
                  </a:lnTo>
                  <a:lnTo>
                    <a:pt x="3988746" y="502525"/>
                  </a:lnTo>
                  <a:lnTo>
                    <a:pt x="3990647" y="499394"/>
                  </a:lnTo>
                  <a:lnTo>
                    <a:pt x="3992549" y="663252"/>
                  </a:lnTo>
                  <a:lnTo>
                    <a:pt x="3994450" y="778928"/>
                  </a:lnTo>
                  <a:lnTo>
                    <a:pt x="3996351" y="776249"/>
                  </a:lnTo>
                  <a:lnTo>
                    <a:pt x="3998252" y="713627"/>
                  </a:lnTo>
                  <a:lnTo>
                    <a:pt x="4000153" y="690344"/>
                  </a:lnTo>
                  <a:lnTo>
                    <a:pt x="4002055" y="702614"/>
                  </a:lnTo>
                  <a:lnTo>
                    <a:pt x="4003956" y="726437"/>
                  </a:lnTo>
                  <a:lnTo>
                    <a:pt x="4005857" y="677391"/>
                  </a:lnTo>
                  <a:lnTo>
                    <a:pt x="4007758" y="737050"/>
                  </a:lnTo>
                  <a:lnTo>
                    <a:pt x="4009659" y="788276"/>
                  </a:lnTo>
                  <a:lnTo>
                    <a:pt x="4011561" y="771271"/>
                  </a:lnTo>
                  <a:lnTo>
                    <a:pt x="4013462" y="828671"/>
                  </a:lnTo>
                  <a:lnTo>
                    <a:pt x="4015363" y="729814"/>
                  </a:lnTo>
                  <a:lnTo>
                    <a:pt x="4017264" y="616150"/>
                  </a:lnTo>
                  <a:lnTo>
                    <a:pt x="4019166" y="492746"/>
                  </a:lnTo>
                  <a:lnTo>
                    <a:pt x="4021067" y="565484"/>
                  </a:lnTo>
                  <a:lnTo>
                    <a:pt x="4022968" y="512838"/>
                  </a:lnTo>
                  <a:lnTo>
                    <a:pt x="4024869" y="427721"/>
                  </a:lnTo>
                  <a:lnTo>
                    <a:pt x="4026770" y="399781"/>
                  </a:lnTo>
                  <a:lnTo>
                    <a:pt x="4028672" y="372148"/>
                  </a:lnTo>
                  <a:lnTo>
                    <a:pt x="4030573" y="309297"/>
                  </a:lnTo>
                  <a:lnTo>
                    <a:pt x="4032474" y="302386"/>
                  </a:lnTo>
                  <a:lnTo>
                    <a:pt x="4034375" y="377155"/>
                  </a:lnTo>
                  <a:lnTo>
                    <a:pt x="4036276" y="330563"/>
                  </a:lnTo>
                  <a:lnTo>
                    <a:pt x="4038178" y="373948"/>
                  </a:lnTo>
                  <a:lnTo>
                    <a:pt x="4040079" y="361617"/>
                  </a:lnTo>
                  <a:lnTo>
                    <a:pt x="4041980" y="447213"/>
                  </a:lnTo>
                  <a:lnTo>
                    <a:pt x="4043881" y="451275"/>
                  </a:lnTo>
                  <a:lnTo>
                    <a:pt x="4045783" y="395065"/>
                  </a:lnTo>
                  <a:lnTo>
                    <a:pt x="4047684" y="463068"/>
                  </a:lnTo>
                  <a:lnTo>
                    <a:pt x="4049585" y="463861"/>
                  </a:lnTo>
                  <a:lnTo>
                    <a:pt x="4051486" y="464067"/>
                  </a:lnTo>
                  <a:lnTo>
                    <a:pt x="4053387" y="482428"/>
                  </a:lnTo>
                  <a:lnTo>
                    <a:pt x="4055289" y="480178"/>
                  </a:lnTo>
                  <a:lnTo>
                    <a:pt x="4057190" y="452171"/>
                  </a:lnTo>
                  <a:lnTo>
                    <a:pt x="4059091" y="370540"/>
                  </a:lnTo>
                  <a:lnTo>
                    <a:pt x="4060992" y="370208"/>
                  </a:lnTo>
                  <a:lnTo>
                    <a:pt x="4062893" y="341247"/>
                  </a:lnTo>
                  <a:lnTo>
                    <a:pt x="4064795" y="333506"/>
                  </a:lnTo>
                  <a:lnTo>
                    <a:pt x="4066696" y="323466"/>
                  </a:lnTo>
                  <a:lnTo>
                    <a:pt x="4068597" y="335658"/>
                  </a:lnTo>
                  <a:lnTo>
                    <a:pt x="4070498" y="272646"/>
                  </a:lnTo>
                  <a:lnTo>
                    <a:pt x="4072399" y="309975"/>
                  </a:lnTo>
                  <a:lnTo>
                    <a:pt x="4074301" y="319894"/>
                  </a:lnTo>
                  <a:lnTo>
                    <a:pt x="4076202" y="242607"/>
                  </a:lnTo>
                  <a:lnTo>
                    <a:pt x="4078103" y="406296"/>
                  </a:lnTo>
                  <a:lnTo>
                    <a:pt x="4080004" y="431058"/>
                  </a:lnTo>
                  <a:lnTo>
                    <a:pt x="4081906" y="518467"/>
                  </a:lnTo>
                  <a:lnTo>
                    <a:pt x="4083807" y="484901"/>
                  </a:lnTo>
                  <a:lnTo>
                    <a:pt x="4085708" y="316551"/>
                  </a:lnTo>
                  <a:lnTo>
                    <a:pt x="4087609" y="243029"/>
                  </a:lnTo>
                  <a:lnTo>
                    <a:pt x="4089510" y="306316"/>
                  </a:lnTo>
                  <a:lnTo>
                    <a:pt x="4091412" y="174639"/>
                  </a:lnTo>
                  <a:lnTo>
                    <a:pt x="4093313" y="201077"/>
                  </a:lnTo>
                  <a:lnTo>
                    <a:pt x="4095214" y="212462"/>
                  </a:lnTo>
                  <a:lnTo>
                    <a:pt x="4097115" y="191305"/>
                  </a:lnTo>
                  <a:lnTo>
                    <a:pt x="4099016" y="290447"/>
                  </a:lnTo>
                  <a:lnTo>
                    <a:pt x="4100918" y="263412"/>
                  </a:lnTo>
                  <a:lnTo>
                    <a:pt x="4102819" y="253313"/>
                  </a:lnTo>
                  <a:lnTo>
                    <a:pt x="4104720" y="283758"/>
                  </a:lnTo>
                  <a:lnTo>
                    <a:pt x="4106621" y="294067"/>
                  </a:lnTo>
                  <a:lnTo>
                    <a:pt x="4108523" y="212224"/>
                  </a:lnTo>
                  <a:lnTo>
                    <a:pt x="4110424" y="143058"/>
                  </a:lnTo>
                  <a:lnTo>
                    <a:pt x="4112325" y="69896"/>
                  </a:lnTo>
                  <a:lnTo>
                    <a:pt x="4114226" y="98244"/>
                  </a:lnTo>
                  <a:lnTo>
                    <a:pt x="4116127" y="119697"/>
                  </a:lnTo>
                  <a:lnTo>
                    <a:pt x="4118029" y="47663"/>
                  </a:lnTo>
                  <a:lnTo>
                    <a:pt x="4119930" y="100248"/>
                  </a:lnTo>
                  <a:lnTo>
                    <a:pt x="4121831" y="208238"/>
                  </a:lnTo>
                  <a:lnTo>
                    <a:pt x="4123732" y="154606"/>
                  </a:lnTo>
                  <a:lnTo>
                    <a:pt x="4125633" y="164224"/>
                  </a:lnTo>
                  <a:lnTo>
                    <a:pt x="4127535" y="189086"/>
                  </a:lnTo>
                  <a:lnTo>
                    <a:pt x="4129436" y="89680"/>
                  </a:lnTo>
                  <a:lnTo>
                    <a:pt x="4131337" y="69144"/>
                  </a:lnTo>
                  <a:lnTo>
                    <a:pt x="4133238" y="176746"/>
                  </a:lnTo>
                  <a:lnTo>
                    <a:pt x="4135140" y="74125"/>
                  </a:lnTo>
                  <a:lnTo>
                    <a:pt x="4137041" y="145907"/>
                  </a:lnTo>
                  <a:lnTo>
                    <a:pt x="4138942" y="157890"/>
                  </a:lnTo>
                  <a:lnTo>
                    <a:pt x="4140843" y="184179"/>
                  </a:lnTo>
                  <a:lnTo>
                    <a:pt x="4142744" y="200012"/>
                  </a:lnTo>
                  <a:lnTo>
                    <a:pt x="4144646" y="215530"/>
                  </a:lnTo>
                  <a:lnTo>
                    <a:pt x="4146547" y="181352"/>
                  </a:lnTo>
                  <a:lnTo>
                    <a:pt x="4148448" y="207788"/>
                  </a:lnTo>
                  <a:lnTo>
                    <a:pt x="4150349" y="98951"/>
                  </a:lnTo>
                  <a:lnTo>
                    <a:pt x="4152250" y="104321"/>
                  </a:lnTo>
                  <a:lnTo>
                    <a:pt x="4154152" y="70923"/>
                  </a:lnTo>
                  <a:lnTo>
                    <a:pt x="4156053" y="112557"/>
                  </a:lnTo>
                  <a:lnTo>
                    <a:pt x="4157954" y="40519"/>
                  </a:lnTo>
                  <a:lnTo>
                    <a:pt x="4159855" y="0"/>
                  </a:lnTo>
                  <a:lnTo>
                    <a:pt x="4161757" y="57776"/>
                  </a:lnTo>
                  <a:lnTo>
                    <a:pt x="4163658" y="40505"/>
                  </a:lnTo>
                  <a:lnTo>
                    <a:pt x="4165559" y="11045"/>
                  </a:lnTo>
                  <a:lnTo>
                    <a:pt x="4167460" y="424178"/>
                  </a:lnTo>
                  <a:lnTo>
                    <a:pt x="4169361" y="362463"/>
                  </a:lnTo>
                  <a:lnTo>
                    <a:pt x="4171263" y="345918"/>
                  </a:lnTo>
                  <a:lnTo>
                    <a:pt x="4173164" y="310553"/>
                  </a:lnTo>
                  <a:lnTo>
                    <a:pt x="4175065" y="336615"/>
                  </a:lnTo>
                  <a:lnTo>
                    <a:pt x="4176966" y="242150"/>
                  </a:lnTo>
                  <a:lnTo>
                    <a:pt x="4178867" y="213260"/>
                  </a:lnTo>
                  <a:lnTo>
                    <a:pt x="4180769" y="215923"/>
                  </a:lnTo>
                  <a:lnTo>
                    <a:pt x="4182670" y="310051"/>
                  </a:lnTo>
                  <a:lnTo>
                    <a:pt x="4184571" y="325275"/>
                  </a:lnTo>
                  <a:lnTo>
                    <a:pt x="4186472" y="529551"/>
                  </a:lnTo>
                  <a:lnTo>
                    <a:pt x="4188374" y="459357"/>
                  </a:lnTo>
                  <a:lnTo>
                    <a:pt x="4190275" y="556217"/>
                  </a:lnTo>
                  <a:lnTo>
                    <a:pt x="4192176" y="575118"/>
                  </a:lnTo>
                  <a:lnTo>
                    <a:pt x="4194077" y="524681"/>
                  </a:lnTo>
                  <a:lnTo>
                    <a:pt x="4195978" y="565130"/>
                  </a:lnTo>
                  <a:lnTo>
                    <a:pt x="4197880" y="625482"/>
                  </a:lnTo>
                  <a:lnTo>
                    <a:pt x="4199781" y="557098"/>
                  </a:lnTo>
                  <a:lnTo>
                    <a:pt x="4201682" y="544343"/>
                  </a:lnTo>
                  <a:lnTo>
                    <a:pt x="4203583" y="453655"/>
                  </a:lnTo>
                  <a:lnTo>
                    <a:pt x="4205484" y="532276"/>
                  </a:lnTo>
                  <a:lnTo>
                    <a:pt x="4207386" y="559125"/>
                  </a:lnTo>
                  <a:lnTo>
                    <a:pt x="4209287" y="385829"/>
                  </a:lnTo>
                  <a:lnTo>
                    <a:pt x="4211188" y="420764"/>
                  </a:lnTo>
                  <a:lnTo>
                    <a:pt x="4213089" y="403573"/>
                  </a:lnTo>
                  <a:lnTo>
                    <a:pt x="4214991" y="514100"/>
                  </a:lnTo>
                  <a:lnTo>
                    <a:pt x="4216892" y="571699"/>
                  </a:lnTo>
                  <a:lnTo>
                    <a:pt x="4218793" y="581848"/>
                  </a:lnTo>
                  <a:lnTo>
                    <a:pt x="4220694" y="655304"/>
                  </a:lnTo>
                  <a:lnTo>
                    <a:pt x="4222595" y="621158"/>
                  </a:lnTo>
                  <a:lnTo>
                    <a:pt x="4224497" y="708712"/>
                  </a:lnTo>
                  <a:lnTo>
                    <a:pt x="4226398" y="629693"/>
                  </a:lnTo>
                  <a:lnTo>
                    <a:pt x="4228299" y="722422"/>
                  </a:lnTo>
                  <a:lnTo>
                    <a:pt x="4230200" y="782108"/>
                  </a:lnTo>
                  <a:lnTo>
                    <a:pt x="4232101" y="870639"/>
                  </a:lnTo>
                  <a:lnTo>
                    <a:pt x="4234003" y="846445"/>
                  </a:lnTo>
                  <a:lnTo>
                    <a:pt x="4235904" y="731761"/>
                  </a:lnTo>
                  <a:lnTo>
                    <a:pt x="4237805" y="502926"/>
                  </a:lnTo>
                  <a:lnTo>
                    <a:pt x="4239706" y="463642"/>
                  </a:lnTo>
                  <a:lnTo>
                    <a:pt x="4241608" y="459428"/>
                  </a:lnTo>
                  <a:lnTo>
                    <a:pt x="4243509" y="374357"/>
                  </a:lnTo>
                  <a:lnTo>
                    <a:pt x="4245410" y="384423"/>
                  </a:lnTo>
                  <a:lnTo>
                    <a:pt x="4247311" y="375981"/>
                  </a:lnTo>
                  <a:lnTo>
                    <a:pt x="4249212" y="383473"/>
                  </a:lnTo>
                  <a:lnTo>
                    <a:pt x="4251114" y="413856"/>
                  </a:lnTo>
                  <a:lnTo>
                    <a:pt x="4253015" y="264041"/>
                  </a:lnTo>
                  <a:lnTo>
                    <a:pt x="4254916" y="227925"/>
                  </a:lnTo>
                  <a:lnTo>
                    <a:pt x="4256817" y="220768"/>
                  </a:lnTo>
                  <a:lnTo>
                    <a:pt x="4258718" y="296353"/>
                  </a:lnTo>
                  <a:lnTo>
                    <a:pt x="4260620" y="302474"/>
                  </a:lnTo>
                  <a:lnTo>
                    <a:pt x="4262521" y="324802"/>
                  </a:lnTo>
                  <a:lnTo>
                    <a:pt x="4264422" y="253700"/>
                  </a:lnTo>
                  <a:lnTo>
                    <a:pt x="4266323" y="260289"/>
                  </a:lnTo>
                  <a:lnTo>
                    <a:pt x="4268225" y="213336"/>
                  </a:lnTo>
                  <a:lnTo>
                    <a:pt x="4270126" y="209107"/>
                  </a:lnTo>
                  <a:lnTo>
                    <a:pt x="4272027" y="169352"/>
                  </a:lnTo>
                  <a:lnTo>
                    <a:pt x="4273928" y="126721"/>
                  </a:lnTo>
                  <a:lnTo>
                    <a:pt x="4275829" y="201381"/>
                  </a:lnTo>
                  <a:lnTo>
                    <a:pt x="4277731" y="180225"/>
                  </a:lnTo>
                  <a:lnTo>
                    <a:pt x="4279632" y="226003"/>
                  </a:lnTo>
                  <a:lnTo>
                    <a:pt x="4281533" y="256731"/>
                  </a:lnTo>
                  <a:lnTo>
                    <a:pt x="4283434" y="232270"/>
                  </a:lnTo>
                  <a:lnTo>
                    <a:pt x="4285335" y="199197"/>
                  </a:lnTo>
                  <a:lnTo>
                    <a:pt x="4287237" y="225008"/>
                  </a:lnTo>
                  <a:lnTo>
                    <a:pt x="4289138" y="182555"/>
                  </a:lnTo>
                  <a:lnTo>
                    <a:pt x="4291039" y="188790"/>
                  </a:lnTo>
                  <a:lnTo>
                    <a:pt x="4292940" y="260500"/>
                  </a:lnTo>
                  <a:lnTo>
                    <a:pt x="4294842" y="226085"/>
                  </a:lnTo>
                  <a:lnTo>
                    <a:pt x="4296743" y="218188"/>
                  </a:lnTo>
                  <a:lnTo>
                    <a:pt x="4298644" y="347213"/>
                  </a:lnTo>
                  <a:lnTo>
                    <a:pt x="4300545" y="393573"/>
                  </a:lnTo>
                  <a:lnTo>
                    <a:pt x="4302446" y="499103"/>
                  </a:lnTo>
                  <a:lnTo>
                    <a:pt x="4304348" y="572532"/>
                  </a:lnTo>
                  <a:lnTo>
                    <a:pt x="4306249" y="653073"/>
                  </a:lnTo>
                  <a:lnTo>
                    <a:pt x="4308150" y="735947"/>
                  </a:lnTo>
                  <a:lnTo>
                    <a:pt x="4310051" y="636024"/>
                  </a:lnTo>
                  <a:lnTo>
                    <a:pt x="4311952" y="561579"/>
                  </a:lnTo>
                  <a:lnTo>
                    <a:pt x="4313854" y="647662"/>
                  </a:lnTo>
                  <a:lnTo>
                    <a:pt x="4315755" y="590002"/>
                  </a:lnTo>
                  <a:lnTo>
                    <a:pt x="4317656" y="636001"/>
                  </a:lnTo>
                  <a:lnTo>
                    <a:pt x="4319557" y="550493"/>
                  </a:lnTo>
                  <a:lnTo>
                    <a:pt x="4321459" y="635369"/>
                  </a:lnTo>
                  <a:lnTo>
                    <a:pt x="4323360" y="604714"/>
                  </a:lnTo>
                  <a:lnTo>
                    <a:pt x="4325261" y="621763"/>
                  </a:lnTo>
                  <a:lnTo>
                    <a:pt x="4327162" y="621910"/>
                  </a:lnTo>
                  <a:lnTo>
                    <a:pt x="4329063" y="622192"/>
                  </a:lnTo>
                  <a:lnTo>
                    <a:pt x="4330965" y="543464"/>
                  </a:lnTo>
                  <a:lnTo>
                    <a:pt x="4332866" y="633678"/>
                  </a:lnTo>
                  <a:lnTo>
                    <a:pt x="4334767" y="564325"/>
                  </a:lnTo>
                  <a:lnTo>
                    <a:pt x="4336668" y="701525"/>
                  </a:lnTo>
                  <a:lnTo>
                    <a:pt x="4338569" y="722367"/>
                  </a:lnTo>
                  <a:lnTo>
                    <a:pt x="4340471" y="622132"/>
                  </a:lnTo>
                  <a:lnTo>
                    <a:pt x="4342372" y="767709"/>
                  </a:lnTo>
                  <a:lnTo>
                    <a:pt x="4344273" y="550962"/>
                  </a:lnTo>
                  <a:lnTo>
                    <a:pt x="4346174" y="525331"/>
                  </a:lnTo>
                  <a:lnTo>
                    <a:pt x="4348076" y="579288"/>
                  </a:lnTo>
                  <a:lnTo>
                    <a:pt x="4349977" y="458948"/>
                  </a:lnTo>
                  <a:lnTo>
                    <a:pt x="4351878" y="531840"/>
                  </a:lnTo>
                  <a:lnTo>
                    <a:pt x="4353779" y="518181"/>
                  </a:lnTo>
                  <a:lnTo>
                    <a:pt x="4355680" y="558761"/>
                  </a:lnTo>
                  <a:lnTo>
                    <a:pt x="4357582" y="461715"/>
                  </a:lnTo>
                  <a:lnTo>
                    <a:pt x="4359483" y="447996"/>
                  </a:lnTo>
                  <a:lnTo>
                    <a:pt x="4361384" y="522946"/>
                  </a:lnTo>
                  <a:lnTo>
                    <a:pt x="4363285" y="523468"/>
                  </a:lnTo>
                  <a:lnTo>
                    <a:pt x="4365186" y="557895"/>
                  </a:lnTo>
                  <a:lnTo>
                    <a:pt x="4367088" y="591518"/>
                  </a:lnTo>
                  <a:lnTo>
                    <a:pt x="4368989" y="506375"/>
                  </a:lnTo>
                  <a:lnTo>
                    <a:pt x="4370890" y="556817"/>
                  </a:lnTo>
                  <a:lnTo>
                    <a:pt x="4372791" y="526125"/>
                  </a:lnTo>
                  <a:lnTo>
                    <a:pt x="4374692" y="525471"/>
                  </a:lnTo>
                  <a:lnTo>
                    <a:pt x="4376594" y="506486"/>
                  </a:lnTo>
                  <a:lnTo>
                    <a:pt x="4378495" y="483169"/>
                  </a:lnTo>
                  <a:lnTo>
                    <a:pt x="4380396" y="528251"/>
                  </a:lnTo>
                  <a:lnTo>
                    <a:pt x="4382297" y="530600"/>
                  </a:lnTo>
                  <a:lnTo>
                    <a:pt x="4384199" y="538665"/>
                  </a:lnTo>
                  <a:lnTo>
                    <a:pt x="4386100" y="666210"/>
                  </a:lnTo>
                  <a:lnTo>
                    <a:pt x="4388001" y="683922"/>
                  </a:lnTo>
                  <a:lnTo>
                    <a:pt x="4389902" y="729120"/>
                  </a:lnTo>
                  <a:lnTo>
                    <a:pt x="4391803" y="765111"/>
                  </a:lnTo>
                  <a:lnTo>
                    <a:pt x="4393705" y="791727"/>
                  </a:lnTo>
                  <a:lnTo>
                    <a:pt x="4395606" y="822277"/>
                  </a:lnTo>
                  <a:lnTo>
                    <a:pt x="4397507" y="911341"/>
                  </a:lnTo>
                  <a:lnTo>
                    <a:pt x="4399408" y="1108650"/>
                  </a:lnTo>
                  <a:lnTo>
                    <a:pt x="4401309" y="1230438"/>
                  </a:lnTo>
                  <a:lnTo>
                    <a:pt x="4403211" y="1285121"/>
                  </a:lnTo>
                  <a:lnTo>
                    <a:pt x="4405112" y="1190064"/>
                  </a:lnTo>
                  <a:lnTo>
                    <a:pt x="4407013" y="1063015"/>
                  </a:lnTo>
                  <a:lnTo>
                    <a:pt x="4408914" y="1073010"/>
                  </a:lnTo>
                  <a:lnTo>
                    <a:pt x="4410816" y="1088487"/>
                  </a:lnTo>
                  <a:lnTo>
                    <a:pt x="4412717" y="1144616"/>
                  </a:lnTo>
                  <a:lnTo>
                    <a:pt x="4414618" y="1194798"/>
                  </a:lnTo>
                  <a:lnTo>
                    <a:pt x="4416519" y="1032630"/>
                  </a:lnTo>
                  <a:lnTo>
                    <a:pt x="4418420" y="1010936"/>
                  </a:lnTo>
                  <a:lnTo>
                    <a:pt x="4420322" y="943405"/>
                  </a:lnTo>
                  <a:lnTo>
                    <a:pt x="4422223" y="979684"/>
                  </a:lnTo>
                  <a:lnTo>
                    <a:pt x="4424124" y="1000714"/>
                  </a:lnTo>
                  <a:lnTo>
                    <a:pt x="4426025" y="1002661"/>
                  </a:lnTo>
                  <a:lnTo>
                    <a:pt x="4427926" y="930592"/>
                  </a:lnTo>
                  <a:lnTo>
                    <a:pt x="4429828" y="961967"/>
                  </a:lnTo>
                  <a:lnTo>
                    <a:pt x="4431729" y="904859"/>
                  </a:lnTo>
                  <a:lnTo>
                    <a:pt x="4433630" y="772667"/>
                  </a:lnTo>
                  <a:lnTo>
                    <a:pt x="4435531" y="733011"/>
                  </a:lnTo>
                  <a:lnTo>
                    <a:pt x="4437433" y="775889"/>
                  </a:lnTo>
                  <a:lnTo>
                    <a:pt x="4439334" y="666903"/>
                  </a:lnTo>
                  <a:lnTo>
                    <a:pt x="4441235" y="552080"/>
                  </a:lnTo>
                  <a:lnTo>
                    <a:pt x="4443136" y="587988"/>
                  </a:lnTo>
                  <a:lnTo>
                    <a:pt x="4445037" y="515684"/>
                  </a:lnTo>
                  <a:lnTo>
                    <a:pt x="4446939" y="346509"/>
                  </a:lnTo>
                  <a:lnTo>
                    <a:pt x="4448840" y="330684"/>
                  </a:lnTo>
                  <a:lnTo>
                    <a:pt x="4450741" y="254134"/>
                  </a:lnTo>
                  <a:lnTo>
                    <a:pt x="4452642" y="296066"/>
                  </a:lnTo>
                  <a:lnTo>
                    <a:pt x="4454543" y="201241"/>
                  </a:lnTo>
                  <a:lnTo>
                    <a:pt x="4456445" y="334590"/>
                  </a:lnTo>
                  <a:lnTo>
                    <a:pt x="4458346" y="332103"/>
                  </a:lnTo>
                  <a:lnTo>
                    <a:pt x="4460247" y="367807"/>
                  </a:lnTo>
                  <a:lnTo>
                    <a:pt x="4462148" y="428542"/>
                  </a:lnTo>
                  <a:lnTo>
                    <a:pt x="4464050" y="324107"/>
                  </a:lnTo>
                  <a:lnTo>
                    <a:pt x="4465951" y="398917"/>
                  </a:lnTo>
                  <a:lnTo>
                    <a:pt x="4467852" y="379413"/>
                  </a:lnTo>
                  <a:lnTo>
                    <a:pt x="4469753" y="342505"/>
                  </a:lnTo>
                  <a:lnTo>
                    <a:pt x="4471654" y="332466"/>
                  </a:lnTo>
                  <a:lnTo>
                    <a:pt x="4473556" y="328856"/>
                  </a:lnTo>
                  <a:lnTo>
                    <a:pt x="4475457" y="409384"/>
                  </a:lnTo>
                  <a:lnTo>
                    <a:pt x="4477358" y="359507"/>
                  </a:lnTo>
                  <a:lnTo>
                    <a:pt x="4479259" y="387651"/>
                  </a:lnTo>
                  <a:lnTo>
                    <a:pt x="4481160" y="321991"/>
                  </a:lnTo>
                  <a:lnTo>
                    <a:pt x="4483062" y="335542"/>
                  </a:lnTo>
                  <a:lnTo>
                    <a:pt x="4484963" y="388928"/>
                  </a:lnTo>
                  <a:lnTo>
                    <a:pt x="4486864" y="259697"/>
                  </a:lnTo>
                  <a:lnTo>
                    <a:pt x="4488765" y="346114"/>
                  </a:lnTo>
                  <a:lnTo>
                    <a:pt x="4490667" y="215976"/>
                  </a:lnTo>
                  <a:lnTo>
                    <a:pt x="4492568" y="223335"/>
                  </a:lnTo>
                  <a:lnTo>
                    <a:pt x="4494469" y="304567"/>
                  </a:lnTo>
                  <a:lnTo>
                    <a:pt x="4496370" y="305611"/>
                  </a:lnTo>
                  <a:lnTo>
                    <a:pt x="4498271" y="350399"/>
                  </a:lnTo>
                  <a:lnTo>
                    <a:pt x="4500173" y="340000"/>
                  </a:lnTo>
                  <a:lnTo>
                    <a:pt x="4502074" y="441924"/>
                  </a:lnTo>
                  <a:lnTo>
                    <a:pt x="4503975" y="438985"/>
                  </a:lnTo>
                  <a:lnTo>
                    <a:pt x="4505876" y="438033"/>
                  </a:lnTo>
                  <a:lnTo>
                    <a:pt x="4507777" y="472626"/>
                  </a:lnTo>
                  <a:lnTo>
                    <a:pt x="4509679" y="439681"/>
                  </a:lnTo>
                  <a:lnTo>
                    <a:pt x="4511580" y="395555"/>
                  </a:lnTo>
                  <a:lnTo>
                    <a:pt x="4513481" y="324455"/>
                  </a:lnTo>
                  <a:lnTo>
                    <a:pt x="4515382" y="266291"/>
                  </a:lnTo>
                  <a:lnTo>
                    <a:pt x="4517284" y="323340"/>
                  </a:lnTo>
                  <a:lnTo>
                    <a:pt x="4519185" y="249179"/>
                  </a:lnTo>
                  <a:lnTo>
                    <a:pt x="4521086" y="283006"/>
                  </a:lnTo>
                  <a:lnTo>
                    <a:pt x="4522987" y="185295"/>
                  </a:lnTo>
                  <a:lnTo>
                    <a:pt x="4524888" y="204919"/>
                  </a:lnTo>
                  <a:lnTo>
                    <a:pt x="4526790" y="185508"/>
                  </a:lnTo>
                  <a:lnTo>
                    <a:pt x="4528691" y="160407"/>
                  </a:lnTo>
                  <a:lnTo>
                    <a:pt x="4530592" y="103279"/>
                  </a:lnTo>
                  <a:lnTo>
                    <a:pt x="4532493" y="115535"/>
                  </a:lnTo>
                  <a:lnTo>
                    <a:pt x="4534394" y="72745"/>
                  </a:lnTo>
                  <a:lnTo>
                    <a:pt x="4536296" y="249534"/>
                  </a:lnTo>
                  <a:lnTo>
                    <a:pt x="4538197" y="231665"/>
                  </a:lnTo>
                  <a:lnTo>
                    <a:pt x="4540098" y="296009"/>
                  </a:lnTo>
                  <a:lnTo>
                    <a:pt x="4541999" y="295209"/>
                  </a:lnTo>
                  <a:lnTo>
                    <a:pt x="4543901" y="430523"/>
                  </a:lnTo>
                  <a:lnTo>
                    <a:pt x="4545802" y="488052"/>
                  </a:lnTo>
                  <a:lnTo>
                    <a:pt x="4547703" y="474242"/>
                  </a:lnTo>
                  <a:lnTo>
                    <a:pt x="4549604" y="544399"/>
                  </a:lnTo>
                  <a:lnTo>
                    <a:pt x="4551505" y="527995"/>
                  </a:lnTo>
                  <a:lnTo>
                    <a:pt x="4553407" y="554307"/>
                  </a:lnTo>
                  <a:lnTo>
                    <a:pt x="4555308" y="624865"/>
                  </a:lnTo>
                  <a:lnTo>
                    <a:pt x="4557209" y="610482"/>
                  </a:lnTo>
                  <a:lnTo>
                    <a:pt x="4559110" y="700376"/>
                  </a:lnTo>
                  <a:lnTo>
                    <a:pt x="4561011" y="829107"/>
                  </a:lnTo>
                  <a:lnTo>
                    <a:pt x="4562913" y="1015823"/>
                  </a:lnTo>
                  <a:lnTo>
                    <a:pt x="4564814" y="1003300"/>
                  </a:lnTo>
                  <a:lnTo>
                    <a:pt x="4566715" y="1070754"/>
                  </a:lnTo>
                  <a:lnTo>
                    <a:pt x="4568616" y="1063859"/>
                  </a:lnTo>
                  <a:lnTo>
                    <a:pt x="4570518" y="1164858"/>
                  </a:lnTo>
                  <a:lnTo>
                    <a:pt x="4572419" y="1227697"/>
                  </a:lnTo>
                  <a:lnTo>
                    <a:pt x="4574320" y="1239714"/>
                  </a:lnTo>
                  <a:lnTo>
                    <a:pt x="4576221" y="1171862"/>
                  </a:lnTo>
                  <a:lnTo>
                    <a:pt x="4578122" y="1091659"/>
                  </a:lnTo>
                  <a:lnTo>
                    <a:pt x="4580024" y="1133633"/>
                  </a:lnTo>
                  <a:lnTo>
                    <a:pt x="4581925" y="1187813"/>
                  </a:lnTo>
                  <a:lnTo>
                    <a:pt x="4583826" y="1279764"/>
                  </a:lnTo>
                  <a:lnTo>
                    <a:pt x="4585727" y="1171231"/>
                  </a:lnTo>
                  <a:lnTo>
                    <a:pt x="4587628" y="1187096"/>
                  </a:lnTo>
                  <a:lnTo>
                    <a:pt x="4589530" y="1277128"/>
                  </a:lnTo>
                  <a:lnTo>
                    <a:pt x="4591431" y="1224968"/>
                  </a:lnTo>
                  <a:lnTo>
                    <a:pt x="4593332" y="1205772"/>
                  </a:lnTo>
                  <a:lnTo>
                    <a:pt x="4595233" y="1113270"/>
                  </a:lnTo>
                  <a:lnTo>
                    <a:pt x="4597135" y="1015996"/>
                  </a:lnTo>
                  <a:lnTo>
                    <a:pt x="4599036" y="1203426"/>
                  </a:lnTo>
                  <a:lnTo>
                    <a:pt x="4600937" y="1207402"/>
                  </a:lnTo>
                  <a:lnTo>
                    <a:pt x="4602838" y="1140197"/>
                  </a:lnTo>
                  <a:lnTo>
                    <a:pt x="4604739" y="1019759"/>
                  </a:lnTo>
                  <a:lnTo>
                    <a:pt x="4606641" y="980560"/>
                  </a:lnTo>
                  <a:lnTo>
                    <a:pt x="4608542" y="1034365"/>
                  </a:lnTo>
                  <a:lnTo>
                    <a:pt x="4610443" y="953907"/>
                  </a:lnTo>
                  <a:lnTo>
                    <a:pt x="4612344" y="852835"/>
                  </a:lnTo>
                  <a:lnTo>
                    <a:pt x="4614245" y="811250"/>
                  </a:lnTo>
                  <a:lnTo>
                    <a:pt x="4616147" y="785681"/>
                  </a:lnTo>
                  <a:lnTo>
                    <a:pt x="4618048" y="738249"/>
                  </a:lnTo>
                  <a:lnTo>
                    <a:pt x="4619949" y="715259"/>
                  </a:lnTo>
                  <a:lnTo>
                    <a:pt x="4621850" y="716907"/>
                  </a:lnTo>
                  <a:lnTo>
                    <a:pt x="4623752" y="836475"/>
                  </a:lnTo>
                  <a:lnTo>
                    <a:pt x="4625653" y="832245"/>
                  </a:lnTo>
                  <a:lnTo>
                    <a:pt x="4627554" y="908228"/>
                  </a:lnTo>
                  <a:lnTo>
                    <a:pt x="4629455" y="904672"/>
                  </a:lnTo>
                  <a:lnTo>
                    <a:pt x="4631356" y="919614"/>
                  </a:lnTo>
                  <a:lnTo>
                    <a:pt x="4633258" y="843485"/>
                  </a:lnTo>
                  <a:lnTo>
                    <a:pt x="4635159" y="842571"/>
                  </a:lnTo>
                  <a:lnTo>
                    <a:pt x="4637060" y="873331"/>
                  </a:lnTo>
                  <a:lnTo>
                    <a:pt x="4638961" y="846407"/>
                  </a:lnTo>
                  <a:lnTo>
                    <a:pt x="4640862" y="841247"/>
                  </a:lnTo>
                  <a:lnTo>
                    <a:pt x="4642764" y="834838"/>
                  </a:lnTo>
                  <a:lnTo>
                    <a:pt x="4644665" y="887825"/>
                  </a:lnTo>
                  <a:lnTo>
                    <a:pt x="4646566" y="993484"/>
                  </a:lnTo>
                  <a:lnTo>
                    <a:pt x="4648467" y="1032873"/>
                  </a:lnTo>
                  <a:lnTo>
                    <a:pt x="4650369" y="1027472"/>
                  </a:lnTo>
                  <a:lnTo>
                    <a:pt x="4652270" y="1076833"/>
                  </a:lnTo>
                  <a:lnTo>
                    <a:pt x="4654171" y="1082526"/>
                  </a:lnTo>
                  <a:lnTo>
                    <a:pt x="4656072" y="1141382"/>
                  </a:lnTo>
                  <a:lnTo>
                    <a:pt x="4657973" y="1100178"/>
                  </a:lnTo>
                  <a:lnTo>
                    <a:pt x="4659875" y="1154515"/>
                  </a:lnTo>
                  <a:lnTo>
                    <a:pt x="4661776" y="1201488"/>
                  </a:lnTo>
                  <a:lnTo>
                    <a:pt x="4663677" y="1184618"/>
                  </a:lnTo>
                  <a:lnTo>
                    <a:pt x="4665578" y="976653"/>
                  </a:lnTo>
                  <a:lnTo>
                    <a:pt x="4667479" y="946544"/>
                  </a:lnTo>
                  <a:lnTo>
                    <a:pt x="4669381" y="908300"/>
                  </a:lnTo>
                  <a:lnTo>
                    <a:pt x="4671282" y="829167"/>
                  </a:lnTo>
                  <a:lnTo>
                    <a:pt x="4673183" y="798556"/>
                  </a:lnTo>
                  <a:lnTo>
                    <a:pt x="4675084" y="732733"/>
                  </a:lnTo>
                  <a:lnTo>
                    <a:pt x="4676985" y="740455"/>
                  </a:lnTo>
                  <a:lnTo>
                    <a:pt x="4678887" y="806459"/>
                  </a:lnTo>
                  <a:lnTo>
                    <a:pt x="4680788" y="714456"/>
                  </a:lnTo>
                  <a:lnTo>
                    <a:pt x="4682689" y="777610"/>
                  </a:lnTo>
                  <a:lnTo>
                    <a:pt x="4684590" y="721055"/>
                  </a:lnTo>
                  <a:lnTo>
                    <a:pt x="4686492" y="624976"/>
                  </a:lnTo>
                  <a:lnTo>
                    <a:pt x="4688393" y="705537"/>
                  </a:lnTo>
                  <a:lnTo>
                    <a:pt x="4690294" y="684983"/>
                  </a:lnTo>
                  <a:lnTo>
                    <a:pt x="4692195" y="791026"/>
                  </a:lnTo>
                  <a:lnTo>
                    <a:pt x="4694096" y="835422"/>
                  </a:lnTo>
                  <a:lnTo>
                    <a:pt x="4695998" y="865284"/>
                  </a:lnTo>
                  <a:lnTo>
                    <a:pt x="4697899" y="895425"/>
                  </a:lnTo>
                  <a:lnTo>
                    <a:pt x="4699800" y="854380"/>
                  </a:lnTo>
                  <a:lnTo>
                    <a:pt x="4701701" y="801927"/>
                  </a:lnTo>
                  <a:lnTo>
                    <a:pt x="4703602" y="791156"/>
                  </a:lnTo>
                  <a:lnTo>
                    <a:pt x="4705504" y="762426"/>
                  </a:lnTo>
                  <a:lnTo>
                    <a:pt x="4707405" y="773260"/>
                  </a:lnTo>
                  <a:lnTo>
                    <a:pt x="4709306" y="838687"/>
                  </a:lnTo>
                  <a:lnTo>
                    <a:pt x="4711207" y="913509"/>
                  </a:lnTo>
                  <a:lnTo>
                    <a:pt x="4713109" y="909167"/>
                  </a:lnTo>
                  <a:lnTo>
                    <a:pt x="4715010" y="876374"/>
                  </a:lnTo>
                  <a:lnTo>
                    <a:pt x="4716911" y="870166"/>
                  </a:lnTo>
                  <a:lnTo>
                    <a:pt x="4718812" y="777402"/>
                  </a:lnTo>
                  <a:lnTo>
                    <a:pt x="4720713" y="783550"/>
                  </a:lnTo>
                  <a:lnTo>
                    <a:pt x="4722615" y="939413"/>
                  </a:lnTo>
                  <a:lnTo>
                    <a:pt x="4724516" y="1080697"/>
                  </a:lnTo>
                  <a:lnTo>
                    <a:pt x="4726417" y="1198583"/>
                  </a:lnTo>
                  <a:lnTo>
                    <a:pt x="4728318" y="1151271"/>
                  </a:lnTo>
                  <a:lnTo>
                    <a:pt x="4730219" y="1063266"/>
                  </a:lnTo>
                  <a:lnTo>
                    <a:pt x="4732121" y="1117244"/>
                  </a:lnTo>
                  <a:lnTo>
                    <a:pt x="4734022" y="1116490"/>
                  </a:lnTo>
                  <a:lnTo>
                    <a:pt x="4735923" y="953973"/>
                  </a:lnTo>
                  <a:lnTo>
                    <a:pt x="4737824" y="933965"/>
                  </a:lnTo>
                  <a:lnTo>
                    <a:pt x="4739726" y="928789"/>
                  </a:lnTo>
                  <a:lnTo>
                    <a:pt x="4741627" y="998879"/>
                  </a:lnTo>
                  <a:lnTo>
                    <a:pt x="4743528" y="984222"/>
                  </a:lnTo>
                  <a:lnTo>
                    <a:pt x="4745429" y="1061205"/>
                  </a:lnTo>
                  <a:lnTo>
                    <a:pt x="4747330" y="945222"/>
                  </a:lnTo>
                  <a:lnTo>
                    <a:pt x="4749232" y="968807"/>
                  </a:lnTo>
                  <a:lnTo>
                    <a:pt x="4751133" y="867006"/>
                  </a:lnTo>
                  <a:lnTo>
                    <a:pt x="4753034" y="942119"/>
                  </a:lnTo>
                  <a:lnTo>
                    <a:pt x="4754935" y="1060476"/>
                  </a:lnTo>
                  <a:lnTo>
                    <a:pt x="4756836" y="1088022"/>
                  </a:lnTo>
                  <a:lnTo>
                    <a:pt x="4758738" y="1111469"/>
                  </a:lnTo>
                  <a:lnTo>
                    <a:pt x="4760639" y="1104636"/>
                  </a:lnTo>
                  <a:lnTo>
                    <a:pt x="4762540" y="1099666"/>
                  </a:lnTo>
                  <a:lnTo>
                    <a:pt x="4764441" y="1091045"/>
                  </a:lnTo>
                  <a:lnTo>
                    <a:pt x="4766343" y="1032393"/>
                  </a:lnTo>
                  <a:lnTo>
                    <a:pt x="4768244" y="1058705"/>
                  </a:lnTo>
                  <a:lnTo>
                    <a:pt x="4770145" y="1049016"/>
                  </a:lnTo>
                  <a:lnTo>
                    <a:pt x="4772046" y="1130057"/>
                  </a:lnTo>
                  <a:lnTo>
                    <a:pt x="4773947" y="1245442"/>
                  </a:lnTo>
                  <a:lnTo>
                    <a:pt x="4775849" y="1247629"/>
                  </a:lnTo>
                  <a:lnTo>
                    <a:pt x="4777750" y="1322246"/>
                  </a:lnTo>
                  <a:lnTo>
                    <a:pt x="4779651" y="1418907"/>
                  </a:lnTo>
                  <a:lnTo>
                    <a:pt x="4781552" y="1439642"/>
                  </a:lnTo>
                  <a:lnTo>
                    <a:pt x="4783453" y="1439149"/>
                  </a:lnTo>
                  <a:lnTo>
                    <a:pt x="4785355" y="1523150"/>
                  </a:lnTo>
                  <a:lnTo>
                    <a:pt x="4787256" y="1551442"/>
                  </a:lnTo>
                  <a:lnTo>
                    <a:pt x="4789157" y="1677549"/>
                  </a:lnTo>
                  <a:lnTo>
                    <a:pt x="4791058" y="1667509"/>
                  </a:lnTo>
                  <a:lnTo>
                    <a:pt x="4792960" y="1607963"/>
                  </a:lnTo>
                  <a:lnTo>
                    <a:pt x="4794861" y="1698562"/>
                  </a:lnTo>
                  <a:lnTo>
                    <a:pt x="4796762" y="1804729"/>
                  </a:lnTo>
                  <a:lnTo>
                    <a:pt x="4798663" y="1786092"/>
                  </a:lnTo>
                  <a:lnTo>
                    <a:pt x="4800564" y="1854751"/>
                  </a:lnTo>
                  <a:lnTo>
                    <a:pt x="4802466" y="1951576"/>
                  </a:lnTo>
                  <a:lnTo>
                    <a:pt x="4804367" y="1908183"/>
                  </a:lnTo>
                  <a:lnTo>
                    <a:pt x="4806268" y="1914764"/>
                  </a:lnTo>
                  <a:lnTo>
                    <a:pt x="4808169" y="1883956"/>
                  </a:lnTo>
                  <a:lnTo>
                    <a:pt x="4810070" y="1879160"/>
                  </a:lnTo>
                  <a:lnTo>
                    <a:pt x="4811972" y="1947251"/>
                  </a:lnTo>
                  <a:lnTo>
                    <a:pt x="4813873" y="1969139"/>
                  </a:lnTo>
                  <a:lnTo>
                    <a:pt x="4815774" y="1972860"/>
                  </a:lnTo>
                  <a:lnTo>
                    <a:pt x="4817675" y="1924248"/>
                  </a:lnTo>
                  <a:lnTo>
                    <a:pt x="4819577" y="1987753"/>
                  </a:lnTo>
                  <a:lnTo>
                    <a:pt x="4821478" y="1926360"/>
                  </a:lnTo>
                  <a:lnTo>
                    <a:pt x="4823379" y="1913348"/>
                  </a:lnTo>
                  <a:lnTo>
                    <a:pt x="4825280" y="1951204"/>
                  </a:lnTo>
                  <a:lnTo>
                    <a:pt x="4827181" y="1879221"/>
                  </a:lnTo>
                  <a:lnTo>
                    <a:pt x="4829083" y="1847244"/>
                  </a:lnTo>
                  <a:lnTo>
                    <a:pt x="4830984" y="1805173"/>
                  </a:lnTo>
                  <a:lnTo>
                    <a:pt x="4832885" y="1830591"/>
                  </a:lnTo>
                  <a:lnTo>
                    <a:pt x="4834786" y="1807793"/>
                  </a:lnTo>
                  <a:lnTo>
                    <a:pt x="4836687" y="1790198"/>
                  </a:lnTo>
                  <a:lnTo>
                    <a:pt x="4838589" y="1869620"/>
                  </a:lnTo>
                  <a:lnTo>
                    <a:pt x="4840490" y="1849227"/>
                  </a:lnTo>
                  <a:lnTo>
                    <a:pt x="4842391" y="1838121"/>
                  </a:lnTo>
                  <a:lnTo>
                    <a:pt x="4844292" y="1827547"/>
                  </a:lnTo>
                  <a:lnTo>
                    <a:pt x="4846194" y="1804010"/>
                  </a:lnTo>
                  <a:lnTo>
                    <a:pt x="4848095" y="1719538"/>
                  </a:lnTo>
                  <a:lnTo>
                    <a:pt x="4849996" y="1711637"/>
                  </a:lnTo>
                  <a:lnTo>
                    <a:pt x="4851897" y="1662005"/>
                  </a:lnTo>
                  <a:lnTo>
                    <a:pt x="4853798" y="1668245"/>
                  </a:lnTo>
                  <a:lnTo>
                    <a:pt x="4855700" y="1656559"/>
                  </a:lnTo>
                  <a:lnTo>
                    <a:pt x="4857601" y="1595852"/>
                  </a:lnTo>
                  <a:lnTo>
                    <a:pt x="4859502" y="1620533"/>
                  </a:lnTo>
                  <a:lnTo>
                    <a:pt x="4861403" y="1687928"/>
                  </a:lnTo>
                  <a:lnTo>
                    <a:pt x="4863304" y="1772342"/>
                  </a:lnTo>
                  <a:lnTo>
                    <a:pt x="4865206" y="1868371"/>
                  </a:lnTo>
                  <a:lnTo>
                    <a:pt x="4867107" y="1874652"/>
                  </a:lnTo>
                  <a:lnTo>
                    <a:pt x="4869008" y="1927199"/>
                  </a:lnTo>
                  <a:lnTo>
                    <a:pt x="4870909" y="1932379"/>
                  </a:lnTo>
                  <a:lnTo>
                    <a:pt x="4872811" y="1866471"/>
                  </a:lnTo>
                  <a:lnTo>
                    <a:pt x="4874712" y="1855778"/>
                  </a:lnTo>
                  <a:lnTo>
                    <a:pt x="4876613" y="1777049"/>
                  </a:lnTo>
                  <a:lnTo>
                    <a:pt x="4878514" y="1800543"/>
                  </a:lnTo>
                  <a:lnTo>
                    <a:pt x="4880415" y="1905693"/>
                  </a:lnTo>
                  <a:lnTo>
                    <a:pt x="4882317" y="1815126"/>
                  </a:lnTo>
                  <a:lnTo>
                    <a:pt x="4884218" y="1845779"/>
                  </a:lnTo>
                  <a:lnTo>
                    <a:pt x="4886119" y="1674911"/>
                  </a:lnTo>
                  <a:lnTo>
                    <a:pt x="4888020" y="1685117"/>
                  </a:lnTo>
                  <a:lnTo>
                    <a:pt x="4889921" y="1656660"/>
                  </a:lnTo>
                  <a:lnTo>
                    <a:pt x="4891823" y="1519334"/>
                  </a:lnTo>
                  <a:lnTo>
                    <a:pt x="4893724" y="1539724"/>
                  </a:lnTo>
                  <a:lnTo>
                    <a:pt x="4895625" y="1609422"/>
                  </a:lnTo>
                  <a:lnTo>
                    <a:pt x="4897526" y="1567035"/>
                  </a:lnTo>
                  <a:lnTo>
                    <a:pt x="4899428" y="1579166"/>
                  </a:lnTo>
                  <a:lnTo>
                    <a:pt x="4901329" y="1508123"/>
                  </a:lnTo>
                  <a:lnTo>
                    <a:pt x="4903230" y="1432818"/>
                  </a:lnTo>
                  <a:lnTo>
                    <a:pt x="4905131" y="1247766"/>
                  </a:lnTo>
                  <a:lnTo>
                    <a:pt x="4907032" y="1267281"/>
                  </a:lnTo>
                  <a:lnTo>
                    <a:pt x="4908934" y="1229201"/>
                  </a:lnTo>
                  <a:lnTo>
                    <a:pt x="4910835" y="1231916"/>
                  </a:lnTo>
                  <a:lnTo>
                    <a:pt x="4912736" y="1315451"/>
                  </a:lnTo>
                  <a:lnTo>
                    <a:pt x="4914637" y="1435547"/>
                  </a:lnTo>
                  <a:lnTo>
                    <a:pt x="4916538" y="1467001"/>
                  </a:lnTo>
                  <a:lnTo>
                    <a:pt x="4918440" y="1479827"/>
                  </a:lnTo>
                  <a:lnTo>
                    <a:pt x="4920341" y="1364260"/>
                  </a:lnTo>
                  <a:lnTo>
                    <a:pt x="4922242" y="1381672"/>
                  </a:lnTo>
                  <a:lnTo>
                    <a:pt x="4924143" y="1274896"/>
                  </a:lnTo>
                  <a:lnTo>
                    <a:pt x="4926045" y="1286453"/>
                  </a:lnTo>
                  <a:lnTo>
                    <a:pt x="4927946" y="1336745"/>
                  </a:lnTo>
                  <a:lnTo>
                    <a:pt x="4929847" y="1266983"/>
                  </a:lnTo>
                  <a:lnTo>
                    <a:pt x="4931748" y="1170503"/>
                  </a:lnTo>
                  <a:lnTo>
                    <a:pt x="4933649" y="1194732"/>
                  </a:lnTo>
                  <a:lnTo>
                    <a:pt x="4935551" y="1196815"/>
                  </a:lnTo>
                  <a:lnTo>
                    <a:pt x="4937452" y="1231075"/>
                  </a:lnTo>
                  <a:lnTo>
                    <a:pt x="4939353" y="1172398"/>
                  </a:lnTo>
                  <a:lnTo>
                    <a:pt x="4941254" y="1177854"/>
                  </a:lnTo>
                  <a:lnTo>
                    <a:pt x="4943155" y="1252014"/>
                  </a:lnTo>
                  <a:lnTo>
                    <a:pt x="4945057" y="1170151"/>
                  </a:lnTo>
                  <a:lnTo>
                    <a:pt x="4946958" y="1157591"/>
                  </a:lnTo>
                  <a:lnTo>
                    <a:pt x="4948859" y="1296086"/>
                  </a:lnTo>
                  <a:lnTo>
                    <a:pt x="4950760" y="1238478"/>
                  </a:lnTo>
                  <a:lnTo>
                    <a:pt x="4952661" y="1238350"/>
                  </a:lnTo>
                  <a:lnTo>
                    <a:pt x="4954563" y="1303814"/>
                  </a:lnTo>
                  <a:lnTo>
                    <a:pt x="4956464" y="1327095"/>
                  </a:lnTo>
                  <a:lnTo>
                    <a:pt x="4958365" y="1366266"/>
                  </a:lnTo>
                  <a:lnTo>
                    <a:pt x="4960266" y="1337685"/>
                  </a:lnTo>
                  <a:lnTo>
                    <a:pt x="4962168" y="1398319"/>
                  </a:lnTo>
                  <a:lnTo>
                    <a:pt x="4964069" y="1395684"/>
                  </a:lnTo>
                  <a:lnTo>
                    <a:pt x="4965970" y="1425397"/>
                  </a:lnTo>
                  <a:lnTo>
                    <a:pt x="4967871" y="1467672"/>
                  </a:lnTo>
                  <a:lnTo>
                    <a:pt x="4969772" y="1477892"/>
                  </a:lnTo>
                  <a:lnTo>
                    <a:pt x="4971674" y="1452801"/>
                  </a:lnTo>
                  <a:lnTo>
                    <a:pt x="4973575" y="1489658"/>
                  </a:lnTo>
                  <a:lnTo>
                    <a:pt x="4975476" y="1501197"/>
                  </a:lnTo>
                  <a:lnTo>
                    <a:pt x="4977377" y="1537601"/>
                  </a:lnTo>
                  <a:lnTo>
                    <a:pt x="4979278" y="1541763"/>
                  </a:lnTo>
                  <a:lnTo>
                    <a:pt x="4981180" y="1493005"/>
                  </a:lnTo>
                  <a:lnTo>
                    <a:pt x="4983081" y="1502527"/>
                  </a:lnTo>
                  <a:lnTo>
                    <a:pt x="4984982" y="1442050"/>
                  </a:lnTo>
                  <a:lnTo>
                    <a:pt x="4986883" y="1407440"/>
                  </a:lnTo>
                  <a:lnTo>
                    <a:pt x="4988785" y="1458987"/>
                  </a:lnTo>
                  <a:lnTo>
                    <a:pt x="4990686" y="1467475"/>
                  </a:lnTo>
                  <a:lnTo>
                    <a:pt x="4992587" y="1545054"/>
                  </a:lnTo>
                  <a:lnTo>
                    <a:pt x="4994488" y="1635472"/>
                  </a:lnTo>
                  <a:lnTo>
                    <a:pt x="4996389" y="1719666"/>
                  </a:lnTo>
                  <a:lnTo>
                    <a:pt x="4998291" y="1829181"/>
                  </a:lnTo>
                  <a:lnTo>
                    <a:pt x="5000192" y="1851895"/>
                  </a:lnTo>
                  <a:lnTo>
                    <a:pt x="5002093" y="1893606"/>
                  </a:lnTo>
                  <a:lnTo>
                    <a:pt x="5003994" y="1914921"/>
                  </a:lnTo>
                  <a:lnTo>
                    <a:pt x="5005895" y="1920751"/>
                  </a:lnTo>
                  <a:lnTo>
                    <a:pt x="5007797" y="1913250"/>
                  </a:lnTo>
                  <a:lnTo>
                    <a:pt x="5009698" y="1959251"/>
                  </a:lnTo>
                  <a:lnTo>
                    <a:pt x="5011599" y="1953072"/>
                  </a:lnTo>
                  <a:lnTo>
                    <a:pt x="5013500" y="1922756"/>
                  </a:lnTo>
                  <a:lnTo>
                    <a:pt x="5015402" y="1888013"/>
                  </a:lnTo>
                  <a:lnTo>
                    <a:pt x="5017303" y="1805952"/>
                  </a:lnTo>
                  <a:lnTo>
                    <a:pt x="5019204" y="1869809"/>
                  </a:lnTo>
                  <a:lnTo>
                    <a:pt x="5021105" y="1906999"/>
                  </a:lnTo>
                  <a:lnTo>
                    <a:pt x="5023006" y="1894480"/>
                  </a:lnTo>
                  <a:lnTo>
                    <a:pt x="5024908" y="1831176"/>
                  </a:lnTo>
                  <a:lnTo>
                    <a:pt x="5026809" y="1683925"/>
                  </a:lnTo>
                  <a:lnTo>
                    <a:pt x="5028710" y="1730817"/>
                  </a:lnTo>
                  <a:lnTo>
                    <a:pt x="5030611" y="1764301"/>
                  </a:lnTo>
                  <a:lnTo>
                    <a:pt x="5032512" y="1777252"/>
                  </a:lnTo>
                  <a:lnTo>
                    <a:pt x="5034414" y="1849494"/>
                  </a:lnTo>
                  <a:lnTo>
                    <a:pt x="5036315" y="1860559"/>
                  </a:lnTo>
                  <a:lnTo>
                    <a:pt x="5038216" y="1914436"/>
                  </a:lnTo>
                  <a:lnTo>
                    <a:pt x="5040117" y="1917265"/>
                  </a:lnTo>
                  <a:lnTo>
                    <a:pt x="5042019" y="1990370"/>
                  </a:lnTo>
                  <a:lnTo>
                    <a:pt x="5043920" y="2015624"/>
                  </a:lnTo>
                  <a:lnTo>
                    <a:pt x="5045821" y="2039419"/>
                  </a:lnTo>
                  <a:lnTo>
                    <a:pt x="5047722" y="2061242"/>
                  </a:lnTo>
                  <a:lnTo>
                    <a:pt x="5049623" y="2083316"/>
                  </a:lnTo>
                  <a:lnTo>
                    <a:pt x="5051525" y="2125696"/>
                  </a:lnTo>
                  <a:lnTo>
                    <a:pt x="5053426" y="2090134"/>
                  </a:lnTo>
                  <a:lnTo>
                    <a:pt x="5055327" y="2075949"/>
                  </a:lnTo>
                  <a:lnTo>
                    <a:pt x="5057228" y="2074465"/>
                  </a:lnTo>
                  <a:lnTo>
                    <a:pt x="5059129" y="2054612"/>
                  </a:lnTo>
                  <a:lnTo>
                    <a:pt x="5061031" y="2064146"/>
                  </a:lnTo>
                  <a:lnTo>
                    <a:pt x="5062932" y="2037829"/>
                  </a:lnTo>
                  <a:lnTo>
                    <a:pt x="5064833" y="2101258"/>
                  </a:lnTo>
                  <a:lnTo>
                    <a:pt x="5066734" y="2075315"/>
                  </a:lnTo>
                  <a:lnTo>
                    <a:pt x="5068636" y="2011413"/>
                  </a:lnTo>
                  <a:lnTo>
                    <a:pt x="5070537" y="1949469"/>
                  </a:lnTo>
                  <a:lnTo>
                    <a:pt x="5072438" y="1897606"/>
                  </a:lnTo>
                  <a:lnTo>
                    <a:pt x="5074339" y="1878522"/>
                  </a:lnTo>
                  <a:lnTo>
                    <a:pt x="5076240" y="1813454"/>
                  </a:lnTo>
                  <a:lnTo>
                    <a:pt x="5078142" y="1715285"/>
                  </a:lnTo>
                  <a:lnTo>
                    <a:pt x="5080043" y="1746590"/>
                  </a:lnTo>
                  <a:lnTo>
                    <a:pt x="5081944" y="1751604"/>
                  </a:lnTo>
                  <a:lnTo>
                    <a:pt x="5083845" y="1762811"/>
                  </a:lnTo>
                  <a:lnTo>
                    <a:pt x="5085746" y="1792939"/>
                  </a:lnTo>
                  <a:lnTo>
                    <a:pt x="5087648" y="1839937"/>
                  </a:lnTo>
                  <a:lnTo>
                    <a:pt x="5089549" y="1879487"/>
                  </a:lnTo>
                  <a:lnTo>
                    <a:pt x="5091450" y="1888298"/>
                  </a:lnTo>
                  <a:lnTo>
                    <a:pt x="5093351" y="1851589"/>
                  </a:lnTo>
                  <a:lnTo>
                    <a:pt x="5095253" y="1845633"/>
                  </a:lnTo>
                  <a:lnTo>
                    <a:pt x="5097154" y="1880681"/>
                  </a:lnTo>
                  <a:lnTo>
                    <a:pt x="5099055" y="2013770"/>
                  </a:lnTo>
                  <a:lnTo>
                    <a:pt x="5100956" y="2032084"/>
                  </a:lnTo>
                  <a:lnTo>
                    <a:pt x="5102857" y="1985685"/>
                  </a:lnTo>
                  <a:lnTo>
                    <a:pt x="5104759" y="1983383"/>
                  </a:lnTo>
                  <a:lnTo>
                    <a:pt x="5106660" y="2017218"/>
                  </a:lnTo>
                  <a:lnTo>
                    <a:pt x="5108561" y="1999129"/>
                  </a:lnTo>
                  <a:lnTo>
                    <a:pt x="5110462" y="2014357"/>
                  </a:lnTo>
                  <a:lnTo>
                    <a:pt x="5112363" y="2029654"/>
                  </a:lnTo>
                  <a:lnTo>
                    <a:pt x="5114265" y="2037027"/>
                  </a:lnTo>
                  <a:lnTo>
                    <a:pt x="5116166" y="2073658"/>
                  </a:lnTo>
                  <a:lnTo>
                    <a:pt x="5118067" y="2065748"/>
                  </a:lnTo>
                  <a:lnTo>
                    <a:pt x="5119968" y="2068577"/>
                  </a:lnTo>
                  <a:lnTo>
                    <a:pt x="5121870" y="2089394"/>
                  </a:lnTo>
                  <a:lnTo>
                    <a:pt x="5123771" y="2104560"/>
                  </a:lnTo>
                  <a:lnTo>
                    <a:pt x="5125672" y="2046935"/>
                  </a:lnTo>
                  <a:lnTo>
                    <a:pt x="5127573" y="1972628"/>
                  </a:lnTo>
                  <a:lnTo>
                    <a:pt x="5129474" y="1924005"/>
                  </a:lnTo>
                  <a:lnTo>
                    <a:pt x="5131376" y="1941311"/>
                  </a:lnTo>
                  <a:lnTo>
                    <a:pt x="5133277" y="1910162"/>
                  </a:lnTo>
                  <a:lnTo>
                    <a:pt x="5135178" y="1914273"/>
                  </a:lnTo>
                  <a:lnTo>
                    <a:pt x="5137079" y="1894708"/>
                  </a:lnTo>
                  <a:lnTo>
                    <a:pt x="5138980" y="1845896"/>
                  </a:lnTo>
                  <a:lnTo>
                    <a:pt x="5140882" y="1792824"/>
                  </a:lnTo>
                  <a:lnTo>
                    <a:pt x="5142783" y="1724605"/>
                  </a:lnTo>
                  <a:lnTo>
                    <a:pt x="5144684" y="1645595"/>
                  </a:lnTo>
                  <a:lnTo>
                    <a:pt x="5146585" y="1601338"/>
                  </a:lnTo>
                  <a:lnTo>
                    <a:pt x="5148487" y="1558297"/>
                  </a:lnTo>
                  <a:lnTo>
                    <a:pt x="5150388" y="1446155"/>
                  </a:lnTo>
                  <a:lnTo>
                    <a:pt x="5152289" y="1579180"/>
                  </a:lnTo>
                  <a:lnTo>
                    <a:pt x="5154190" y="1650434"/>
                  </a:lnTo>
                  <a:lnTo>
                    <a:pt x="5156091" y="1610060"/>
                  </a:lnTo>
                  <a:lnTo>
                    <a:pt x="5157993" y="1491927"/>
                  </a:lnTo>
                  <a:lnTo>
                    <a:pt x="5159894" y="1514438"/>
                  </a:lnTo>
                  <a:lnTo>
                    <a:pt x="5161795" y="1459001"/>
                  </a:lnTo>
                  <a:lnTo>
                    <a:pt x="5163696" y="1441009"/>
                  </a:lnTo>
                  <a:lnTo>
                    <a:pt x="5165597" y="1425012"/>
                  </a:lnTo>
                  <a:lnTo>
                    <a:pt x="5167499" y="1382489"/>
                  </a:lnTo>
                  <a:lnTo>
                    <a:pt x="5169400" y="1368863"/>
                  </a:lnTo>
                  <a:lnTo>
                    <a:pt x="5171301" y="1410813"/>
                  </a:lnTo>
                  <a:lnTo>
                    <a:pt x="5173202" y="1463393"/>
                  </a:lnTo>
                  <a:lnTo>
                    <a:pt x="5175104" y="1438917"/>
                  </a:lnTo>
                  <a:lnTo>
                    <a:pt x="5177005" y="1452764"/>
                  </a:lnTo>
                  <a:lnTo>
                    <a:pt x="5178906" y="1431577"/>
                  </a:lnTo>
                  <a:lnTo>
                    <a:pt x="5180807" y="1371991"/>
                  </a:lnTo>
                  <a:lnTo>
                    <a:pt x="5182708" y="1319506"/>
                  </a:lnTo>
                  <a:lnTo>
                    <a:pt x="5184610" y="1335001"/>
                  </a:lnTo>
                  <a:lnTo>
                    <a:pt x="5186511" y="1337485"/>
                  </a:lnTo>
                  <a:lnTo>
                    <a:pt x="5188412" y="1341006"/>
                  </a:lnTo>
                  <a:lnTo>
                    <a:pt x="5190313" y="1294165"/>
                  </a:lnTo>
                  <a:lnTo>
                    <a:pt x="5192214" y="1297915"/>
                  </a:lnTo>
                  <a:lnTo>
                    <a:pt x="5194116" y="1242680"/>
                  </a:lnTo>
                  <a:lnTo>
                    <a:pt x="5196017" y="1201767"/>
                  </a:lnTo>
                  <a:lnTo>
                    <a:pt x="5197918" y="1209724"/>
                  </a:lnTo>
                  <a:lnTo>
                    <a:pt x="5199819" y="1258940"/>
                  </a:lnTo>
                  <a:lnTo>
                    <a:pt x="5201721" y="1283416"/>
                  </a:lnTo>
                  <a:lnTo>
                    <a:pt x="5203622" y="1255843"/>
                  </a:lnTo>
                  <a:lnTo>
                    <a:pt x="5205523" y="1300942"/>
                  </a:lnTo>
                  <a:lnTo>
                    <a:pt x="5207424" y="1288466"/>
                  </a:lnTo>
                  <a:lnTo>
                    <a:pt x="5209325" y="1347891"/>
                  </a:lnTo>
                  <a:lnTo>
                    <a:pt x="5211227" y="1395011"/>
                  </a:lnTo>
                  <a:lnTo>
                    <a:pt x="5213128" y="1422141"/>
                  </a:lnTo>
                  <a:lnTo>
                    <a:pt x="5215029" y="1494670"/>
                  </a:lnTo>
                  <a:lnTo>
                    <a:pt x="5216930" y="1435055"/>
                  </a:lnTo>
                  <a:lnTo>
                    <a:pt x="5218831" y="1462070"/>
                  </a:lnTo>
                  <a:lnTo>
                    <a:pt x="5220733" y="1414285"/>
                  </a:lnTo>
                  <a:lnTo>
                    <a:pt x="5222634" y="1338071"/>
                  </a:lnTo>
                  <a:lnTo>
                    <a:pt x="5224535" y="1354976"/>
                  </a:lnTo>
                  <a:lnTo>
                    <a:pt x="5226436" y="1317532"/>
                  </a:lnTo>
                  <a:lnTo>
                    <a:pt x="5228338" y="1335237"/>
                  </a:lnTo>
                  <a:lnTo>
                    <a:pt x="5230239" y="1337724"/>
                  </a:lnTo>
                  <a:lnTo>
                    <a:pt x="5232140" y="1403969"/>
                  </a:lnTo>
                  <a:lnTo>
                    <a:pt x="5234041" y="1445837"/>
                  </a:lnTo>
                  <a:lnTo>
                    <a:pt x="5235942" y="1511768"/>
                  </a:lnTo>
                  <a:lnTo>
                    <a:pt x="5237844" y="1597257"/>
                  </a:lnTo>
                  <a:lnTo>
                    <a:pt x="5239745" y="1679169"/>
                  </a:lnTo>
                  <a:lnTo>
                    <a:pt x="5241646" y="1810821"/>
                  </a:lnTo>
                  <a:lnTo>
                    <a:pt x="5243547" y="1804338"/>
                  </a:lnTo>
                  <a:lnTo>
                    <a:pt x="5245448" y="1856068"/>
                  </a:lnTo>
                  <a:lnTo>
                    <a:pt x="5247350" y="1879245"/>
                  </a:lnTo>
                  <a:lnTo>
                    <a:pt x="5249251" y="1872735"/>
                  </a:lnTo>
                  <a:lnTo>
                    <a:pt x="5251152" y="1906119"/>
                  </a:lnTo>
                  <a:lnTo>
                    <a:pt x="5253053" y="1885660"/>
                  </a:lnTo>
                  <a:lnTo>
                    <a:pt x="5254954" y="1816438"/>
                  </a:lnTo>
                  <a:lnTo>
                    <a:pt x="5256856" y="1833344"/>
                  </a:lnTo>
                  <a:lnTo>
                    <a:pt x="5258757" y="1788306"/>
                  </a:lnTo>
                  <a:lnTo>
                    <a:pt x="5260658" y="1856065"/>
                  </a:lnTo>
                  <a:lnTo>
                    <a:pt x="5262559" y="1866746"/>
                  </a:lnTo>
                  <a:lnTo>
                    <a:pt x="5264461" y="1907142"/>
                  </a:lnTo>
                  <a:lnTo>
                    <a:pt x="5266362" y="1894564"/>
                  </a:lnTo>
                  <a:lnTo>
                    <a:pt x="5268263" y="1800995"/>
                  </a:lnTo>
                  <a:lnTo>
                    <a:pt x="5270164" y="1879110"/>
                  </a:lnTo>
                  <a:lnTo>
                    <a:pt x="5272065" y="1930793"/>
                  </a:lnTo>
                  <a:lnTo>
                    <a:pt x="5273967" y="1928723"/>
                  </a:lnTo>
                  <a:lnTo>
                    <a:pt x="5275868" y="1855523"/>
                  </a:lnTo>
                  <a:lnTo>
                    <a:pt x="5277769" y="1745508"/>
                  </a:lnTo>
                  <a:lnTo>
                    <a:pt x="5279670" y="1741933"/>
                  </a:lnTo>
                  <a:lnTo>
                    <a:pt x="5281571" y="1672631"/>
                  </a:lnTo>
                  <a:lnTo>
                    <a:pt x="5283473" y="1674004"/>
                  </a:lnTo>
                  <a:lnTo>
                    <a:pt x="5285374" y="1579128"/>
                  </a:lnTo>
                  <a:lnTo>
                    <a:pt x="5287275" y="1582284"/>
                  </a:lnTo>
                  <a:lnTo>
                    <a:pt x="5289176" y="1714250"/>
                  </a:lnTo>
                  <a:lnTo>
                    <a:pt x="5291078" y="1758011"/>
                  </a:lnTo>
                  <a:lnTo>
                    <a:pt x="5292979" y="1806280"/>
                  </a:lnTo>
                  <a:lnTo>
                    <a:pt x="5294880" y="1754792"/>
                  </a:lnTo>
                  <a:lnTo>
                    <a:pt x="5296781" y="1778393"/>
                  </a:lnTo>
                  <a:lnTo>
                    <a:pt x="5298682" y="1780077"/>
                  </a:lnTo>
                  <a:lnTo>
                    <a:pt x="5300584" y="1781918"/>
                  </a:lnTo>
                  <a:lnTo>
                    <a:pt x="5302485" y="1752338"/>
                  </a:lnTo>
                  <a:lnTo>
                    <a:pt x="5304386" y="1759679"/>
                  </a:lnTo>
                  <a:lnTo>
                    <a:pt x="5306287" y="1793523"/>
                  </a:lnTo>
                  <a:lnTo>
                    <a:pt x="5308188" y="1727839"/>
                  </a:lnTo>
                  <a:lnTo>
                    <a:pt x="5310090" y="1751539"/>
                  </a:lnTo>
                  <a:lnTo>
                    <a:pt x="5311991" y="1621690"/>
                  </a:lnTo>
                  <a:lnTo>
                    <a:pt x="5313892" y="1621810"/>
                  </a:lnTo>
                  <a:lnTo>
                    <a:pt x="5315793" y="1594084"/>
                  </a:lnTo>
                  <a:lnTo>
                    <a:pt x="5317695" y="1505467"/>
                  </a:lnTo>
                  <a:lnTo>
                    <a:pt x="5319596" y="1477532"/>
                  </a:lnTo>
                  <a:lnTo>
                    <a:pt x="5321497" y="1561941"/>
                  </a:lnTo>
                  <a:lnTo>
                    <a:pt x="5323398" y="1481910"/>
                  </a:lnTo>
                  <a:lnTo>
                    <a:pt x="5325299" y="1522562"/>
                  </a:lnTo>
                  <a:lnTo>
                    <a:pt x="5327201" y="1511968"/>
                  </a:lnTo>
                  <a:lnTo>
                    <a:pt x="5329102" y="1480489"/>
                  </a:lnTo>
                  <a:lnTo>
                    <a:pt x="5331003" y="1478417"/>
                  </a:lnTo>
                  <a:lnTo>
                    <a:pt x="5332904" y="1480192"/>
                  </a:lnTo>
                  <a:lnTo>
                    <a:pt x="5334805" y="1396883"/>
                  </a:lnTo>
                  <a:lnTo>
                    <a:pt x="5336707" y="1374210"/>
                  </a:lnTo>
                  <a:lnTo>
                    <a:pt x="5338608" y="1374552"/>
                  </a:lnTo>
                  <a:lnTo>
                    <a:pt x="5340509" y="1374319"/>
                  </a:lnTo>
                  <a:lnTo>
                    <a:pt x="5342410" y="1285490"/>
                  </a:lnTo>
                  <a:lnTo>
                    <a:pt x="5344312" y="1343322"/>
                  </a:lnTo>
                  <a:lnTo>
                    <a:pt x="5346213" y="1256643"/>
                  </a:lnTo>
                  <a:lnTo>
                    <a:pt x="5348114" y="1298032"/>
                  </a:lnTo>
                  <a:lnTo>
                    <a:pt x="5350015" y="1234195"/>
                  </a:lnTo>
                  <a:lnTo>
                    <a:pt x="5351916" y="1180161"/>
                  </a:lnTo>
                  <a:lnTo>
                    <a:pt x="5353818" y="1284210"/>
                  </a:lnTo>
                  <a:lnTo>
                    <a:pt x="5355719" y="1269381"/>
                  </a:lnTo>
                  <a:lnTo>
                    <a:pt x="5357620" y="1305680"/>
                  </a:lnTo>
                  <a:lnTo>
                    <a:pt x="5359521" y="1314170"/>
                  </a:lnTo>
                  <a:lnTo>
                    <a:pt x="5361422" y="1269984"/>
                  </a:lnTo>
                  <a:lnTo>
                    <a:pt x="5363324" y="1410471"/>
                  </a:lnTo>
                  <a:lnTo>
                    <a:pt x="5365225" y="1426597"/>
                  </a:lnTo>
                  <a:lnTo>
                    <a:pt x="5367126" y="1565781"/>
                  </a:lnTo>
                  <a:lnTo>
                    <a:pt x="5369027" y="1607598"/>
                  </a:lnTo>
                  <a:lnTo>
                    <a:pt x="5370929" y="1753794"/>
                  </a:lnTo>
                  <a:lnTo>
                    <a:pt x="5372830" y="1735234"/>
                  </a:lnTo>
                  <a:lnTo>
                    <a:pt x="5374731" y="1647110"/>
                  </a:lnTo>
                  <a:lnTo>
                    <a:pt x="5376632" y="1627394"/>
                  </a:lnTo>
                  <a:lnTo>
                    <a:pt x="5378533" y="1633545"/>
                  </a:lnTo>
                  <a:lnTo>
                    <a:pt x="5380435" y="1683396"/>
                  </a:lnTo>
                  <a:lnTo>
                    <a:pt x="5382336" y="1705937"/>
                  </a:lnTo>
                  <a:lnTo>
                    <a:pt x="5384237" y="1700120"/>
                  </a:lnTo>
                  <a:lnTo>
                    <a:pt x="5386138" y="1722429"/>
                  </a:lnTo>
                  <a:lnTo>
                    <a:pt x="5388039" y="1704007"/>
                  </a:lnTo>
                  <a:lnTo>
                    <a:pt x="5389941" y="1738506"/>
                  </a:lnTo>
                  <a:lnTo>
                    <a:pt x="5391842" y="1722985"/>
                  </a:lnTo>
                  <a:lnTo>
                    <a:pt x="5393743" y="1712672"/>
                  </a:lnTo>
                  <a:lnTo>
                    <a:pt x="5395644" y="1662851"/>
                  </a:lnTo>
                  <a:lnTo>
                    <a:pt x="5397546" y="1636882"/>
                  </a:lnTo>
                  <a:lnTo>
                    <a:pt x="5399447" y="1678335"/>
                  </a:lnTo>
                  <a:lnTo>
                    <a:pt x="5401348" y="1734558"/>
                  </a:lnTo>
                  <a:lnTo>
                    <a:pt x="5403249" y="1818121"/>
                  </a:lnTo>
                  <a:lnTo>
                    <a:pt x="5405150" y="1824242"/>
                  </a:lnTo>
                  <a:lnTo>
                    <a:pt x="5407052" y="1832289"/>
                  </a:lnTo>
                  <a:lnTo>
                    <a:pt x="5408953" y="1754833"/>
                  </a:lnTo>
                  <a:lnTo>
                    <a:pt x="5410854" y="1676244"/>
                  </a:lnTo>
                  <a:lnTo>
                    <a:pt x="5412755" y="1716490"/>
                  </a:lnTo>
                  <a:lnTo>
                    <a:pt x="5414656" y="1751502"/>
                  </a:lnTo>
                  <a:lnTo>
                    <a:pt x="5416558" y="1789883"/>
                  </a:lnTo>
                  <a:lnTo>
                    <a:pt x="5418459" y="1844473"/>
                  </a:lnTo>
                  <a:lnTo>
                    <a:pt x="5420360" y="1974205"/>
                  </a:lnTo>
                  <a:lnTo>
                    <a:pt x="5422261" y="2035462"/>
                  </a:lnTo>
                  <a:lnTo>
                    <a:pt x="5424163" y="2026495"/>
                  </a:lnTo>
                  <a:lnTo>
                    <a:pt x="5426064" y="2062085"/>
                  </a:lnTo>
                  <a:lnTo>
                    <a:pt x="5427965" y="2072975"/>
                  </a:lnTo>
                  <a:lnTo>
                    <a:pt x="5429866" y="2119793"/>
                  </a:lnTo>
                  <a:lnTo>
                    <a:pt x="5431767" y="2066176"/>
                  </a:lnTo>
                  <a:lnTo>
                    <a:pt x="5433669" y="2083379"/>
                  </a:lnTo>
                  <a:lnTo>
                    <a:pt x="5435570" y="2068651"/>
                  </a:lnTo>
                  <a:lnTo>
                    <a:pt x="5437471" y="2094362"/>
                  </a:lnTo>
                  <a:lnTo>
                    <a:pt x="5439372" y="2060080"/>
                  </a:lnTo>
                  <a:lnTo>
                    <a:pt x="5441273" y="2052155"/>
                  </a:lnTo>
                  <a:lnTo>
                    <a:pt x="5443175" y="1901502"/>
                  </a:lnTo>
                  <a:lnTo>
                    <a:pt x="5445076" y="1802854"/>
                  </a:lnTo>
                  <a:lnTo>
                    <a:pt x="5446977" y="1679395"/>
                  </a:lnTo>
                  <a:lnTo>
                    <a:pt x="5448878" y="1745500"/>
                  </a:lnTo>
                  <a:lnTo>
                    <a:pt x="5450780" y="1710144"/>
                  </a:lnTo>
                  <a:lnTo>
                    <a:pt x="5452681" y="1703772"/>
                  </a:lnTo>
                  <a:lnTo>
                    <a:pt x="5454582" y="1688079"/>
                  </a:lnTo>
                  <a:lnTo>
                    <a:pt x="5456483" y="1724452"/>
                  </a:lnTo>
                  <a:lnTo>
                    <a:pt x="5458384" y="1653412"/>
                  </a:lnTo>
                  <a:lnTo>
                    <a:pt x="5460286" y="1705809"/>
                  </a:lnTo>
                  <a:lnTo>
                    <a:pt x="5462187" y="1731252"/>
                  </a:lnTo>
                  <a:lnTo>
                    <a:pt x="5464088" y="1684760"/>
                  </a:lnTo>
                  <a:lnTo>
                    <a:pt x="5465989" y="1685696"/>
                  </a:lnTo>
                  <a:lnTo>
                    <a:pt x="5467890" y="1688702"/>
                  </a:lnTo>
                  <a:lnTo>
                    <a:pt x="5469792" y="1717323"/>
                  </a:lnTo>
                  <a:lnTo>
                    <a:pt x="5471693" y="1725287"/>
                  </a:lnTo>
                  <a:lnTo>
                    <a:pt x="5473594" y="1735554"/>
                  </a:lnTo>
                  <a:lnTo>
                    <a:pt x="5475495" y="1710447"/>
                  </a:lnTo>
                  <a:lnTo>
                    <a:pt x="5477397" y="1741810"/>
                  </a:lnTo>
                  <a:lnTo>
                    <a:pt x="5479298" y="1784361"/>
                  </a:lnTo>
                  <a:lnTo>
                    <a:pt x="5481199" y="1784384"/>
                  </a:lnTo>
                  <a:lnTo>
                    <a:pt x="5483100" y="1805264"/>
                  </a:lnTo>
                  <a:lnTo>
                    <a:pt x="5485001" y="1780038"/>
                  </a:lnTo>
                  <a:lnTo>
                    <a:pt x="5486903" y="1799419"/>
                  </a:lnTo>
                  <a:lnTo>
                    <a:pt x="5488804" y="1969916"/>
                  </a:lnTo>
                  <a:lnTo>
                    <a:pt x="5490705" y="2104897"/>
                  </a:lnTo>
                  <a:lnTo>
                    <a:pt x="5492606" y="2134227"/>
                  </a:lnTo>
                  <a:lnTo>
                    <a:pt x="5494507" y="2149969"/>
                  </a:lnTo>
                  <a:lnTo>
                    <a:pt x="5496409" y="2148297"/>
                  </a:lnTo>
                  <a:lnTo>
                    <a:pt x="5498310" y="2062378"/>
                  </a:lnTo>
                  <a:lnTo>
                    <a:pt x="5500211" y="2017889"/>
                  </a:lnTo>
                  <a:lnTo>
                    <a:pt x="5502112" y="1962657"/>
                  </a:lnTo>
                  <a:lnTo>
                    <a:pt x="5504014" y="1903904"/>
                  </a:lnTo>
                  <a:lnTo>
                    <a:pt x="5505915" y="2022123"/>
                  </a:lnTo>
                  <a:lnTo>
                    <a:pt x="5507816" y="1871017"/>
                  </a:lnTo>
                  <a:lnTo>
                    <a:pt x="5509717" y="1931077"/>
                  </a:lnTo>
                  <a:lnTo>
                    <a:pt x="5511618" y="1820930"/>
                  </a:lnTo>
                  <a:lnTo>
                    <a:pt x="5513520" y="1790841"/>
                  </a:lnTo>
                  <a:lnTo>
                    <a:pt x="5515421" y="1862435"/>
                  </a:lnTo>
                  <a:lnTo>
                    <a:pt x="5517322" y="1766151"/>
                  </a:lnTo>
                  <a:lnTo>
                    <a:pt x="5519223" y="1757467"/>
                  </a:lnTo>
                  <a:lnTo>
                    <a:pt x="5521124" y="1703770"/>
                  </a:lnTo>
                  <a:lnTo>
                    <a:pt x="5523026" y="1799662"/>
                  </a:lnTo>
                  <a:lnTo>
                    <a:pt x="5524927" y="1721204"/>
                  </a:lnTo>
                  <a:lnTo>
                    <a:pt x="5526828" y="1712435"/>
                  </a:lnTo>
                  <a:lnTo>
                    <a:pt x="5528729" y="1684893"/>
                  </a:lnTo>
                  <a:lnTo>
                    <a:pt x="5530630" y="1717578"/>
                  </a:lnTo>
                  <a:lnTo>
                    <a:pt x="5532532" y="1722217"/>
                  </a:lnTo>
                  <a:lnTo>
                    <a:pt x="5534433" y="1677677"/>
                  </a:lnTo>
                  <a:lnTo>
                    <a:pt x="5536334" y="1707044"/>
                  </a:lnTo>
                  <a:lnTo>
                    <a:pt x="5538235" y="1784335"/>
                  </a:lnTo>
                  <a:lnTo>
                    <a:pt x="5540137" y="1838714"/>
                  </a:lnTo>
                  <a:lnTo>
                    <a:pt x="5542038" y="1911916"/>
                  </a:lnTo>
                  <a:lnTo>
                    <a:pt x="5543939" y="2014967"/>
                  </a:lnTo>
                  <a:lnTo>
                    <a:pt x="5545840" y="1996651"/>
                  </a:lnTo>
                  <a:lnTo>
                    <a:pt x="5547741" y="1910872"/>
                  </a:lnTo>
                  <a:lnTo>
                    <a:pt x="5549643" y="1865699"/>
                  </a:lnTo>
                  <a:lnTo>
                    <a:pt x="5551544" y="1754867"/>
                  </a:lnTo>
                  <a:lnTo>
                    <a:pt x="5553445" y="1824585"/>
                  </a:lnTo>
                  <a:lnTo>
                    <a:pt x="5555346" y="1797931"/>
                  </a:lnTo>
                  <a:lnTo>
                    <a:pt x="5557247" y="1828840"/>
                  </a:lnTo>
                  <a:lnTo>
                    <a:pt x="5559149" y="1882368"/>
                  </a:lnTo>
                  <a:lnTo>
                    <a:pt x="5561050" y="1846736"/>
                  </a:lnTo>
                  <a:lnTo>
                    <a:pt x="5562951" y="1918712"/>
                  </a:lnTo>
                  <a:lnTo>
                    <a:pt x="5564852" y="1857399"/>
                  </a:lnTo>
                  <a:lnTo>
                    <a:pt x="5566754" y="1950534"/>
                  </a:lnTo>
                  <a:lnTo>
                    <a:pt x="5568655" y="2027245"/>
                  </a:lnTo>
                  <a:lnTo>
                    <a:pt x="5570556" y="2118694"/>
                  </a:lnTo>
                  <a:lnTo>
                    <a:pt x="5572457" y="2159137"/>
                  </a:lnTo>
                  <a:lnTo>
                    <a:pt x="5574358" y="2142454"/>
                  </a:lnTo>
                  <a:lnTo>
                    <a:pt x="5576260" y="2156116"/>
                  </a:lnTo>
                  <a:lnTo>
                    <a:pt x="5578161" y="2155944"/>
                  </a:lnTo>
                  <a:lnTo>
                    <a:pt x="5580062" y="2111364"/>
                  </a:lnTo>
                  <a:lnTo>
                    <a:pt x="5581963" y="2031212"/>
                  </a:lnTo>
                  <a:lnTo>
                    <a:pt x="5583864" y="1993659"/>
                  </a:lnTo>
                  <a:lnTo>
                    <a:pt x="5585766" y="2021626"/>
                  </a:lnTo>
                  <a:lnTo>
                    <a:pt x="5587667" y="2033788"/>
                  </a:lnTo>
                  <a:lnTo>
                    <a:pt x="5589568" y="2003656"/>
                  </a:lnTo>
                  <a:lnTo>
                    <a:pt x="5591469" y="1898437"/>
                  </a:lnTo>
                  <a:lnTo>
                    <a:pt x="5593371" y="1820512"/>
                  </a:lnTo>
                  <a:lnTo>
                    <a:pt x="5595272" y="1796569"/>
                  </a:lnTo>
                  <a:lnTo>
                    <a:pt x="5597173" y="1894378"/>
                  </a:lnTo>
                  <a:lnTo>
                    <a:pt x="5599074" y="1952662"/>
                  </a:lnTo>
                  <a:lnTo>
                    <a:pt x="5600975" y="2013454"/>
                  </a:lnTo>
                  <a:lnTo>
                    <a:pt x="5602877" y="2115060"/>
                  </a:lnTo>
                  <a:lnTo>
                    <a:pt x="5604778" y="2080257"/>
                  </a:lnTo>
                  <a:lnTo>
                    <a:pt x="5606679" y="2057961"/>
                  </a:lnTo>
                  <a:lnTo>
                    <a:pt x="5608580" y="2147676"/>
                  </a:lnTo>
                  <a:lnTo>
                    <a:pt x="5610481" y="2130838"/>
                  </a:lnTo>
                  <a:lnTo>
                    <a:pt x="5612383" y="2113447"/>
                  </a:lnTo>
                  <a:lnTo>
                    <a:pt x="5614284" y="2079907"/>
                  </a:lnTo>
                  <a:lnTo>
                    <a:pt x="5616185" y="1954509"/>
                  </a:lnTo>
                  <a:lnTo>
                    <a:pt x="5618086" y="1857357"/>
                  </a:lnTo>
                  <a:lnTo>
                    <a:pt x="5619988" y="1844734"/>
                  </a:lnTo>
                  <a:lnTo>
                    <a:pt x="5621889" y="1867979"/>
                  </a:lnTo>
                  <a:lnTo>
                    <a:pt x="5623790" y="1859219"/>
                  </a:lnTo>
                  <a:lnTo>
                    <a:pt x="5625691" y="1883348"/>
                  </a:lnTo>
                  <a:lnTo>
                    <a:pt x="5627592" y="1922710"/>
                  </a:lnTo>
                  <a:lnTo>
                    <a:pt x="5629494" y="1880933"/>
                  </a:lnTo>
                  <a:lnTo>
                    <a:pt x="5631395" y="1848831"/>
                  </a:lnTo>
                  <a:lnTo>
                    <a:pt x="5633296" y="1742657"/>
                  </a:lnTo>
                  <a:lnTo>
                    <a:pt x="5635197" y="1732618"/>
                  </a:lnTo>
                  <a:lnTo>
                    <a:pt x="5637098" y="1766418"/>
                  </a:lnTo>
                  <a:lnTo>
                    <a:pt x="5639000" y="1663059"/>
                  </a:lnTo>
                  <a:lnTo>
                    <a:pt x="5640901" y="1739219"/>
                  </a:lnTo>
                  <a:lnTo>
                    <a:pt x="5642802" y="1616580"/>
                  </a:lnTo>
                  <a:lnTo>
                    <a:pt x="5644703" y="1697685"/>
                  </a:lnTo>
                  <a:lnTo>
                    <a:pt x="5646605" y="1693560"/>
                  </a:lnTo>
                  <a:lnTo>
                    <a:pt x="5648506" y="1629091"/>
                  </a:lnTo>
                  <a:lnTo>
                    <a:pt x="5650407" y="1677704"/>
                  </a:lnTo>
                  <a:lnTo>
                    <a:pt x="5652308" y="1693190"/>
                  </a:lnTo>
                  <a:lnTo>
                    <a:pt x="5654209" y="1737819"/>
                  </a:lnTo>
                  <a:lnTo>
                    <a:pt x="5656111" y="1795955"/>
                  </a:lnTo>
                  <a:lnTo>
                    <a:pt x="5658012" y="1812148"/>
                  </a:lnTo>
                  <a:lnTo>
                    <a:pt x="5659913" y="1944230"/>
                  </a:lnTo>
                  <a:lnTo>
                    <a:pt x="5661814" y="1842710"/>
                  </a:lnTo>
                  <a:lnTo>
                    <a:pt x="5663715" y="1741311"/>
                  </a:lnTo>
                  <a:lnTo>
                    <a:pt x="5665617" y="1624372"/>
                  </a:lnTo>
                  <a:lnTo>
                    <a:pt x="5667518" y="1549638"/>
                  </a:lnTo>
                  <a:lnTo>
                    <a:pt x="5669419" y="1584583"/>
                  </a:lnTo>
                  <a:lnTo>
                    <a:pt x="5671320" y="1513068"/>
                  </a:lnTo>
                  <a:lnTo>
                    <a:pt x="5673222" y="1565801"/>
                  </a:lnTo>
                  <a:lnTo>
                    <a:pt x="5675123" y="1605230"/>
                  </a:lnTo>
                  <a:lnTo>
                    <a:pt x="5677024" y="1583320"/>
                  </a:lnTo>
                  <a:lnTo>
                    <a:pt x="5678925" y="1639399"/>
                  </a:lnTo>
                  <a:lnTo>
                    <a:pt x="5680826" y="1718279"/>
                  </a:lnTo>
                  <a:lnTo>
                    <a:pt x="5682728" y="1725058"/>
                  </a:lnTo>
                  <a:lnTo>
                    <a:pt x="5684629" y="1787814"/>
                  </a:lnTo>
                  <a:lnTo>
                    <a:pt x="5686530" y="1863151"/>
                  </a:lnTo>
                  <a:lnTo>
                    <a:pt x="5688431" y="1827541"/>
                  </a:lnTo>
                  <a:lnTo>
                    <a:pt x="5690332" y="1764819"/>
                  </a:lnTo>
                  <a:lnTo>
                    <a:pt x="5692234" y="1676629"/>
                  </a:lnTo>
                  <a:lnTo>
                    <a:pt x="5694135" y="1694173"/>
                  </a:lnTo>
                  <a:lnTo>
                    <a:pt x="5696036" y="1768892"/>
                  </a:lnTo>
                  <a:lnTo>
                    <a:pt x="5697937" y="1801648"/>
                  </a:lnTo>
                  <a:lnTo>
                    <a:pt x="5699839" y="1943780"/>
                  </a:lnTo>
                  <a:lnTo>
                    <a:pt x="5701740" y="1958903"/>
                  </a:lnTo>
                  <a:lnTo>
                    <a:pt x="5703641" y="1990276"/>
                  </a:lnTo>
                  <a:lnTo>
                    <a:pt x="5705542" y="2009919"/>
                  </a:lnTo>
                  <a:lnTo>
                    <a:pt x="5707443" y="2022950"/>
                  </a:lnTo>
                  <a:lnTo>
                    <a:pt x="5709345" y="1912551"/>
                  </a:lnTo>
                  <a:lnTo>
                    <a:pt x="5711246" y="1817766"/>
                  </a:lnTo>
                  <a:lnTo>
                    <a:pt x="5713147" y="1722314"/>
                  </a:lnTo>
                  <a:lnTo>
                    <a:pt x="5715048" y="1590313"/>
                  </a:lnTo>
                  <a:lnTo>
                    <a:pt x="5716949" y="1468792"/>
                  </a:lnTo>
                  <a:lnTo>
                    <a:pt x="5718851" y="1331397"/>
                  </a:lnTo>
                  <a:lnTo>
                    <a:pt x="5720752" y="1286603"/>
                  </a:lnTo>
                  <a:lnTo>
                    <a:pt x="5722653" y="1272245"/>
                  </a:lnTo>
                  <a:lnTo>
                    <a:pt x="5724554" y="1285110"/>
                  </a:lnTo>
                  <a:lnTo>
                    <a:pt x="5726456" y="1265878"/>
                  </a:lnTo>
                  <a:lnTo>
                    <a:pt x="5728357" y="1264380"/>
                  </a:lnTo>
                  <a:lnTo>
                    <a:pt x="5730258" y="1279296"/>
                  </a:lnTo>
                  <a:lnTo>
                    <a:pt x="5732159" y="1259227"/>
                  </a:lnTo>
                  <a:lnTo>
                    <a:pt x="5734060" y="1245781"/>
                  </a:lnTo>
                  <a:lnTo>
                    <a:pt x="5735962" y="1187346"/>
                  </a:lnTo>
                  <a:lnTo>
                    <a:pt x="5737863" y="1153822"/>
                  </a:lnTo>
                  <a:lnTo>
                    <a:pt x="5739764" y="1169371"/>
                  </a:lnTo>
                  <a:lnTo>
                    <a:pt x="5741665" y="1186924"/>
                  </a:lnTo>
                  <a:lnTo>
                    <a:pt x="5743566" y="1134520"/>
                  </a:lnTo>
                  <a:lnTo>
                    <a:pt x="5745468" y="991502"/>
                  </a:lnTo>
                  <a:lnTo>
                    <a:pt x="5747369" y="906695"/>
                  </a:lnTo>
                  <a:lnTo>
                    <a:pt x="5749270" y="945226"/>
                  </a:lnTo>
                  <a:lnTo>
                    <a:pt x="5751171" y="945160"/>
                  </a:lnTo>
                  <a:lnTo>
                    <a:pt x="5753073" y="869595"/>
                  </a:lnTo>
                  <a:lnTo>
                    <a:pt x="5754974" y="938518"/>
                  </a:lnTo>
                  <a:lnTo>
                    <a:pt x="5756875" y="919414"/>
                  </a:lnTo>
                  <a:lnTo>
                    <a:pt x="5758776" y="977389"/>
                  </a:lnTo>
                  <a:lnTo>
                    <a:pt x="5760677" y="1122966"/>
                  </a:lnTo>
                  <a:lnTo>
                    <a:pt x="5762579" y="1019618"/>
                  </a:lnTo>
                  <a:lnTo>
                    <a:pt x="5764480" y="1027544"/>
                  </a:lnTo>
                  <a:lnTo>
                    <a:pt x="5766381" y="1029266"/>
                  </a:lnTo>
                  <a:lnTo>
                    <a:pt x="5768282" y="1074394"/>
                  </a:lnTo>
                  <a:lnTo>
                    <a:pt x="5770183" y="1112963"/>
                  </a:lnTo>
                  <a:lnTo>
                    <a:pt x="5772085" y="1118686"/>
                  </a:lnTo>
                  <a:lnTo>
                    <a:pt x="5773986" y="1044987"/>
                  </a:lnTo>
                  <a:lnTo>
                    <a:pt x="5775887" y="1142521"/>
                  </a:lnTo>
                  <a:lnTo>
                    <a:pt x="5777788" y="1197225"/>
                  </a:lnTo>
                  <a:lnTo>
                    <a:pt x="5779690" y="1383314"/>
                  </a:lnTo>
                  <a:lnTo>
                    <a:pt x="5781591" y="1422450"/>
                  </a:lnTo>
                  <a:lnTo>
                    <a:pt x="5783492" y="1415521"/>
                  </a:lnTo>
                  <a:lnTo>
                    <a:pt x="5785393" y="1414071"/>
                  </a:lnTo>
                  <a:lnTo>
                    <a:pt x="5787294" y="1362309"/>
                  </a:lnTo>
                  <a:lnTo>
                    <a:pt x="5789196" y="1468753"/>
                  </a:lnTo>
                  <a:lnTo>
                    <a:pt x="5791097" y="1499846"/>
                  </a:lnTo>
                  <a:lnTo>
                    <a:pt x="5792998" y="1742687"/>
                  </a:lnTo>
                  <a:lnTo>
                    <a:pt x="5794899" y="1830202"/>
                  </a:lnTo>
                  <a:lnTo>
                    <a:pt x="5796800" y="1825566"/>
                  </a:lnTo>
                  <a:lnTo>
                    <a:pt x="5798702" y="1801917"/>
                  </a:lnTo>
                  <a:lnTo>
                    <a:pt x="5800603" y="1874165"/>
                  </a:lnTo>
                  <a:lnTo>
                    <a:pt x="5802504" y="1878659"/>
                  </a:lnTo>
                  <a:lnTo>
                    <a:pt x="5804405" y="1780345"/>
                  </a:lnTo>
                  <a:lnTo>
                    <a:pt x="5806307" y="1875432"/>
                  </a:lnTo>
                  <a:lnTo>
                    <a:pt x="5808208" y="1777815"/>
                  </a:lnTo>
                  <a:lnTo>
                    <a:pt x="5810109" y="1876854"/>
                  </a:lnTo>
                  <a:lnTo>
                    <a:pt x="5812010" y="1753183"/>
                  </a:lnTo>
                  <a:lnTo>
                    <a:pt x="5813911" y="1679682"/>
                  </a:lnTo>
                  <a:lnTo>
                    <a:pt x="5815813" y="1612168"/>
                  </a:lnTo>
                  <a:lnTo>
                    <a:pt x="5817714" y="1544363"/>
                  </a:lnTo>
                  <a:lnTo>
                    <a:pt x="5819615" y="1576543"/>
                  </a:lnTo>
                  <a:lnTo>
                    <a:pt x="5821516" y="1614175"/>
                  </a:lnTo>
                  <a:lnTo>
                    <a:pt x="5823417" y="1546518"/>
                  </a:lnTo>
                  <a:lnTo>
                    <a:pt x="5825319" y="1667448"/>
                  </a:lnTo>
                  <a:lnTo>
                    <a:pt x="5827220" y="1653918"/>
                  </a:lnTo>
                  <a:lnTo>
                    <a:pt x="5829121" y="1575823"/>
                  </a:lnTo>
                  <a:lnTo>
                    <a:pt x="5831022" y="1595258"/>
                  </a:lnTo>
                  <a:lnTo>
                    <a:pt x="5832923" y="1566332"/>
                  </a:lnTo>
                  <a:lnTo>
                    <a:pt x="5834825" y="1543346"/>
                  </a:lnTo>
                  <a:lnTo>
                    <a:pt x="5836726" y="1606934"/>
                  </a:lnTo>
                  <a:lnTo>
                    <a:pt x="5838627" y="1623190"/>
                  </a:lnTo>
                  <a:lnTo>
                    <a:pt x="5840528" y="1500646"/>
                  </a:lnTo>
                  <a:lnTo>
                    <a:pt x="5842430" y="1442730"/>
                  </a:lnTo>
                  <a:lnTo>
                    <a:pt x="5844331" y="1408538"/>
                  </a:lnTo>
                  <a:lnTo>
                    <a:pt x="5846232" y="1487794"/>
                  </a:lnTo>
                  <a:lnTo>
                    <a:pt x="5848133" y="1478547"/>
                  </a:lnTo>
                  <a:lnTo>
                    <a:pt x="5850034" y="1478143"/>
                  </a:lnTo>
                  <a:lnTo>
                    <a:pt x="5851936" y="1480720"/>
                  </a:lnTo>
                  <a:lnTo>
                    <a:pt x="5853837" y="1423201"/>
                  </a:lnTo>
                  <a:lnTo>
                    <a:pt x="5855738" y="1408064"/>
                  </a:lnTo>
                  <a:lnTo>
                    <a:pt x="5857639" y="1420222"/>
                  </a:lnTo>
                  <a:lnTo>
                    <a:pt x="5859540" y="1499042"/>
                  </a:lnTo>
                  <a:lnTo>
                    <a:pt x="5861442" y="1327844"/>
                  </a:lnTo>
                  <a:lnTo>
                    <a:pt x="5863343" y="1315409"/>
                  </a:lnTo>
                  <a:lnTo>
                    <a:pt x="5865244" y="1267057"/>
                  </a:lnTo>
                  <a:lnTo>
                    <a:pt x="5867145" y="1363947"/>
                  </a:lnTo>
                  <a:lnTo>
                    <a:pt x="5869047" y="1385273"/>
                  </a:lnTo>
                  <a:lnTo>
                    <a:pt x="5870948" y="1399938"/>
                  </a:lnTo>
                  <a:lnTo>
                    <a:pt x="5872849" y="1444102"/>
                  </a:lnTo>
                  <a:lnTo>
                    <a:pt x="5874750" y="1485252"/>
                  </a:lnTo>
                  <a:lnTo>
                    <a:pt x="5876651" y="1522133"/>
                  </a:lnTo>
                  <a:lnTo>
                    <a:pt x="5878553" y="1564508"/>
                  </a:lnTo>
                  <a:lnTo>
                    <a:pt x="5880454" y="1601658"/>
                  </a:lnTo>
                  <a:lnTo>
                    <a:pt x="5882355" y="1694907"/>
                  </a:lnTo>
                  <a:lnTo>
                    <a:pt x="5884256" y="1743404"/>
                  </a:lnTo>
                  <a:lnTo>
                    <a:pt x="5886157" y="1698697"/>
                  </a:lnTo>
                  <a:lnTo>
                    <a:pt x="5888059" y="1686375"/>
                  </a:lnTo>
                  <a:lnTo>
                    <a:pt x="5889960" y="1677137"/>
                  </a:lnTo>
                  <a:lnTo>
                    <a:pt x="5891861" y="1819130"/>
                  </a:lnTo>
                  <a:lnTo>
                    <a:pt x="5893762" y="1790468"/>
                  </a:lnTo>
                  <a:lnTo>
                    <a:pt x="5895664" y="1673088"/>
                  </a:lnTo>
                  <a:lnTo>
                    <a:pt x="5897565" y="1735185"/>
                  </a:lnTo>
                  <a:lnTo>
                    <a:pt x="5899466" y="1732903"/>
                  </a:lnTo>
                  <a:lnTo>
                    <a:pt x="5901367" y="1769801"/>
                  </a:lnTo>
                  <a:lnTo>
                    <a:pt x="5903268" y="1779093"/>
                  </a:lnTo>
                  <a:lnTo>
                    <a:pt x="5905170" y="1778137"/>
                  </a:lnTo>
                  <a:lnTo>
                    <a:pt x="5907071" y="1871282"/>
                  </a:lnTo>
                  <a:lnTo>
                    <a:pt x="5908972" y="1912358"/>
                  </a:lnTo>
                  <a:lnTo>
                    <a:pt x="5910873" y="1901795"/>
                  </a:lnTo>
                  <a:lnTo>
                    <a:pt x="5912774" y="1880465"/>
                  </a:lnTo>
                  <a:lnTo>
                    <a:pt x="5914676" y="1812889"/>
                  </a:lnTo>
                  <a:lnTo>
                    <a:pt x="5916577" y="1792454"/>
                  </a:lnTo>
                  <a:lnTo>
                    <a:pt x="5918478" y="1722622"/>
                  </a:lnTo>
                  <a:lnTo>
                    <a:pt x="5920379" y="1668312"/>
                  </a:lnTo>
                  <a:lnTo>
                    <a:pt x="5922281" y="1609020"/>
                  </a:lnTo>
                  <a:lnTo>
                    <a:pt x="5924182" y="1676638"/>
                  </a:lnTo>
                  <a:lnTo>
                    <a:pt x="5926083" y="1638252"/>
                  </a:lnTo>
                  <a:lnTo>
                    <a:pt x="5927984" y="1560433"/>
                  </a:lnTo>
                  <a:lnTo>
                    <a:pt x="5929885" y="1554492"/>
                  </a:lnTo>
                  <a:lnTo>
                    <a:pt x="5931787" y="1430683"/>
                  </a:lnTo>
                  <a:lnTo>
                    <a:pt x="5933688" y="1538989"/>
                  </a:lnTo>
                  <a:lnTo>
                    <a:pt x="5935589" y="1463511"/>
                  </a:lnTo>
                  <a:lnTo>
                    <a:pt x="5937490" y="1415228"/>
                  </a:lnTo>
                  <a:lnTo>
                    <a:pt x="5939391" y="1457490"/>
                  </a:lnTo>
                  <a:lnTo>
                    <a:pt x="5941293" y="1356530"/>
                  </a:lnTo>
                  <a:lnTo>
                    <a:pt x="5943194" y="1198511"/>
                  </a:lnTo>
                  <a:lnTo>
                    <a:pt x="5945095" y="1128997"/>
                  </a:lnTo>
                  <a:lnTo>
                    <a:pt x="5946996" y="1087618"/>
                  </a:lnTo>
                  <a:lnTo>
                    <a:pt x="5948898" y="1056631"/>
                  </a:lnTo>
                  <a:lnTo>
                    <a:pt x="5950799" y="1006386"/>
                  </a:lnTo>
                  <a:lnTo>
                    <a:pt x="5952700" y="851687"/>
                  </a:lnTo>
                  <a:lnTo>
                    <a:pt x="5954601" y="782270"/>
                  </a:lnTo>
                  <a:lnTo>
                    <a:pt x="5956502" y="534054"/>
                  </a:lnTo>
                  <a:lnTo>
                    <a:pt x="5958404" y="543363"/>
                  </a:lnTo>
                  <a:lnTo>
                    <a:pt x="5960305" y="562401"/>
                  </a:lnTo>
                  <a:lnTo>
                    <a:pt x="5962206" y="501629"/>
                  </a:lnTo>
                  <a:lnTo>
                    <a:pt x="5964107" y="511557"/>
                  </a:lnTo>
                  <a:lnTo>
                    <a:pt x="5966008" y="623520"/>
                  </a:lnTo>
                  <a:lnTo>
                    <a:pt x="5967910" y="592350"/>
                  </a:lnTo>
                  <a:lnTo>
                    <a:pt x="5969811" y="626501"/>
                  </a:lnTo>
                  <a:lnTo>
                    <a:pt x="5971712" y="680872"/>
                  </a:lnTo>
                  <a:lnTo>
                    <a:pt x="5973613" y="719323"/>
                  </a:lnTo>
                  <a:lnTo>
                    <a:pt x="5975515" y="722322"/>
                  </a:lnTo>
                  <a:lnTo>
                    <a:pt x="5977416" y="739913"/>
                  </a:lnTo>
                  <a:lnTo>
                    <a:pt x="5979317" y="673962"/>
                  </a:lnTo>
                  <a:lnTo>
                    <a:pt x="5981218" y="695534"/>
                  </a:lnTo>
                  <a:lnTo>
                    <a:pt x="5983119" y="793860"/>
                  </a:lnTo>
                  <a:lnTo>
                    <a:pt x="5985021" y="807986"/>
                  </a:lnTo>
                  <a:lnTo>
                    <a:pt x="5986922" y="795477"/>
                  </a:lnTo>
                  <a:lnTo>
                    <a:pt x="5988823" y="825000"/>
                  </a:lnTo>
                  <a:lnTo>
                    <a:pt x="5990724" y="792945"/>
                  </a:lnTo>
                  <a:lnTo>
                    <a:pt x="5992625" y="807969"/>
                  </a:lnTo>
                  <a:lnTo>
                    <a:pt x="5994527" y="790153"/>
                  </a:lnTo>
                  <a:lnTo>
                    <a:pt x="5996428" y="828838"/>
                  </a:lnTo>
                  <a:lnTo>
                    <a:pt x="5998329" y="794854"/>
                  </a:lnTo>
                  <a:lnTo>
                    <a:pt x="6000230" y="829387"/>
                  </a:lnTo>
                  <a:lnTo>
                    <a:pt x="6002132" y="808071"/>
                  </a:lnTo>
                  <a:lnTo>
                    <a:pt x="6004033" y="871040"/>
                  </a:lnTo>
                  <a:lnTo>
                    <a:pt x="6005934" y="936744"/>
                  </a:lnTo>
                  <a:lnTo>
                    <a:pt x="6007835" y="939267"/>
                  </a:lnTo>
                  <a:lnTo>
                    <a:pt x="6009736" y="988390"/>
                  </a:lnTo>
                  <a:lnTo>
                    <a:pt x="6011638" y="1034595"/>
                  </a:lnTo>
                  <a:lnTo>
                    <a:pt x="6013539" y="1045511"/>
                  </a:lnTo>
                  <a:lnTo>
                    <a:pt x="6015440" y="1117749"/>
                  </a:lnTo>
                  <a:lnTo>
                    <a:pt x="6017341" y="1067435"/>
                  </a:lnTo>
                  <a:lnTo>
                    <a:pt x="6019242" y="1268897"/>
                  </a:lnTo>
                  <a:lnTo>
                    <a:pt x="6021144" y="1240576"/>
                  </a:lnTo>
                  <a:lnTo>
                    <a:pt x="6023045" y="1197371"/>
                  </a:lnTo>
                  <a:lnTo>
                    <a:pt x="6024946" y="1240042"/>
                  </a:lnTo>
                  <a:lnTo>
                    <a:pt x="6026847" y="1237541"/>
                  </a:lnTo>
                  <a:lnTo>
                    <a:pt x="6028749" y="1338026"/>
                  </a:lnTo>
                  <a:lnTo>
                    <a:pt x="6030650" y="1305521"/>
                  </a:lnTo>
                  <a:lnTo>
                    <a:pt x="6032551" y="1357669"/>
                  </a:lnTo>
                  <a:lnTo>
                    <a:pt x="6034452" y="1568952"/>
                  </a:lnTo>
                  <a:lnTo>
                    <a:pt x="6036353" y="1514014"/>
                  </a:lnTo>
                  <a:lnTo>
                    <a:pt x="6038255" y="1608288"/>
                  </a:lnTo>
                  <a:lnTo>
                    <a:pt x="6040156" y="1644341"/>
                  </a:lnTo>
                  <a:lnTo>
                    <a:pt x="6042057" y="1730634"/>
                  </a:lnTo>
                  <a:lnTo>
                    <a:pt x="6043958" y="1844102"/>
                  </a:lnTo>
                  <a:lnTo>
                    <a:pt x="6045859" y="1774778"/>
                  </a:lnTo>
                  <a:lnTo>
                    <a:pt x="6047761" y="1770404"/>
                  </a:lnTo>
                  <a:lnTo>
                    <a:pt x="6049662" y="1731211"/>
                  </a:lnTo>
                  <a:lnTo>
                    <a:pt x="6051563" y="1682765"/>
                  </a:lnTo>
                  <a:lnTo>
                    <a:pt x="6053464" y="1656513"/>
                  </a:lnTo>
                  <a:lnTo>
                    <a:pt x="6055366" y="1586398"/>
                  </a:lnTo>
                  <a:lnTo>
                    <a:pt x="6057267" y="1542303"/>
                  </a:lnTo>
                  <a:lnTo>
                    <a:pt x="6059168" y="1524958"/>
                  </a:lnTo>
                  <a:lnTo>
                    <a:pt x="6061069" y="1488599"/>
                  </a:lnTo>
                  <a:lnTo>
                    <a:pt x="6062970" y="1428913"/>
                  </a:lnTo>
                  <a:lnTo>
                    <a:pt x="6064872" y="1344149"/>
                  </a:lnTo>
                  <a:lnTo>
                    <a:pt x="6066773" y="1296915"/>
                  </a:lnTo>
                  <a:lnTo>
                    <a:pt x="6068674" y="1177101"/>
                  </a:lnTo>
                  <a:lnTo>
                    <a:pt x="6070575" y="1183423"/>
                  </a:lnTo>
                  <a:lnTo>
                    <a:pt x="6072476" y="1157240"/>
                  </a:lnTo>
                  <a:lnTo>
                    <a:pt x="6074378" y="1132245"/>
                  </a:lnTo>
                  <a:lnTo>
                    <a:pt x="6076279" y="1189581"/>
                  </a:lnTo>
                  <a:lnTo>
                    <a:pt x="6078180" y="1209390"/>
                  </a:lnTo>
                  <a:lnTo>
                    <a:pt x="6080081" y="1153492"/>
                  </a:lnTo>
                  <a:lnTo>
                    <a:pt x="6081983" y="1182575"/>
                  </a:lnTo>
                  <a:lnTo>
                    <a:pt x="6083884" y="1196139"/>
                  </a:lnTo>
                  <a:lnTo>
                    <a:pt x="6085785" y="1160706"/>
                  </a:lnTo>
                  <a:lnTo>
                    <a:pt x="6087686" y="1105069"/>
                  </a:lnTo>
                  <a:lnTo>
                    <a:pt x="6089587" y="1151487"/>
                  </a:lnTo>
                  <a:lnTo>
                    <a:pt x="6091489" y="1109920"/>
                  </a:lnTo>
                  <a:lnTo>
                    <a:pt x="6093390" y="1021300"/>
                  </a:lnTo>
                  <a:lnTo>
                    <a:pt x="6095291" y="954480"/>
                  </a:lnTo>
                  <a:lnTo>
                    <a:pt x="6097192" y="1028851"/>
                  </a:lnTo>
                  <a:lnTo>
                    <a:pt x="6099093" y="1080434"/>
                  </a:lnTo>
                  <a:lnTo>
                    <a:pt x="6100995" y="1091312"/>
                  </a:lnTo>
                  <a:lnTo>
                    <a:pt x="6102896" y="1081162"/>
                  </a:lnTo>
                  <a:lnTo>
                    <a:pt x="6104797" y="1067167"/>
                  </a:lnTo>
                  <a:lnTo>
                    <a:pt x="6106698" y="1026023"/>
                  </a:lnTo>
                  <a:lnTo>
                    <a:pt x="6108599" y="1006305"/>
                  </a:lnTo>
                  <a:lnTo>
                    <a:pt x="6110501" y="1062980"/>
                  </a:lnTo>
                  <a:lnTo>
                    <a:pt x="6112402" y="1032903"/>
                  </a:lnTo>
                  <a:lnTo>
                    <a:pt x="6114303" y="1015259"/>
                  </a:lnTo>
                  <a:lnTo>
                    <a:pt x="6116204" y="1031967"/>
                  </a:lnTo>
                  <a:lnTo>
                    <a:pt x="6118106" y="1026809"/>
                  </a:lnTo>
                  <a:lnTo>
                    <a:pt x="6120007" y="1156687"/>
                  </a:lnTo>
                  <a:lnTo>
                    <a:pt x="6121908" y="1199320"/>
                  </a:lnTo>
                  <a:lnTo>
                    <a:pt x="6123809" y="1195358"/>
                  </a:lnTo>
                  <a:lnTo>
                    <a:pt x="6125710" y="1230673"/>
                  </a:lnTo>
                  <a:lnTo>
                    <a:pt x="6127612" y="1316253"/>
                  </a:lnTo>
                  <a:lnTo>
                    <a:pt x="6129513" y="1327519"/>
                  </a:lnTo>
                  <a:lnTo>
                    <a:pt x="6131414" y="1454725"/>
                  </a:lnTo>
                  <a:lnTo>
                    <a:pt x="6133315" y="1468449"/>
                  </a:lnTo>
                  <a:lnTo>
                    <a:pt x="6135216" y="1503174"/>
                  </a:lnTo>
                  <a:lnTo>
                    <a:pt x="6137118" y="1571856"/>
                  </a:lnTo>
                  <a:lnTo>
                    <a:pt x="6139019" y="1573383"/>
                  </a:lnTo>
                  <a:lnTo>
                    <a:pt x="6140920" y="1650464"/>
                  </a:lnTo>
                  <a:lnTo>
                    <a:pt x="6142821" y="1672439"/>
                  </a:lnTo>
                  <a:lnTo>
                    <a:pt x="6144723" y="1656848"/>
                  </a:lnTo>
                  <a:lnTo>
                    <a:pt x="6146624" y="1634931"/>
                  </a:lnTo>
                  <a:lnTo>
                    <a:pt x="6148525" y="1639963"/>
                  </a:lnTo>
                  <a:lnTo>
                    <a:pt x="6150426" y="1685939"/>
                  </a:lnTo>
                  <a:lnTo>
                    <a:pt x="6152327" y="1644528"/>
                  </a:lnTo>
                  <a:lnTo>
                    <a:pt x="6154229" y="1627138"/>
                  </a:lnTo>
                  <a:lnTo>
                    <a:pt x="6156130" y="1708727"/>
                  </a:lnTo>
                  <a:lnTo>
                    <a:pt x="6158031" y="1702025"/>
                  </a:lnTo>
                  <a:lnTo>
                    <a:pt x="6159932" y="1702820"/>
                  </a:lnTo>
                  <a:lnTo>
                    <a:pt x="6161833" y="1675729"/>
                  </a:lnTo>
                  <a:lnTo>
                    <a:pt x="6163735" y="1683468"/>
                  </a:lnTo>
                  <a:lnTo>
                    <a:pt x="6165636" y="1690460"/>
                  </a:lnTo>
                  <a:lnTo>
                    <a:pt x="6167537" y="1743339"/>
                  </a:lnTo>
                  <a:lnTo>
                    <a:pt x="6169438" y="1748847"/>
                  </a:lnTo>
                  <a:lnTo>
                    <a:pt x="6171340" y="1726221"/>
                  </a:lnTo>
                  <a:lnTo>
                    <a:pt x="6173241" y="1702277"/>
                  </a:lnTo>
                  <a:lnTo>
                    <a:pt x="6175142" y="1748242"/>
                  </a:lnTo>
                  <a:lnTo>
                    <a:pt x="6177043" y="1700858"/>
                  </a:lnTo>
                  <a:lnTo>
                    <a:pt x="6178944" y="1744816"/>
                  </a:lnTo>
                  <a:lnTo>
                    <a:pt x="6180846" y="1789599"/>
                  </a:lnTo>
                  <a:lnTo>
                    <a:pt x="6182747" y="1839756"/>
                  </a:lnTo>
                  <a:lnTo>
                    <a:pt x="6184648" y="1972612"/>
                  </a:lnTo>
                  <a:lnTo>
                    <a:pt x="6186549" y="2064315"/>
                  </a:lnTo>
                  <a:lnTo>
                    <a:pt x="6188450" y="2039467"/>
                  </a:lnTo>
                  <a:lnTo>
                    <a:pt x="6190352" y="2074812"/>
                  </a:lnTo>
                  <a:lnTo>
                    <a:pt x="6192253" y="1986674"/>
                  </a:lnTo>
                  <a:lnTo>
                    <a:pt x="6194154" y="1987653"/>
                  </a:lnTo>
                  <a:lnTo>
                    <a:pt x="6196055" y="2066002"/>
                  </a:lnTo>
                  <a:lnTo>
                    <a:pt x="6197957" y="2113805"/>
                  </a:lnTo>
                  <a:lnTo>
                    <a:pt x="6199858" y="2086937"/>
                  </a:lnTo>
                  <a:lnTo>
                    <a:pt x="6201759" y="2115434"/>
                  </a:lnTo>
                  <a:lnTo>
                    <a:pt x="6203660" y="2129095"/>
                  </a:lnTo>
                  <a:lnTo>
                    <a:pt x="6205561" y="2157137"/>
                  </a:lnTo>
                  <a:lnTo>
                    <a:pt x="6207463" y="2172697"/>
                  </a:lnTo>
                  <a:lnTo>
                    <a:pt x="6209364" y="2179738"/>
                  </a:lnTo>
                  <a:lnTo>
                    <a:pt x="6211265" y="2239977"/>
                  </a:lnTo>
                  <a:lnTo>
                    <a:pt x="6213166" y="2255633"/>
                  </a:lnTo>
                  <a:lnTo>
                    <a:pt x="6215067" y="2284667"/>
                  </a:lnTo>
                  <a:lnTo>
                    <a:pt x="6216969" y="2288296"/>
                  </a:lnTo>
                  <a:lnTo>
                    <a:pt x="6218870" y="2316096"/>
                  </a:lnTo>
                  <a:lnTo>
                    <a:pt x="6220771" y="2301689"/>
                  </a:lnTo>
                  <a:lnTo>
                    <a:pt x="6222672" y="2373399"/>
                  </a:lnTo>
                  <a:lnTo>
                    <a:pt x="6224574" y="2364064"/>
                  </a:lnTo>
                  <a:lnTo>
                    <a:pt x="6226475" y="2372422"/>
                  </a:lnTo>
                  <a:lnTo>
                    <a:pt x="6228376" y="2406449"/>
                  </a:lnTo>
                  <a:lnTo>
                    <a:pt x="6230277" y="2405986"/>
                  </a:lnTo>
                  <a:lnTo>
                    <a:pt x="6232178" y="2431203"/>
                  </a:lnTo>
                  <a:lnTo>
                    <a:pt x="6234080" y="2416947"/>
                  </a:lnTo>
                  <a:lnTo>
                    <a:pt x="6235981" y="2421132"/>
                  </a:lnTo>
                  <a:lnTo>
                    <a:pt x="6237882" y="2403897"/>
                  </a:lnTo>
                  <a:lnTo>
                    <a:pt x="6239783" y="2399274"/>
                  </a:lnTo>
                  <a:lnTo>
                    <a:pt x="6241684" y="2416460"/>
                  </a:lnTo>
                  <a:lnTo>
                    <a:pt x="6243586" y="2394657"/>
                  </a:lnTo>
                  <a:lnTo>
                    <a:pt x="6245487" y="2411385"/>
                  </a:lnTo>
                  <a:lnTo>
                    <a:pt x="6247388" y="2404750"/>
                  </a:lnTo>
                  <a:lnTo>
                    <a:pt x="6249289" y="2433837"/>
                  </a:lnTo>
                  <a:lnTo>
                    <a:pt x="6251191" y="2448755"/>
                  </a:lnTo>
                  <a:lnTo>
                    <a:pt x="6253092" y="2430630"/>
                  </a:lnTo>
                  <a:lnTo>
                    <a:pt x="6254993" y="2427353"/>
                  </a:lnTo>
                  <a:lnTo>
                    <a:pt x="6256894" y="2428745"/>
                  </a:lnTo>
                  <a:lnTo>
                    <a:pt x="6258795" y="2436621"/>
                  </a:lnTo>
                  <a:lnTo>
                    <a:pt x="6260697" y="2433783"/>
                  </a:lnTo>
                  <a:lnTo>
                    <a:pt x="6262598" y="2440886"/>
                  </a:lnTo>
                  <a:lnTo>
                    <a:pt x="6264499" y="2456638"/>
                  </a:lnTo>
                  <a:lnTo>
                    <a:pt x="6266400" y="2442636"/>
                  </a:lnTo>
                  <a:lnTo>
                    <a:pt x="6268301" y="2467060"/>
                  </a:lnTo>
                  <a:lnTo>
                    <a:pt x="6270203" y="2456708"/>
                  </a:lnTo>
                  <a:lnTo>
                    <a:pt x="6272104" y="2478312"/>
                  </a:lnTo>
                  <a:lnTo>
                    <a:pt x="6274005" y="2516424"/>
                  </a:lnTo>
                  <a:lnTo>
                    <a:pt x="6275906" y="2497845"/>
                  </a:lnTo>
                  <a:lnTo>
                    <a:pt x="6277808" y="2528778"/>
                  </a:lnTo>
                  <a:lnTo>
                    <a:pt x="6279709" y="2499731"/>
                  </a:lnTo>
                  <a:lnTo>
                    <a:pt x="6281610" y="2501174"/>
                  </a:lnTo>
                  <a:lnTo>
                    <a:pt x="6283511" y="2487529"/>
                  </a:lnTo>
                  <a:lnTo>
                    <a:pt x="6285412" y="2442320"/>
                  </a:lnTo>
                  <a:lnTo>
                    <a:pt x="6287314" y="2471215"/>
                  </a:lnTo>
                  <a:lnTo>
                    <a:pt x="6289215" y="2466838"/>
                  </a:lnTo>
                  <a:lnTo>
                    <a:pt x="6291116" y="2461851"/>
                  </a:lnTo>
                  <a:lnTo>
                    <a:pt x="6293017" y="2423305"/>
                  </a:lnTo>
                  <a:lnTo>
                    <a:pt x="6294918" y="2431331"/>
                  </a:lnTo>
                  <a:lnTo>
                    <a:pt x="6296820" y="2440865"/>
                  </a:lnTo>
                  <a:lnTo>
                    <a:pt x="6298721" y="2454187"/>
                  </a:lnTo>
                  <a:lnTo>
                    <a:pt x="6300622" y="2461290"/>
                  </a:lnTo>
                  <a:lnTo>
                    <a:pt x="6302523" y="2460060"/>
                  </a:lnTo>
                  <a:lnTo>
                    <a:pt x="6304425" y="2482826"/>
                  </a:lnTo>
                  <a:lnTo>
                    <a:pt x="6306326" y="2452400"/>
                  </a:lnTo>
                  <a:lnTo>
                    <a:pt x="6308227" y="2453698"/>
                  </a:lnTo>
                  <a:lnTo>
                    <a:pt x="6310128" y="2440516"/>
                  </a:lnTo>
                  <a:lnTo>
                    <a:pt x="6312029" y="2444368"/>
                  </a:lnTo>
                  <a:lnTo>
                    <a:pt x="6313931" y="2457417"/>
                  </a:lnTo>
                  <a:lnTo>
                    <a:pt x="6315832" y="2457274"/>
                  </a:lnTo>
                  <a:lnTo>
                    <a:pt x="6317733" y="2476073"/>
                  </a:lnTo>
                  <a:lnTo>
                    <a:pt x="6319634" y="2446625"/>
                  </a:lnTo>
                  <a:lnTo>
                    <a:pt x="6321535" y="2406124"/>
                  </a:lnTo>
                  <a:lnTo>
                    <a:pt x="6323437" y="2418661"/>
                  </a:lnTo>
                  <a:lnTo>
                    <a:pt x="6325338" y="2422715"/>
                  </a:lnTo>
                  <a:lnTo>
                    <a:pt x="6327239" y="2434825"/>
                  </a:lnTo>
                  <a:lnTo>
                    <a:pt x="6329140" y="2409892"/>
                  </a:lnTo>
                  <a:lnTo>
                    <a:pt x="6331042" y="2422953"/>
                  </a:lnTo>
                  <a:lnTo>
                    <a:pt x="6332943" y="2402316"/>
                  </a:lnTo>
                  <a:lnTo>
                    <a:pt x="6334844" y="2432819"/>
                  </a:lnTo>
                  <a:lnTo>
                    <a:pt x="6336745" y="2390536"/>
                  </a:lnTo>
                  <a:lnTo>
                    <a:pt x="6338646" y="2329979"/>
                  </a:lnTo>
                  <a:lnTo>
                    <a:pt x="6340548" y="2310761"/>
                  </a:lnTo>
                  <a:lnTo>
                    <a:pt x="6342449" y="2345408"/>
                  </a:lnTo>
                  <a:lnTo>
                    <a:pt x="6344350" y="2346535"/>
                  </a:lnTo>
                  <a:lnTo>
                    <a:pt x="6346251" y="2353682"/>
                  </a:lnTo>
                  <a:lnTo>
                    <a:pt x="6348152" y="2393068"/>
                  </a:lnTo>
                  <a:lnTo>
                    <a:pt x="6350054" y="2333766"/>
                  </a:lnTo>
                  <a:lnTo>
                    <a:pt x="6351955" y="2327287"/>
                  </a:lnTo>
                  <a:lnTo>
                    <a:pt x="6353856" y="2305434"/>
                  </a:lnTo>
                  <a:lnTo>
                    <a:pt x="6355757" y="2241076"/>
                  </a:lnTo>
                  <a:lnTo>
                    <a:pt x="6357659" y="2252828"/>
                  </a:lnTo>
                  <a:lnTo>
                    <a:pt x="6359560" y="2284724"/>
                  </a:lnTo>
                  <a:lnTo>
                    <a:pt x="6361461" y="2295724"/>
                  </a:lnTo>
                  <a:lnTo>
                    <a:pt x="6363362" y="2310018"/>
                  </a:lnTo>
                  <a:lnTo>
                    <a:pt x="6365263" y="2289851"/>
                  </a:lnTo>
                  <a:lnTo>
                    <a:pt x="6367165" y="2228322"/>
                  </a:lnTo>
                  <a:lnTo>
                    <a:pt x="6369066" y="2182789"/>
                  </a:lnTo>
                  <a:lnTo>
                    <a:pt x="6370967" y="2211463"/>
                  </a:lnTo>
                  <a:lnTo>
                    <a:pt x="6372868" y="2278388"/>
                  </a:lnTo>
                  <a:lnTo>
                    <a:pt x="6374769" y="2379779"/>
                  </a:lnTo>
                  <a:lnTo>
                    <a:pt x="6376671" y="2468162"/>
                  </a:lnTo>
                  <a:lnTo>
                    <a:pt x="6378572" y="2456539"/>
                  </a:lnTo>
                  <a:lnTo>
                    <a:pt x="6380473" y="2452892"/>
                  </a:lnTo>
                  <a:lnTo>
                    <a:pt x="6382374" y="2446652"/>
                  </a:lnTo>
                  <a:lnTo>
                    <a:pt x="6384276" y="2441959"/>
                  </a:lnTo>
                  <a:lnTo>
                    <a:pt x="6386177" y="2446806"/>
                  </a:lnTo>
                  <a:lnTo>
                    <a:pt x="6388078" y="2451394"/>
                  </a:lnTo>
                  <a:lnTo>
                    <a:pt x="6389979" y="2473871"/>
                  </a:lnTo>
                  <a:lnTo>
                    <a:pt x="6391880" y="2460860"/>
                  </a:lnTo>
                  <a:lnTo>
                    <a:pt x="6393782" y="2466204"/>
                  </a:lnTo>
                  <a:lnTo>
                    <a:pt x="6395683" y="2460636"/>
                  </a:lnTo>
                  <a:lnTo>
                    <a:pt x="6397584" y="2489173"/>
                  </a:lnTo>
                  <a:lnTo>
                    <a:pt x="6399485" y="2428218"/>
                  </a:lnTo>
                  <a:lnTo>
                    <a:pt x="6401386" y="2466761"/>
                  </a:lnTo>
                  <a:lnTo>
                    <a:pt x="6403288" y="2488979"/>
                  </a:lnTo>
                  <a:lnTo>
                    <a:pt x="6405189" y="2470601"/>
                  </a:lnTo>
                  <a:lnTo>
                    <a:pt x="6407090" y="2515085"/>
                  </a:lnTo>
                  <a:lnTo>
                    <a:pt x="6408991" y="2459954"/>
                  </a:lnTo>
                  <a:lnTo>
                    <a:pt x="6410892" y="2528560"/>
                  </a:lnTo>
                  <a:lnTo>
                    <a:pt x="6412794" y="2520455"/>
                  </a:lnTo>
                  <a:lnTo>
                    <a:pt x="6414695" y="2505088"/>
                  </a:lnTo>
                  <a:lnTo>
                    <a:pt x="6416596" y="2506568"/>
                  </a:lnTo>
                  <a:lnTo>
                    <a:pt x="6418497" y="2473643"/>
                  </a:lnTo>
                  <a:lnTo>
                    <a:pt x="6420399" y="2487052"/>
                  </a:lnTo>
                  <a:lnTo>
                    <a:pt x="6422300" y="2479871"/>
                  </a:lnTo>
                  <a:lnTo>
                    <a:pt x="6424201" y="2493705"/>
                  </a:lnTo>
                  <a:lnTo>
                    <a:pt x="6426102" y="2505792"/>
                  </a:lnTo>
                  <a:lnTo>
                    <a:pt x="6428003" y="2482517"/>
                  </a:lnTo>
                  <a:lnTo>
                    <a:pt x="6429905" y="2485743"/>
                  </a:lnTo>
                  <a:lnTo>
                    <a:pt x="6431806" y="2491949"/>
                  </a:lnTo>
                  <a:lnTo>
                    <a:pt x="6433707" y="2499416"/>
                  </a:lnTo>
                  <a:lnTo>
                    <a:pt x="6435608" y="2490710"/>
                  </a:lnTo>
                  <a:lnTo>
                    <a:pt x="6437509" y="2477876"/>
                  </a:lnTo>
                  <a:lnTo>
                    <a:pt x="6439411" y="2458109"/>
                  </a:lnTo>
                  <a:lnTo>
                    <a:pt x="6441312" y="2467791"/>
                  </a:lnTo>
                  <a:lnTo>
                    <a:pt x="6443213" y="2465707"/>
                  </a:lnTo>
                  <a:lnTo>
                    <a:pt x="6445114" y="2490729"/>
                  </a:lnTo>
                  <a:lnTo>
                    <a:pt x="6447016" y="2493254"/>
                  </a:lnTo>
                  <a:lnTo>
                    <a:pt x="6448917" y="2470182"/>
                  </a:lnTo>
                  <a:lnTo>
                    <a:pt x="6450818" y="2472577"/>
                  </a:lnTo>
                  <a:lnTo>
                    <a:pt x="6452719" y="2453887"/>
                  </a:lnTo>
                  <a:lnTo>
                    <a:pt x="6454620" y="2453919"/>
                  </a:lnTo>
                  <a:lnTo>
                    <a:pt x="6456522" y="2466063"/>
                  </a:lnTo>
                  <a:lnTo>
                    <a:pt x="6458423" y="2469028"/>
                  </a:lnTo>
                  <a:lnTo>
                    <a:pt x="6460324" y="2482498"/>
                  </a:lnTo>
                  <a:lnTo>
                    <a:pt x="6462225" y="2488528"/>
                  </a:lnTo>
                  <a:lnTo>
                    <a:pt x="6464126" y="2491406"/>
                  </a:lnTo>
                  <a:lnTo>
                    <a:pt x="6466028" y="2503438"/>
                  </a:lnTo>
                  <a:lnTo>
                    <a:pt x="6467929" y="2490165"/>
                  </a:lnTo>
                  <a:lnTo>
                    <a:pt x="6469830" y="2475772"/>
                  </a:lnTo>
                  <a:lnTo>
                    <a:pt x="6471731" y="2484535"/>
                  </a:lnTo>
                  <a:lnTo>
                    <a:pt x="6473633" y="2507419"/>
                  </a:lnTo>
                  <a:lnTo>
                    <a:pt x="6475534" y="2530772"/>
                  </a:lnTo>
                  <a:lnTo>
                    <a:pt x="6475534" y="2530772"/>
                  </a:lnTo>
                  <a:lnTo>
                    <a:pt x="6477435" y="2530772"/>
                  </a:lnTo>
                  <a:lnTo>
                    <a:pt x="6479336" y="2530772"/>
                  </a:lnTo>
                  <a:lnTo>
                    <a:pt x="6481237" y="2530772"/>
                  </a:lnTo>
                  <a:lnTo>
                    <a:pt x="6483139" y="2530772"/>
                  </a:lnTo>
                  <a:lnTo>
                    <a:pt x="6485040" y="2530772"/>
                  </a:lnTo>
                  <a:lnTo>
                    <a:pt x="6486941" y="2530772"/>
                  </a:lnTo>
                  <a:lnTo>
                    <a:pt x="6488842" y="2530772"/>
                  </a:lnTo>
                  <a:lnTo>
                    <a:pt x="6490743" y="2530772"/>
                  </a:lnTo>
                  <a:lnTo>
                    <a:pt x="6492645" y="2505540"/>
                  </a:lnTo>
                  <a:lnTo>
                    <a:pt x="6494546" y="2495733"/>
                  </a:lnTo>
                  <a:lnTo>
                    <a:pt x="6496447" y="2530772"/>
                  </a:lnTo>
                  <a:lnTo>
                    <a:pt x="6496447" y="2530772"/>
                  </a:lnTo>
                  <a:lnTo>
                    <a:pt x="6498348" y="2511630"/>
                  </a:lnTo>
                  <a:lnTo>
                    <a:pt x="6500250" y="2509502"/>
                  </a:lnTo>
                  <a:lnTo>
                    <a:pt x="6502151" y="2513328"/>
                  </a:lnTo>
                  <a:lnTo>
                    <a:pt x="6504052" y="2504551"/>
                  </a:lnTo>
                  <a:lnTo>
                    <a:pt x="6505953" y="2530772"/>
                  </a:lnTo>
                  <a:lnTo>
                    <a:pt x="6505953" y="2530772"/>
                  </a:lnTo>
                  <a:lnTo>
                    <a:pt x="6507854" y="2530772"/>
                  </a:lnTo>
                  <a:lnTo>
                    <a:pt x="6509756" y="2530772"/>
                  </a:lnTo>
                  <a:lnTo>
                    <a:pt x="6511657" y="2530772"/>
                  </a:lnTo>
                  <a:lnTo>
                    <a:pt x="6513558" y="2530772"/>
                  </a:lnTo>
                  <a:lnTo>
                    <a:pt x="6515459" y="2530772"/>
                  </a:lnTo>
                  <a:lnTo>
                    <a:pt x="6517360" y="2530772"/>
                  </a:lnTo>
                  <a:lnTo>
                    <a:pt x="6519262" y="2530772"/>
                  </a:lnTo>
                  <a:lnTo>
                    <a:pt x="6521163" y="2530772"/>
                  </a:lnTo>
                  <a:lnTo>
                    <a:pt x="6523064" y="2530772"/>
                  </a:lnTo>
                  <a:lnTo>
                    <a:pt x="6524965" y="2530772"/>
                  </a:lnTo>
                  <a:lnTo>
                    <a:pt x="6526867" y="2530772"/>
                  </a:lnTo>
                  <a:lnTo>
                    <a:pt x="6528768" y="2530772"/>
                  </a:lnTo>
                  <a:lnTo>
                    <a:pt x="6530669" y="2530772"/>
                  </a:lnTo>
                  <a:lnTo>
                    <a:pt x="6532570" y="2530772"/>
                  </a:lnTo>
                  <a:lnTo>
                    <a:pt x="6534471" y="2530772"/>
                  </a:lnTo>
                  <a:lnTo>
                    <a:pt x="6536373" y="2530772"/>
                  </a:lnTo>
                  <a:lnTo>
                    <a:pt x="6538274" y="2530772"/>
                  </a:lnTo>
                  <a:lnTo>
                    <a:pt x="6540175" y="2530772"/>
                  </a:lnTo>
                  <a:lnTo>
                    <a:pt x="6542076" y="2530772"/>
                  </a:lnTo>
                  <a:lnTo>
                    <a:pt x="6543977" y="2530772"/>
                  </a:lnTo>
                  <a:lnTo>
                    <a:pt x="6545879" y="2530772"/>
                  </a:lnTo>
                  <a:lnTo>
                    <a:pt x="6547780" y="2530772"/>
                  </a:lnTo>
                  <a:lnTo>
                    <a:pt x="6549681" y="2530772"/>
                  </a:lnTo>
                  <a:lnTo>
                    <a:pt x="6551582" y="2530772"/>
                  </a:lnTo>
                  <a:lnTo>
                    <a:pt x="6553484" y="2530772"/>
                  </a:lnTo>
                  <a:lnTo>
                    <a:pt x="6555385" y="2530772"/>
                  </a:lnTo>
                  <a:lnTo>
                    <a:pt x="6557286" y="2530772"/>
                  </a:lnTo>
                  <a:lnTo>
                    <a:pt x="6559187" y="2530772"/>
                  </a:lnTo>
                  <a:lnTo>
                    <a:pt x="6561088" y="2530772"/>
                  </a:lnTo>
                  <a:lnTo>
                    <a:pt x="6562990" y="2530772"/>
                  </a:lnTo>
                  <a:lnTo>
                    <a:pt x="6564891" y="2530772"/>
                  </a:lnTo>
                  <a:lnTo>
                    <a:pt x="6566792" y="2530772"/>
                  </a:lnTo>
                  <a:lnTo>
                    <a:pt x="6568693" y="2530772"/>
                  </a:lnTo>
                  <a:lnTo>
                    <a:pt x="6570594" y="2530772"/>
                  </a:lnTo>
                  <a:lnTo>
                    <a:pt x="6572496" y="2530772"/>
                  </a:lnTo>
                  <a:lnTo>
                    <a:pt x="6574397" y="2530772"/>
                  </a:lnTo>
                  <a:lnTo>
                    <a:pt x="6576298" y="2530772"/>
                  </a:lnTo>
                  <a:lnTo>
                    <a:pt x="6578199" y="2530772"/>
                  </a:lnTo>
                  <a:lnTo>
                    <a:pt x="6580101" y="2530772"/>
                  </a:lnTo>
                  <a:lnTo>
                    <a:pt x="6582002" y="2530772"/>
                  </a:lnTo>
                  <a:lnTo>
                    <a:pt x="6583903" y="2530772"/>
                  </a:lnTo>
                  <a:lnTo>
                    <a:pt x="6585804" y="2530772"/>
                  </a:lnTo>
                  <a:lnTo>
                    <a:pt x="6587705" y="2530772"/>
                  </a:lnTo>
                  <a:lnTo>
                    <a:pt x="6589607" y="2530772"/>
                  </a:lnTo>
                  <a:lnTo>
                    <a:pt x="6591508" y="2530772"/>
                  </a:lnTo>
                  <a:lnTo>
                    <a:pt x="6593409" y="2530772"/>
                  </a:lnTo>
                  <a:lnTo>
                    <a:pt x="6595310" y="2530772"/>
                  </a:lnTo>
                  <a:lnTo>
                    <a:pt x="6597211" y="2530772"/>
                  </a:lnTo>
                  <a:lnTo>
                    <a:pt x="6599113" y="2517833"/>
                  </a:lnTo>
                  <a:lnTo>
                    <a:pt x="6601014" y="2530772"/>
                  </a:lnTo>
                  <a:lnTo>
                    <a:pt x="6601014" y="2530772"/>
                  </a:lnTo>
                  <a:lnTo>
                    <a:pt x="6602915" y="2522248"/>
                  </a:lnTo>
                  <a:lnTo>
                    <a:pt x="6604816" y="2478661"/>
                  </a:lnTo>
                  <a:lnTo>
                    <a:pt x="6606718" y="2514142"/>
                  </a:lnTo>
                  <a:lnTo>
                    <a:pt x="6608619" y="2492150"/>
                  </a:lnTo>
                  <a:lnTo>
                    <a:pt x="6610520" y="2504137"/>
                  </a:lnTo>
                  <a:lnTo>
                    <a:pt x="6612421" y="2494060"/>
                  </a:lnTo>
                  <a:lnTo>
                    <a:pt x="6614322" y="2523632"/>
                  </a:lnTo>
                  <a:lnTo>
                    <a:pt x="6616224" y="2530772"/>
                  </a:lnTo>
                  <a:lnTo>
                    <a:pt x="6616224" y="2530772"/>
                  </a:lnTo>
                  <a:lnTo>
                    <a:pt x="6618125" y="2530772"/>
                  </a:lnTo>
                  <a:lnTo>
                    <a:pt x="6620026" y="2530772"/>
                  </a:lnTo>
                  <a:lnTo>
                    <a:pt x="6621927" y="2530772"/>
                  </a:lnTo>
                  <a:lnTo>
                    <a:pt x="6623828" y="2530772"/>
                  </a:lnTo>
                  <a:lnTo>
                    <a:pt x="6625730" y="2530772"/>
                  </a:lnTo>
                  <a:lnTo>
                    <a:pt x="6627631" y="2530772"/>
                  </a:lnTo>
                  <a:lnTo>
                    <a:pt x="6629532" y="2530772"/>
                  </a:lnTo>
                  <a:lnTo>
                    <a:pt x="6631433" y="2530772"/>
                  </a:lnTo>
                  <a:lnTo>
                    <a:pt x="6633335" y="2530772"/>
                  </a:lnTo>
                  <a:lnTo>
                    <a:pt x="6635236" y="2530772"/>
                  </a:lnTo>
                  <a:lnTo>
                    <a:pt x="6637137" y="2530772"/>
                  </a:lnTo>
                  <a:lnTo>
                    <a:pt x="6639038" y="2530772"/>
                  </a:lnTo>
                  <a:lnTo>
                    <a:pt x="6640939" y="2530772"/>
                  </a:lnTo>
                  <a:lnTo>
                    <a:pt x="6642841" y="2530772"/>
                  </a:lnTo>
                  <a:lnTo>
                    <a:pt x="6644742" y="2530772"/>
                  </a:lnTo>
                  <a:lnTo>
                    <a:pt x="6646643" y="2530772"/>
                  </a:lnTo>
                  <a:lnTo>
                    <a:pt x="6648544" y="2530772"/>
                  </a:lnTo>
                  <a:lnTo>
                    <a:pt x="6650445" y="2530772"/>
                  </a:lnTo>
                  <a:lnTo>
                    <a:pt x="6652347" y="2530772"/>
                  </a:lnTo>
                  <a:lnTo>
                    <a:pt x="6654248" y="2530772"/>
                  </a:lnTo>
                  <a:lnTo>
                    <a:pt x="6656149" y="2530772"/>
                  </a:lnTo>
                  <a:lnTo>
                    <a:pt x="6658050" y="2511666"/>
                  </a:lnTo>
                  <a:lnTo>
                    <a:pt x="6659952" y="2487954"/>
                  </a:lnTo>
                  <a:lnTo>
                    <a:pt x="6661853" y="2506535"/>
                  </a:lnTo>
                  <a:lnTo>
                    <a:pt x="6663754" y="2523902"/>
                  </a:lnTo>
                  <a:lnTo>
                    <a:pt x="6665655" y="2521868"/>
                  </a:lnTo>
                  <a:lnTo>
                    <a:pt x="6667556" y="2530772"/>
                  </a:lnTo>
                  <a:lnTo>
                    <a:pt x="6667556" y="2530772"/>
                  </a:lnTo>
                  <a:lnTo>
                    <a:pt x="6669458" y="2530772"/>
                  </a:lnTo>
                  <a:lnTo>
                    <a:pt x="6671359" y="2530772"/>
                  </a:lnTo>
                  <a:lnTo>
                    <a:pt x="6673260" y="2530772"/>
                  </a:lnTo>
                  <a:lnTo>
                    <a:pt x="6675161" y="2530772"/>
                  </a:lnTo>
                  <a:lnTo>
                    <a:pt x="6677062" y="2530772"/>
                  </a:lnTo>
                  <a:lnTo>
                    <a:pt x="6678964" y="2530772"/>
                  </a:lnTo>
                  <a:lnTo>
                    <a:pt x="6680865" y="2530772"/>
                  </a:lnTo>
                  <a:lnTo>
                    <a:pt x="6682766" y="2530772"/>
                  </a:lnTo>
                  <a:lnTo>
                    <a:pt x="6684667" y="2530772"/>
                  </a:lnTo>
                  <a:lnTo>
                    <a:pt x="6686569" y="2530772"/>
                  </a:lnTo>
                  <a:lnTo>
                    <a:pt x="6688470" y="2530772"/>
                  </a:lnTo>
                  <a:lnTo>
                    <a:pt x="6690371" y="2530772"/>
                  </a:lnTo>
                  <a:lnTo>
                    <a:pt x="6692272" y="2530772"/>
                  </a:lnTo>
                  <a:lnTo>
                    <a:pt x="6694173" y="2530772"/>
                  </a:lnTo>
                  <a:lnTo>
                    <a:pt x="6696075" y="2530772"/>
                  </a:lnTo>
                  <a:lnTo>
                    <a:pt x="6697976" y="2530772"/>
                  </a:lnTo>
                  <a:lnTo>
                    <a:pt x="6699877" y="2530772"/>
                  </a:lnTo>
                  <a:lnTo>
                    <a:pt x="6701778" y="2530772"/>
                  </a:lnTo>
                  <a:lnTo>
                    <a:pt x="6703679" y="2530772"/>
                  </a:lnTo>
                  <a:lnTo>
                    <a:pt x="6705581" y="2530772"/>
                  </a:lnTo>
                  <a:lnTo>
                    <a:pt x="6707482" y="2530772"/>
                  </a:lnTo>
                  <a:lnTo>
                    <a:pt x="6709383" y="2530772"/>
                  </a:lnTo>
                  <a:lnTo>
                    <a:pt x="6711284" y="2530772"/>
                  </a:lnTo>
                  <a:lnTo>
                    <a:pt x="6713185" y="2530772"/>
                  </a:lnTo>
                  <a:lnTo>
                    <a:pt x="6715087" y="2530772"/>
                  </a:lnTo>
                  <a:lnTo>
                    <a:pt x="6716988" y="2530772"/>
                  </a:lnTo>
                  <a:lnTo>
                    <a:pt x="6718889" y="2530772"/>
                  </a:lnTo>
                  <a:lnTo>
                    <a:pt x="6720790" y="2530143"/>
                  </a:lnTo>
                  <a:lnTo>
                    <a:pt x="6722692" y="2523818"/>
                  </a:lnTo>
                  <a:lnTo>
                    <a:pt x="6724593" y="2401950"/>
                  </a:lnTo>
                  <a:lnTo>
                    <a:pt x="6726494" y="2447177"/>
                  </a:lnTo>
                  <a:lnTo>
                    <a:pt x="6728395" y="2443872"/>
                  </a:lnTo>
                  <a:lnTo>
                    <a:pt x="6730296" y="2487824"/>
                  </a:lnTo>
                  <a:lnTo>
                    <a:pt x="6732198" y="2489354"/>
                  </a:lnTo>
                  <a:lnTo>
                    <a:pt x="6734099" y="2449461"/>
                  </a:lnTo>
                  <a:lnTo>
                    <a:pt x="6736000" y="2453390"/>
                  </a:lnTo>
                  <a:lnTo>
                    <a:pt x="6737901" y="2438339"/>
                  </a:lnTo>
                  <a:lnTo>
                    <a:pt x="6739802" y="2440797"/>
                  </a:lnTo>
                  <a:lnTo>
                    <a:pt x="6741704" y="2453079"/>
                  </a:lnTo>
                  <a:lnTo>
                    <a:pt x="6743605" y="2443419"/>
                  </a:lnTo>
                  <a:lnTo>
                    <a:pt x="6745506" y="2386813"/>
                  </a:lnTo>
                  <a:lnTo>
                    <a:pt x="6747407" y="2412270"/>
                  </a:lnTo>
                  <a:lnTo>
                    <a:pt x="6749309" y="2387978"/>
                  </a:lnTo>
                  <a:lnTo>
                    <a:pt x="6751210" y="2380572"/>
                  </a:lnTo>
                  <a:lnTo>
                    <a:pt x="6753111" y="2343222"/>
                  </a:lnTo>
                  <a:lnTo>
                    <a:pt x="6755012" y="2313280"/>
                  </a:lnTo>
                  <a:lnTo>
                    <a:pt x="6756913" y="2353755"/>
                  </a:lnTo>
                  <a:lnTo>
                    <a:pt x="6758815" y="2424790"/>
                  </a:lnTo>
                  <a:lnTo>
                    <a:pt x="6760716" y="2415497"/>
                  </a:lnTo>
                  <a:lnTo>
                    <a:pt x="6762617" y="2362005"/>
                  </a:lnTo>
                  <a:lnTo>
                    <a:pt x="6764518" y="2373684"/>
                  </a:lnTo>
                  <a:lnTo>
                    <a:pt x="6766419" y="2356208"/>
                  </a:lnTo>
                  <a:lnTo>
                    <a:pt x="6768321" y="2345624"/>
                  </a:lnTo>
                  <a:lnTo>
                    <a:pt x="6770222" y="2345962"/>
                  </a:lnTo>
                  <a:lnTo>
                    <a:pt x="6772123" y="2352100"/>
                  </a:lnTo>
                  <a:lnTo>
                    <a:pt x="6774024" y="2349514"/>
                  </a:lnTo>
                  <a:lnTo>
                    <a:pt x="6775926" y="2299067"/>
                  </a:lnTo>
                  <a:lnTo>
                    <a:pt x="6777827" y="2291746"/>
                  </a:lnTo>
                  <a:lnTo>
                    <a:pt x="6779728" y="2298545"/>
                  </a:lnTo>
                  <a:lnTo>
                    <a:pt x="6781629" y="2294007"/>
                  </a:lnTo>
                  <a:lnTo>
                    <a:pt x="6783530" y="2294702"/>
                  </a:lnTo>
                  <a:lnTo>
                    <a:pt x="6785432" y="2275750"/>
                  </a:lnTo>
                  <a:lnTo>
                    <a:pt x="6787333" y="2332674"/>
                  </a:lnTo>
                  <a:lnTo>
                    <a:pt x="6789234" y="2299327"/>
                  </a:lnTo>
                  <a:lnTo>
                    <a:pt x="6791135" y="2407291"/>
                  </a:lnTo>
                  <a:lnTo>
                    <a:pt x="6793036" y="2386213"/>
                  </a:lnTo>
                  <a:lnTo>
                    <a:pt x="6794938" y="2372394"/>
                  </a:lnTo>
                  <a:lnTo>
                    <a:pt x="6796839" y="2410689"/>
                  </a:lnTo>
                  <a:lnTo>
                    <a:pt x="6798740" y="2391699"/>
                  </a:lnTo>
                  <a:lnTo>
                    <a:pt x="6800641" y="2361223"/>
                  </a:lnTo>
                  <a:lnTo>
                    <a:pt x="6802543" y="2300778"/>
                  </a:lnTo>
                  <a:lnTo>
                    <a:pt x="6804444" y="2365024"/>
                  </a:lnTo>
                  <a:lnTo>
                    <a:pt x="6806345" y="2356712"/>
                  </a:lnTo>
                  <a:lnTo>
                    <a:pt x="6808246" y="2374507"/>
                  </a:lnTo>
                  <a:lnTo>
                    <a:pt x="6810147" y="2376639"/>
                  </a:lnTo>
                  <a:lnTo>
                    <a:pt x="6812049" y="2398446"/>
                  </a:lnTo>
                  <a:lnTo>
                    <a:pt x="6813950" y="2395412"/>
                  </a:lnTo>
                  <a:lnTo>
                    <a:pt x="6815851" y="2399327"/>
                  </a:lnTo>
                  <a:lnTo>
                    <a:pt x="6817752" y="2413787"/>
                  </a:lnTo>
                  <a:lnTo>
                    <a:pt x="6819653" y="2464528"/>
                  </a:lnTo>
                  <a:lnTo>
                    <a:pt x="6821555" y="2476390"/>
                  </a:lnTo>
                  <a:lnTo>
                    <a:pt x="6823456" y="2467993"/>
                  </a:lnTo>
                  <a:lnTo>
                    <a:pt x="6825357" y="2485083"/>
                  </a:lnTo>
                  <a:lnTo>
                    <a:pt x="6827258" y="2485480"/>
                  </a:lnTo>
                  <a:lnTo>
                    <a:pt x="6829160" y="2492488"/>
                  </a:lnTo>
                  <a:lnTo>
                    <a:pt x="6831061" y="2505188"/>
                  </a:lnTo>
                  <a:lnTo>
                    <a:pt x="6832962" y="2466874"/>
                  </a:lnTo>
                  <a:lnTo>
                    <a:pt x="6834863" y="2445899"/>
                  </a:lnTo>
                  <a:lnTo>
                    <a:pt x="6836764" y="2424118"/>
                  </a:lnTo>
                  <a:lnTo>
                    <a:pt x="6838666" y="2454980"/>
                  </a:lnTo>
                  <a:lnTo>
                    <a:pt x="6840567" y="2446413"/>
                  </a:lnTo>
                  <a:lnTo>
                    <a:pt x="6842468" y="2397848"/>
                  </a:lnTo>
                  <a:lnTo>
                    <a:pt x="6844369" y="2445802"/>
                  </a:lnTo>
                  <a:lnTo>
                    <a:pt x="6846270" y="2451627"/>
                  </a:lnTo>
                  <a:lnTo>
                    <a:pt x="6848172" y="2447028"/>
                  </a:lnTo>
                  <a:lnTo>
                    <a:pt x="6850073" y="2471693"/>
                  </a:lnTo>
                  <a:lnTo>
                    <a:pt x="6851974" y="2435960"/>
                  </a:lnTo>
                  <a:lnTo>
                    <a:pt x="6853875" y="2463279"/>
                  </a:lnTo>
                  <a:lnTo>
                    <a:pt x="6855777" y="2467257"/>
                  </a:lnTo>
                  <a:lnTo>
                    <a:pt x="6857678" y="2483345"/>
                  </a:lnTo>
                  <a:lnTo>
                    <a:pt x="6859579" y="2509269"/>
                  </a:lnTo>
                  <a:lnTo>
                    <a:pt x="6861480" y="2499576"/>
                  </a:lnTo>
                  <a:lnTo>
                    <a:pt x="6863381" y="2501056"/>
                  </a:lnTo>
                  <a:lnTo>
                    <a:pt x="6865283" y="2486256"/>
                  </a:lnTo>
                  <a:lnTo>
                    <a:pt x="6867184" y="2492453"/>
                  </a:lnTo>
                  <a:lnTo>
                    <a:pt x="6869085" y="2481448"/>
                  </a:lnTo>
                  <a:lnTo>
                    <a:pt x="6870986" y="2457769"/>
                  </a:lnTo>
                  <a:lnTo>
                    <a:pt x="6872887" y="2481383"/>
                  </a:lnTo>
                  <a:lnTo>
                    <a:pt x="6874789" y="2486972"/>
                  </a:lnTo>
                  <a:lnTo>
                    <a:pt x="6876690" y="2513175"/>
                  </a:lnTo>
                  <a:lnTo>
                    <a:pt x="6878591" y="2517003"/>
                  </a:lnTo>
                  <a:lnTo>
                    <a:pt x="6880492" y="2516814"/>
                  </a:lnTo>
                  <a:lnTo>
                    <a:pt x="6882394" y="2516107"/>
                  </a:lnTo>
                  <a:lnTo>
                    <a:pt x="6884295" y="2522616"/>
                  </a:lnTo>
                  <a:lnTo>
                    <a:pt x="6886196" y="2506966"/>
                  </a:lnTo>
                  <a:lnTo>
                    <a:pt x="6888097" y="2504432"/>
                  </a:lnTo>
                  <a:lnTo>
                    <a:pt x="6889998" y="2516353"/>
                  </a:lnTo>
                  <a:lnTo>
                    <a:pt x="6891900" y="2501787"/>
                  </a:lnTo>
                  <a:lnTo>
                    <a:pt x="6893801" y="2530772"/>
                  </a:lnTo>
                  <a:lnTo>
                    <a:pt x="6893801" y="2530772"/>
                  </a:lnTo>
                  <a:lnTo>
                    <a:pt x="6895702" y="2524744"/>
                  </a:lnTo>
                  <a:lnTo>
                    <a:pt x="6897603" y="2513419"/>
                  </a:lnTo>
                  <a:lnTo>
                    <a:pt x="6899504" y="2517878"/>
                  </a:lnTo>
                  <a:lnTo>
                    <a:pt x="6901406" y="2516043"/>
                  </a:lnTo>
                  <a:lnTo>
                    <a:pt x="6903307" y="2530772"/>
                  </a:lnTo>
                  <a:lnTo>
                    <a:pt x="6903307" y="2530772"/>
                  </a:lnTo>
                  <a:lnTo>
                    <a:pt x="6905208" y="2519235"/>
                  </a:lnTo>
                  <a:lnTo>
                    <a:pt x="6907109" y="2501858"/>
                  </a:lnTo>
                  <a:lnTo>
                    <a:pt x="6909011" y="2474348"/>
                  </a:lnTo>
                  <a:lnTo>
                    <a:pt x="6910912" y="2455474"/>
                  </a:lnTo>
                  <a:lnTo>
                    <a:pt x="6912813" y="2448097"/>
                  </a:lnTo>
                  <a:lnTo>
                    <a:pt x="6914714" y="2454921"/>
                  </a:lnTo>
                  <a:lnTo>
                    <a:pt x="6916615" y="2432532"/>
                  </a:lnTo>
                  <a:lnTo>
                    <a:pt x="6918517" y="2470377"/>
                  </a:lnTo>
                  <a:lnTo>
                    <a:pt x="6920418" y="2476204"/>
                  </a:lnTo>
                  <a:lnTo>
                    <a:pt x="6922319" y="2472448"/>
                  </a:lnTo>
                  <a:lnTo>
                    <a:pt x="6924220" y="2490507"/>
                  </a:lnTo>
                  <a:lnTo>
                    <a:pt x="6926121" y="2530772"/>
                  </a:lnTo>
                  <a:lnTo>
                    <a:pt x="6926121" y="2530772"/>
                  </a:lnTo>
                  <a:lnTo>
                    <a:pt x="6928023" y="2508478"/>
                  </a:lnTo>
                  <a:lnTo>
                    <a:pt x="6929924" y="2505647"/>
                  </a:lnTo>
                  <a:lnTo>
                    <a:pt x="6931825" y="2464627"/>
                  </a:lnTo>
                  <a:lnTo>
                    <a:pt x="6933726" y="2505175"/>
                  </a:lnTo>
                  <a:lnTo>
                    <a:pt x="6935628" y="2497711"/>
                  </a:lnTo>
                  <a:lnTo>
                    <a:pt x="6937529" y="2530772"/>
                  </a:lnTo>
                  <a:lnTo>
                    <a:pt x="6937529" y="2530772"/>
                  </a:lnTo>
                  <a:lnTo>
                    <a:pt x="6939430" y="2499635"/>
                  </a:lnTo>
                  <a:lnTo>
                    <a:pt x="6941331" y="2527886"/>
                  </a:lnTo>
                  <a:lnTo>
                    <a:pt x="6943232" y="2522895"/>
                  </a:lnTo>
                  <a:lnTo>
                    <a:pt x="6945134" y="2513521"/>
                  </a:lnTo>
                  <a:lnTo>
                    <a:pt x="6947035" y="2493701"/>
                  </a:lnTo>
                  <a:lnTo>
                    <a:pt x="6948936" y="2475831"/>
                  </a:lnTo>
                  <a:lnTo>
                    <a:pt x="6950837" y="2488554"/>
                  </a:lnTo>
                  <a:lnTo>
                    <a:pt x="6952738" y="2525659"/>
                  </a:lnTo>
                  <a:lnTo>
                    <a:pt x="6954640" y="2530772"/>
                  </a:lnTo>
                  <a:lnTo>
                    <a:pt x="6954640" y="2530772"/>
                  </a:lnTo>
                  <a:lnTo>
                    <a:pt x="6956541" y="2530772"/>
                  </a:lnTo>
                  <a:lnTo>
                    <a:pt x="6958442" y="2530772"/>
                  </a:lnTo>
                  <a:lnTo>
                    <a:pt x="6960343" y="2530772"/>
                  </a:lnTo>
                  <a:lnTo>
                    <a:pt x="6962245" y="2530772"/>
                  </a:lnTo>
                  <a:lnTo>
                    <a:pt x="6964146" y="2530772"/>
                  </a:lnTo>
                  <a:lnTo>
                    <a:pt x="6966047" y="2530772"/>
                  </a:lnTo>
                  <a:lnTo>
                    <a:pt x="6967948" y="2525364"/>
                  </a:lnTo>
                  <a:lnTo>
                    <a:pt x="6969849" y="2492781"/>
                  </a:lnTo>
                  <a:lnTo>
                    <a:pt x="6971751" y="2527265"/>
                  </a:lnTo>
                  <a:lnTo>
                    <a:pt x="6973652" y="2513756"/>
                  </a:lnTo>
                  <a:lnTo>
                    <a:pt x="6975553" y="2517608"/>
                  </a:lnTo>
                  <a:lnTo>
                    <a:pt x="6977454" y="2529967"/>
                  </a:lnTo>
                  <a:lnTo>
                    <a:pt x="6979355" y="2514814"/>
                  </a:lnTo>
                  <a:lnTo>
                    <a:pt x="6981257" y="2530772"/>
                  </a:lnTo>
                  <a:lnTo>
                    <a:pt x="6981257" y="2530772"/>
                  </a:lnTo>
                  <a:lnTo>
                    <a:pt x="6983158" y="2526679"/>
                  </a:lnTo>
                  <a:lnTo>
                    <a:pt x="6985059" y="2527133"/>
                  </a:lnTo>
                  <a:lnTo>
                    <a:pt x="6986960" y="2530772"/>
                  </a:lnTo>
                  <a:lnTo>
                    <a:pt x="6986960" y="2530772"/>
                  </a:lnTo>
                  <a:lnTo>
                    <a:pt x="6988861" y="2530772"/>
                  </a:lnTo>
                  <a:lnTo>
                    <a:pt x="6990763" y="2530772"/>
                  </a:lnTo>
                  <a:lnTo>
                    <a:pt x="6992664" y="2520657"/>
                  </a:lnTo>
                  <a:lnTo>
                    <a:pt x="6994565" y="2505182"/>
                  </a:lnTo>
                  <a:lnTo>
                    <a:pt x="6996466" y="2515798"/>
                  </a:lnTo>
                  <a:lnTo>
                    <a:pt x="6998368" y="2513902"/>
                  </a:lnTo>
                  <a:lnTo>
                    <a:pt x="7000269" y="2472958"/>
                  </a:lnTo>
                  <a:lnTo>
                    <a:pt x="7002170" y="2460650"/>
                  </a:lnTo>
                  <a:lnTo>
                    <a:pt x="7004071" y="2502161"/>
                  </a:lnTo>
                  <a:lnTo>
                    <a:pt x="7005972" y="2506369"/>
                  </a:lnTo>
                  <a:lnTo>
                    <a:pt x="7007874" y="2485251"/>
                  </a:lnTo>
                  <a:lnTo>
                    <a:pt x="7009775" y="2457793"/>
                  </a:lnTo>
                  <a:lnTo>
                    <a:pt x="7011676" y="2499872"/>
                  </a:lnTo>
                  <a:lnTo>
                    <a:pt x="7013577" y="2482156"/>
                  </a:lnTo>
                  <a:lnTo>
                    <a:pt x="7015478" y="2454106"/>
                  </a:lnTo>
                  <a:lnTo>
                    <a:pt x="7017380" y="2450364"/>
                  </a:lnTo>
                  <a:lnTo>
                    <a:pt x="7019281" y="2438747"/>
                  </a:lnTo>
                  <a:lnTo>
                    <a:pt x="7021182" y="2470381"/>
                  </a:lnTo>
                  <a:lnTo>
                    <a:pt x="7023083" y="2458210"/>
                  </a:lnTo>
                  <a:lnTo>
                    <a:pt x="7024985" y="2437869"/>
                  </a:lnTo>
                  <a:lnTo>
                    <a:pt x="7026886" y="2452897"/>
                  </a:lnTo>
                  <a:lnTo>
                    <a:pt x="7028787" y="2496264"/>
                  </a:lnTo>
                  <a:lnTo>
                    <a:pt x="7030688" y="2494986"/>
                  </a:lnTo>
                  <a:lnTo>
                    <a:pt x="7032589" y="2467071"/>
                  </a:lnTo>
                  <a:lnTo>
                    <a:pt x="7034491" y="2432075"/>
                  </a:lnTo>
                  <a:lnTo>
                    <a:pt x="7036392" y="2457514"/>
                  </a:lnTo>
                  <a:lnTo>
                    <a:pt x="7038293" y="2454124"/>
                  </a:lnTo>
                  <a:lnTo>
                    <a:pt x="7040194" y="2452012"/>
                  </a:lnTo>
                  <a:lnTo>
                    <a:pt x="7042095" y="2440536"/>
                  </a:lnTo>
                  <a:lnTo>
                    <a:pt x="7043997" y="2440866"/>
                  </a:lnTo>
                  <a:lnTo>
                    <a:pt x="7045898" y="2437889"/>
                  </a:lnTo>
                  <a:lnTo>
                    <a:pt x="7047799" y="2450648"/>
                  </a:lnTo>
                  <a:lnTo>
                    <a:pt x="7049700" y="2456066"/>
                  </a:lnTo>
                  <a:lnTo>
                    <a:pt x="7051602" y="2484812"/>
                  </a:lnTo>
                  <a:lnTo>
                    <a:pt x="7053503" y="2506317"/>
                  </a:lnTo>
                  <a:lnTo>
                    <a:pt x="7055404" y="2510222"/>
                  </a:lnTo>
                  <a:lnTo>
                    <a:pt x="7057305" y="2455889"/>
                  </a:lnTo>
                  <a:lnTo>
                    <a:pt x="7059206" y="2467145"/>
                  </a:lnTo>
                  <a:lnTo>
                    <a:pt x="7061108" y="2478192"/>
                  </a:lnTo>
                  <a:lnTo>
                    <a:pt x="7063009" y="2483715"/>
                  </a:lnTo>
                  <a:lnTo>
                    <a:pt x="7064910" y="2499243"/>
                  </a:lnTo>
                  <a:lnTo>
                    <a:pt x="7066811" y="2530772"/>
                  </a:lnTo>
                  <a:lnTo>
                    <a:pt x="7066811" y="2530772"/>
                  </a:lnTo>
                  <a:lnTo>
                    <a:pt x="7068712" y="2530772"/>
                  </a:lnTo>
                  <a:lnTo>
                    <a:pt x="7070614" y="2505733"/>
                  </a:lnTo>
                  <a:lnTo>
                    <a:pt x="7072515" y="2468387"/>
                  </a:lnTo>
                  <a:lnTo>
                    <a:pt x="7074416" y="2436849"/>
                  </a:lnTo>
                  <a:lnTo>
                    <a:pt x="7076317" y="2409638"/>
                  </a:lnTo>
                  <a:lnTo>
                    <a:pt x="7078219" y="2411806"/>
                  </a:lnTo>
                  <a:lnTo>
                    <a:pt x="7080120" y="2419220"/>
                  </a:lnTo>
                  <a:lnTo>
                    <a:pt x="7082021" y="2408341"/>
                  </a:lnTo>
                  <a:lnTo>
                    <a:pt x="7083922" y="2408560"/>
                  </a:lnTo>
                  <a:lnTo>
                    <a:pt x="7085823" y="2427249"/>
                  </a:lnTo>
                  <a:lnTo>
                    <a:pt x="7087725" y="2426992"/>
                  </a:lnTo>
                  <a:lnTo>
                    <a:pt x="7089626" y="2467690"/>
                  </a:lnTo>
                  <a:lnTo>
                    <a:pt x="7091527" y="2494709"/>
                  </a:lnTo>
                  <a:lnTo>
                    <a:pt x="7093428" y="2471663"/>
                  </a:lnTo>
                  <a:lnTo>
                    <a:pt x="7095329" y="2461140"/>
                  </a:lnTo>
                  <a:lnTo>
                    <a:pt x="7097231" y="2434043"/>
                  </a:lnTo>
                  <a:lnTo>
                    <a:pt x="7099132" y="2433315"/>
                  </a:lnTo>
                  <a:lnTo>
                    <a:pt x="7101033" y="2428623"/>
                  </a:lnTo>
                  <a:lnTo>
                    <a:pt x="7102934" y="2405483"/>
                  </a:lnTo>
                  <a:lnTo>
                    <a:pt x="7104836" y="2440844"/>
                  </a:lnTo>
                  <a:lnTo>
                    <a:pt x="7106737" y="2445634"/>
                  </a:lnTo>
                  <a:lnTo>
                    <a:pt x="7108638" y="2395849"/>
                  </a:lnTo>
                  <a:lnTo>
                    <a:pt x="7110539" y="2404231"/>
                  </a:lnTo>
                  <a:lnTo>
                    <a:pt x="7112440" y="2409308"/>
                  </a:lnTo>
                  <a:lnTo>
                    <a:pt x="7114342" y="2265245"/>
                  </a:lnTo>
                  <a:lnTo>
                    <a:pt x="7116243" y="2300217"/>
                  </a:lnTo>
                  <a:lnTo>
                    <a:pt x="7118144" y="2361729"/>
                  </a:lnTo>
                  <a:lnTo>
                    <a:pt x="7120045" y="2289316"/>
                  </a:lnTo>
                  <a:lnTo>
                    <a:pt x="7121946" y="2244117"/>
                  </a:lnTo>
                  <a:lnTo>
                    <a:pt x="7123848" y="2185220"/>
                  </a:lnTo>
                  <a:lnTo>
                    <a:pt x="7125749" y="2190878"/>
                  </a:lnTo>
                  <a:lnTo>
                    <a:pt x="7127650" y="2230004"/>
                  </a:lnTo>
                  <a:lnTo>
                    <a:pt x="7129551" y="2219880"/>
                  </a:lnTo>
                  <a:lnTo>
                    <a:pt x="7131453" y="2232714"/>
                  </a:lnTo>
                  <a:lnTo>
                    <a:pt x="7133354" y="2272904"/>
                  </a:lnTo>
                  <a:lnTo>
                    <a:pt x="7135255" y="2249093"/>
                  </a:lnTo>
                  <a:lnTo>
                    <a:pt x="7137156" y="2330138"/>
                  </a:lnTo>
                  <a:lnTo>
                    <a:pt x="7139057" y="2323222"/>
                  </a:lnTo>
                  <a:lnTo>
                    <a:pt x="7140959" y="2292941"/>
                  </a:lnTo>
                  <a:lnTo>
                    <a:pt x="7142860" y="2190032"/>
                  </a:lnTo>
                  <a:lnTo>
                    <a:pt x="7144761" y="2189650"/>
                  </a:lnTo>
                  <a:lnTo>
                    <a:pt x="7146662" y="2296696"/>
                  </a:lnTo>
                  <a:lnTo>
                    <a:pt x="7148563" y="2300160"/>
                  </a:lnTo>
                  <a:lnTo>
                    <a:pt x="7150465" y="2325894"/>
                  </a:lnTo>
                  <a:lnTo>
                    <a:pt x="7152366" y="2315814"/>
                  </a:lnTo>
                  <a:lnTo>
                    <a:pt x="7154267" y="2321188"/>
                  </a:lnTo>
                  <a:lnTo>
                    <a:pt x="7156168" y="2320147"/>
                  </a:lnTo>
                  <a:lnTo>
                    <a:pt x="7158070" y="2343334"/>
                  </a:lnTo>
                  <a:lnTo>
                    <a:pt x="7159971" y="2337845"/>
                  </a:lnTo>
                  <a:lnTo>
                    <a:pt x="7161872" y="2332278"/>
                  </a:lnTo>
                  <a:lnTo>
                    <a:pt x="7163773" y="2360655"/>
                  </a:lnTo>
                  <a:lnTo>
                    <a:pt x="7165674" y="2389120"/>
                  </a:lnTo>
                  <a:lnTo>
                    <a:pt x="7167576" y="2414997"/>
                  </a:lnTo>
                  <a:lnTo>
                    <a:pt x="7169477" y="2423739"/>
                  </a:lnTo>
                  <a:lnTo>
                    <a:pt x="7171378" y="2384551"/>
                  </a:lnTo>
                  <a:lnTo>
                    <a:pt x="7173279" y="2356783"/>
                  </a:lnTo>
                  <a:lnTo>
                    <a:pt x="7175180" y="2264125"/>
                  </a:lnTo>
                  <a:lnTo>
                    <a:pt x="7177082" y="2180476"/>
                  </a:lnTo>
                  <a:lnTo>
                    <a:pt x="7178983" y="2133296"/>
                  </a:lnTo>
                  <a:lnTo>
                    <a:pt x="7180884" y="2189622"/>
                  </a:lnTo>
                  <a:lnTo>
                    <a:pt x="7182785" y="2153840"/>
                  </a:lnTo>
                  <a:lnTo>
                    <a:pt x="7184687" y="2105435"/>
                  </a:lnTo>
                  <a:lnTo>
                    <a:pt x="7186588" y="2143732"/>
                  </a:lnTo>
                  <a:lnTo>
                    <a:pt x="7188489" y="2161611"/>
                  </a:lnTo>
                  <a:lnTo>
                    <a:pt x="7190390" y="2144032"/>
                  </a:lnTo>
                  <a:lnTo>
                    <a:pt x="7192291" y="2115577"/>
                  </a:lnTo>
                  <a:lnTo>
                    <a:pt x="7194193" y="2163384"/>
                  </a:lnTo>
                  <a:lnTo>
                    <a:pt x="7196094" y="2140590"/>
                  </a:lnTo>
                  <a:lnTo>
                    <a:pt x="7197995" y="2150858"/>
                  </a:lnTo>
                  <a:lnTo>
                    <a:pt x="7199896" y="2113559"/>
                  </a:lnTo>
                  <a:lnTo>
                    <a:pt x="7201797" y="2095973"/>
                  </a:lnTo>
                  <a:lnTo>
                    <a:pt x="7203699" y="2090291"/>
                  </a:lnTo>
                  <a:lnTo>
                    <a:pt x="7205600" y="2075023"/>
                  </a:lnTo>
                  <a:lnTo>
                    <a:pt x="7207501" y="2015344"/>
                  </a:lnTo>
                  <a:lnTo>
                    <a:pt x="7209402" y="1950806"/>
                  </a:lnTo>
                  <a:lnTo>
                    <a:pt x="7211304" y="1984814"/>
                  </a:lnTo>
                  <a:lnTo>
                    <a:pt x="7213205" y="1967994"/>
                  </a:lnTo>
                  <a:lnTo>
                    <a:pt x="7215106" y="1998438"/>
                  </a:lnTo>
                  <a:lnTo>
                    <a:pt x="7217007" y="2007969"/>
                  </a:lnTo>
                  <a:lnTo>
                    <a:pt x="7218908" y="1934627"/>
                  </a:lnTo>
                  <a:lnTo>
                    <a:pt x="7220810" y="1973525"/>
                  </a:lnTo>
                  <a:lnTo>
                    <a:pt x="7222711" y="1931346"/>
                  </a:lnTo>
                  <a:lnTo>
                    <a:pt x="7224612" y="1898437"/>
                  </a:lnTo>
                  <a:lnTo>
                    <a:pt x="7226513" y="1813490"/>
                  </a:lnTo>
                  <a:lnTo>
                    <a:pt x="7228414" y="1738924"/>
                  </a:lnTo>
                  <a:lnTo>
                    <a:pt x="7230316" y="1731101"/>
                  </a:lnTo>
                  <a:lnTo>
                    <a:pt x="7232217" y="1636299"/>
                  </a:lnTo>
                  <a:lnTo>
                    <a:pt x="7234118" y="1662250"/>
                  </a:lnTo>
                  <a:lnTo>
                    <a:pt x="7236019" y="1567742"/>
                  </a:lnTo>
                  <a:lnTo>
                    <a:pt x="7237921" y="1508322"/>
                  </a:lnTo>
                  <a:lnTo>
                    <a:pt x="7239822" y="1508372"/>
                  </a:lnTo>
                  <a:lnTo>
                    <a:pt x="7241723" y="1489121"/>
                  </a:lnTo>
                  <a:lnTo>
                    <a:pt x="7243624" y="1482192"/>
                  </a:lnTo>
                  <a:lnTo>
                    <a:pt x="7245525" y="1471977"/>
                  </a:lnTo>
                  <a:lnTo>
                    <a:pt x="7247427" y="1496452"/>
                  </a:lnTo>
                  <a:lnTo>
                    <a:pt x="7249328" y="1377480"/>
                  </a:lnTo>
                  <a:lnTo>
                    <a:pt x="7251229" y="1412296"/>
                  </a:lnTo>
                  <a:lnTo>
                    <a:pt x="7253130" y="1348182"/>
                  </a:lnTo>
                  <a:lnTo>
                    <a:pt x="7255031" y="1351096"/>
                  </a:lnTo>
                  <a:lnTo>
                    <a:pt x="7256933" y="1396195"/>
                  </a:lnTo>
                  <a:lnTo>
                    <a:pt x="7258834" y="1352150"/>
                  </a:lnTo>
                  <a:lnTo>
                    <a:pt x="7260735" y="1455729"/>
                  </a:lnTo>
                  <a:lnTo>
                    <a:pt x="7262636" y="1504098"/>
                  </a:lnTo>
                  <a:lnTo>
                    <a:pt x="7264538" y="1545137"/>
                  </a:lnTo>
                  <a:lnTo>
                    <a:pt x="7266439" y="1564305"/>
                  </a:lnTo>
                  <a:lnTo>
                    <a:pt x="7268340" y="1562417"/>
                  </a:lnTo>
                  <a:lnTo>
                    <a:pt x="7270241" y="1558568"/>
                  </a:lnTo>
                  <a:lnTo>
                    <a:pt x="7272142" y="1608315"/>
                  </a:lnTo>
                  <a:lnTo>
                    <a:pt x="7274044" y="1626982"/>
                  </a:lnTo>
                  <a:lnTo>
                    <a:pt x="7275945" y="1576428"/>
                  </a:lnTo>
                  <a:lnTo>
                    <a:pt x="7277846" y="1582771"/>
                  </a:lnTo>
                  <a:lnTo>
                    <a:pt x="7279747" y="1555166"/>
                  </a:lnTo>
                  <a:lnTo>
                    <a:pt x="7281648" y="1570188"/>
                  </a:lnTo>
                  <a:lnTo>
                    <a:pt x="7283550" y="1611530"/>
                  </a:lnTo>
                  <a:lnTo>
                    <a:pt x="7285451" y="1683270"/>
                  </a:lnTo>
                  <a:lnTo>
                    <a:pt x="7287352" y="1628193"/>
                  </a:lnTo>
                  <a:lnTo>
                    <a:pt x="7289253" y="1646438"/>
                  </a:lnTo>
                  <a:lnTo>
                    <a:pt x="7291154" y="1567424"/>
                  </a:lnTo>
                  <a:lnTo>
                    <a:pt x="7293056" y="1606139"/>
                  </a:lnTo>
                  <a:lnTo>
                    <a:pt x="7294957" y="1569668"/>
                  </a:lnTo>
                  <a:lnTo>
                    <a:pt x="7296858" y="1644551"/>
                  </a:lnTo>
                  <a:lnTo>
                    <a:pt x="7298759" y="1612981"/>
                  </a:lnTo>
                  <a:lnTo>
                    <a:pt x="7300661" y="1635320"/>
                  </a:lnTo>
                  <a:lnTo>
                    <a:pt x="7302562" y="1715452"/>
                  </a:lnTo>
                  <a:lnTo>
                    <a:pt x="7304463" y="1733524"/>
                  </a:lnTo>
                  <a:lnTo>
                    <a:pt x="7306364" y="1746813"/>
                  </a:lnTo>
                  <a:lnTo>
                    <a:pt x="7308265" y="1719887"/>
                  </a:lnTo>
                  <a:lnTo>
                    <a:pt x="7310167" y="1741833"/>
                  </a:lnTo>
                  <a:lnTo>
                    <a:pt x="7312068" y="1683018"/>
                  </a:lnTo>
                  <a:lnTo>
                    <a:pt x="7313969" y="1610368"/>
                  </a:lnTo>
                  <a:lnTo>
                    <a:pt x="7315870" y="1619632"/>
                  </a:lnTo>
                  <a:lnTo>
                    <a:pt x="7317771" y="1568386"/>
                  </a:lnTo>
                  <a:lnTo>
                    <a:pt x="7319673" y="1608296"/>
                  </a:lnTo>
                  <a:lnTo>
                    <a:pt x="7321574" y="1512488"/>
                  </a:lnTo>
                  <a:lnTo>
                    <a:pt x="7323475" y="1565125"/>
                  </a:lnTo>
                  <a:lnTo>
                    <a:pt x="7325376" y="1486310"/>
                  </a:lnTo>
                  <a:lnTo>
                    <a:pt x="7327278" y="1452204"/>
                  </a:lnTo>
                  <a:lnTo>
                    <a:pt x="7329179" y="1374928"/>
                  </a:lnTo>
                  <a:lnTo>
                    <a:pt x="7331080" y="1423259"/>
                  </a:lnTo>
                  <a:lnTo>
                    <a:pt x="7332981" y="1291098"/>
                  </a:lnTo>
                  <a:lnTo>
                    <a:pt x="7334882" y="1360269"/>
                  </a:lnTo>
                  <a:lnTo>
                    <a:pt x="7336784" y="1190707"/>
                  </a:lnTo>
                  <a:lnTo>
                    <a:pt x="7338685" y="1068411"/>
                  </a:lnTo>
                  <a:lnTo>
                    <a:pt x="7340586" y="1027568"/>
                  </a:lnTo>
                  <a:lnTo>
                    <a:pt x="7342487" y="1015995"/>
                  </a:lnTo>
                  <a:lnTo>
                    <a:pt x="7344388" y="993530"/>
                  </a:lnTo>
                  <a:lnTo>
                    <a:pt x="7346290" y="1025109"/>
                  </a:lnTo>
                  <a:lnTo>
                    <a:pt x="7348191" y="1115918"/>
                  </a:lnTo>
                  <a:lnTo>
                    <a:pt x="7350092" y="1102376"/>
                  </a:lnTo>
                  <a:lnTo>
                    <a:pt x="7351993" y="1096303"/>
                  </a:lnTo>
                  <a:lnTo>
                    <a:pt x="7353895" y="1136569"/>
                  </a:lnTo>
                  <a:lnTo>
                    <a:pt x="7355796" y="1076660"/>
                  </a:lnTo>
                  <a:lnTo>
                    <a:pt x="7357697" y="1095916"/>
                  </a:lnTo>
                  <a:lnTo>
                    <a:pt x="7359598" y="1111087"/>
                  </a:lnTo>
                  <a:lnTo>
                    <a:pt x="7361499" y="1111017"/>
                  </a:lnTo>
                  <a:lnTo>
                    <a:pt x="7363401" y="1105507"/>
                  </a:lnTo>
                  <a:lnTo>
                    <a:pt x="7365302" y="1065955"/>
                  </a:lnTo>
                  <a:lnTo>
                    <a:pt x="7367203" y="984060"/>
                  </a:lnTo>
                  <a:lnTo>
                    <a:pt x="7369104" y="954183"/>
                  </a:lnTo>
                  <a:lnTo>
                    <a:pt x="7371005" y="990652"/>
                  </a:lnTo>
                  <a:lnTo>
                    <a:pt x="7372907" y="1032431"/>
                  </a:lnTo>
                  <a:lnTo>
                    <a:pt x="7374808" y="1098080"/>
                  </a:lnTo>
                  <a:lnTo>
                    <a:pt x="7376709" y="1107852"/>
                  </a:lnTo>
                  <a:lnTo>
                    <a:pt x="7378610" y="1104655"/>
                  </a:lnTo>
                  <a:lnTo>
                    <a:pt x="7380512" y="1176577"/>
                  </a:lnTo>
                  <a:lnTo>
                    <a:pt x="7382413" y="1145871"/>
                  </a:lnTo>
                  <a:lnTo>
                    <a:pt x="7384314" y="1170383"/>
                  </a:lnTo>
                  <a:lnTo>
                    <a:pt x="7386215" y="1206964"/>
                  </a:lnTo>
                  <a:lnTo>
                    <a:pt x="7388116" y="1253328"/>
                  </a:lnTo>
                  <a:lnTo>
                    <a:pt x="7390018" y="1357562"/>
                  </a:lnTo>
                  <a:lnTo>
                    <a:pt x="7391919" y="1356041"/>
                  </a:lnTo>
                  <a:lnTo>
                    <a:pt x="7393820" y="1381212"/>
                  </a:lnTo>
                  <a:lnTo>
                    <a:pt x="7395721" y="1508245"/>
                  </a:lnTo>
                  <a:lnTo>
                    <a:pt x="7397622" y="1537490"/>
                  </a:lnTo>
                  <a:lnTo>
                    <a:pt x="7399524" y="1521233"/>
                  </a:lnTo>
                  <a:lnTo>
                    <a:pt x="7401425" y="1528010"/>
                  </a:lnTo>
                  <a:lnTo>
                    <a:pt x="7403326" y="1532596"/>
                  </a:lnTo>
                  <a:lnTo>
                    <a:pt x="7405227" y="1552973"/>
                  </a:lnTo>
                  <a:lnTo>
                    <a:pt x="7407129" y="1508425"/>
                  </a:lnTo>
                  <a:lnTo>
                    <a:pt x="7409030" y="1389069"/>
                  </a:lnTo>
                  <a:lnTo>
                    <a:pt x="7410931" y="1373007"/>
                  </a:lnTo>
                  <a:lnTo>
                    <a:pt x="7412832" y="1278808"/>
                  </a:lnTo>
                  <a:lnTo>
                    <a:pt x="7414733" y="1220574"/>
                  </a:lnTo>
                  <a:lnTo>
                    <a:pt x="7416635" y="1239013"/>
                  </a:lnTo>
                  <a:lnTo>
                    <a:pt x="7418536" y="1242641"/>
                  </a:lnTo>
                  <a:lnTo>
                    <a:pt x="7420437" y="1254069"/>
                  </a:lnTo>
                  <a:lnTo>
                    <a:pt x="7422338" y="1207676"/>
                  </a:lnTo>
                  <a:lnTo>
                    <a:pt x="7424239" y="1101593"/>
                  </a:lnTo>
                  <a:lnTo>
                    <a:pt x="7426141" y="1168982"/>
                  </a:lnTo>
                  <a:lnTo>
                    <a:pt x="7428042" y="1050088"/>
                  </a:lnTo>
                  <a:lnTo>
                    <a:pt x="7429943" y="1013134"/>
                  </a:lnTo>
                  <a:lnTo>
                    <a:pt x="7431844" y="1105285"/>
                  </a:lnTo>
                  <a:lnTo>
                    <a:pt x="7433746" y="1150343"/>
                  </a:lnTo>
                  <a:lnTo>
                    <a:pt x="7435647" y="1221716"/>
                  </a:lnTo>
                  <a:lnTo>
                    <a:pt x="7437548" y="1257489"/>
                  </a:lnTo>
                  <a:lnTo>
                    <a:pt x="7439449" y="1259961"/>
                  </a:lnTo>
                  <a:lnTo>
                    <a:pt x="7441350" y="1264750"/>
                  </a:lnTo>
                  <a:lnTo>
                    <a:pt x="7443252" y="1340724"/>
                  </a:lnTo>
                  <a:lnTo>
                    <a:pt x="7445153" y="1322058"/>
                  </a:lnTo>
                  <a:lnTo>
                    <a:pt x="7447054" y="1376037"/>
                  </a:lnTo>
                  <a:lnTo>
                    <a:pt x="7448955" y="1405959"/>
                  </a:lnTo>
                  <a:lnTo>
                    <a:pt x="7450856" y="1397325"/>
                  </a:lnTo>
                  <a:lnTo>
                    <a:pt x="7452758" y="1389971"/>
                  </a:lnTo>
                  <a:lnTo>
                    <a:pt x="7454659" y="1453641"/>
                  </a:lnTo>
                  <a:lnTo>
                    <a:pt x="7456560" y="1358752"/>
                  </a:lnTo>
                  <a:lnTo>
                    <a:pt x="7458461" y="1381136"/>
                  </a:lnTo>
                  <a:lnTo>
                    <a:pt x="7460363" y="1517456"/>
                  </a:lnTo>
                  <a:lnTo>
                    <a:pt x="7462264" y="1627522"/>
                  </a:lnTo>
                  <a:lnTo>
                    <a:pt x="7464165" y="1640328"/>
                  </a:lnTo>
                  <a:lnTo>
                    <a:pt x="7466066" y="1688773"/>
                  </a:lnTo>
                  <a:lnTo>
                    <a:pt x="7467967" y="1764697"/>
                  </a:lnTo>
                  <a:lnTo>
                    <a:pt x="7469869" y="1790200"/>
                  </a:lnTo>
                  <a:lnTo>
                    <a:pt x="7471770" y="1784490"/>
                  </a:lnTo>
                  <a:lnTo>
                    <a:pt x="7473671" y="1885671"/>
                  </a:lnTo>
                  <a:lnTo>
                    <a:pt x="7475572" y="1944822"/>
                  </a:lnTo>
                  <a:lnTo>
                    <a:pt x="7477473" y="1938560"/>
                  </a:lnTo>
                  <a:lnTo>
                    <a:pt x="7479375" y="1971377"/>
                  </a:lnTo>
                  <a:lnTo>
                    <a:pt x="7481276" y="1964502"/>
                  </a:lnTo>
                  <a:lnTo>
                    <a:pt x="7483177" y="1971797"/>
                  </a:lnTo>
                  <a:lnTo>
                    <a:pt x="7485078" y="1960800"/>
                  </a:lnTo>
                  <a:lnTo>
                    <a:pt x="7486980" y="2006649"/>
                  </a:lnTo>
                  <a:lnTo>
                    <a:pt x="7488881" y="1990908"/>
                  </a:lnTo>
                  <a:lnTo>
                    <a:pt x="7490782" y="1955933"/>
                  </a:lnTo>
                  <a:lnTo>
                    <a:pt x="7492683" y="2012654"/>
                  </a:lnTo>
                  <a:lnTo>
                    <a:pt x="7494584" y="2018803"/>
                  </a:lnTo>
                  <a:lnTo>
                    <a:pt x="7496486" y="1993246"/>
                  </a:lnTo>
                  <a:lnTo>
                    <a:pt x="7498387" y="1986177"/>
                  </a:lnTo>
                  <a:lnTo>
                    <a:pt x="7500288" y="2076090"/>
                  </a:lnTo>
                  <a:lnTo>
                    <a:pt x="7502189" y="2126015"/>
                  </a:lnTo>
                  <a:lnTo>
                    <a:pt x="7504090" y="2155834"/>
                  </a:lnTo>
                  <a:lnTo>
                    <a:pt x="7505992" y="2144199"/>
                  </a:lnTo>
                  <a:lnTo>
                    <a:pt x="7507893" y="2152158"/>
                  </a:lnTo>
                  <a:lnTo>
                    <a:pt x="7509794" y="2149555"/>
                  </a:lnTo>
                  <a:lnTo>
                    <a:pt x="7511695" y="2193048"/>
                  </a:lnTo>
                  <a:lnTo>
                    <a:pt x="7513597" y="2227065"/>
                  </a:lnTo>
                  <a:lnTo>
                    <a:pt x="7515498" y="2204627"/>
                  </a:lnTo>
                  <a:lnTo>
                    <a:pt x="7517399" y="2142571"/>
                  </a:lnTo>
                  <a:lnTo>
                    <a:pt x="7519300" y="2113507"/>
                  </a:lnTo>
                  <a:lnTo>
                    <a:pt x="7521201" y="2074575"/>
                  </a:lnTo>
                  <a:lnTo>
                    <a:pt x="7523103" y="1950682"/>
                  </a:lnTo>
                  <a:lnTo>
                    <a:pt x="7525004" y="2022670"/>
                  </a:lnTo>
                  <a:lnTo>
                    <a:pt x="7526905" y="1939056"/>
                  </a:lnTo>
                  <a:lnTo>
                    <a:pt x="7528806" y="1851650"/>
                  </a:lnTo>
                  <a:lnTo>
                    <a:pt x="7530707" y="1813970"/>
                  </a:lnTo>
                  <a:lnTo>
                    <a:pt x="7532609" y="1693525"/>
                  </a:lnTo>
                  <a:lnTo>
                    <a:pt x="7534510" y="1667098"/>
                  </a:lnTo>
                  <a:lnTo>
                    <a:pt x="7536411" y="1617141"/>
                  </a:lnTo>
                  <a:lnTo>
                    <a:pt x="7538312" y="1606316"/>
                  </a:lnTo>
                  <a:lnTo>
                    <a:pt x="7540214" y="1535712"/>
                  </a:lnTo>
                  <a:lnTo>
                    <a:pt x="7542115" y="1548978"/>
                  </a:lnTo>
                  <a:lnTo>
                    <a:pt x="7544016" y="1497113"/>
                  </a:lnTo>
                  <a:lnTo>
                    <a:pt x="7545917" y="1573228"/>
                  </a:lnTo>
                  <a:lnTo>
                    <a:pt x="7547818" y="1561664"/>
                  </a:lnTo>
                  <a:lnTo>
                    <a:pt x="7549720" y="1540634"/>
                  </a:lnTo>
                  <a:lnTo>
                    <a:pt x="7551621" y="1613244"/>
                  </a:lnTo>
                  <a:lnTo>
                    <a:pt x="7553522" y="1538279"/>
                  </a:lnTo>
                  <a:lnTo>
                    <a:pt x="7555423" y="1554793"/>
                  </a:lnTo>
                  <a:lnTo>
                    <a:pt x="7557324" y="1583998"/>
                  </a:lnTo>
                  <a:lnTo>
                    <a:pt x="7559226" y="1668395"/>
                  </a:lnTo>
                  <a:lnTo>
                    <a:pt x="7561127" y="1648846"/>
                  </a:lnTo>
                  <a:lnTo>
                    <a:pt x="7563028" y="1705350"/>
                  </a:lnTo>
                  <a:lnTo>
                    <a:pt x="7564929" y="1724369"/>
                  </a:lnTo>
                  <a:lnTo>
                    <a:pt x="7566830" y="1716547"/>
                  </a:lnTo>
                  <a:lnTo>
                    <a:pt x="7568732" y="1710925"/>
                  </a:lnTo>
                  <a:lnTo>
                    <a:pt x="7570633" y="1609901"/>
                  </a:lnTo>
                  <a:lnTo>
                    <a:pt x="7572534" y="1569153"/>
                  </a:lnTo>
                  <a:lnTo>
                    <a:pt x="7574435" y="1557310"/>
                  </a:lnTo>
                  <a:lnTo>
                    <a:pt x="7576337" y="1480518"/>
                  </a:lnTo>
                  <a:lnTo>
                    <a:pt x="7578238" y="1397245"/>
                  </a:lnTo>
                  <a:lnTo>
                    <a:pt x="7580139" y="1379109"/>
                  </a:lnTo>
                  <a:lnTo>
                    <a:pt x="7582040" y="1323578"/>
                  </a:lnTo>
                  <a:lnTo>
                    <a:pt x="7583941" y="1286174"/>
                  </a:lnTo>
                  <a:lnTo>
                    <a:pt x="7585843" y="1237850"/>
                  </a:lnTo>
                  <a:lnTo>
                    <a:pt x="7587744" y="1254567"/>
                  </a:lnTo>
                  <a:lnTo>
                    <a:pt x="7589645" y="1383242"/>
                  </a:lnTo>
                  <a:lnTo>
                    <a:pt x="7591546" y="1413338"/>
                  </a:lnTo>
                  <a:lnTo>
                    <a:pt x="7593447" y="1423434"/>
                  </a:lnTo>
                  <a:lnTo>
                    <a:pt x="7595349" y="1462013"/>
                  </a:lnTo>
                  <a:lnTo>
                    <a:pt x="7597250" y="1455075"/>
                  </a:lnTo>
                  <a:lnTo>
                    <a:pt x="7599151" y="1487921"/>
                  </a:lnTo>
                  <a:lnTo>
                    <a:pt x="7601052" y="1448944"/>
                  </a:lnTo>
                  <a:lnTo>
                    <a:pt x="7602954" y="1479051"/>
                  </a:lnTo>
                  <a:lnTo>
                    <a:pt x="7604855" y="1386416"/>
                  </a:lnTo>
                  <a:lnTo>
                    <a:pt x="7606756" y="1351431"/>
                  </a:lnTo>
                  <a:lnTo>
                    <a:pt x="7608657" y="1368694"/>
                  </a:lnTo>
                  <a:lnTo>
                    <a:pt x="7610558" y="1330347"/>
                  </a:lnTo>
                  <a:lnTo>
                    <a:pt x="7612460" y="1369656"/>
                  </a:lnTo>
                  <a:lnTo>
                    <a:pt x="7614361" y="1401813"/>
                  </a:lnTo>
                  <a:lnTo>
                    <a:pt x="7616262" y="1476664"/>
                  </a:lnTo>
                  <a:lnTo>
                    <a:pt x="7618163" y="1530714"/>
                  </a:lnTo>
                  <a:lnTo>
                    <a:pt x="7620064" y="1554925"/>
                  </a:lnTo>
                  <a:lnTo>
                    <a:pt x="7621966" y="1648866"/>
                  </a:lnTo>
                  <a:lnTo>
                    <a:pt x="7623867" y="1694747"/>
                  </a:lnTo>
                  <a:lnTo>
                    <a:pt x="7625768" y="1676218"/>
                  </a:lnTo>
                  <a:lnTo>
                    <a:pt x="7627669" y="1697908"/>
                  </a:lnTo>
                  <a:lnTo>
                    <a:pt x="7629571" y="1771857"/>
                  </a:lnTo>
                  <a:lnTo>
                    <a:pt x="7631472" y="1770115"/>
                  </a:lnTo>
                  <a:lnTo>
                    <a:pt x="7633373" y="1783764"/>
                  </a:lnTo>
                  <a:lnTo>
                    <a:pt x="7635274" y="1714868"/>
                  </a:lnTo>
                  <a:lnTo>
                    <a:pt x="7637175" y="1603198"/>
                  </a:lnTo>
                  <a:lnTo>
                    <a:pt x="7639077" y="1579131"/>
                  </a:lnTo>
                  <a:lnTo>
                    <a:pt x="7640978" y="1576757"/>
                  </a:lnTo>
                  <a:lnTo>
                    <a:pt x="7642879" y="1596253"/>
                  </a:lnTo>
                  <a:lnTo>
                    <a:pt x="7644780" y="1598837"/>
                  </a:lnTo>
                  <a:lnTo>
                    <a:pt x="7646681" y="1658959"/>
                  </a:lnTo>
                  <a:lnTo>
                    <a:pt x="7648583" y="1761245"/>
                  </a:lnTo>
                  <a:lnTo>
                    <a:pt x="7650484" y="1824360"/>
                  </a:lnTo>
                  <a:lnTo>
                    <a:pt x="7652385" y="1840658"/>
                  </a:lnTo>
                  <a:lnTo>
                    <a:pt x="7654286" y="1799852"/>
                  </a:lnTo>
                  <a:lnTo>
                    <a:pt x="7656188" y="1824557"/>
                  </a:lnTo>
                  <a:lnTo>
                    <a:pt x="7658089" y="1883147"/>
                  </a:lnTo>
                  <a:lnTo>
                    <a:pt x="7659990" y="2051343"/>
                  </a:lnTo>
                  <a:lnTo>
                    <a:pt x="7661891" y="2091544"/>
                  </a:lnTo>
                  <a:lnTo>
                    <a:pt x="7663792" y="2174466"/>
                  </a:lnTo>
                  <a:lnTo>
                    <a:pt x="7665694" y="2081655"/>
                  </a:lnTo>
                  <a:lnTo>
                    <a:pt x="7667595" y="2023623"/>
                  </a:lnTo>
                  <a:lnTo>
                    <a:pt x="7669496" y="1955815"/>
                  </a:lnTo>
                  <a:lnTo>
                    <a:pt x="7671397" y="1840974"/>
                  </a:lnTo>
                  <a:lnTo>
                    <a:pt x="7673298" y="1929836"/>
                  </a:lnTo>
                  <a:lnTo>
                    <a:pt x="7675200" y="2002319"/>
                  </a:lnTo>
                  <a:lnTo>
                    <a:pt x="7677101" y="2096206"/>
                  </a:lnTo>
                  <a:lnTo>
                    <a:pt x="7679002" y="2124278"/>
                  </a:lnTo>
                  <a:lnTo>
                    <a:pt x="7680903" y="2092395"/>
                  </a:lnTo>
                  <a:lnTo>
                    <a:pt x="7682805" y="2082702"/>
                  </a:lnTo>
                  <a:lnTo>
                    <a:pt x="7684706" y="2014839"/>
                  </a:lnTo>
                  <a:lnTo>
                    <a:pt x="7686607" y="1921581"/>
                  </a:lnTo>
                  <a:lnTo>
                    <a:pt x="7688508" y="1845300"/>
                  </a:lnTo>
                  <a:lnTo>
                    <a:pt x="7690409" y="1803218"/>
                  </a:lnTo>
                  <a:lnTo>
                    <a:pt x="7692311" y="1804061"/>
                  </a:lnTo>
                  <a:lnTo>
                    <a:pt x="7694212" y="1812784"/>
                  </a:lnTo>
                  <a:lnTo>
                    <a:pt x="7696113" y="1817319"/>
                  </a:lnTo>
                  <a:lnTo>
                    <a:pt x="7698014" y="1802122"/>
                  </a:lnTo>
                  <a:lnTo>
                    <a:pt x="7699915" y="1829662"/>
                  </a:lnTo>
                  <a:lnTo>
                    <a:pt x="7701817" y="1854725"/>
                  </a:lnTo>
                  <a:lnTo>
                    <a:pt x="7703718" y="1841279"/>
                  </a:lnTo>
                  <a:lnTo>
                    <a:pt x="7705619" y="1835423"/>
                  </a:lnTo>
                  <a:lnTo>
                    <a:pt x="7707520" y="1848851"/>
                  </a:lnTo>
                  <a:lnTo>
                    <a:pt x="7709422" y="1879173"/>
                  </a:lnTo>
                  <a:lnTo>
                    <a:pt x="7711323" y="1906720"/>
                  </a:lnTo>
                  <a:lnTo>
                    <a:pt x="7713224" y="1945305"/>
                  </a:lnTo>
                  <a:lnTo>
                    <a:pt x="7715125" y="1892095"/>
                  </a:lnTo>
                  <a:lnTo>
                    <a:pt x="7717026" y="1936015"/>
                  </a:lnTo>
                  <a:lnTo>
                    <a:pt x="7718928" y="1996723"/>
                  </a:lnTo>
                  <a:lnTo>
                    <a:pt x="7720829" y="1963803"/>
                  </a:lnTo>
                  <a:lnTo>
                    <a:pt x="7722730" y="1955605"/>
                  </a:lnTo>
                  <a:lnTo>
                    <a:pt x="7724631" y="1923578"/>
                  </a:lnTo>
                  <a:lnTo>
                    <a:pt x="7726532" y="1985305"/>
                  </a:lnTo>
                  <a:lnTo>
                    <a:pt x="7728434" y="2002591"/>
                  </a:lnTo>
                  <a:lnTo>
                    <a:pt x="7730335" y="1943302"/>
                  </a:lnTo>
                  <a:lnTo>
                    <a:pt x="7732236" y="1916432"/>
                  </a:lnTo>
                  <a:lnTo>
                    <a:pt x="7734137" y="1894252"/>
                  </a:lnTo>
                  <a:lnTo>
                    <a:pt x="7736039" y="1931426"/>
                  </a:lnTo>
                  <a:lnTo>
                    <a:pt x="7737940" y="1925071"/>
                  </a:lnTo>
                  <a:lnTo>
                    <a:pt x="7739841" y="2017033"/>
                  </a:lnTo>
                  <a:lnTo>
                    <a:pt x="7741742" y="2064201"/>
                  </a:lnTo>
                  <a:lnTo>
                    <a:pt x="7743643" y="2098980"/>
                  </a:lnTo>
                  <a:lnTo>
                    <a:pt x="7745545" y="2136056"/>
                  </a:lnTo>
                  <a:lnTo>
                    <a:pt x="7747446" y="2069139"/>
                  </a:lnTo>
                  <a:lnTo>
                    <a:pt x="7749347" y="1949973"/>
                  </a:lnTo>
                  <a:lnTo>
                    <a:pt x="7751248" y="1964085"/>
                  </a:lnTo>
                  <a:lnTo>
                    <a:pt x="7753149" y="1831907"/>
                  </a:lnTo>
                  <a:lnTo>
                    <a:pt x="7755051" y="1883393"/>
                  </a:lnTo>
                  <a:lnTo>
                    <a:pt x="7756952" y="1761594"/>
                  </a:lnTo>
                  <a:lnTo>
                    <a:pt x="7758853" y="1816345"/>
                  </a:lnTo>
                  <a:lnTo>
                    <a:pt x="7760754" y="1854895"/>
                  </a:lnTo>
                  <a:lnTo>
                    <a:pt x="7762656" y="1720204"/>
                  </a:lnTo>
                  <a:lnTo>
                    <a:pt x="7764557" y="1845408"/>
                  </a:lnTo>
                  <a:lnTo>
                    <a:pt x="7766458" y="1802814"/>
                  </a:lnTo>
                  <a:lnTo>
                    <a:pt x="7768359" y="1855270"/>
                  </a:lnTo>
                  <a:lnTo>
                    <a:pt x="7770260" y="1884057"/>
                  </a:lnTo>
                  <a:lnTo>
                    <a:pt x="7772162" y="1875337"/>
                  </a:lnTo>
                  <a:lnTo>
                    <a:pt x="7774063" y="1813897"/>
                  </a:lnTo>
                  <a:lnTo>
                    <a:pt x="7775964" y="1779193"/>
                  </a:lnTo>
                  <a:lnTo>
                    <a:pt x="7777865" y="1757983"/>
                  </a:lnTo>
                  <a:lnTo>
                    <a:pt x="7779766" y="1735908"/>
                  </a:lnTo>
                  <a:lnTo>
                    <a:pt x="7781668" y="1726742"/>
                  </a:lnTo>
                  <a:lnTo>
                    <a:pt x="7783569" y="1754494"/>
                  </a:lnTo>
                  <a:lnTo>
                    <a:pt x="7785470" y="1822951"/>
                  </a:lnTo>
                  <a:lnTo>
                    <a:pt x="7787371" y="1767332"/>
                  </a:lnTo>
                  <a:lnTo>
                    <a:pt x="7789273" y="1711950"/>
                  </a:lnTo>
                  <a:lnTo>
                    <a:pt x="7791174" y="1737710"/>
                  </a:lnTo>
                  <a:lnTo>
                    <a:pt x="7793075" y="1787372"/>
                  </a:lnTo>
                  <a:lnTo>
                    <a:pt x="7794976" y="1781585"/>
                  </a:lnTo>
                  <a:lnTo>
                    <a:pt x="7796877" y="1808284"/>
                  </a:lnTo>
                  <a:lnTo>
                    <a:pt x="7798779" y="1727274"/>
                  </a:lnTo>
                  <a:lnTo>
                    <a:pt x="7800680" y="1674429"/>
                  </a:lnTo>
                  <a:lnTo>
                    <a:pt x="7802581" y="1730206"/>
                  </a:lnTo>
                  <a:lnTo>
                    <a:pt x="7804482" y="1684973"/>
                  </a:lnTo>
                  <a:lnTo>
                    <a:pt x="7806383" y="1682464"/>
                  </a:lnTo>
                  <a:lnTo>
                    <a:pt x="7808285" y="1763887"/>
                  </a:lnTo>
                  <a:lnTo>
                    <a:pt x="7810186" y="1841072"/>
                  </a:lnTo>
                  <a:lnTo>
                    <a:pt x="7812087" y="1864389"/>
                  </a:lnTo>
                  <a:lnTo>
                    <a:pt x="7813988" y="1861370"/>
                  </a:lnTo>
                  <a:lnTo>
                    <a:pt x="7815890" y="1821019"/>
                  </a:lnTo>
                  <a:lnTo>
                    <a:pt x="7817791" y="1736779"/>
                  </a:lnTo>
                  <a:lnTo>
                    <a:pt x="7819692" y="1710988"/>
                  </a:lnTo>
                  <a:lnTo>
                    <a:pt x="7821593" y="1722209"/>
                  </a:lnTo>
                  <a:lnTo>
                    <a:pt x="7823494" y="1654617"/>
                  </a:lnTo>
                  <a:lnTo>
                    <a:pt x="7825396" y="1573618"/>
                  </a:lnTo>
                  <a:lnTo>
                    <a:pt x="7827297" y="1559654"/>
                  </a:lnTo>
                  <a:lnTo>
                    <a:pt x="7829198" y="1367303"/>
                  </a:lnTo>
                  <a:lnTo>
                    <a:pt x="7831099" y="1303775"/>
                  </a:lnTo>
                  <a:lnTo>
                    <a:pt x="7833000" y="1192850"/>
                  </a:lnTo>
                  <a:lnTo>
                    <a:pt x="7834902" y="1242579"/>
                  </a:lnTo>
                  <a:lnTo>
                    <a:pt x="7836803" y="1278644"/>
                  </a:lnTo>
                  <a:lnTo>
                    <a:pt x="7838704" y="1257259"/>
                  </a:lnTo>
                  <a:lnTo>
                    <a:pt x="7840605" y="1358652"/>
                  </a:lnTo>
                  <a:lnTo>
                    <a:pt x="7842507" y="1397788"/>
                  </a:lnTo>
                  <a:lnTo>
                    <a:pt x="7844408" y="1389055"/>
                  </a:lnTo>
                  <a:lnTo>
                    <a:pt x="7846309" y="1319983"/>
                  </a:lnTo>
                  <a:lnTo>
                    <a:pt x="7848210" y="1324942"/>
                  </a:lnTo>
                  <a:lnTo>
                    <a:pt x="7850111" y="1304296"/>
                  </a:lnTo>
                  <a:lnTo>
                    <a:pt x="7852013" y="1285606"/>
                  </a:lnTo>
                  <a:lnTo>
                    <a:pt x="7853914" y="1342553"/>
                  </a:lnTo>
                  <a:lnTo>
                    <a:pt x="7855815" y="1176155"/>
                  </a:lnTo>
                  <a:lnTo>
                    <a:pt x="7857716" y="1192328"/>
                  </a:lnTo>
                  <a:lnTo>
                    <a:pt x="7859617" y="1155608"/>
                  </a:lnTo>
                  <a:lnTo>
                    <a:pt x="7861519" y="1189990"/>
                  </a:lnTo>
                  <a:lnTo>
                    <a:pt x="7863420" y="1162554"/>
                  </a:lnTo>
                  <a:lnTo>
                    <a:pt x="7865321" y="1122522"/>
                  </a:lnTo>
                  <a:lnTo>
                    <a:pt x="7867222" y="1231176"/>
                  </a:lnTo>
                  <a:lnTo>
                    <a:pt x="7869123" y="1322280"/>
                  </a:lnTo>
                  <a:lnTo>
                    <a:pt x="7871025" y="1356788"/>
                  </a:lnTo>
                  <a:lnTo>
                    <a:pt x="7872926" y="1425743"/>
                  </a:lnTo>
                  <a:lnTo>
                    <a:pt x="7874827" y="1475669"/>
                  </a:lnTo>
                  <a:lnTo>
                    <a:pt x="7876728" y="1561369"/>
                  </a:lnTo>
                  <a:lnTo>
                    <a:pt x="7878630" y="1607067"/>
                  </a:lnTo>
                  <a:lnTo>
                    <a:pt x="7880531" y="1526475"/>
                  </a:lnTo>
                  <a:lnTo>
                    <a:pt x="7882432" y="1776151"/>
                  </a:lnTo>
                  <a:lnTo>
                    <a:pt x="7884333" y="1754901"/>
                  </a:lnTo>
                  <a:lnTo>
                    <a:pt x="7886234" y="1717696"/>
                  </a:lnTo>
                  <a:lnTo>
                    <a:pt x="7888136" y="1682277"/>
                  </a:lnTo>
                  <a:lnTo>
                    <a:pt x="7890037" y="1680748"/>
                  </a:lnTo>
                  <a:lnTo>
                    <a:pt x="7891938" y="1814350"/>
                  </a:lnTo>
                  <a:lnTo>
                    <a:pt x="7893839" y="1764273"/>
                  </a:lnTo>
                  <a:lnTo>
                    <a:pt x="7895740" y="1795109"/>
                  </a:lnTo>
                  <a:lnTo>
                    <a:pt x="7897642" y="1843138"/>
                  </a:lnTo>
                  <a:lnTo>
                    <a:pt x="7899543" y="1895316"/>
                  </a:lnTo>
                  <a:lnTo>
                    <a:pt x="7901444" y="1991260"/>
                  </a:lnTo>
                  <a:lnTo>
                    <a:pt x="7903345" y="1997534"/>
                  </a:lnTo>
                  <a:lnTo>
                    <a:pt x="7905247" y="1910499"/>
                  </a:lnTo>
                  <a:lnTo>
                    <a:pt x="7907148" y="2055307"/>
                  </a:lnTo>
                  <a:lnTo>
                    <a:pt x="7909049" y="2102447"/>
                  </a:lnTo>
                  <a:lnTo>
                    <a:pt x="7910950" y="2164093"/>
                  </a:lnTo>
                  <a:lnTo>
                    <a:pt x="7912851" y="2283925"/>
                  </a:lnTo>
                  <a:lnTo>
                    <a:pt x="7914753" y="2295832"/>
                  </a:lnTo>
                  <a:lnTo>
                    <a:pt x="7916654" y="2311066"/>
                  </a:lnTo>
                  <a:lnTo>
                    <a:pt x="7918555" y="2325763"/>
                  </a:lnTo>
                  <a:lnTo>
                    <a:pt x="7920456" y="2347923"/>
                  </a:lnTo>
                  <a:lnTo>
                    <a:pt x="7922357" y="2350253"/>
                  </a:lnTo>
                  <a:lnTo>
                    <a:pt x="7924259" y="2312346"/>
                  </a:lnTo>
                  <a:lnTo>
                    <a:pt x="7926160" y="2328663"/>
                  </a:lnTo>
                  <a:lnTo>
                    <a:pt x="7928061" y="2305952"/>
                  </a:lnTo>
                  <a:lnTo>
                    <a:pt x="7929962" y="2211430"/>
                  </a:lnTo>
                  <a:lnTo>
                    <a:pt x="7931864" y="2182472"/>
                  </a:lnTo>
                  <a:lnTo>
                    <a:pt x="7933765" y="2008203"/>
                  </a:lnTo>
                  <a:lnTo>
                    <a:pt x="7935666" y="1951875"/>
                  </a:lnTo>
                  <a:lnTo>
                    <a:pt x="7937567" y="1986406"/>
                  </a:lnTo>
                  <a:lnTo>
                    <a:pt x="7939468" y="1950477"/>
                  </a:lnTo>
                  <a:lnTo>
                    <a:pt x="7941370" y="1977321"/>
                  </a:lnTo>
                  <a:lnTo>
                    <a:pt x="7943271" y="1952296"/>
                  </a:lnTo>
                  <a:lnTo>
                    <a:pt x="7945172" y="1957922"/>
                  </a:lnTo>
                  <a:lnTo>
                    <a:pt x="7947073" y="1941225"/>
                  </a:lnTo>
                  <a:lnTo>
                    <a:pt x="7948974" y="1875431"/>
                  </a:lnTo>
                  <a:lnTo>
                    <a:pt x="7950876" y="1863436"/>
                  </a:lnTo>
                  <a:lnTo>
                    <a:pt x="7952777" y="1910205"/>
                  </a:lnTo>
                  <a:lnTo>
                    <a:pt x="7954678" y="1883922"/>
                  </a:lnTo>
                  <a:lnTo>
                    <a:pt x="7956579" y="1875042"/>
                  </a:lnTo>
                  <a:lnTo>
                    <a:pt x="7958481" y="1825644"/>
                  </a:lnTo>
                  <a:lnTo>
                    <a:pt x="7960382" y="1773727"/>
                  </a:lnTo>
                  <a:lnTo>
                    <a:pt x="7962283" y="1767275"/>
                  </a:lnTo>
                  <a:lnTo>
                    <a:pt x="7964184" y="1822839"/>
                  </a:lnTo>
                  <a:lnTo>
                    <a:pt x="7966085" y="1845579"/>
                  </a:lnTo>
                  <a:lnTo>
                    <a:pt x="7967987" y="1909372"/>
                  </a:lnTo>
                  <a:lnTo>
                    <a:pt x="7969888" y="2035532"/>
                  </a:lnTo>
                  <a:lnTo>
                    <a:pt x="7971789" y="2167313"/>
                  </a:lnTo>
                  <a:lnTo>
                    <a:pt x="7973690" y="2216748"/>
                  </a:lnTo>
                  <a:lnTo>
                    <a:pt x="7975591" y="2294553"/>
                  </a:lnTo>
                  <a:lnTo>
                    <a:pt x="7977493" y="2315010"/>
                  </a:lnTo>
                  <a:lnTo>
                    <a:pt x="7979394" y="2366186"/>
                  </a:lnTo>
                  <a:lnTo>
                    <a:pt x="7981295" y="2381592"/>
                  </a:lnTo>
                  <a:lnTo>
                    <a:pt x="7983196" y="2376911"/>
                  </a:lnTo>
                  <a:lnTo>
                    <a:pt x="7985098" y="2373678"/>
                  </a:lnTo>
                  <a:lnTo>
                    <a:pt x="7986999" y="2405531"/>
                  </a:lnTo>
                  <a:lnTo>
                    <a:pt x="7988900" y="2367416"/>
                  </a:lnTo>
                  <a:lnTo>
                    <a:pt x="7990801" y="2322660"/>
                  </a:lnTo>
                  <a:lnTo>
                    <a:pt x="7992702" y="2307011"/>
                  </a:lnTo>
                  <a:lnTo>
                    <a:pt x="7994604" y="2322621"/>
                  </a:lnTo>
                  <a:lnTo>
                    <a:pt x="7996505" y="2327676"/>
                  </a:lnTo>
                  <a:lnTo>
                    <a:pt x="7998406" y="2329103"/>
                  </a:lnTo>
                  <a:lnTo>
                    <a:pt x="8000307" y="2299383"/>
                  </a:lnTo>
                  <a:lnTo>
                    <a:pt x="8002208" y="2278078"/>
                  </a:lnTo>
                  <a:lnTo>
                    <a:pt x="8004110" y="2278597"/>
                  </a:lnTo>
                  <a:lnTo>
                    <a:pt x="8006011" y="2213364"/>
                  </a:lnTo>
                  <a:lnTo>
                    <a:pt x="8007912" y="2109023"/>
                  </a:lnTo>
                  <a:lnTo>
                    <a:pt x="8009813" y="2116230"/>
                  </a:lnTo>
                  <a:lnTo>
                    <a:pt x="8011715" y="2147676"/>
                  </a:lnTo>
                  <a:lnTo>
                    <a:pt x="8013616" y="2137128"/>
                  </a:lnTo>
                  <a:lnTo>
                    <a:pt x="8015517" y="2187728"/>
                  </a:lnTo>
                  <a:lnTo>
                    <a:pt x="8017418" y="2272270"/>
                  </a:lnTo>
                  <a:lnTo>
                    <a:pt x="8019319" y="2290133"/>
                  </a:lnTo>
                  <a:lnTo>
                    <a:pt x="8021221" y="2302954"/>
                  </a:lnTo>
                  <a:lnTo>
                    <a:pt x="8023122" y="2322505"/>
                  </a:lnTo>
                  <a:lnTo>
                    <a:pt x="8025023" y="2366755"/>
                  </a:lnTo>
                  <a:lnTo>
                    <a:pt x="8026924" y="2393380"/>
                  </a:lnTo>
                  <a:lnTo>
                    <a:pt x="8028825" y="2395058"/>
                  </a:lnTo>
                  <a:lnTo>
                    <a:pt x="8030727" y="2416802"/>
                  </a:lnTo>
                  <a:lnTo>
                    <a:pt x="8032628" y="2473751"/>
                  </a:lnTo>
                  <a:lnTo>
                    <a:pt x="8034529" y="2478863"/>
                  </a:lnTo>
                  <a:lnTo>
                    <a:pt x="8036430" y="2458393"/>
                  </a:lnTo>
                  <a:lnTo>
                    <a:pt x="8038332" y="2471182"/>
                  </a:lnTo>
                  <a:lnTo>
                    <a:pt x="8040233" y="2469015"/>
                  </a:lnTo>
                  <a:lnTo>
                    <a:pt x="8042134" y="2497493"/>
                  </a:lnTo>
                  <a:lnTo>
                    <a:pt x="8044035" y="2499801"/>
                  </a:lnTo>
                  <a:lnTo>
                    <a:pt x="8045936" y="2492418"/>
                  </a:lnTo>
                  <a:lnTo>
                    <a:pt x="8047838" y="2455649"/>
                  </a:lnTo>
                  <a:lnTo>
                    <a:pt x="8049739" y="2435161"/>
                  </a:lnTo>
                  <a:lnTo>
                    <a:pt x="8051640" y="2420412"/>
                  </a:lnTo>
                  <a:lnTo>
                    <a:pt x="8053541" y="2429945"/>
                  </a:lnTo>
                  <a:lnTo>
                    <a:pt x="8055442" y="2431369"/>
                  </a:lnTo>
                  <a:lnTo>
                    <a:pt x="8057344" y="2423592"/>
                  </a:lnTo>
                  <a:lnTo>
                    <a:pt x="8059245" y="2452835"/>
                  </a:lnTo>
                  <a:lnTo>
                    <a:pt x="8061146" y="2462981"/>
                  </a:lnTo>
                  <a:lnTo>
                    <a:pt x="8063047" y="2496212"/>
                  </a:lnTo>
                  <a:lnTo>
                    <a:pt x="8064949" y="2453425"/>
                  </a:lnTo>
                  <a:lnTo>
                    <a:pt x="8066850" y="2484386"/>
                  </a:lnTo>
                  <a:lnTo>
                    <a:pt x="8068751" y="2484306"/>
                  </a:lnTo>
                  <a:lnTo>
                    <a:pt x="8070652" y="2475429"/>
                  </a:lnTo>
                  <a:lnTo>
                    <a:pt x="8072553" y="2467519"/>
                  </a:lnTo>
                  <a:lnTo>
                    <a:pt x="8074455" y="2464902"/>
                  </a:lnTo>
                  <a:lnTo>
                    <a:pt x="8076356" y="2489681"/>
                  </a:lnTo>
                  <a:lnTo>
                    <a:pt x="8078257" y="2489019"/>
                  </a:lnTo>
                  <a:lnTo>
                    <a:pt x="8080158" y="2469935"/>
                  </a:lnTo>
                  <a:lnTo>
                    <a:pt x="8082059" y="2466800"/>
                  </a:lnTo>
                  <a:lnTo>
                    <a:pt x="8083961" y="2469811"/>
                  </a:lnTo>
                  <a:lnTo>
                    <a:pt x="8085862" y="2454025"/>
                  </a:lnTo>
                  <a:lnTo>
                    <a:pt x="8087763" y="2469202"/>
                  </a:lnTo>
                  <a:lnTo>
                    <a:pt x="8089664" y="2448343"/>
                  </a:lnTo>
                  <a:lnTo>
                    <a:pt x="8091566" y="2449902"/>
                  </a:lnTo>
                  <a:lnTo>
                    <a:pt x="8093467" y="2454159"/>
                  </a:lnTo>
                  <a:lnTo>
                    <a:pt x="8095368" y="2458584"/>
                  </a:lnTo>
                  <a:lnTo>
                    <a:pt x="8097269" y="2426515"/>
                  </a:lnTo>
                  <a:lnTo>
                    <a:pt x="8099170" y="2428832"/>
                  </a:lnTo>
                  <a:lnTo>
                    <a:pt x="8101072" y="2435592"/>
                  </a:lnTo>
                  <a:lnTo>
                    <a:pt x="8102973" y="2416690"/>
                  </a:lnTo>
                  <a:lnTo>
                    <a:pt x="8104874" y="2441475"/>
                  </a:lnTo>
                  <a:lnTo>
                    <a:pt x="8106775" y="2452788"/>
                  </a:lnTo>
                  <a:lnTo>
                    <a:pt x="8108676" y="2463096"/>
                  </a:lnTo>
                  <a:lnTo>
                    <a:pt x="8110578" y="2485727"/>
                  </a:lnTo>
                  <a:lnTo>
                    <a:pt x="8112479" y="2480220"/>
                  </a:lnTo>
                  <a:lnTo>
                    <a:pt x="8114380" y="2490587"/>
                  </a:lnTo>
                  <a:lnTo>
                    <a:pt x="8116281" y="2503821"/>
                  </a:lnTo>
                  <a:lnTo>
                    <a:pt x="8118183" y="2509867"/>
                  </a:lnTo>
                  <a:lnTo>
                    <a:pt x="8120084" y="2519220"/>
                  </a:lnTo>
                  <a:lnTo>
                    <a:pt x="8121985" y="2496741"/>
                  </a:lnTo>
                  <a:lnTo>
                    <a:pt x="8123886" y="2484806"/>
                  </a:lnTo>
                  <a:lnTo>
                    <a:pt x="8125787" y="2493637"/>
                  </a:lnTo>
                  <a:lnTo>
                    <a:pt x="8127689" y="2506588"/>
                  </a:lnTo>
                  <a:lnTo>
                    <a:pt x="8129590" y="2501010"/>
                  </a:lnTo>
                  <a:lnTo>
                    <a:pt x="8131491" y="2495338"/>
                  </a:lnTo>
                  <a:lnTo>
                    <a:pt x="8133392" y="2479358"/>
                  </a:lnTo>
                  <a:lnTo>
                    <a:pt x="8135293" y="2478547"/>
                  </a:lnTo>
                  <a:lnTo>
                    <a:pt x="8137195" y="2481811"/>
                  </a:lnTo>
                  <a:lnTo>
                    <a:pt x="8139096" y="2473757"/>
                  </a:lnTo>
                  <a:lnTo>
                    <a:pt x="8140997" y="2462977"/>
                  </a:lnTo>
                  <a:lnTo>
                    <a:pt x="8142898" y="2430741"/>
                  </a:lnTo>
                  <a:lnTo>
                    <a:pt x="8144799" y="2436834"/>
                  </a:lnTo>
                  <a:lnTo>
                    <a:pt x="8146701" y="2454140"/>
                  </a:lnTo>
                  <a:lnTo>
                    <a:pt x="8148602" y="2428412"/>
                  </a:lnTo>
                  <a:lnTo>
                    <a:pt x="8150503" y="2438967"/>
                  </a:lnTo>
                  <a:lnTo>
                    <a:pt x="8152404" y="2437734"/>
                  </a:lnTo>
                  <a:lnTo>
                    <a:pt x="8154306" y="2463570"/>
                  </a:lnTo>
                  <a:lnTo>
                    <a:pt x="8156207" y="2480375"/>
                  </a:lnTo>
                  <a:lnTo>
                    <a:pt x="8158108" y="2466953"/>
                  </a:lnTo>
                  <a:lnTo>
                    <a:pt x="8160009" y="2473346"/>
                  </a:lnTo>
                  <a:lnTo>
                    <a:pt x="8161910" y="2464862"/>
                  </a:lnTo>
                  <a:lnTo>
                    <a:pt x="8163812" y="2464626"/>
                  </a:lnTo>
                  <a:lnTo>
                    <a:pt x="8165713" y="2494352"/>
                  </a:lnTo>
                  <a:lnTo>
                    <a:pt x="8167614" y="2496931"/>
                  </a:lnTo>
                  <a:lnTo>
                    <a:pt x="8169515" y="2479731"/>
                  </a:lnTo>
                  <a:lnTo>
                    <a:pt x="8171416" y="2481272"/>
                  </a:lnTo>
                  <a:lnTo>
                    <a:pt x="8173318" y="2488501"/>
                  </a:lnTo>
                  <a:lnTo>
                    <a:pt x="8175219" y="2480106"/>
                  </a:lnTo>
                  <a:lnTo>
                    <a:pt x="8177120" y="2444390"/>
                  </a:lnTo>
                  <a:lnTo>
                    <a:pt x="8179021" y="2452915"/>
                  </a:lnTo>
                  <a:lnTo>
                    <a:pt x="8180923" y="2433030"/>
                  </a:lnTo>
                  <a:lnTo>
                    <a:pt x="8182824" y="2459513"/>
                  </a:lnTo>
                  <a:lnTo>
                    <a:pt x="8184725" y="2452944"/>
                  </a:lnTo>
                  <a:lnTo>
                    <a:pt x="8186626" y="2467055"/>
                  </a:lnTo>
                  <a:lnTo>
                    <a:pt x="8188527" y="2481262"/>
                  </a:lnTo>
                  <a:lnTo>
                    <a:pt x="8190429" y="2484203"/>
                  </a:lnTo>
                  <a:lnTo>
                    <a:pt x="8192330" y="2499750"/>
                  </a:lnTo>
                  <a:lnTo>
                    <a:pt x="8194231" y="2506574"/>
                  </a:lnTo>
                  <a:lnTo>
                    <a:pt x="8196132" y="2503915"/>
                  </a:lnTo>
                  <a:lnTo>
                    <a:pt x="8198033" y="2496421"/>
                  </a:lnTo>
                  <a:lnTo>
                    <a:pt x="8199935" y="2497484"/>
                  </a:lnTo>
                  <a:lnTo>
                    <a:pt x="8201836" y="2496474"/>
                  </a:lnTo>
                  <a:lnTo>
                    <a:pt x="8203737" y="2499404"/>
                  </a:lnTo>
                  <a:lnTo>
                    <a:pt x="8205638" y="2484408"/>
                  </a:lnTo>
                  <a:lnTo>
                    <a:pt x="8207540" y="2488829"/>
                  </a:lnTo>
                  <a:lnTo>
                    <a:pt x="8209441" y="2489816"/>
                  </a:lnTo>
                  <a:lnTo>
                    <a:pt x="8211342" y="2497992"/>
                  </a:lnTo>
                  <a:lnTo>
                    <a:pt x="8213243" y="2496560"/>
                  </a:lnTo>
                  <a:lnTo>
                    <a:pt x="8215144" y="2480387"/>
                  </a:lnTo>
                  <a:lnTo>
                    <a:pt x="8217046" y="2491238"/>
                  </a:lnTo>
                  <a:lnTo>
                    <a:pt x="8218947" y="2480518"/>
                  </a:lnTo>
                  <a:lnTo>
                    <a:pt x="8220848" y="2489956"/>
                  </a:lnTo>
                  <a:lnTo>
                    <a:pt x="8222749" y="2487339"/>
                  </a:lnTo>
                  <a:lnTo>
                    <a:pt x="8224650" y="2441134"/>
                  </a:lnTo>
                  <a:lnTo>
                    <a:pt x="8226552" y="2467188"/>
                  </a:lnTo>
                  <a:lnTo>
                    <a:pt x="8228453" y="2426025"/>
                  </a:lnTo>
                  <a:lnTo>
                    <a:pt x="8230354" y="2417510"/>
                  </a:lnTo>
                  <a:lnTo>
                    <a:pt x="8232255" y="2334890"/>
                  </a:lnTo>
                  <a:lnTo>
                    <a:pt x="8234157" y="2300105"/>
                  </a:lnTo>
                  <a:lnTo>
                    <a:pt x="8236058" y="2348309"/>
                  </a:lnTo>
                  <a:lnTo>
                    <a:pt x="8237959" y="2306275"/>
                  </a:lnTo>
                  <a:lnTo>
                    <a:pt x="8239860" y="2271089"/>
                  </a:lnTo>
                  <a:lnTo>
                    <a:pt x="8241761" y="2230886"/>
                  </a:lnTo>
                  <a:lnTo>
                    <a:pt x="8243663" y="2365118"/>
                  </a:lnTo>
                  <a:lnTo>
                    <a:pt x="8245564" y="2394950"/>
                  </a:lnTo>
                  <a:lnTo>
                    <a:pt x="8247465" y="2319883"/>
                  </a:lnTo>
                  <a:lnTo>
                    <a:pt x="8249366" y="2331367"/>
                  </a:lnTo>
                  <a:lnTo>
                    <a:pt x="8251267" y="2380078"/>
                  </a:lnTo>
                  <a:lnTo>
                    <a:pt x="8253169" y="2396077"/>
                  </a:lnTo>
                  <a:lnTo>
                    <a:pt x="8255070" y="2423281"/>
                  </a:lnTo>
                  <a:lnTo>
                    <a:pt x="8256971" y="2388685"/>
                  </a:lnTo>
                  <a:lnTo>
                    <a:pt x="8258872" y="2409666"/>
                  </a:lnTo>
                  <a:lnTo>
                    <a:pt x="8260774" y="2401420"/>
                  </a:lnTo>
                  <a:lnTo>
                    <a:pt x="8262675" y="2359325"/>
                  </a:lnTo>
                  <a:lnTo>
                    <a:pt x="8264576" y="2372554"/>
                  </a:lnTo>
                  <a:lnTo>
                    <a:pt x="8266477" y="2328137"/>
                  </a:lnTo>
                  <a:lnTo>
                    <a:pt x="8268378" y="2278145"/>
                  </a:lnTo>
                  <a:lnTo>
                    <a:pt x="8270280" y="2193713"/>
                  </a:lnTo>
                  <a:lnTo>
                    <a:pt x="8272181" y="2084893"/>
                  </a:lnTo>
                  <a:lnTo>
                    <a:pt x="8274082" y="2101852"/>
                  </a:lnTo>
                  <a:lnTo>
                    <a:pt x="8275983" y="2104966"/>
                  </a:lnTo>
                  <a:lnTo>
                    <a:pt x="8277884" y="2023219"/>
                  </a:lnTo>
                  <a:lnTo>
                    <a:pt x="8279786" y="2056295"/>
                  </a:lnTo>
                  <a:lnTo>
                    <a:pt x="8281687" y="2014694"/>
                  </a:lnTo>
                  <a:lnTo>
                    <a:pt x="8283588" y="2110425"/>
                  </a:lnTo>
                  <a:lnTo>
                    <a:pt x="8285489" y="2092466"/>
                  </a:lnTo>
                  <a:lnTo>
                    <a:pt x="8287391" y="2100253"/>
                  </a:lnTo>
                  <a:lnTo>
                    <a:pt x="8289292" y="2188568"/>
                  </a:lnTo>
                  <a:lnTo>
                    <a:pt x="8291193" y="2281387"/>
                  </a:lnTo>
                  <a:lnTo>
                    <a:pt x="8293094" y="2364980"/>
                  </a:lnTo>
                  <a:lnTo>
                    <a:pt x="8294995" y="2374858"/>
                  </a:lnTo>
                  <a:lnTo>
                    <a:pt x="8296897" y="2381756"/>
                  </a:lnTo>
                  <a:lnTo>
                    <a:pt x="8298798" y="2447153"/>
                  </a:lnTo>
                  <a:lnTo>
                    <a:pt x="8300699" y="2454099"/>
                  </a:lnTo>
                  <a:lnTo>
                    <a:pt x="8302600" y="2478219"/>
                  </a:lnTo>
                  <a:lnTo>
                    <a:pt x="8304501" y="2481392"/>
                  </a:lnTo>
                  <a:lnTo>
                    <a:pt x="8306403" y="2478680"/>
                  </a:lnTo>
                  <a:lnTo>
                    <a:pt x="8308304" y="2510921"/>
                  </a:lnTo>
                  <a:lnTo>
                    <a:pt x="8310205" y="2505922"/>
                  </a:lnTo>
                  <a:lnTo>
                    <a:pt x="8312106" y="2506790"/>
                  </a:lnTo>
                  <a:lnTo>
                    <a:pt x="8314008" y="2514915"/>
                  </a:lnTo>
                  <a:lnTo>
                    <a:pt x="8315909" y="2513476"/>
                  </a:lnTo>
                  <a:lnTo>
                    <a:pt x="8317810" y="2513592"/>
                  </a:lnTo>
                  <a:lnTo>
                    <a:pt x="8319711" y="2513120"/>
                  </a:lnTo>
                  <a:lnTo>
                    <a:pt x="8321612" y="2510387"/>
                  </a:lnTo>
                  <a:lnTo>
                    <a:pt x="8323514" y="2507012"/>
                  </a:lnTo>
                  <a:lnTo>
                    <a:pt x="8325415" y="2473008"/>
                  </a:lnTo>
                  <a:lnTo>
                    <a:pt x="8327316" y="2490504"/>
                  </a:lnTo>
                  <a:lnTo>
                    <a:pt x="8329217" y="2494269"/>
                  </a:lnTo>
                  <a:lnTo>
                    <a:pt x="8331118" y="2507634"/>
                  </a:lnTo>
                  <a:lnTo>
                    <a:pt x="8333020" y="2485569"/>
                  </a:lnTo>
                  <a:lnTo>
                    <a:pt x="8334921" y="2417369"/>
                  </a:lnTo>
                  <a:lnTo>
                    <a:pt x="8336822" y="2434797"/>
                  </a:lnTo>
                  <a:lnTo>
                    <a:pt x="8338723" y="2421136"/>
                  </a:lnTo>
                  <a:lnTo>
                    <a:pt x="8340625" y="2414659"/>
                  </a:lnTo>
                  <a:lnTo>
                    <a:pt x="8342526" y="2372155"/>
                  </a:lnTo>
                  <a:lnTo>
                    <a:pt x="8344427" y="2409241"/>
                  </a:lnTo>
                  <a:lnTo>
                    <a:pt x="8346328" y="2455925"/>
                  </a:lnTo>
                  <a:lnTo>
                    <a:pt x="8348229" y="2449455"/>
                  </a:lnTo>
                  <a:lnTo>
                    <a:pt x="8350131" y="2462347"/>
                  </a:lnTo>
                  <a:lnTo>
                    <a:pt x="8352032" y="2494025"/>
                  </a:lnTo>
                  <a:lnTo>
                    <a:pt x="8353933" y="2480964"/>
                  </a:lnTo>
                  <a:lnTo>
                    <a:pt x="8355834" y="2496716"/>
                  </a:lnTo>
                  <a:lnTo>
                    <a:pt x="8357735" y="2491774"/>
                  </a:lnTo>
                  <a:lnTo>
                    <a:pt x="8359637" y="2452001"/>
                  </a:lnTo>
                  <a:lnTo>
                    <a:pt x="8361538" y="2474428"/>
                  </a:lnTo>
                  <a:lnTo>
                    <a:pt x="8363439" y="2476477"/>
                  </a:lnTo>
                  <a:lnTo>
                    <a:pt x="8365340" y="2462170"/>
                  </a:lnTo>
                  <a:lnTo>
                    <a:pt x="8367242" y="2479124"/>
                  </a:lnTo>
                  <a:lnTo>
                    <a:pt x="8369143" y="2471792"/>
                  </a:lnTo>
                  <a:lnTo>
                    <a:pt x="8371044" y="2484983"/>
                  </a:lnTo>
                  <a:lnTo>
                    <a:pt x="8372945" y="2504225"/>
                  </a:lnTo>
                  <a:lnTo>
                    <a:pt x="8374846" y="2524210"/>
                  </a:lnTo>
                  <a:lnTo>
                    <a:pt x="8376748" y="2529307"/>
                  </a:lnTo>
                  <a:lnTo>
                    <a:pt x="8378649" y="2472038"/>
                  </a:lnTo>
                  <a:lnTo>
                    <a:pt x="8380550" y="2486276"/>
                  </a:lnTo>
                  <a:lnTo>
                    <a:pt x="8382451" y="2449440"/>
                  </a:lnTo>
                  <a:lnTo>
                    <a:pt x="8384352" y="2481496"/>
                  </a:lnTo>
                  <a:lnTo>
                    <a:pt x="8386254" y="2478884"/>
                  </a:lnTo>
                  <a:lnTo>
                    <a:pt x="8388155" y="2446120"/>
                  </a:lnTo>
                  <a:lnTo>
                    <a:pt x="8390056" y="2462610"/>
                  </a:lnTo>
                  <a:lnTo>
                    <a:pt x="8391957" y="2453641"/>
                  </a:lnTo>
                  <a:lnTo>
                    <a:pt x="8393859" y="2512570"/>
                  </a:lnTo>
                  <a:lnTo>
                    <a:pt x="8395760" y="2515808"/>
                  </a:lnTo>
                  <a:lnTo>
                    <a:pt x="8397661" y="2481340"/>
                  </a:lnTo>
                  <a:lnTo>
                    <a:pt x="8399562" y="2502860"/>
                  </a:lnTo>
                  <a:lnTo>
                    <a:pt x="8401463" y="2497858"/>
                  </a:lnTo>
                  <a:lnTo>
                    <a:pt x="8403365" y="2516305"/>
                  </a:lnTo>
                  <a:lnTo>
                    <a:pt x="8405266" y="2516532"/>
                  </a:lnTo>
                  <a:lnTo>
                    <a:pt x="8407167" y="2513612"/>
                  </a:lnTo>
                  <a:lnTo>
                    <a:pt x="8409068" y="2526484"/>
                  </a:lnTo>
                  <a:lnTo>
                    <a:pt x="8410969" y="2511170"/>
                  </a:lnTo>
                  <a:lnTo>
                    <a:pt x="8412871" y="2516350"/>
                  </a:lnTo>
                  <a:lnTo>
                    <a:pt x="8414772" y="2471388"/>
                  </a:lnTo>
                  <a:lnTo>
                    <a:pt x="8416673" y="2464057"/>
                  </a:lnTo>
                  <a:lnTo>
                    <a:pt x="8418574" y="2491756"/>
                  </a:lnTo>
                  <a:lnTo>
                    <a:pt x="8420476" y="2476779"/>
                  </a:lnTo>
                  <a:lnTo>
                    <a:pt x="8422377" y="2497517"/>
                  </a:lnTo>
                  <a:lnTo>
                    <a:pt x="8424278" y="2477552"/>
                  </a:lnTo>
                  <a:lnTo>
                    <a:pt x="8426179" y="2493692"/>
                  </a:lnTo>
                  <a:lnTo>
                    <a:pt x="8428080" y="2521097"/>
                  </a:lnTo>
                  <a:lnTo>
                    <a:pt x="8429982" y="2510815"/>
                  </a:lnTo>
                  <a:lnTo>
                    <a:pt x="8431883" y="2516682"/>
                  </a:lnTo>
                  <a:lnTo>
                    <a:pt x="8433784" y="2507341"/>
                  </a:lnTo>
                  <a:lnTo>
                    <a:pt x="8435685" y="2509605"/>
                  </a:lnTo>
                  <a:lnTo>
                    <a:pt x="8437586" y="2519817"/>
                  </a:lnTo>
                  <a:lnTo>
                    <a:pt x="8439488" y="2487032"/>
                  </a:lnTo>
                  <a:lnTo>
                    <a:pt x="8441389" y="2481476"/>
                  </a:lnTo>
                  <a:lnTo>
                    <a:pt x="8443290" y="2472300"/>
                  </a:lnTo>
                  <a:lnTo>
                    <a:pt x="8445191" y="2498681"/>
                  </a:lnTo>
                  <a:lnTo>
                    <a:pt x="8447092" y="2492443"/>
                  </a:lnTo>
                  <a:lnTo>
                    <a:pt x="8448994" y="2463128"/>
                  </a:lnTo>
                  <a:lnTo>
                    <a:pt x="8450895" y="2470378"/>
                  </a:lnTo>
                  <a:lnTo>
                    <a:pt x="8452796" y="2423250"/>
                  </a:lnTo>
                  <a:lnTo>
                    <a:pt x="8454697" y="2455777"/>
                  </a:lnTo>
                  <a:lnTo>
                    <a:pt x="8456599" y="2388927"/>
                  </a:lnTo>
                  <a:lnTo>
                    <a:pt x="8458500" y="2400515"/>
                  </a:lnTo>
                  <a:lnTo>
                    <a:pt x="8460401" y="2434463"/>
                  </a:lnTo>
                  <a:lnTo>
                    <a:pt x="8462302" y="2420106"/>
                  </a:lnTo>
                  <a:lnTo>
                    <a:pt x="8464203" y="2431895"/>
                  </a:lnTo>
                  <a:lnTo>
                    <a:pt x="8466105" y="2433065"/>
                  </a:lnTo>
                  <a:lnTo>
                    <a:pt x="8468006" y="2465579"/>
                  </a:lnTo>
                  <a:lnTo>
                    <a:pt x="8469907" y="2470260"/>
                  </a:lnTo>
                  <a:lnTo>
                    <a:pt x="8471808" y="2431287"/>
                  </a:lnTo>
                  <a:lnTo>
                    <a:pt x="8473709" y="2455143"/>
                  </a:lnTo>
                  <a:lnTo>
                    <a:pt x="8475611" y="2469024"/>
                  </a:lnTo>
                  <a:lnTo>
                    <a:pt x="8477512" y="2502977"/>
                  </a:lnTo>
                  <a:lnTo>
                    <a:pt x="8479413" y="2512507"/>
                  </a:lnTo>
                  <a:lnTo>
                    <a:pt x="8481314" y="2513224"/>
                  </a:lnTo>
                  <a:lnTo>
                    <a:pt x="8483216" y="2511215"/>
                  </a:lnTo>
                  <a:lnTo>
                    <a:pt x="8485117" y="2510181"/>
                  </a:lnTo>
                  <a:lnTo>
                    <a:pt x="8487018" y="2508044"/>
                  </a:lnTo>
                  <a:lnTo>
                    <a:pt x="8488919" y="2501511"/>
                  </a:lnTo>
                  <a:lnTo>
                    <a:pt x="8490820" y="2498532"/>
                  </a:lnTo>
                  <a:lnTo>
                    <a:pt x="8492722" y="2499650"/>
                  </a:lnTo>
                  <a:lnTo>
                    <a:pt x="8494623" y="2499441"/>
                  </a:lnTo>
                  <a:lnTo>
                    <a:pt x="8496524" y="2507919"/>
                  </a:lnTo>
                  <a:lnTo>
                    <a:pt x="8498425" y="2496983"/>
                  </a:lnTo>
                  <a:lnTo>
                    <a:pt x="8500326" y="2480427"/>
                  </a:lnTo>
                  <a:lnTo>
                    <a:pt x="8502228" y="2452048"/>
                  </a:lnTo>
                  <a:lnTo>
                    <a:pt x="8504129" y="2435443"/>
                  </a:lnTo>
                  <a:lnTo>
                    <a:pt x="8506030" y="2457298"/>
                  </a:lnTo>
                  <a:lnTo>
                    <a:pt x="8507931" y="2435295"/>
                  </a:lnTo>
                  <a:lnTo>
                    <a:pt x="8509833" y="2447398"/>
                  </a:lnTo>
                  <a:lnTo>
                    <a:pt x="8511734" y="2435890"/>
                  </a:lnTo>
                  <a:lnTo>
                    <a:pt x="8513635" y="2391552"/>
                  </a:lnTo>
                  <a:lnTo>
                    <a:pt x="8515536" y="2408414"/>
                  </a:lnTo>
                  <a:lnTo>
                    <a:pt x="8517437" y="2362992"/>
                  </a:lnTo>
                  <a:lnTo>
                    <a:pt x="8519339" y="2292134"/>
                  </a:lnTo>
                  <a:lnTo>
                    <a:pt x="8521240" y="2320042"/>
                  </a:lnTo>
                  <a:lnTo>
                    <a:pt x="8523141" y="2386235"/>
                  </a:lnTo>
                  <a:lnTo>
                    <a:pt x="8525042" y="2431497"/>
                  </a:lnTo>
                  <a:lnTo>
                    <a:pt x="8526943" y="2429388"/>
                  </a:lnTo>
                  <a:lnTo>
                    <a:pt x="8528845" y="2458756"/>
                  </a:lnTo>
                  <a:lnTo>
                    <a:pt x="8530746" y="2500735"/>
                  </a:lnTo>
                  <a:lnTo>
                    <a:pt x="8532647" y="2487264"/>
                  </a:lnTo>
                  <a:lnTo>
                    <a:pt x="8534548" y="2493998"/>
                  </a:lnTo>
                  <a:lnTo>
                    <a:pt x="8536450" y="2455650"/>
                  </a:lnTo>
                  <a:lnTo>
                    <a:pt x="8538351" y="2476854"/>
                  </a:lnTo>
                  <a:lnTo>
                    <a:pt x="8540252" y="2501140"/>
                  </a:lnTo>
                  <a:lnTo>
                    <a:pt x="8542153" y="2499554"/>
                  </a:lnTo>
                  <a:lnTo>
                    <a:pt x="8544054" y="2491947"/>
                  </a:lnTo>
                  <a:lnTo>
                    <a:pt x="8545956" y="2453722"/>
                  </a:lnTo>
                  <a:lnTo>
                    <a:pt x="8547857" y="2451403"/>
                  </a:lnTo>
                  <a:lnTo>
                    <a:pt x="8549758" y="2440762"/>
                  </a:lnTo>
                  <a:lnTo>
                    <a:pt x="8551659" y="2407141"/>
                  </a:lnTo>
                  <a:lnTo>
                    <a:pt x="8553560" y="2423412"/>
                  </a:lnTo>
                  <a:lnTo>
                    <a:pt x="8553560" y="242341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444934" y="6379450"/>
              <a:ext cx="8553560" cy="0"/>
            </a:xfrm>
            <a:custGeom>
              <a:avLst/>
              <a:pathLst>
                <a:path w="8553560" h="0">
                  <a:moveTo>
                    <a:pt x="8553560" y="0"/>
                  </a:moveTo>
                  <a:lnTo>
                    <a:pt x="8551659" y="0"/>
                  </a:lnTo>
                  <a:lnTo>
                    <a:pt x="8549758" y="0"/>
                  </a:lnTo>
                  <a:lnTo>
                    <a:pt x="8547857" y="0"/>
                  </a:lnTo>
                  <a:lnTo>
                    <a:pt x="8545956" y="0"/>
                  </a:lnTo>
                  <a:lnTo>
                    <a:pt x="8544054" y="0"/>
                  </a:lnTo>
                  <a:lnTo>
                    <a:pt x="8542153" y="0"/>
                  </a:lnTo>
                  <a:lnTo>
                    <a:pt x="8540252" y="0"/>
                  </a:lnTo>
                  <a:lnTo>
                    <a:pt x="8538351" y="0"/>
                  </a:lnTo>
                  <a:lnTo>
                    <a:pt x="8536450" y="0"/>
                  </a:lnTo>
                  <a:lnTo>
                    <a:pt x="8534548" y="0"/>
                  </a:lnTo>
                  <a:lnTo>
                    <a:pt x="8532647" y="0"/>
                  </a:lnTo>
                  <a:lnTo>
                    <a:pt x="8530746" y="0"/>
                  </a:lnTo>
                  <a:lnTo>
                    <a:pt x="8528845" y="0"/>
                  </a:lnTo>
                  <a:lnTo>
                    <a:pt x="8526943" y="0"/>
                  </a:lnTo>
                  <a:lnTo>
                    <a:pt x="8525042" y="0"/>
                  </a:lnTo>
                  <a:lnTo>
                    <a:pt x="8523141" y="0"/>
                  </a:lnTo>
                  <a:lnTo>
                    <a:pt x="8521240" y="0"/>
                  </a:lnTo>
                  <a:lnTo>
                    <a:pt x="8519339" y="0"/>
                  </a:lnTo>
                  <a:lnTo>
                    <a:pt x="8517437" y="0"/>
                  </a:lnTo>
                  <a:lnTo>
                    <a:pt x="8515536" y="0"/>
                  </a:lnTo>
                  <a:lnTo>
                    <a:pt x="8513635" y="0"/>
                  </a:lnTo>
                  <a:lnTo>
                    <a:pt x="8511734" y="0"/>
                  </a:lnTo>
                  <a:lnTo>
                    <a:pt x="8509833" y="0"/>
                  </a:lnTo>
                  <a:lnTo>
                    <a:pt x="8507931" y="0"/>
                  </a:lnTo>
                  <a:lnTo>
                    <a:pt x="8506030" y="0"/>
                  </a:lnTo>
                  <a:lnTo>
                    <a:pt x="8504129" y="0"/>
                  </a:lnTo>
                  <a:lnTo>
                    <a:pt x="8502228" y="0"/>
                  </a:lnTo>
                  <a:lnTo>
                    <a:pt x="8500326" y="0"/>
                  </a:lnTo>
                  <a:lnTo>
                    <a:pt x="8498425" y="0"/>
                  </a:lnTo>
                  <a:lnTo>
                    <a:pt x="8496524" y="0"/>
                  </a:lnTo>
                  <a:lnTo>
                    <a:pt x="8494623" y="0"/>
                  </a:lnTo>
                  <a:lnTo>
                    <a:pt x="8492722" y="0"/>
                  </a:lnTo>
                  <a:lnTo>
                    <a:pt x="8490820" y="0"/>
                  </a:lnTo>
                  <a:lnTo>
                    <a:pt x="8488919" y="0"/>
                  </a:lnTo>
                  <a:lnTo>
                    <a:pt x="8487018" y="0"/>
                  </a:lnTo>
                  <a:lnTo>
                    <a:pt x="8485117" y="0"/>
                  </a:lnTo>
                  <a:lnTo>
                    <a:pt x="8483216" y="0"/>
                  </a:lnTo>
                  <a:lnTo>
                    <a:pt x="8481314" y="0"/>
                  </a:lnTo>
                  <a:lnTo>
                    <a:pt x="8479413" y="0"/>
                  </a:lnTo>
                  <a:lnTo>
                    <a:pt x="8477512" y="0"/>
                  </a:lnTo>
                  <a:lnTo>
                    <a:pt x="8475611" y="0"/>
                  </a:lnTo>
                  <a:lnTo>
                    <a:pt x="8473709" y="0"/>
                  </a:lnTo>
                  <a:lnTo>
                    <a:pt x="8471808" y="0"/>
                  </a:lnTo>
                  <a:lnTo>
                    <a:pt x="8469907" y="0"/>
                  </a:lnTo>
                  <a:lnTo>
                    <a:pt x="8468006" y="0"/>
                  </a:lnTo>
                  <a:lnTo>
                    <a:pt x="8466105" y="0"/>
                  </a:lnTo>
                  <a:lnTo>
                    <a:pt x="8464203" y="0"/>
                  </a:lnTo>
                  <a:lnTo>
                    <a:pt x="8462302" y="0"/>
                  </a:lnTo>
                  <a:lnTo>
                    <a:pt x="8460401" y="0"/>
                  </a:lnTo>
                  <a:lnTo>
                    <a:pt x="8458500" y="0"/>
                  </a:lnTo>
                  <a:lnTo>
                    <a:pt x="8456599" y="0"/>
                  </a:lnTo>
                  <a:lnTo>
                    <a:pt x="8454697" y="0"/>
                  </a:lnTo>
                  <a:lnTo>
                    <a:pt x="8452796" y="0"/>
                  </a:lnTo>
                  <a:lnTo>
                    <a:pt x="8450895" y="0"/>
                  </a:lnTo>
                  <a:lnTo>
                    <a:pt x="8448994" y="0"/>
                  </a:lnTo>
                  <a:lnTo>
                    <a:pt x="8447092" y="0"/>
                  </a:lnTo>
                  <a:lnTo>
                    <a:pt x="8445191" y="0"/>
                  </a:lnTo>
                  <a:lnTo>
                    <a:pt x="8443290" y="0"/>
                  </a:lnTo>
                  <a:lnTo>
                    <a:pt x="8441389" y="0"/>
                  </a:lnTo>
                  <a:lnTo>
                    <a:pt x="8439488" y="0"/>
                  </a:lnTo>
                  <a:lnTo>
                    <a:pt x="8437586" y="0"/>
                  </a:lnTo>
                  <a:lnTo>
                    <a:pt x="8435685" y="0"/>
                  </a:lnTo>
                  <a:lnTo>
                    <a:pt x="8433784" y="0"/>
                  </a:lnTo>
                  <a:lnTo>
                    <a:pt x="8431883" y="0"/>
                  </a:lnTo>
                  <a:lnTo>
                    <a:pt x="8429982" y="0"/>
                  </a:lnTo>
                  <a:lnTo>
                    <a:pt x="8428080" y="0"/>
                  </a:lnTo>
                  <a:lnTo>
                    <a:pt x="8426179" y="0"/>
                  </a:lnTo>
                  <a:lnTo>
                    <a:pt x="8424278" y="0"/>
                  </a:lnTo>
                  <a:lnTo>
                    <a:pt x="8422377" y="0"/>
                  </a:lnTo>
                  <a:lnTo>
                    <a:pt x="8420476" y="0"/>
                  </a:lnTo>
                  <a:lnTo>
                    <a:pt x="8418574" y="0"/>
                  </a:lnTo>
                  <a:lnTo>
                    <a:pt x="8416673" y="0"/>
                  </a:lnTo>
                  <a:lnTo>
                    <a:pt x="8414772" y="0"/>
                  </a:lnTo>
                  <a:lnTo>
                    <a:pt x="8412871" y="0"/>
                  </a:lnTo>
                  <a:lnTo>
                    <a:pt x="8410969" y="0"/>
                  </a:lnTo>
                  <a:lnTo>
                    <a:pt x="8409068" y="0"/>
                  </a:lnTo>
                  <a:lnTo>
                    <a:pt x="8407167" y="0"/>
                  </a:lnTo>
                  <a:lnTo>
                    <a:pt x="8405266" y="0"/>
                  </a:lnTo>
                  <a:lnTo>
                    <a:pt x="8403365" y="0"/>
                  </a:lnTo>
                  <a:lnTo>
                    <a:pt x="8401463" y="0"/>
                  </a:lnTo>
                  <a:lnTo>
                    <a:pt x="8399562" y="0"/>
                  </a:lnTo>
                  <a:lnTo>
                    <a:pt x="8397661" y="0"/>
                  </a:lnTo>
                  <a:lnTo>
                    <a:pt x="8395760" y="0"/>
                  </a:lnTo>
                  <a:lnTo>
                    <a:pt x="8393859" y="0"/>
                  </a:lnTo>
                  <a:lnTo>
                    <a:pt x="8391957" y="0"/>
                  </a:lnTo>
                  <a:lnTo>
                    <a:pt x="8390056" y="0"/>
                  </a:lnTo>
                  <a:lnTo>
                    <a:pt x="8388155" y="0"/>
                  </a:lnTo>
                  <a:lnTo>
                    <a:pt x="8386254" y="0"/>
                  </a:lnTo>
                  <a:lnTo>
                    <a:pt x="8384352" y="0"/>
                  </a:lnTo>
                  <a:lnTo>
                    <a:pt x="8382451" y="0"/>
                  </a:lnTo>
                  <a:lnTo>
                    <a:pt x="8380550" y="0"/>
                  </a:lnTo>
                  <a:lnTo>
                    <a:pt x="8378649" y="0"/>
                  </a:lnTo>
                  <a:lnTo>
                    <a:pt x="8376748" y="0"/>
                  </a:lnTo>
                  <a:lnTo>
                    <a:pt x="8374846" y="0"/>
                  </a:lnTo>
                  <a:lnTo>
                    <a:pt x="8372945" y="0"/>
                  </a:lnTo>
                  <a:lnTo>
                    <a:pt x="8371044" y="0"/>
                  </a:lnTo>
                  <a:lnTo>
                    <a:pt x="8369143" y="0"/>
                  </a:lnTo>
                  <a:lnTo>
                    <a:pt x="8367242" y="0"/>
                  </a:lnTo>
                  <a:lnTo>
                    <a:pt x="8365340" y="0"/>
                  </a:lnTo>
                  <a:lnTo>
                    <a:pt x="8363439" y="0"/>
                  </a:lnTo>
                  <a:lnTo>
                    <a:pt x="8361538" y="0"/>
                  </a:lnTo>
                  <a:lnTo>
                    <a:pt x="8359637" y="0"/>
                  </a:lnTo>
                  <a:lnTo>
                    <a:pt x="8357735" y="0"/>
                  </a:lnTo>
                  <a:lnTo>
                    <a:pt x="8355834" y="0"/>
                  </a:lnTo>
                  <a:lnTo>
                    <a:pt x="8353933" y="0"/>
                  </a:lnTo>
                  <a:lnTo>
                    <a:pt x="8352032" y="0"/>
                  </a:lnTo>
                  <a:lnTo>
                    <a:pt x="8350131" y="0"/>
                  </a:lnTo>
                  <a:lnTo>
                    <a:pt x="8348229" y="0"/>
                  </a:lnTo>
                  <a:lnTo>
                    <a:pt x="8346328" y="0"/>
                  </a:lnTo>
                  <a:lnTo>
                    <a:pt x="8344427" y="0"/>
                  </a:lnTo>
                  <a:lnTo>
                    <a:pt x="8342526" y="0"/>
                  </a:lnTo>
                  <a:lnTo>
                    <a:pt x="8340625" y="0"/>
                  </a:lnTo>
                  <a:lnTo>
                    <a:pt x="8338723" y="0"/>
                  </a:lnTo>
                  <a:lnTo>
                    <a:pt x="8336822" y="0"/>
                  </a:lnTo>
                  <a:lnTo>
                    <a:pt x="8334921" y="0"/>
                  </a:lnTo>
                  <a:lnTo>
                    <a:pt x="8333020" y="0"/>
                  </a:lnTo>
                  <a:lnTo>
                    <a:pt x="8331118" y="0"/>
                  </a:lnTo>
                  <a:lnTo>
                    <a:pt x="8329217" y="0"/>
                  </a:lnTo>
                  <a:lnTo>
                    <a:pt x="8327316" y="0"/>
                  </a:lnTo>
                  <a:lnTo>
                    <a:pt x="8325415" y="0"/>
                  </a:lnTo>
                  <a:lnTo>
                    <a:pt x="8323514" y="0"/>
                  </a:lnTo>
                  <a:lnTo>
                    <a:pt x="8321612" y="0"/>
                  </a:lnTo>
                  <a:lnTo>
                    <a:pt x="8319711" y="0"/>
                  </a:lnTo>
                  <a:lnTo>
                    <a:pt x="8317810" y="0"/>
                  </a:lnTo>
                  <a:lnTo>
                    <a:pt x="8315909" y="0"/>
                  </a:lnTo>
                  <a:lnTo>
                    <a:pt x="8314008" y="0"/>
                  </a:lnTo>
                  <a:lnTo>
                    <a:pt x="8312106" y="0"/>
                  </a:lnTo>
                  <a:lnTo>
                    <a:pt x="8310205" y="0"/>
                  </a:lnTo>
                  <a:lnTo>
                    <a:pt x="8308304" y="0"/>
                  </a:lnTo>
                  <a:lnTo>
                    <a:pt x="8306403" y="0"/>
                  </a:lnTo>
                  <a:lnTo>
                    <a:pt x="8304501" y="0"/>
                  </a:lnTo>
                  <a:lnTo>
                    <a:pt x="8302600" y="0"/>
                  </a:lnTo>
                  <a:lnTo>
                    <a:pt x="8300699" y="0"/>
                  </a:lnTo>
                  <a:lnTo>
                    <a:pt x="8298798" y="0"/>
                  </a:lnTo>
                  <a:lnTo>
                    <a:pt x="8296897" y="0"/>
                  </a:lnTo>
                  <a:lnTo>
                    <a:pt x="8294995" y="0"/>
                  </a:lnTo>
                  <a:lnTo>
                    <a:pt x="8293094" y="0"/>
                  </a:lnTo>
                  <a:lnTo>
                    <a:pt x="8291193" y="0"/>
                  </a:lnTo>
                  <a:lnTo>
                    <a:pt x="8289292" y="0"/>
                  </a:lnTo>
                  <a:lnTo>
                    <a:pt x="8287391" y="0"/>
                  </a:lnTo>
                  <a:lnTo>
                    <a:pt x="8285489" y="0"/>
                  </a:lnTo>
                  <a:lnTo>
                    <a:pt x="8283588" y="0"/>
                  </a:lnTo>
                  <a:lnTo>
                    <a:pt x="8281687" y="0"/>
                  </a:lnTo>
                  <a:lnTo>
                    <a:pt x="8279786" y="0"/>
                  </a:lnTo>
                  <a:lnTo>
                    <a:pt x="8277884" y="0"/>
                  </a:lnTo>
                  <a:lnTo>
                    <a:pt x="8275983" y="0"/>
                  </a:lnTo>
                  <a:lnTo>
                    <a:pt x="8274082" y="0"/>
                  </a:lnTo>
                  <a:lnTo>
                    <a:pt x="8272181" y="0"/>
                  </a:lnTo>
                  <a:lnTo>
                    <a:pt x="8270280" y="0"/>
                  </a:lnTo>
                  <a:lnTo>
                    <a:pt x="8268378" y="0"/>
                  </a:lnTo>
                  <a:lnTo>
                    <a:pt x="8266477" y="0"/>
                  </a:lnTo>
                  <a:lnTo>
                    <a:pt x="8264576" y="0"/>
                  </a:lnTo>
                  <a:lnTo>
                    <a:pt x="8262675" y="0"/>
                  </a:lnTo>
                  <a:lnTo>
                    <a:pt x="8260774" y="0"/>
                  </a:lnTo>
                  <a:lnTo>
                    <a:pt x="8258872" y="0"/>
                  </a:lnTo>
                  <a:lnTo>
                    <a:pt x="8256971" y="0"/>
                  </a:lnTo>
                  <a:lnTo>
                    <a:pt x="8255070" y="0"/>
                  </a:lnTo>
                  <a:lnTo>
                    <a:pt x="8253169" y="0"/>
                  </a:lnTo>
                  <a:lnTo>
                    <a:pt x="8251267" y="0"/>
                  </a:lnTo>
                  <a:lnTo>
                    <a:pt x="8249366" y="0"/>
                  </a:lnTo>
                  <a:lnTo>
                    <a:pt x="8247465" y="0"/>
                  </a:lnTo>
                  <a:lnTo>
                    <a:pt x="8245564" y="0"/>
                  </a:lnTo>
                  <a:lnTo>
                    <a:pt x="8243663" y="0"/>
                  </a:lnTo>
                  <a:lnTo>
                    <a:pt x="8241761" y="0"/>
                  </a:lnTo>
                  <a:lnTo>
                    <a:pt x="8239860" y="0"/>
                  </a:lnTo>
                  <a:lnTo>
                    <a:pt x="8237959" y="0"/>
                  </a:lnTo>
                  <a:lnTo>
                    <a:pt x="8236058" y="0"/>
                  </a:lnTo>
                  <a:lnTo>
                    <a:pt x="8234157" y="0"/>
                  </a:lnTo>
                  <a:lnTo>
                    <a:pt x="8232255" y="0"/>
                  </a:lnTo>
                  <a:lnTo>
                    <a:pt x="8230354" y="0"/>
                  </a:lnTo>
                  <a:lnTo>
                    <a:pt x="8228453" y="0"/>
                  </a:lnTo>
                  <a:lnTo>
                    <a:pt x="8226552" y="0"/>
                  </a:lnTo>
                  <a:lnTo>
                    <a:pt x="8224650" y="0"/>
                  </a:lnTo>
                  <a:lnTo>
                    <a:pt x="8222749" y="0"/>
                  </a:lnTo>
                  <a:lnTo>
                    <a:pt x="8220848" y="0"/>
                  </a:lnTo>
                  <a:lnTo>
                    <a:pt x="8218947" y="0"/>
                  </a:lnTo>
                  <a:lnTo>
                    <a:pt x="8217046" y="0"/>
                  </a:lnTo>
                  <a:lnTo>
                    <a:pt x="8215144" y="0"/>
                  </a:lnTo>
                  <a:lnTo>
                    <a:pt x="8213243" y="0"/>
                  </a:lnTo>
                  <a:lnTo>
                    <a:pt x="8211342" y="0"/>
                  </a:lnTo>
                  <a:lnTo>
                    <a:pt x="8209441" y="0"/>
                  </a:lnTo>
                  <a:lnTo>
                    <a:pt x="8207540" y="0"/>
                  </a:lnTo>
                  <a:lnTo>
                    <a:pt x="8205638" y="0"/>
                  </a:lnTo>
                  <a:lnTo>
                    <a:pt x="8203737" y="0"/>
                  </a:lnTo>
                  <a:lnTo>
                    <a:pt x="8201836" y="0"/>
                  </a:lnTo>
                  <a:lnTo>
                    <a:pt x="8199935" y="0"/>
                  </a:lnTo>
                  <a:lnTo>
                    <a:pt x="8198033" y="0"/>
                  </a:lnTo>
                  <a:lnTo>
                    <a:pt x="8196132" y="0"/>
                  </a:lnTo>
                  <a:lnTo>
                    <a:pt x="8194231" y="0"/>
                  </a:lnTo>
                  <a:lnTo>
                    <a:pt x="8192330" y="0"/>
                  </a:lnTo>
                  <a:lnTo>
                    <a:pt x="8190429" y="0"/>
                  </a:lnTo>
                  <a:lnTo>
                    <a:pt x="8188527" y="0"/>
                  </a:lnTo>
                  <a:lnTo>
                    <a:pt x="8186626" y="0"/>
                  </a:lnTo>
                  <a:lnTo>
                    <a:pt x="8184725" y="0"/>
                  </a:lnTo>
                  <a:lnTo>
                    <a:pt x="8182824" y="0"/>
                  </a:lnTo>
                  <a:lnTo>
                    <a:pt x="8180923" y="0"/>
                  </a:lnTo>
                  <a:lnTo>
                    <a:pt x="8179021" y="0"/>
                  </a:lnTo>
                  <a:lnTo>
                    <a:pt x="8177120" y="0"/>
                  </a:lnTo>
                  <a:lnTo>
                    <a:pt x="8175219" y="0"/>
                  </a:lnTo>
                  <a:lnTo>
                    <a:pt x="8173318" y="0"/>
                  </a:lnTo>
                  <a:lnTo>
                    <a:pt x="8171416" y="0"/>
                  </a:lnTo>
                  <a:lnTo>
                    <a:pt x="8169515" y="0"/>
                  </a:lnTo>
                  <a:lnTo>
                    <a:pt x="8167614" y="0"/>
                  </a:lnTo>
                  <a:lnTo>
                    <a:pt x="8165713" y="0"/>
                  </a:lnTo>
                  <a:lnTo>
                    <a:pt x="8163812" y="0"/>
                  </a:lnTo>
                  <a:lnTo>
                    <a:pt x="8161910" y="0"/>
                  </a:lnTo>
                  <a:lnTo>
                    <a:pt x="8160009" y="0"/>
                  </a:lnTo>
                  <a:lnTo>
                    <a:pt x="8158108" y="0"/>
                  </a:lnTo>
                  <a:lnTo>
                    <a:pt x="8156207" y="0"/>
                  </a:lnTo>
                  <a:lnTo>
                    <a:pt x="8154306" y="0"/>
                  </a:lnTo>
                  <a:lnTo>
                    <a:pt x="8152404" y="0"/>
                  </a:lnTo>
                  <a:lnTo>
                    <a:pt x="8150503" y="0"/>
                  </a:lnTo>
                  <a:lnTo>
                    <a:pt x="8148602" y="0"/>
                  </a:lnTo>
                  <a:lnTo>
                    <a:pt x="8146701" y="0"/>
                  </a:lnTo>
                  <a:lnTo>
                    <a:pt x="8144799" y="0"/>
                  </a:lnTo>
                  <a:lnTo>
                    <a:pt x="8142898" y="0"/>
                  </a:lnTo>
                  <a:lnTo>
                    <a:pt x="8140997" y="0"/>
                  </a:lnTo>
                  <a:lnTo>
                    <a:pt x="8139096" y="0"/>
                  </a:lnTo>
                  <a:lnTo>
                    <a:pt x="8137195" y="0"/>
                  </a:lnTo>
                  <a:lnTo>
                    <a:pt x="8135293" y="0"/>
                  </a:lnTo>
                  <a:lnTo>
                    <a:pt x="8133392" y="0"/>
                  </a:lnTo>
                  <a:lnTo>
                    <a:pt x="8131491" y="0"/>
                  </a:lnTo>
                  <a:lnTo>
                    <a:pt x="8129590" y="0"/>
                  </a:lnTo>
                  <a:lnTo>
                    <a:pt x="8127689" y="0"/>
                  </a:lnTo>
                  <a:lnTo>
                    <a:pt x="8125787" y="0"/>
                  </a:lnTo>
                  <a:lnTo>
                    <a:pt x="8123886" y="0"/>
                  </a:lnTo>
                  <a:lnTo>
                    <a:pt x="8121985" y="0"/>
                  </a:lnTo>
                  <a:lnTo>
                    <a:pt x="8120084" y="0"/>
                  </a:lnTo>
                  <a:lnTo>
                    <a:pt x="8118183" y="0"/>
                  </a:lnTo>
                  <a:lnTo>
                    <a:pt x="8116281" y="0"/>
                  </a:lnTo>
                  <a:lnTo>
                    <a:pt x="8114380" y="0"/>
                  </a:lnTo>
                  <a:lnTo>
                    <a:pt x="8112479" y="0"/>
                  </a:lnTo>
                  <a:lnTo>
                    <a:pt x="8110578" y="0"/>
                  </a:lnTo>
                  <a:lnTo>
                    <a:pt x="8108676" y="0"/>
                  </a:lnTo>
                  <a:lnTo>
                    <a:pt x="8106775" y="0"/>
                  </a:lnTo>
                  <a:lnTo>
                    <a:pt x="8104874" y="0"/>
                  </a:lnTo>
                  <a:lnTo>
                    <a:pt x="8102973" y="0"/>
                  </a:lnTo>
                  <a:lnTo>
                    <a:pt x="8101072" y="0"/>
                  </a:lnTo>
                  <a:lnTo>
                    <a:pt x="8099170" y="0"/>
                  </a:lnTo>
                  <a:lnTo>
                    <a:pt x="8097269" y="0"/>
                  </a:lnTo>
                  <a:lnTo>
                    <a:pt x="8095368" y="0"/>
                  </a:lnTo>
                  <a:lnTo>
                    <a:pt x="8093467" y="0"/>
                  </a:lnTo>
                  <a:lnTo>
                    <a:pt x="8091566" y="0"/>
                  </a:lnTo>
                  <a:lnTo>
                    <a:pt x="8089664" y="0"/>
                  </a:lnTo>
                  <a:lnTo>
                    <a:pt x="8087763" y="0"/>
                  </a:lnTo>
                  <a:lnTo>
                    <a:pt x="8085862" y="0"/>
                  </a:lnTo>
                  <a:lnTo>
                    <a:pt x="8083961" y="0"/>
                  </a:lnTo>
                  <a:lnTo>
                    <a:pt x="8082059" y="0"/>
                  </a:lnTo>
                  <a:lnTo>
                    <a:pt x="8080158" y="0"/>
                  </a:lnTo>
                  <a:lnTo>
                    <a:pt x="8078257" y="0"/>
                  </a:lnTo>
                  <a:lnTo>
                    <a:pt x="8076356" y="0"/>
                  </a:lnTo>
                  <a:lnTo>
                    <a:pt x="8074455" y="0"/>
                  </a:lnTo>
                  <a:lnTo>
                    <a:pt x="8072553" y="0"/>
                  </a:lnTo>
                  <a:lnTo>
                    <a:pt x="8070652" y="0"/>
                  </a:lnTo>
                  <a:lnTo>
                    <a:pt x="8068751" y="0"/>
                  </a:lnTo>
                  <a:lnTo>
                    <a:pt x="8066850" y="0"/>
                  </a:lnTo>
                  <a:lnTo>
                    <a:pt x="8064949" y="0"/>
                  </a:lnTo>
                  <a:lnTo>
                    <a:pt x="8063047" y="0"/>
                  </a:lnTo>
                  <a:lnTo>
                    <a:pt x="8061146" y="0"/>
                  </a:lnTo>
                  <a:lnTo>
                    <a:pt x="8059245" y="0"/>
                  </a:lnTo>
                  <a:lnTo>
                    <a:pt x="8057344" y="0"/>
                  </a:lnTo>
                  <a:lnTo>
                    <a:pt x="8055442" y="0"/>
                  </a:lnTo>
                  <a:lnTo>
                    <a:pt x="8053541" y="0"/>
                  </a:lnTo>
                  <a:lnTo>
                    <a:pt x="8051640" y="0"/>
                  </a:lnTo>
                  <a:lnTo>
                    <a:pt x="8049739" y="0"/>
                  </a:lnTo>
                  <a:lnTo>
                    <a:pt x="8047838" y="0"/>
                  </a:lnTo>
                  <a:lnTo>
                    <a:pt x="8045936" y="0"/>
                  </a:lnTo>
                  <a:lnTo>
                    <a:pt x="8044035" y="0"/>
                  </a:lnTo>
                  <a:lnTo>
                    <a:pt x="8042134" y="0"/>
                  </a:lnTo>
                  <a:lnTo>
                    <a:pt x="8040233" y="0"/>
                  </a:lnTo>
                  <a:lnTo>
                    <a:pt x="8038332" y="0"/>
                  </a:lnTo>
                  <a:lnTo>
                    <a:pt x="8036430" y="0"/>
                  </a:lnTo>
                  <a:lnTo>
                    <a:pt x="8034529" y="0"/>
                  </a:lnTo>
                  <a:lnTo>
                    <a:pt x="8032628" y="0"/>
                  </a:lnTo>
                  <a:lnTo>
                    <a:pt x="8030727" y="0"/>
                  </a:lnTo>
                  <a:lnTo>
                    <a:pt x="8028825" y="0"/>
                  </a:lnTo>
                  <a:lnTo>
                    <a:pt x="8026924" y="0"/>
                  </a:lnTo>
                  <a:lnTo>
                    <a:pt x="8025023" y="0"/>
                  </a:lnTo>
                  <a:lnTo>
                    <a:pt x="8023122" y="0"/>
                  </a:lnTo>
                  <a:lnTo>
                    <a:pt x="8021221" y="0"/>
                  </a:lnTo>
                  <a:lnTo>
                    <a:pt x="8019319" y="0"/>
                  </a:lnTo>
                  <a:lnTo>
                    <a:pt x="8017418" y="0"/>
                  </a:lnTo>
                  <a:lnTo>
                    <a:pt x="8015517" y="0"/>
                  </a:lnTo>
                  <a:lnTo>
                    <a:pt x="8013616" y="0"/>
                  </a:lnTo>
                  <a:lnTo>
                    <a:pt x="8011715" y="0"/>
                  </a:lnTo>
                  <a:lnTo>
                    <a:pt x="8009813" y="0"/>
                  </a:lnTo>
                  <a:lnTo>
                    <a:pt x="8007912" y="0"/>
                  </a:lnTo>
                  <a:lnTo>
                    <a:pt x="8006011" y="0"/>
                  </a:lnTo>
                  <a:lnTo>
                    <a:pt x="8004110" y="0"/>
                  </a:lnTo>
                  <a:lnTo>
                    <a:pt x="8002208" y="0"/>
                  </a:lnTo>
                  <a:lnTo>
                    <a:pt x="8000307" y="0"/>
                  </a:lnTo>
                  <a:lnTo>
                    <a:pt x="7998406" y="0"/>
                  </a:lnTo>
                  <a:lnTo>
                    <a:pt x="7996505" y="0"/>
                  </a:lnTo>
                  <a:lnTo>
                    <a:pt x="7994604" y="0"/>
                  </a:lnTo>
                  <a:lnTo>
                    <a:pt x="7992702" y="0"/>
                  </a:lnTo>
                  <a:lnTo>
                    <a:pt x="7990801" y="0"/>
                  </a:lnTo>
                  <a:lnTo>
                    <a:pt x="7988900" y="0"/>
                  </a:lnTo>
                  <a:lnTo>
                    <a:pt x="7986999" y="0"/>
                  </a:lnTo>
                  <a:lnTo>
                    <a:pt x="7985098" y="0"/>
                  </a:lnTo>
                  <a:lnTo>
                    <a:pt x="7983196" y="0"/>
                  </a:lnTo>
                  <a:lnTo>
                    <a:pt x="7981295" y="0"/>
                  </a:lnTo>
                  <a:lnTo>
                    <a:pt x="7979394" y="0"/>
                  </a:lnTo>
                  <a:lnTo>
                    <a:pt x="7977493" y="0"/>
                  </a:lnTo>
                  <a:lnTo>
                    <a:pt x="7975591" y="0"/>
                  </a:lnTo>
                  <a:lnTo>
                    <a:pt x="7973690" y="0"/>
                  </a:lnTo>
                  <a:lnTo>
                    <a:pt x="7971789" y="0"/>
                  </a:lnTo>
                  <a:lnTo>
                    <a:pt x="7969888" y="0"/>
                  </a:lnTo>
                  <a:lnTo>
                    <a:pt x="7967987" y="0"/>
                  </a:lnTo>
                  <a:lnTo>
                    <a:pt x="7966085" y="0"/>
                  </a:lnTo>
                  <a:lnTo>
                    <a:pt x="7964184" y="0"/>
                  </a:lnTo>
                  <a:lnTo>
                    <a:pt x="7962283" y="0"/>
                  </a:lnTo>
                  <a:lnTo>
                    <a:pt x="7960382" y="0"/>
                  </a:lnTo>
                  <a:lnTo>
                    <a:pt x="7958481" y="0"/>
                  </a:lnTo>
                  <a:lnTo>
                    <a:pt x="7956579" y="0"/>
                  </a:lnTo>
                  <a:lnTo>
                    <a:pt x="7954678" y="0"/>
                  </a:lnTo>
                  <a:lnTo>
                    <a:pt x="7952777" y="0"/>
                  </a:lnTo>
                  <a:lnTo>
                    <a:pt x="7950876" y="0"/>
                  </a:lnTo>
                  <a:lnTo>
                    <a:pt x="7948974" y="0"/>
                  </a:lnTo>
                  <a:lnTo>
                    <a:pt x="7947073" y="0"/>
                  </a:lnTo>
                  <a:lnTo>
                    <a:pt x="7945172" y="0"/>
                  </a:lnTo>
                  <a:lnTo>
                    <a:pt x="7943271" y="0"/>
                  </a:lnTo>
                  <a:lnTo>
                    <a:pt x="7941370" y="0"/>
                  </a:lnTo>
                  <a:lnTo>
                    <a:pt x="7939468" y="0"/>
                  </a:lnTo>
                  <a:lnTo>
                    <a:pt x="7937567" y="0"/>
                  </a:lnTo>
                  <a:lnTo>
                    <a:pt x="7935666" y="0"/>
                  </a:lnTo>
                  <a:lnTo>
                    <a:pt x="7933765" y="0"/>
                  </a:lnTo>
                  <a:lnTo>
                    <a:pt x="7931864" y="0"/>
                  </a:lnTo>
                  <a:lnTo>
                    <a:pt x="7929962" y="0"/>
                  </a:lnTo>
                  <a:lnTo>
                    <a:pt x="7928061" y="0"/>
                  </a:lnTo>
                  <a:lnTo>
                    <a:pt x="7926160" y="0"/>
                  </a:lnTo>
                  <a:lnTo>
                    <a:pt x="7924259" y="0"/>
                  </a:lnTo>
                  <a:lnTo>
                    <a:pt x="7922357" y="0"/>
                  </a:lnTo>
                  <a:lnTo>
                    <a:pt x="7920456" y="0"/>
                  </a:lnTo>
                  <a:lnTo>
                    <a:pt x="7918555" y="0"/>
                  </a:lnTo>
                  <a:lnTo>
                    <a:pt x="7916654" y="0"/>
                  </a:lnTo>
                  <a:lnTo>
                    <a:pt x="7914753" y="0"/>
                  </a:lnTo>
                  <a:lnTo>
                    <a:pt x="7912851" y="0"/>
                  </a:lnTo>
                  <a:lnTo>
                    <a:pt x="7910950" y="0"/>
                  </a:lnTo>
                  <a:lnTo>
                    <a:pt x="7909049" y="0"/>
                  </a:lnTo>
                  <a:lnTo>
                    <a:pt x="7907148" y="0"/>
                  </a:lnTo>
                  <a:lnTo>
                    <a:pt x="7905247" y="0"/>
                  </a:lnTo>
                  <a:lnTo>
                    <a:pt x="7903345" y="0"/>
                  </a:lnTo>
                  <a:lnTo>
                    <a:pt x="7901444" y="0"/>
                  </a:lnTo>
                  <a:lnTo>
                    <a:pt x="7899543" y="0"/>
                  </a:lnTo>
                  <a:lnTo>
                    <a:pt x="7897642" y="0"/>
                  </a:lnTo>
                  <a:lnTo>
                    <a:pt x="7895740" y="0"/>
                  </a:lnTo>
                  <a:lnTo>
                    <a:pt x="7893839" y="0"/>
                  </a:lnTo>
                  <a:lnTo>
                    <a:pt x="7891938" y="0"/>
                  </a:lnTo>
                  <a:lnTo>
                    <a:pt x="7890037" y="0"/>
                  </a:lnTo>
                  <a:lnTo>
                    <a:pt x="7888136" y="0"/>
                  </a:lnTo>
                  <a:lnTo>
                    <a:pt x="7886234" y="0"/>
                  </a:lnTo>
                  <a:lnTo>
                    <a:pt x="7884333" y="0"/>
                  </a:lnTo>
                  <a:lnTo>
                    <a:pt x="7882432" y="0"/>
                  </a:lnTo>
                  <a:lnTo>
                    <a:pt x="7880531" y="0"/>
                  </a:lnTo>
                  <a:lnTo>
                    <a:pt x="7878630" y="0"/>
                  </a:lnTo>
                  <a:lnTo>
                    <a:pt x="7876728" y="0"/>
                  </a:lnTo>
                  <a:lnTo>
                    <a:pt x="7874827" y="0"/>
                  </a:lnTo>
                  <a:lnTo>
                    <a:pt x="7872926" y="0"/>
                  </a:lnTo>
                  <a:lnTo>
                    <a:pt x="7871025" y="0"/>
                  </a:lnTo>
                  <a:lnTo>
                    <a:pt x="7869123" y="0"/>
                  </a:lnTo>
                  <a:lnTo>
                    <a:pt x="7867222" y="0"/>
                  </a:lnTo>
                  <a:lnTo>
                    <a:pt x="7865321" y="0"/>
                  </a:lnTo>
                  <a:lnTo>
                    <a:pt x="7863420" y="0"/>
                  </a:lnTo>
                  <a:lnTo>
                    <a:pt x="7861519" y="0"/>
                  </a:lnTo>
                  <a:lnTo>
                    <a:pt x="7859617" y="0"/>
                  </a:lnTo>
                  <a:lnTo>
                    <a:pt x="7857716" y="0"/>
                  </a:lnTo>
                  <a:lnTo>
                    <a:pt x="7855815" y="0"/>
                  </a:lnTo>
                  <a:lnTo>
                    <a:pt x="7853914" y="0"/>
                  </a:lnTo>
                  <a:lnTo>
                    <a:pt x="7852013" y="0"/>
                  </a:lnTo>
                  <a:lnTo>
                    <a:pt x="7850111" y="0"/>
                  </a:lnTo>
                  <a:lnTo>
                    <a:pt x="7848210" y="0"/>
                  </a:lnTo>
                  <a:lnTo>
                    <a:pt x="7846309" y="0"/>
                  </a:lnTo>
                  <a:lnTo>
                    <a:pt x="7844408" y="0"/>
                  </a:lnTo>
                  <a:lnTo>
                    <a:pt x="7842507" y="0"/>
                  </a:lnTo>
                  <a:lnTo>
                    <a:pt x="7840605" y="0"/>
                  </a:lnTo>
                  <a:lnTo>
                    <a:pt x="7838704" y="0"/>
                  </a:lnTo>
                  <a:lnTo>
                    <a:pt x="7836803" y="0"/>
                  </a:lnTo>
                  <a:lnTo>
                    <a:pt x="7834902" y="0"/>
                  </a:lnTo>
                  <a:lnTo>
                    <a:pt x="7833000" y="0"/>
                  </a:lnTo>
                  <a:lnTo>
                    <a:pt x="7831099" y="0"/>
                  </a:lnTo>
                  <a:lnTo>
                    <a:pt x="7829198" y="0"/>
                  </a:lnTo>
                  <a:lnTo>
                    <a:pt x="7827297" y="0"/>
                  </a:lnTo>
                  <a:lnTo>
                    <a:pt x="7825396" y="0"/>
                  </a:lnTo>
                  <a:lnTo>
                    <a:pt x="7823494" y="0"/>
                  </a:lnTo>
                  <a:lnTo>
                    <a:pt x="7821593" y="0"/>
                  </a:lnTo>
                  <a:lnTo>
                    <a:pt x="7819692" y="0"/>
                  </a:lnTo>
                  <a:lnTo>
                    <a:pt x="7817791" y="0"/>
                  </a:lnTo>
                  <a:lnTo>
                    <a:pt x="7815890" y="0"/>
                  </a:lnTo>
                  <a:lnTo>
                    <a:pt x="7813988" y="0"/>
                  </a:lnTo>
                  <a:lnTo>
                    <a:pt x="7812087" y="0"/>
                  </a:lnTo>
                  <a:lnTo>
                    <a:pt x="7810186" y="0"/>
                  </a:lnTo>
                  <a:lnTo>
                    <a:pt x="7808285" y="0"/>
                  </a:lnTo>
                  <a:lnTo>
                    <a:pt x="7806383" y="0"/>
                  </a:lnTo>
                  <a:lnTo>
                    <a:pt x="7804482" y="0"/>
                  </a:lnTo>
                  <a:lnTo>
                    <a:pt x="7802581" y="0"/>
                  </a:lnTo>
                  <a:lnTo>
                    <a:pt x="7800680" y="0"/>
                  </a:lnTo>
                  <a:lnTo>
                    <a:pt x="7798779" y="0"/>
                  </a:lnTo>
                  <a:lnTo>
                    <a:pt x="7796877" y="0"/>
                  </a:lnTo>
                  <a:lnTo>
                    <a:pt x="7794976" y="0"/>
                  </a:lnTo>
                  <a:lnTo>
                    <a:pt x="7793075" y="0"/>
                  </a:lnTo>
                  <a:lnTo>
                    <a:pt x="7791174" y="0"/>
                  </a:lnTo>
                  <a:lnTo>
                    <a:pt x="7789273" y="0"/>
                  </a:lnTo>
                  <a:lnTo>
                    <a:pt x="7787371" y="0"/>
                  </a:lnTo>
                  <a:lnTo>
                    <a:pt x="7785470" y="0"/>
                  </a:lnTo>
                  <a:lnTo>
                    <a:pt x="7783569" y="0"/>
                  </a:lnTo>
                  <a:lnTo>
                    <a:pt x="7781668" y="0"/>
                  </a:lnTo>
                  <a:lnTo>
                    <a:pt x="7779766" y="0"/>
                  </a:lnTo>
                  <a:lnTo>
                    <a:pt x="7777865" y="0"/>
                  </a:lnTo>
                  <a:lnTo>
                    <a:pt x="7775964" y="0"/>
                  </a:lnTo>
                  <a:lnTo>
                    <a:pt x="7774063" y="0"/>
                  </a:lnTo>
                  <a:lnTo>
                    <a:pt x="7772162" y="0"/>
                  </a:lnTo>
                  <a:lnTo>
                    <a:pt x="7770260" y="0"/>
                  </a:lnTo>
                  <a:lnTo>
                    <a:pt x="7768359" y="0"/>
                  </a:lnTo>
                  <a:lnTo>
                    <a:pt x="7766458" y="0"/>
                  </a:lnTo>
                  <a:lnTo>
                    <a:pt x="7764557" y="0"/>
                  </a:lnTo>
                  <a:lnTo>
                    <a:pt x="7762656" y="0"/>
                  </a:lnTo>
                  <a:lnTo>
                    <a:pt x="7760754" y="0"/>
                  </a:lnTo>
                  <a:lnTo>
                    <a:pt x="7758853" y="0"/>
                  </a:lnTo>
                  <a:lnTo>
                    <a:pt x="7756952" y="0"/>
                  </a:lnTo>
                  <a:lnTo>
                    <a:pt x="7755051" y="0"/>
                  </a:lnTo>
                  <a:lnTo>
                    <a:pt x="7753149" y="0"/>
                  </a:lnTo>
                  <a:lnTo>
                    <a:pt x="7751248" y="0"/>
                  </a:lnTo>
                  <a:lnTo>
                    <a:pt x="7749347" y="0"/>
                  </a:lnTo>
                  <a:lnTo>
                    <a:pt x="7747446" y="0"/>
                  </a:lnTo>
                  <a:lnTo>
                    <a:pt x="7745545" y="0"/>
                  </a:lnTo>
                  <a:lnTo>
                    <a:pt x="7743643" y="0"/>
                  </a:lnTo>
                  <a:lnTo>
                    <a:pt x="7741742" y="0"/>
                  </a:lnTo>
                  <a:lnTo>
                    <a:pt x="7739841" y="0"/>
                  </a:lnTo>
                  <a:lnTo>
                    <a:pt x="7737940" y="0"/>
                  </a:lnTo>
                  <a:lnTo>
                    <a:pt x="7736039" y="0"/>
                  </a:lnTo>
                  <a:lnTo>
                    <a:pt x="7734137" y="0"/>
                  </a:lnTo>
                  <a:lnTo>
                    <a:pt x="7732236" y="0"/>
                  </a:lnTo>
                  <a:lnTo>
                    <a:pt x="7730335" y="0"/>
                  </a:lnTo>
                  <a:lnTo>
                    <a:pt x="7728434" y="0"/>
                  </a:lnTo>
                  <a:lnTo>
                    <a:pt x="7726532" y="0"/>
                  </a:lnTo>
                  <a:lnTo>
                    <a:pt x="7724631" y="0"/>
                  </a:lnTo>
                  <a:lnTo>
                    <a:pt x="7722730" y="0"/>
                  </a:lnTo>
                  <a:lnTo>
                    <a:pt x="7720829" y="0"/>
                  </a:lnTo>
                  <a:lnTo>
                    <a:pt x="7718928" y="0"/>
                  </a:lnTo>
                  <a:lnTo>
                    <a:pt x="7717026" y="0"/>
                  </a:lnTo>
                  <a:lnTo>
                    <a:pt x="7715125" y="0"/>
                  </a:lnTo>
                  <a:lnTo>
                    <a:pt x="7713224" y="0"/>
                  </a:lnTo>
                  <a:lnTo>
                    <a:pt x="7711323" y="0"/>
                  </a:lnTo>
                  <a:lnTo>
                    <a:pt x="7709422" y="0"/>
                  </a:lnTo>
                  <a:lnTo>
                    <a:pt x="7707520" y="0"/>
                  </a:lnTo>
                  <a:lnTo>
                    <a:pt x="7705619" y="0"/>
                  </a:lnTo>
                  <a:lnTo>
                    <a:pt x="7703718" y="0"/>
                  </a:lnTo>
                  <a:lnTo>
                    <a:pt x="7701817" y="0"/>
                  </a:lnTo>
                  <a:lnTo>
                    <a:pt x="7699915" y="0"/>
                  </a:lnTo>
                  <a:lnTo>
                    <a:pt x="7698014" y="0"/>
                  </a:lnTo>
                  <a:lnTo>
                    <a:pt x="7696113" y="0"/>
                  </a:lnTo>
                  <a:lnTo>
                    <a:pt x="7694212" y="0"/>
                  </a:lnTo>
                  <a:lnTo>
                    <a:pt x="7692311" y="0"/>
                  </a:lnTo>
                  <a:lnTo>
                    <a:pt x="7690409" y="0"/>
                  </a:lnTo>
                  <a:lnTo>
                    <a:pt x="7688508" y="0"/>
                  </a:lnTo>
                  <a:lnTo>
                    <a:pt x="7686607" y="0"/>
                  </a:lnTo>
                  <a:lnTo>
                    <a:pt x="7684706" y="0"/>
                  </a:lnTo>
                  <a:lnTo>
                    <a:pt x="7682805" y="0"/>
                  </a:lnTo>
                  <a:lnTo>
                    <a:pt x="7680903" y="0"/>
                  </a:lnTo>
                  <a:lnTo>
                    <a:pt x="7679002" y="0"/>
                  </a:lnTo>
                  <a:lnTo>
                    <a:pt x="7677101" y="0"/>
                  </a:lnTo>
                  <a:lnTo>
                    <a:pt x="7675200" y="0"/>
                  </a:lnTo>
                  <a:lnTo>
                    <a:pt x="7673298" y="0"/>
                  </a:lnTo>
                  <a:lnTo>
                    <a:pt x="7671397" y="0"/>
                  </a:lnTo>
                  <a:lnTo>
                    <a:pt x="7669496" y="0"/>
                  </a:lnTo>
                  <a:lnTo>
                    <a:pt x="7667595" y="0"/>
                  </a:lnTo>
                  <a:lnTo>
                    <a:pt x="7665694" y="0"/>
                  </a:lnTo>
                  <a:lnTo>
                    <a:pt x="7663792" y="0"/>
                  </a:lnTo>
                  <a:lnTo>
                    <a:pt x="7661891" y="0"/>
                  </a:lnTo>
                  <a:lnTo>
                    <a:pt x="7659990" y="0"/>
                  </a:lnTo>
                  <a:lnTo>
                    <a:pt x="7658089" y="0"/>
                  </a:lnTo>
                  <a:lnTo>
                    <a:pt x="7656188" y="0"/>
                  </a:lnTo>
                  <a:lnTo>
                    <a:pt x="7654286" y="0"/>
                  </a:lnTo>
                  <a:lnTo>
                    <a:pt x="7652385" y="0"/>
                  </a:lnTo>
                  <a:lnTo>
                    <a:pt x="7650484" y="0"/>
                  </a:lnTo>
                  <a:lnTo>
                    <a:pt x="7648583" y="0"/>
                  </a:lnTo>
                  <a:lnTo>
                    <a:pt x="7646681" y="0"/>
                  </a:lnTo>
                  <a:lnTo>
                    <a:pt x="7644780" y="0"/>
                  </a:lnTo>
                  <a:lnTo>
                    <a:pt x="7642879" y="0"/>
                  </a:lnTo>
                  <a:lnTo>
                    <a:pt x="7640978" y="0"/>
                  </a:lnTo>
                  <a:lnTo>
                    <a:pt x="7639077" y="0"/>
                  </a:lnTo>
                  <a:lnTo>
                    <a:pt x="7637175" y="0"/>
                  </a:lnTo>
                  <a:lnTo>
                    <a:pt x="7635274" y="0"/>
                  </a:lnTo>
                  <a:lnTo>
                    <a:pt x="7633373" y="0"/>
                  </a:lnTo>
                  <a:lnTo>
                    <a:pt x="7631472" y="0"/>
                  </a:lnTo>
                  <a:lnTo>
                    <a:pt x="7629571" y="0"/>
                  </a:lnTo>
                  <a:lnTo>
                    <a:pt x="7627669" y="0"/>
                  </a:lnTo>
                  <a:lnTo>
                    <a:pt x="7625768" y="0"/>
                  </a:lnTo>
                  <a:lnTo>
                    <a:pt x="7623867" y="0"/>
                  </a:lnTo>
                  <a:lnTo>
                    <a:pt x="7621966" y="0"/>
                  </a:lnTo>
                  <a:lnTo>
                    <a:pt x="7620064" y="0"/>
                  </a:lnTo>
                  <a:lnTo>
                    <a:pt x="7618163" y="0"/>
                  </a:lnTo>
                  <a:lnTo>
                    <a:pt x="7616262" y="0"/>
                  </a:lnTo>
                  <a:lnTo>
                    <a:pt x="7614361" y="0"/>
                  </a:lnTo>
                  <a:lnTo>
                    <a:pt x="7612460" y="0"/>
                  </a:lnTo>
                  <a:lnTo>
                    <a:pt x="7610558" y="0"/>
                  </a:lnTo>
                  <a:lnTo>
                    <a:pt x="7608657" y="0"/>
                  </a:lnTo>
                  <a:lnTo>
                    <a:pt x="7606756" y="0"/>
                  </a:lnTo>
                  <a:lnTo>
                    <a:pt x="7604855" y="0"/>
                  </a:lnTo>
                  <a:lnTo>
                    <a:pt x="7602954" y="0"/>
                  </a:lnTo>
                  <a:lnTo>
                    <a:pt x="7601052" y="0"/>
                  </a:lnTo>
                  <a:lnTo>
                    <a:pt x="7599151" y="0"/>
                  </a:lnTo>
                  <a:lnTo>
                    <a:pt x="7597250" y="0"/>
                  </a:lnTo>
                  <a:lnTo>
                    <a:pt x="7595349" y="0"/>
                  </a:lnTo>
                  <a:lnTo>
                    <a:pt x="7593447" y="0"/>
                  </a:lnTo>
                  <a:lnTo>
                    <a:pt x="7591546" y="0"/>
                  </a:lnTo>
                  <a:lnTo>
                    <a:pt x="7589645" y="0"/>
                  </a:lnTo>
                  <a:lnTo>
                    <a:pt x="7587744" y="0"/>
                  </a:lnTo>
                  <a:lnTo>
                    <a:pt x="7585843" y="0"/>
                  </a:lnTo>
                  <a:lnTo>
                    <a:pt x="7583941" y="0"/>
                  </a:lnTo>
                  <a:lnTo>
                    <a:pt x="7582040" y="0"/>
                  </a:lnTo>
                  <a:lnTo>
                    <a:pt x="7580139" y="0"/>
                  </a:lnTo>
                  <a:lnTo>
                    <a:pt x="7578238" y="0"/>
                  </a:lnTo>
                  <a:lnTo>
                    <a:pt x="7576337" y="0"/>
                  </a:lnTo>
                  <a:lnTo>
                    <a:pt x="7574435" y="0"/>
                  </a:lnTo>
                  <a:lnTo>
                    <a:pt x="7572534" y="0"/>
                  </a:lnTo>
                  <a:lnTo>
                    <a:pt x="7570633" y="0"/>
                  </a:lnTo>
                  <a:lnTo>
                    <a:pt x="7568732" y="0"/>
                  </a:lnTo>
                  <a:lnTo>
                    <a:pt x="7566830" y="0"/>
                  </a:lnTo>
                  <a:lnTo>
                    <a:pt x="7564929" y="0"/>
                  </a:lnTo>
                  <a:lnTo>
                    <a:pt x="7563028" y="0"/>
                  </a:lnTo>
                  <a:lnTo>
                    <a:pt x="7561127" y="0"/>
                  </a:lnTo>
                  <a:lnTo>
                    <a:pt x="7559226" y="0"/>
                  </a:lnTo>
                  <a:lnTo>
                    <a:pt x="7557324" y="0"/>
                  </a:lnTo>
                  <a:lnTo>
                    <a:pt x="7555423" y="0"/>
                  </a:lnTo>
                  <a:lnTo>
                    <a:pt x="7553522" y="0"/>
                  </a:lnTo>
                  <a:lnTo>
                    <a:pt x="7551621" y="0"/>
                  </a:lnTo>
                  <a:lnTo>
                    <a:pt x="7549720" y="0"/>
                  </a:lnTo>
                  <a:lnTo>
                    <a:pt x="7547818" y="0"/>
                  </a:lnTo>
                  <a:lnTo>
                    <a:pt x="7545917" y="0"/>
                  </a:lnTo>
                  <a:lnTo>
                    <a:pt x="7544016" y="0"/>
                  </a:lnTo>
                  <a:lnTo>
                    <a:pt x="7542115" y="0"/>
                  </a:lnTo>
                  <a:lnTo>
                    <a:pt x="7540214" y="0"/>
                  </a:lnTo>
                  <a:lnTo>
                    <a:pt x="7538312" y="0"/>
                  </a:lnTo>
                  <a:lnTo>
                    <a:pt x="7536411" y="0"/>
                  </a:lnTo>
                  <a:lnTo>
                    <a:pt x="7534510" y="0"/>
                  </a:lnTo>
                  <a:lnTo>
                    <a:pt x="7532609" y="0"/>
                  </a:lnTo>
                  <a:lnTo>
                    <a:pt x="7530707" y="0"/>
                  </a:lnTo>
                  <a:lnTo>
                    <a:pt x="7528806" y="0"/>
                  </a:lnTo>
                  <a:lnTo>
                    <a:pt x="7526905" y="0"/>
                  </a:lnTo>
                  <a:lnTo>
                    <a:pt x="7525004" y="0"/>
                  </a:lnTo>
                  <a:lnTo>
                    <a:pt x="7523103" y="0"/>
                  </a:lnTo>
                  <a:lnTo>
                    <a:pt x="7521201" y="0"/>
                  </a:lnTo>
                  <a:lnTo>
                    <a:pt x="7519300" y="0"/>
                  </a:lnTo>
                  <a:lnTo>
                    <a:pt x="7517399" y="0"/>
                  </a:lnTo>
                  <a:lnTo>
                    <a:pt x="7515498" y="0"/>
                  </a:lnTo>
                  <a:lnTo>
                    <a:pt x="7513597" y="0"/>
                  </a:lnTo>
                  <a:lnTo>
                    <a:pt x="7511695" y="0"/>
                  </a:lnTo>
                  <a:lnTo>
                    <a:pt x="7509794" y="0"/>
                  </a:lnTo>
                  <a:lnTo>
                    <a:pt x="7507893" y="0"/>
                  </a:lnTo>
                  <a:lnTo>
                    <a:pt x="7505992" y="0"/>
                  </a:lnTo>
                  <a:lnTo>
                    <a:pt x="7504090" y="0"/>
                  </a:lnTo>
                  <a:lnTo>
                    <a:pt x="7502189" y="0"/>
                  </a:lnTo>
                  <a:lnTo>
                    <a:pt x="7500288" y="0"/>
                  </a:lnTo>
                  <a:lnTo>
                    <a:pt x="7498387" y="0"/>
                  </a:lnTo>
                  <a:lnTo>
                    <a:pt x="7496486" y="0"/>
                  </a:lnTo>
                  <a:lnTo>
                    <a:pt x="7494584" y="0"/>
                  </a:lnTo>
                  <a:lnTo>
                    <a:pt x="7492683" y="0"/>
                  </a:lnTo>
                  <a:lnTo>
                    <a:pt x="7490782" y="0"/>
                  </a:lnTo>
                  <a:lnTo>
                    <a:pt x="7488881" y="0"/>
                  </a:lnTo>
                  <a:lnTo>
                    <a:pt x="7486980" y="0"/>
                  </a:lnTo>
                  <a:lnTo>
                    <a:pt x="7485078" y="0"/>
                  </a:lnTo>
                  <a:lnTo>
                    <a:pt x="7483177" y="0"/>
                  </a:lnTo>
                  <a:lnTo>
                    <a:pt x="7481276" y="0"/>
                  </a:lnTo>
                  <a:lnTo>
                    <a:pt x="7479375" y="0"/>
                  </a:lnTo>
                  <a:lnTo>
                    <a:pt x="7477473" y="0"/>
                  </a:lnTo>
                  <a:lnTo>
                    <a:pt x="7475572" y="0"/>
                  </a:lnTo>
                  <a:lnTo>
                    <a:pt x="7473671" y="0"/>
                  </a:lnTo>
                  <a:lnTo>
                    <a:pt x="7471770" y="0"/>
                  </a:lnTo>
                  <a:lnTo>
                    <a:pt x="7469869" y="0"/>
                  </a:lnTo>
                  <a:lnTo>
                    <a:pt x="7467967" y="0"/>
                  </a:lnTo>
                  <a:lnTo>
                    <a:pt x="7466066" y="0"/>
                  </a:lnTo>
                  <a:lnTo>
                    <a:pt x="7464165" y="0"/>
                  </a:lnTo>
                  <a:lnTo>
                    <a:pt x="7462264" y="0"/>
                  </a:lnTo>
                  <a:lnTo>
                    <a:pt x="7460363" y="0"/>
                  </a:lnTo>
                  <a:lnTo>
                    <a:pt x="7458461" y="0"/>
                  </a:lnTo>
                  <a:lnTo>
                    <a:pt x="7456560" y="0"/>
                  </a:lnTo>
                  <a:lnTo>
                    <a:pt x="7454659" y="0"/>
                  </a:lnTo>
                  <a:lnTo>
                    <a:pt x="7452758" y="0"/>
                  </a:lnTo>
                  <a:lnTo>
                    <a:pt x="7450856" y="0"/>
                  </a:lnTo>
                  <a:lnTo>
                    <a:pt x="7448955" y="0"/>
                  </a:lnTo>
                  <a:lnTo>
                    <a:pt x="7447054" y="0"/>
                  </a:lnTo>
                  <a:lnTo>
                    <a:pt x="7445153" y="0"/>
                  </a:lnTo>
                  <a:lnTo>
                    <a:pt x="7443252" y="0"/>
                  </a:lnTo>
                  <a:lnTo>
                    <a:pt x="7441350" y="0"/>
                  </a:lnTo>
                  <a:lnTo>
                    <a:pt x="7439449" y="0"/>
                  </a:lnTo>
                  <a:lnTo>
                    <a:pt x="7437548" y="0"/>
                  </a:lnTo>
                  <a:lnTo>
                    <a:pt x="7435647" y="0"/>
                  </a:lnTo>
                  <a:lnTo>
                    <a:pt x="7433746" y="0"/>
                  </a:lnTo>
                  <a:lnTo>
                    <a:pt x="7431844" y="0"/>
                  </a:lnTo>
                  <a:lnTo>
                    <a:pt x="7429943" y="0"/>
                  </a:lnTo>
                  <a:lnTo>
                    <a:pt x="7428042" y="0"/>
                  </a:lnTo>
                  <a:lnTo>
                    <a:pt x="7426141" y="0"/>
                  </a:lnTo>
                  <a:lnTo>
                    <a:pt x="7424239" y="0"/>
                  </a:lnTo>
                  <a:lnTo>
                    <a:pt x="7422338" y="0"/>
                  </a:lnTo>
                  <a:lnTo>
                    <a:pt x="7420437" y="0"/>
                  </a:lnTo>
                  <a:lnTo>
                    <a:pt x="7418536" y="0"/>
                  </a:lnTo>
                  <a:lnTo>
                    <a:pt x="7416635" y="0"/>
                  </a:lnTo>
                  <a:lnTo>
                    <a:pt x="7414733" y="0"/>
                  </a:lnTo>
                  <a:lnTo>
                    <a:pt x="7412832" y="0"/>
                  </a:lnTo>
                  <a:lnTo>
                    <a:pt x="7410931" y="0"/>
                  </a:lnTo>
                  <a:lnTo>
                    <a:pt x="7409030" y="0"/>
                  </a:lnTo>
                  <a:lnTo>
                    <a:pt x="7407129" y="0"/>
                  </a:lnTo>
                  <a:lnTo>
                    <a:pt x="7405227" y="0"/>
                  </a:lnTo>
                  <a:lnTo>
                    <a:pt x="7403326" y="0"/>
                  </a:lnTo>
                  <a:lnTo>
                    <a:pt x="7401425" y="0"/>
                  </a:lnTo>
                  <a:lnTo>
                    <a:pt x="7399524" y="0"/>
                  </a:lnTo>
                  <a:lnTo>
                    <a:pt x="7397622" y="0"/>
                  </a:lnTo>
                  <a:lnTo>
                    <a:pt x="7395721" y="0"/>
                  </a:lnTo>
                  <a:lnTo>
                    <a:pt x="7393820" y="0"/>
                  </a:lnTo>
                  <a:lnTo>
                    <a:pt x="7391919" y="0"/>
                  </a:lnTo>
                  <a:lnTo>
                    <a:pt x="7390018" y="0"/>
                  </a:lnTo>
                  <a:lnTo>
                    <a:pt x="7388116" y="0"/>
                  </a:lnTo>
                  <a:lnTo>
                    <a:pt x="7386215" y="0"/>
                  </a:lnTo>
                  <a:lnTo>
                    <a:pt x="7384314" y="0"/>
                  </a:lnTo>
                  <a:lnTo>
                    <a:pt x="7382413" y="0"/>
                  </a:lnTo>
                  <a:lnTo>
                    <a:pt x="7380512" y="0"/>
                  </a:lnTo>
                  <a:lnTo>
                    <a:pt x="7378610" y="0"/>
                  </a:lnTo>
                  <a:lnTo>
                    <a:pt x="7376709" y="0"/>
                  </a:lnTo>
                  <a:lnTo>
                    <a:pt x="7374808" y="0"/>
                  </a:lnTo>
                  <a:lnTo>
                    <a:pt x="7372907" y="0"/>
                  </a:lnTo>
                  <a:lnTo>
                    <a:pt x="7371005" y="0"/>
                  </a:lnTo>
                  <a:lnTo>
                    <a:pt x="7369104" y="0"/>
                  </a:lnTo>
                  <a:lnTo>
                    <a:pt x="7367203" y="0"/>
                  </a:lnTo>
                  <a:lnTo>
                    <a:pt x="7365302" y="0"/>
                  </a:lnTo>
                  <a:lnTo>
                    <a:pt x="7363401" y="0"/>
                  </a:lnTo>
                  <a:lnTo>
                    <a:pt x="7361499" y="0"/>
                  </a:lnTo>
                  <a:lnTo>
                    <a:pt x="7359598" y="0"/>
                  </a:lnTo>
                  <a:lnTo>
                    <a:pt x="7357697" y="0"/>
                  </a:lnTo>
                  <a:lnTo>
                    <a:pt x="7355796" y="0"/>
                  </a:lnTo>
                  <a:lnTo>
                    <a:pt x="7353895" y="0"/>
                  </a:lnTo>
                  <a:lnTo>
                    <a:pt x="7351993" y="0"/>
                  </a:lnTo>
                  <a:lnTo>
                    <a:pt x="7350092" y="0"/>
                  </a:lnTo>
                  <a:lnTo>
                    <a:pt x="7348191" y="0"/>
                  </a:lnTo>
                  <a:lnTo>
                    <a:pt x="7346290" y="0"/>
                  </a:lnTo>
                  <a:lnTo>
                    <a:pt x="7344388" y="0"/>
                  </a:lnTo>
                  <a:lnTo>
                    <a:pt x="7342487" y="0"/>
                  </a:lnTo>
                  <a:lnTo>
                    <a:pt x="7340586" y="0"/>
                  </a:lnTo>
                  <a:lnTo>
                    <a:pt x="7338685" y="0"/>
                  </a:lnTo>
                  <a:lnTo>
                    <a:pt x="7336784" y="0"/>
                  </a:lnTo>
                  <a:lnTo>
                    <a:pt x="7334882" y="0"/>
                  </a:lnTo>
                  <a:lnTo>
                    <a:pt x="7332981" y="0"/>
                  </a:lnTo>
                  <a:lnTo>
                    <a:pt x="7331080" y="0"/>
                  </a:lnTo>
                  <a:lnTo>
                    <a:pt x="7329179" y="0"/>
                  </a:lnTo>
                  <a:lnTo>
                    <a:pt x="7327278" y="0"/>
                  </a:lnTo>
                  <a:lnTo>
                    <a:pt x="7325376" y="0"/>
                  </a:lnTo>
                  <a:lnTo>
                    <a:pt x="7323475" y="0"/>
                  </a:lnTo>
                  <a:lnTo>
                    <a:pt x="7321574" y="0"/>
                  </a:lnTo>
                  <a:lnTo>
                    <a:pt x="7319673" y="0"/>
                  </a:lnTo>
                  <a:lnTo>
                    <a:pt x="7317771" y="0"/>
                  </a:lnTo>
                  <a:lnTo>
                    <a:pt x="7315870" y="0"/>
                  </a:lnTo>
                  <a:lnTo>
                    <a:pt x="7313969" y="0"/>
                  </a:lnTo>
                  <a:lnTo>
                    <a:pt x="7312068" y="0"/>
                  </a:lnTo>
                  <a:lnTo>
                    <a:pt x="7310167" y="0"/>
                  </a:lnTo>
                  <a:lnTo>
                    <a:pt x="7308265" y="0"/>
                  </a:lnTo>
                  <a:lnTo>
                    <a:pt x="7306364" y="0"/>
                  </a:lnTo>
                  <a:lnTo>
                    <a:pt x="7304463" y="0"/>
                  </a:lnTo>
                  <a:lnTo>
                    <a:pt x="7302562" y="0"/>
                  </a:lnTo>
                  <a:lnTo>
                    <a:pt x="7300661" y="0"/>
                  </a:lnTo>
                  <a:lnTo>
                    <a:pt x="7298759" y="0"/>
                  </a:lnTo>
                  <a:lnTo>
                    <a:pt x="7296858" y="0"/>
                  </a:lnTo>
                  <a:lnTo>
                    <a:pt x="7294957" y="0"/>
                  </a:lnTo>
                  <a:lnTo>
                    <a:pt x="7293056" y="0"/>
                  </a:lnTo>
                  <a:lnTo>
                    <a:pt x="7291154" y="0"/>
                  </a:lnTo>
                  <a:lnTo>
                    <a:pt x="7289253" y="0"/>
                  </a:lnTo>
                  <a:lnTo>
                    <a:pt x="7287352" y="0"/>
                  </a:lnTo>
                  <a:lnTo>
                    <a:pt x="7285451" y="0"/>
                  </a:lnTo>
                  <a:lnTo>
                    <a:pt x="7283550" y="0"/>
                  </a:lnTo>
                  <a:lnTo>
                    <a:pt x="7281648" y="0"/>
                  </a:lnTo>
                  <a:lnTo>
                    <a:pt x="7279747" y="0"/>
                  </a:lnTo>
                  <a:lnTo>
                    <a:pt x="7277846" y="0"/>
                  </a:lnTo>
                  <a:lnTo>
                    <a:pt x="7275945" y="0"/>
                  </a:lnTo>
                  <a:lnTo>
                    <a:pt x="7274044" y="0"/>
                  </a:lnTo>
                  <a:lnTo>
                    <a:pt x="7272142" y="0"/>
                  </a:lnTo>
                  <a:lnTo>
                    <a:pt x="7270241" y="0"/>
                  </a:lnTo>
                  <a:lnTo>
                    <a:pt x="7268340" y="0"/>
                  </a:lnTo>
                  <a:lnTo>
                    <a:pt x="7266439" y="0"/>
                  </a:lnTo>
                  <a:lnTo>
                    <a:pt x="7264538" y="0"/>
                  </a:lnTo>
                  <a:lnTo>
                    <a:pt x="7262636" y="0"/>
                  </a:lnTo>
                  <a:lnTo>
                    <a:pt x="7260735" y="0"/>
                  </a:lnTo>
                  <a:lnTo>
                    <a:pt x="7258834" y="0"/>
                  </a:lnTo>
                  <a:lnTo>
                    <a:pt x="7256933" y="0"/>
                  </a:lnTo>
                  <a:lnTo>
                    <a:pt x="7255031" y="0"/>
                  </a:lnTo>
                  <a:lnTo>
                    <a:pt x="7253130" y="0"/>
                  </a:lnTo>
                  <a:lnTo>
                    <a:pt x="7251229" y="0"/>
                  </a:lnTo>
                  <a:lnTo>
                    <a:pt x="7249328" y="0"/>
                  </a:lnTo>
                  <a:lnTo>
                    <a:pt x="7247427" y="0"/>
                  </a:lnTo>
                  <a:lnTo>
                    <a:pt x="7245525" y="0"/>
                  </a:lnTo>
                  <a:lnTo>
                    <a:pt x="7243624" y="0"/>
                  </a:lnTo>
                  <a:lnTo>
                    <a:pt x="7241723" y="0"/>
                  </a:lnTo>
                  <a:lnTo>
                    <a:pt x="7239822" y="0"/>
                  </a:lnTo>
                  <a:lnTo>
                    <a:pt x="7237921" y="0"/>
                  </a:lnTo>
                  <a:lnTo>
                    <a:pt x="7236019" y="0"/>
                  </a:lnTo>
                  <a:lnTo>
                    <a:pt x="7234118" y="0"/>
                  </a:lnTo>
                  <a:lnTo>
                    <a:pt x="7232217" y="0"/>
                  </a:lnTo>
                  <a:lnTo>
                    <a:pt x="7230316" y="0"/>
                  </a:lnTo>
                  <a:lnTo>
                    <a:pt x="7228414" y="0"/>
                  </a:lnTo>
                  <a:lnTo>
                    <a:pt x="7226513" y="0"/>
                  </a:lnTo>
                  <a:lnTo>
                    <a:pt x="7224612" y="0"/>
                  </a:lnTo>
                  <a:lnTo>
                    <a:pt x="7222711" y="0"/>
                  </a:lnTo>
                  <a:lnTo>
                    <a:pt x="7220810" y="0"/>
                  </a:lnTo>
                  <a:lnTo>
                    <a:pt x="7218908" y="0"/>
                  </a:lnTo>
                  <a:lnTo>
                    <a:pt x="7217007" y="0"/>
                  </a:lnTo>
                  <a:lnTo>
                    <a:pt x="7215106" y="0"/>
                  </a:lnTo>
                  <a:lnTo>
                    <a:pt x="7213205" y="0"/>
                  </a:lnTo>
                  <a:lnTo>
                    <a:pt x="7211304" y="0"/>
                  </a:lnTo>
                  <a:lnTo>
                    <a:pt x="7209402" y="0"/>
                  </a:lnTo>
                  <a:lnTo>
                    <a:pt x="7207501" y="0"/>
                  </a:lnTo>
                  <a:lnTo>
                    <a:pt x="7205600" y="0"/>
                  </a:lnTo>
                  <a:lnTo>
                    <a:pt x="7203699" y="0"/>
                  </a:lnTo>
                  <a:lnTo>
                    <a:pt x="7201797" y="0"/>
                  </a:lnTo>
                  <a:lnTo>
                    <a:pt x="7199896" y="0"/>
                  </a:lnTo>
                  <a:lnTo>
                    <a:pt x="7197995" y="0"/>
                  </a:lnTo>
                  <a:lnTo>
                    <a:pt x="7196094" y="0"/>
                  </a:lnTo>
                  <a:lnTo>
                    <a:pt x="7194193" y="0"/>
                  </a:lnTo>
                  <a:lnTo>
                    <a:pt x="7192291" y="0"/>
                  </a:lnTo>
                  <a:lnTo>
                    <a:pt x="7190390" y="0"/>
                  </a:lnTo>
                  <a:lnTo>
                    <a:pt x="7188489" y="0"/>
                  </a:lnTo>
                  <a:lnTo>
                    <a:pt x="7186588" y="0"/>
                  </a:lnTo>
                  <a:lnTo>
                    <a:pt x="7184687" y="0"/>
                  </a:lnTo>
                  <a:lnTo>
                    <a:pt x="7182785" y="0"/>
                  </a:lnTo>
                  <a:lnTo>
                    <a:pt x="7180884" y="0"/>
                  </a:lnTo>
                  <a:lnTo>
                    <a:pt x="7178983" y="0"/>
                  </a:lnTo>
                  <a:lnTo>
                    <a:pt x="7177082" y="0"/>
                  </a:lnTo>
                  <a:lnTo>
                    <a:pt x="7175180" y="0"/>
                  </a:lnTo>
                  <a:lnTo>
                    <a:pt x="7173279" y="0"/>
                  </a:lnTo>
                  <a:lnTo>
                    <a:pt x="7171378" y="0"/>
                  </a:lnTo>
                  <a:lnTo>
                    <a:pt x="7169477" y="0"/>
                  </a:lnTo>
                  <a:lnTo>
                    <a:pt x="7167576" y="0"/>
                  </a:lnTo>
                  <a:lnTo>
                    <a:pt x="7165674" y="0"/>
                  </a:lnTo>
                  <a:lnTo>
                    <a:pt x="7163773" y="0"/>
                  </a:lnTo>
                  <a:lnTo>
                    <a:pt x="7161872" y="0"/>
                  </a:lnTo>
                  <a:lnTo>
                    <a:pt x="7159971" y="0"/>
                  </a:lnTo>
                  <a:lnTo>
                    <a:pt x="7158070" y="0"/>
                  </a:lnTo>
                  <a:lnTo>
                    <a:pt x="7156168" y="0"/>
                  </a:lnTo>
                  <a:lnTo>
                    <a:pt x="7154267" y="0"/>
                  </a:lnTo>
                  <a:lnTo>
                    <a:pt x="7152366" y="0"/>
                  </a:lnTo>
                  <a:lnTo>
                    <a:pt x="7150465" y="0"/>
                  </a:lnTo>
                  <a:lnTo>
                    <a:pt x="7148563" y="0"/>
                  </a:lnTo>
                  <a:lnTo>
                    <a:pt x="7146662" y="0"/>
                  </a:lnTo>
                  <a:lnTo>
                    <a:pt x="7144761" y="0"/>
                  </a:lnTo>
                  <a:lnTo>
                    <a:pt x="7142860" y="0"/>
                  </a:lnTo>
                  <a:lnTo>
                    <a:pt x="7140959" y="0"/>
                  </a:lnTo>
                  <a:lnTo>
                    <a:pt x="7139057" y="0"/>
                  </a:lnTo>
                  <a:lnTo>
                    <a:pt x="7137156" y="0"/>
                  </a:lnTo>
                  <a:lnTo>
                    <a:pt x="7135255" y="0"/>
                  </a:lnTo>
                  <a:lnTo>
                    <a:pt x="7133354" y="0"/>
                  </a:lnTo>
                  <a:lnTo>
                    <a:pt x="7131453" y="0"/>
                  </a:lnTo>
                  <a:lnTo>
                    <a:pt x="7129551" y="0"/>
                  </a:lnTo>
                  <a:lnTo>
                    <a:pt x="7127650" y="0"/>
                  </a:lnTo>
                  <a:lnTo>
                    <a:pt x="7125749" y="0"/>
                  </a:lnTo>
                  <a:lnTo>
                    <a:pt x="7123848" y="0"/>
                  </a:lnTo>
                  <a:lnTo>
                    <a:pt x="7121946" y="0"/>
                  </a:lnTo>
                  <a:lnTo>
                    <a:pt x="7120045" y="0"/>
                  </a:lnTo>
                  <a:lnTo>
                    <a:pt x="7118144" y="0"/>
                  </a:lnTo>
                  <a:lnTo>
                    <a:pt x="7116243" y="0"/>
                  </a:lnTo>
                  <a:lnTo>
                    <a:pt x="7114342" y="0"/>
                  </a:lnTo>
                  <a:lnTo>
                    <a:pt x="7112440" y="0"/>
                  </a:lnTo>
                  <a:lnTo>
                    <a:pt x="7110539" y="0"/>
                  </a:lnTo>
                  <a:lnTo>
                    <a:pt x="7108638" y="0"/>
                  </a:lnTo>
                  <a:lnTo>
                    <a:pt x="7106737" y="0"/>
                  </a:lnTo>
                  <a:lnTo>
                    <a:pt x="7104836" y="0"/>
                  </a:lnTo>
                  <a:lnTo>
                    <a:pt x="7102934" y="0"/>
                  </a:lnTo>
                  <a:lnTo>
                    <a:pt x="7101033" y="0"/>
                  </a:lnTo>
                  <a:lnTo>
                    <a:pt x="7099132" y="0"/>
                  </a:lnTo>
                  <a:lnTo>
                    <a:pt x="7097231" y="0"/>
                  </a:lnTo>
                  <a:lnTo>
                    <a:pt x="7095329" y="0"/>
                  </a:lnTo>
                  <a:lnTo>
                    <a:pt x="7093428" y="0"/>
                  </a:lnTo>
                  <a:lnTo>
                    <a:pt x="7091527" y="0"/>
                  </a:lnTo>
                  <a:lnTo>
                    <a:pt x="7089626" y="0"/>
                  </a:lnTo>
                  <a:lnTo>
                    <a:pt x="7087725" y="0"/>
                  </a:lnTo>
                  <a:lnTo>
                    <a:pt x="7085823" y="0"/>
                  </a:lnTo>
                  <a:lnTo>
                    <a:pt x="7083922" y="0"/>
                  </a:lnTo>
                  <a:lnTo>
                    <a:pt x="7082021" y="0"/>
                  </a:lnTo>
                  <a:lnTo>
                    <a:pt x="7080120" y="0"/>
                  </a:lnTo>
                  <a:lnTo>
                    <a:pt x="7078219" y="0"/>
                  </a:lnTo>
                  <a:lnTo>
                    <a:pt x="7076317" y="0"/>
                  </a:lnTo>
                  <a:lnTo>
                    <a:pt x="7074416" y="0"/>
                  </a:lnTo>
                  <a:lnTo>
                    <a:pt x="7072515" y="0"/>
                  </a:lnTo>
                  <a:lnTo>
                    <a:pt x="7070614" y="0"/>
                  </a:lnTo>
                  <a:lnTo>
                    <a:pt x="7068712" y="0"/>
                  </a:lnTo>
                  <a:lnTo>
                    <a:pt x="7066811" y="0"/>
                  </a:lnTo>
                  <a:lnTo>
                    <a:pt x="7064910" y="0"/>
                  </a:lnTo>
                  <a:lnTo>
                    <a:pt x="7063009" y="0"/>
                  </a:lnTo>
                  <a:lnTo>
                    <a:pt x="7061108" y="0"/>
                  </a:lnTo>
                  <a:lnTo>
                    <a:pt x="7059206" y="0"/>
                  </a:lnTo>
                  <a:lnTo>
                    <a:pt x="7057305" y="0"/>
                  </a:lnTo>
                  <a:lnTo>
                    <a:pt x="7055404" y="0"/>
                  </a:lnTo>
                  <a:lnTo>
                    <a:pt x="7053503" y="0"/>
                  </a:lnTo>
                  <a:lnTo>
                    <a:pt x="7051602" y="0"/>
                  </a:lnTo>
                  <a:lnTo>
                    <a:pt x="7049700" y="0"/>
                  </a:lnTo>
                  <a:lnTo>
                    <a:pt x="7047799" y="0"/>
                  </a:lnTo>
                  <a:lnTo>
                    <a:pt x="7045898" y="0"/>
                  </a:lnTo>
                  <a:lnTo>
                    <a:pt x="7043997" y="0"/>
                  </a:lnTo>
                  <a:lnTo>
                    <a:pt x="7042095" y="0"/>
                  </a:lnTo>
                  <a:lnTo>
                    <a:pt x="7040194" y="0"/>
                  </a:lnTo>
                  <a:lnTo>
                    <a:pt x="7038293" y="0"/>
                  </a:lnTo>
                  <a:lnTo>
                    <a:pt x="7036392" y="0"/>
                  </a:lnTo>
                  <a:lnTo>
                    <a:pt x="7034491" y="0"/>
                  </a:lnTo>
                  <a:lnTo>
                    <a:pt x="7032589" y="0"/>
                  </a:lnTo>
                  <a:lnTo>
                    <a:pt x="7030688" y="0"/>
                  </a:lnTo>
                  <a:lnTo>
                    <a:pt x="7028787" y="0"/>
                  </a:lnTo>
                  <a:lnTo>
                    <a:pt x="7026886" y="0"/>
                  </a:lnTo>
                  <a:lnTo>
                    <a:pt x="7024985" y="0"/>
                  </a:lnTo>
                  <a:lnTo>
                    <a:pt x="7023083" y="0"/>
                  </a:lnTo>
                  <a:lnTo>
                    <a:pt x="7021182" y="0"/>
                  </a:lnTo>
                  <a:lnTo>
                    <a:pt x="7019281" y="0"/>
                  </a:lnTo>
                  <a:lnTo>
                    <a:pt x="7017380" y="0"/>
                  </a:lnTo>
                  <a:lnTo>
                    <a:pt x="7015478" y="0"/>
                  </a:lnTo>
                  <a:lnTo>
                    <a:pt x="7013577" y="0"/>
                  </a:lnTo>
                  <a:lnTo>
                    <a:pt x="7011676" y="0"/>
                  </a:lnTo>
                  <a:lnTo>
                    <a:pt x="7009775" y="0"/>
                  </a:lnTo>
                  <a:lnTo>
                    <a:pt x="7007874" y="0"/>
                  </a:lnTo>
                  <a:lnTo>
                    <a:pt x="7005972" y="0"/>
                  </a:lnTo>
                  <a:lnTo>
                    <a:pt x="7004071" y="0"/>
                  </a:lnTo>
                  <a:lnTo>
                    <a:pt x="7002170" y="0"/>
                  </a:lnTo>
                  <a:lnTo>
                    <a:pt x="7000269" y="0"/>
                  </a:lnTo>
                  <a:lnTo>
                    <a:pt x="6998368" y="0"/>
                  </a:lnTo>
                  <a:lnTo>
                    <a:pt x="6996466" y="0"/>
                  </a:lnTo>
                  <a:lnTo>
                    <a:pt x="6994565" y="0"/>
                  </a:lnTo>
                  <a:lnTo>
                    <a:pt x="6992664" y="0"/>
                  </a:lnTo>
                  <a:lnTo>
                    <a:pt x="6990763" y="0"/>
                  </a:lnTo>
                  <a:lnTo>
                    <a:pt x="6988861" y="0"/>
                  </a:lnTo>
                  <a:lnTo>
                    <a:pt x="6986960" y="0"/>
                  </a:lnTo>
                  <a:lnTo>
                    <a:pt x="6985059" y="0"/>
                  </a:lnTo>
                  <a:lnTo>
                    <a:pt x="6983158" y="0"/>
                  </a:lnTo>
                  <a:lnTo>
                    <a:pt x="6981257" y="0"/>
                  </a:lnTo>
                  <a:lnTo>
                    <a:pt x="6979355" y="0"/>
                  </a:lnTo>
                  <a:lnTo>
                    <a:pt x="6977454" y="0"/>
                  </a:lnTo>
                  <a:lnTo>
                    <a:pt x="6975553" y="0"/>
                  </a:lnTo>
                  <a:lnTo>
                    <a:pt x="6973652" y="0"/>
                  </a:lnTo>
                  <a:lnTo>
                    <a:pt x="6971751" y="0"/>
                  </a:lnTo>
                  <a:lnTo>
                    <a:pt x="6969849" y="0"/>
                  </a:lnTo>
                  <a:lnTo>
                    <a:pt x="6967948" y="0"/>
                  </a:lnTo>
                  <a:lnTo>
                    <a:pt x="6966047" y="0"/>
                  </a:lnTo>
                  <a:lnTo>
                    <a:pt x="6964146" y="0"/>
                  </a:lnTo>
                  <a:lnTo>
                    <a:pt x="6962245" y="0"/>
                  </a:lnTo>
                  <a:lnTo>
                    <a:pt x="6960343" y="0"/>
                  </a:lnTo>
                  <a:lnTo>
                    <a:pt x="6958442" y="0"/>
                  </a:lnTo>
                  <a:lnTo>
                    <a:pt x="6956541" y="0"/>
                  </a:lnTo>
                  <a:lnTo>
                    <a:pt x="6954640" y="0"/>
                  </a:lnTo>
                  <a:lnTo>
                    <a:pt x="6952738" y="0"/>
                  </a:lnTo>
                  <a:lnTo>
                    <a:pt x="6950837" y="0"/>
                  </a:lnTo>
                  <a:lnTo>
                    <a:pt x="6948936" y="0"/>
                  </a:lnTo>
                  <a:lnTo>
                    <a:pt x="6947035" y="0"/>
                  </a:lnTo>
                  <a:lnTo>
                    <a:pt x="6945134" y="0"/>
                  </a:lnTo>
                  <a:lnTo>
                    <a:pt x="6943232" y="0"/>
                  </a:lnTo>
                  <a:lnTo>
                    <a:pt x="6941331" y="0"/>
                  </a:lnTo>
                  <a:lnTo>
                    <a:pt x="6939430" y="0"/>
                  </a:lnTo>
                  <a:lnTo>
                    <a:pt x="6937529" y="0"/>
                  </a:lnTo>
                  <a:lnTo>
                    <a:pt x="6935628" y="0"/>
                  </a:lnTo>
                  <a:lnTo>
                    <a:pt x="6933726" y="0"/>
                  </a:lnTo>
                  <a:lnTo>
                    <a:pt x="6931825" y="0"/>
                  </a:lnTo>
                  <a:lnTo>
                    <a:pt x="6929924" y="0"/>
                  </a:lnTo>
                  <a:lnTo>
                    <a:pt x="6928023" y="0"/>
                  </a:lnTo>
                  <a:lnTo>
                    <a:pt x="6926121" y="0"/>
                  </a:lnTo>
                  <a:lnTo>
                    <a:pt x="6924220" y="0"/>
                  </a:lnTo>
                  <a:lnTo>
                    <a:pt x="6922319" y="0"/>
                  </a:lnTo>
                  <a:lnTo>
                    <a:pt x="6920418" y="0"/>
                  </a:lnTo>
                  <a:lnTo>
                    <a:pt x="6918517" y="0"/>
                  </a:lnTo>
                  <a:lnTo>
                    <a:pt x="6916615" y="0"/>
                  </a:lnTo>
                  <a:lnTo>
                    <a:pt x="6914714" y="0"/>
                  </a:lnTo>
                  <a:lnTo>
                    <a:pt x="6912813" y="0"/>
                  </a:lnTo>
                  <a:lnTo>
                    <a:pt x="6910912" y="0"/>
                  </a:lnTo>
                  <a:lnTo>
                    <a:pt x="6909011" y="0"/>
                  </a:lnTo>
                  <a:lnTo>
                    <a:pt x="6907109" y="0"/>
                  </a:lnTo>
                  <a:lnTo>
                    <a:pt x="6905208" y="0"/>
                  </a:lnTo>
                  <a:lnTo>
                    <a:pt x="6903307" y="0"/>
                  </a:lnTo>
                  <a:lnTo>
                    <a:pt x="6901406" y="0"/>
                  </a:lnTo>
                  <a:lnTo>
                    <a:pt x="6899504" y="0"/>
                  </a:lnTo>
                  <a:lnTo>
                    <a:pt x="6897603" y="0"/>
                  </a:lnTo>
                  <a:lnTo>
                    <a:pt x="6895702" y="0"/>
                  </a:lnTo>
                  <a:lnTo>
                    <a:pt x="6893801" y="0"/>
                  </a:lnTo>
                  <a:lnTo>
                    <a:pt x="6891900" y="0"/>
                  </a:lnTo>
                  <a:lnTo>
                    <a:pt x="6889998" y="0"/>
                  </a:lnTo>
                  <a:lnTo>
                    <a:pt x="6888097" y="0"/>
                  </a:lnTo>
                  <a:lnTo>
                    <a:pt x="6886196" y="0"/>
                  </a:lnTo>
                  <a:lnTo>
                    <a:pt x="6884295" y="0"/>
                  </a:lnTo>
                  <a:lnTo>
                    <a:pt x="6882394" y="0"/>
                  </a:lnTo>
                  <a:lnTo>
                    <a:pt x="6880492" y="0"/>
                  </a:lnTo>
                  <a:lnTo>
                    <a:pt x="6878591" y="0"/>
                  </a:lnTo>
                  <a:lnTo>
                    <a:pt x="6876690" y="0"/>
                  </a:lnTo>
                  <a:lnTo>
                    <a:pt x="6874789" y="0"/>
                  </a:lnTo>
                  <a:lnTo>
                    <a:pt x="6872887" y="0"/>
                  </a:lnTo>
                  <a:lnTo>
                    <a:pt x="6870986" y="0"/>
                  </a:lnTo>
                  <a:lnTo>
                    <a:pt x="6869085" y="0"/>
                  </a:lnTo>
                  <a:lnTo>
                    <a:pt x="6867184" y="0"/>
                  </a:lnTo>
                  <a:lnTo>
                    <a:pt x="6865283" y="0"/>
                  </a:lnTo>
                  <a:lnTo>
                    <a:pt x="6863381" y="0"/>
                  </a:lnTo>
                  <a:lnTo>
                    <a:pt x="6861480" y="0"/>
                  </a:lnTo>
                  <a:lnTo>
                    <a:pt x="6859579" y="0"/>
                  </a:lnTo>
                  <a:lnTo>
                    <a:pt x="6857678" y="0"/>
                  </a:lnTo>
                  <a:lnTo>
                    <a:pt x="6855777" y="0"/>
                  </a:lnTo>
                  <a:lnTo>
                    <a:pt x="6853875" y="0"/>
                  </a:lnTo>
                  <a:lnTo>
                    <a:pt x="6851974" y="0"/>
                  </a:lnTo>
                  <a:lnTo>
                    <a:pt x="6850073" y="0"/>
                  </a:lnTo>
                  <a:lnTo>
                    <a:pt x="6848172" y="0"/>
                  </a:lnTo>
                  <a:lnTo>
                    <a:pt x="6846270" y="0"/>
                  </a:lnTo>
                  <a:lnTo>
                    <a:pt x="6844369" y="0"/>
                  </a:lnTo>
                  <a:lnTo>
                    <a:pt x="6842468" y="0"/>
                  </a:lnTo>
                  <a:lnTo>
                    <a:pt x="6840567" y="0"/>
                  </a:lnTo>
                  <a:lnTo>
                    <a:pt x="6838666" y="0"/>
                  </a:lnTo>
                  <a:lnTo>
                    <a:pt x="6836764" y="0"/>
                  </a:lnTo>
                  <a:lnTo>
                    <a:pt x="6834863" y="0"/>
                  </a:lnTo>
                  <a:lnTo>
                    <a:pt x="6832962" y="0"/>
                  </a:lnTo>
                  <a:lnTo>
                    <a:pt x="6831061" y="0"/>
                  </a:lnTo>
                  <a:lnTo>
                    <a:pt x="6829160" y="0"/>
                  </a:lnTo>
                  <a:lnTo>
                    <a:pt x="6827258" y="0"/>
                  </a:lnTo>
                  <a:lnTo>
                    <a:pt x="6825357" y="0"/>
                  </a:lnTo>
                  <a:lnTo>
                    <a:pt x="6823456" y="0"/>
                  </a:lnTo>
                  <a:lnTo>
                    <a:pt x="6821555" y="0"/>
                  </a:lnTo>
                  <a:lnTo>
                    <a:pt x="6819653" y="0"/>
                  </a:lnTo>
                  <a:lnTo>
                    <a:pt x="6817752" y="0"/>
                  </a:lnTo>
                  <a:lnTo>
                    <a:pt x="6815851" y="0"/>
                  </a:lnTo>
                  <a:lnTo>
                    <a:pt x="6813950" y="0"/>
                  </a:lnTo>
                  <a:lnTo>
                    <a:pt x="6812049" y="0"/>
                  </a:lnTo>
                  <a:lnTo>
                    <a:pt x="6810147" y="0"/>
                  </a:lnTo>
                  <a:lnTo>
                    <a:pt x="6808246" y="0"/>
                  </a:lnTo>
                  <a:lnTo>
                    <a:pt x="6806345" y="0"/>
                  </a:lnTo>
                  <a:lnTo>
                    <a:pt x="6804444" y="0"/>
                  </a:lnTo>
                  <a:lnTo>
                    <a:pt x="6802543" y="0"/>
                  </a:lnTo>
                  <a:lnTo>
                    <a:pt x="6800641" y="0"/>
                  </a:lnTo>
                  <a:lnTo>
                    <a:pt x="6798740" y="0"/>
                  </a:lnTo>
                  <a:lnTo>
                    <a:pt x="6796839" y="0"/>
                  </a:lnTo>
                  <a:lnTo>
                    <a:pt x="6794938" y="0"/>
                  </a:lnTo>
                  <a:lnTo>
                    <a:pt x="6793036" y="0"/>
                  </a:lnTo>
                  <a:lnTo>
                    <a:pt x="6791135" y="0"/>
                  </a:lnTo>
                  <a:lnTo>
                    <a:pt x="6789234" y="0"/>
                  </a:lnTo>
                  <a:lnTo>
                    <a:pt x="6787333" y="0"/>
                  </a:lnTo>
                  <a:lnTo>
                    <a:pt x="6785432" y="0"/>
                  </a:lnTo>
                  <a:lnTo>
                    <a:pt x="6783530" y="0"/>
                  </a:lnTo>
                  <a:lnTo>
                    <a:pt x="6781629" y="0"/>
                  </a:lnTo>
                  <a:lnTo>
                    <a:pt x="6779728" y="0"/>
                  </a:lnTo>
                  <a:lnTo>
                    <a:pt x="6777827" y="0"/>
                  </a:lnTo>
                  <a:lnTo>
                    <a:pt x="6775926" y="0"/>
                  </a:lnTo>
                  <a:lnTo>
                    <a:pt x="6774024" y="0"/>
                  </a:lnTo>
                  <a:lnTo>
                    <a:pt x="6772123" y="0"/>
                  </a:lnTo>
                  <a:lnTo>
                    <a:pt x="6770222" y="0"/>
                  </a:lnTo>
                  <a:lnTo>
                    <a:pt x="6768321" y="0"/>
                  </a:lnTo>
                  <a:lnTo>
                    <a:pt x="6766419" y="0"/>
                  </a:lnTo>
                  <a:lnTo>
                    <a:pt x="6764518" y="0"/>
                  </a:lnTo>
                  <a:lnTo>
                    <a:pt x="6762617" y="0"/>
                  </a:lnTo>
                  <a:lnTo>
                    <a:pt x="6760716" y="0"/>
                  </a:lnTo>
                  <a:lnTo>
                    <a:pt x="6758815" y="0"/>
                  </a:lnTo>
                  <a:lnTo>
                    <a:pt x="6756913" y="0"/>
                  </a:lnTo>
                  <a:lnTo>
                    <a:pt x="6755012" y="0"/>
                  </a:lnTo>
                  <a:lnTo>
                    <a:pt x="6753111" y="0"/>
                  </a:lnTo>
                  <a:lnTo>
                    <a:pt x="6751210" y="0"/>
                  </a:lnTo>
                  <a:lnTo>
                    <a:pt x="6749309" y="0"/>
                  </a:lnTo>
                  <a:lnTo>
                    <a:pt x="6747407" y="0"/>
                  </a:lnTo>
                  <a:lnTo>
                    <a:pt x="6745506" y="0"/>
                  </a:lnTo>
                  <a:lnTo>
                    <a:pt x="6743605" y="0"/>
                  </a:lnTo>
                  <a:lnTo>
                    <a:pt x="6741704" y="0"/>
                  </a:lnTo>
                  <a:lnTo>
                    <a:pt x="6739802" y="0"/>
                  </a:lnTo>
                  <a:lnTo>
                    <a:pt x="6737901" y="0"/>
                  </a:lnTo>
                  <a:lnTo>
                    <a:pt x="6736000" y="0"/>
                  </a:lnTo>
                  <a:lnTo>
                    <a:pt x="6734099" y="0"/>
                  </a:lnTo>
                  <a:lnTo>
                    <a:pt x="6732198" y="0"/>
                  </a:lnTo>
                  <a:lnTo>
                    <a:pt x="6730296" y="0"/>
                  </a:lnTo>
                  <a:lnTo>
                    <a:pt x="6728395" y="0"/>
                  </a:lnTo>
                  <a:lnTo>
                    <a:pt x="6726494" y="0"/>
                  </a:lnTo>
                  <a:lnTo>
                    <a:pt x="6724593" y="0"/>
                  </a:lnTo>
                  <a:lnTo>
                    <a:pt x="6722692" y="0"/>
                  </a:lnTo>
                  <a:lnTo>
                    <a:pt x="6720790" y="0"/>
                  </a:lnTo>
                  <a:lnTo>
                    <a:pt x="6718889" y="0"/>
                  </a:lnTo>
                  <a:lnTo>
                    <a:pt x="6716988" y="0"/>
                  </a:lnTo>
                  <a:lnTo>
                    <a:pt x="6715087" y="0"/>
                  </a:lnTo>
                  <a:lnTo>
                    <a:pt x="6713185" y="0"/>
                  </a:lnTo>
                  <a:lnTo>
                    <a:pt x="6711284" y="0"/>
                  </a:lnTo>
                  <a:lnTo>
                    <a:pt x="6709383" y="0"/>
                  </a:lnTo>
                  <a:lnTo>
                    <a:pt x="6707482" y="0"/>
                  </a:lnTo>
                  <a:lnTo>
                    <a:pt x="6705581" y="0"/>
                  </a:lnTo>
                  <a:lnTo>
                    <a:pt x="6703679" y="0"/>
                  </a:lnTo>
                  <a:lnTo>
                    <a:pt x="6701778" y="0"/>
                  </a:lnTo>
                  <a:lnTo>
                    <a:pt x="6699877" y="0"/>
                  </a:lnTo>
                  <a:lnTo>
                    <a:pt x="6697976" y="0"/>
                  </a:lnTo>
                  <a:lnTo>
                    <a:pt x="6696075" y="0"/>
                  </a:lnTo>
                  <a:lnTo>
                    <a:pt x="6694173" y="0"/>
                  </a:lnTo>
                  <a:lnTo>
                    <a:pt x="6692272" y="0"/>
                  </a:lnTo>
                  <a:lnTo>
                    <a:pt x="6690371" y="0"/>
                  </a:lnTo>
                  <a:lnTo>
                    <a:pt x="6688470" y="0"/>
                  </a:lnTo>
                  <a:lnTo>
                    <a:pt x="6686569" y="0"/>
                  </a:lnTo>
                  <a:lnTo>
                    <a:pt x="6684667" y="0"/>
                  </a:lnTo>
                  <a:lnTo>
                    <a:pt x="6682766" y="0"/>
                  </a:lnTo>
                  <a:lnTo>
                    <a:pt x="6680865" y="0"/>
                  </a:lnTo>
                  <a:lnTo>
                    <a:pt x="6678964" y="0"/>
                  </a:lnTo>
                  <a:lnTo>
                    <a:pt x="6677062" y="0"/>
                  </a:lnTo>
                  <a:lnTo>
                    <a:pt x="6675161" y="0"/>
                  </a:lnTo>
                  <a:lnTo>
                    <a:pt x="6673260" y="0"/>
                  </a:lnTo>
                  <a:lnTo>
                    <a:pt x="6671359" y="0"/>
                  </a:lnTo>
                  <a:lnTo>
                    <a:pt x="6669458" y="0"/>
                  </a:lnTo>
                  <a:lnTo>
                    <a:pt x="6667556" y="0"/>
                  </a:lnTo>
                  <a:lnTo>
                    <a:pt x="6665655" y="0"/>
                  </a:lnTo>
                  <a:lnTo>
                    <a:pt x="6663754" y="0"/>
                  </a:lnTo>
                  <a:lnTo>
                    <a:pt x="6661853" y="0"/>
                  </a:lnTo>
                  <a:lnTo>
                    <a:pt x="6659952" y="0"/>
                  </a:lnTo>
                  <a:lnTo>
                    <a:pt x="6658050" y="0"/>
                  </a:lnTo>
                  <a:lnTo>
                    <a:pt x="6656149" y="0"/>
                  </a:lnTo>
                  <a:lnTo>
                    <a:pt x="6654248" y="0"/>
                  </a:lnTo>
                  <a:lnTo>
                    <a:pt x="6652347" y="0"/>
                  </a:lnTo>
                  <a:lnTo>
                    <a:pt x="6650445" y="0"/>
                  </a:lnTo>
                  <a:lnTo>
                    <a:pt x="6648544" y="0"/>
                  </a:lnTo>
                  <a:lnTo>
                    <a:pt x="6646643" y="0"/>
                  </a:lnTo>
                  <a:lnTo>
                    <a:pt x="6644742" y="0"/>
                  </a:lnTo>
                  <a:lnTo>
                    <a:pt x="6642841" y="0"/>
                  </a:lnTo>
                  <a:lnTo>
                    <a:pt x="6640939" y="0"/>
                  </a:lnTo>
                  <a:lnTo>
                    <a:pt x="6639038" y="0"/>
                  </a:lnTo>
                  <a:lnTo>
                    <a:pt x="6637137" y="0"/>
                  </a:lnTo>
                  <a:lnTo>
                    <a:pt x="6635236" y="0"/>
                  </a:lnTo>
                  <a:lnTo>
                    <a:pt x="6633335" y="0"/>
                  </a:lnTo>
                  <a:lnTo>
                    <a:pt x="6631433" y="0"/>
                  </a:lnTo>
                  <a:lnTo>
                    <a:pt x="6629532" y="0"/>
                  </a:lnTo>
                  <a:lnTo>
                    <a:pt x="6627631" y="0"/>
                  </a:lnTo>
                  <a:lnTo>
                    <a:pt x="6625730" y="0"/>
                  </a:lnTo>
                  <a:lnTo>
                    <a:pt x="6623828" y="0"/>
                  </a:lnTo>
                  <a:lnTo>
                    <a:pt x="6621927" y="0"/>
                  </a:lnTo>
                  <a:lnTo>
                    <a:pt x="6620026" y="0"/>
                  </a:lnTo>
                  <a:lnTo>
                    <a:pt x="6618125" y="0"/>
                  </a:lnTo>
                  <a:lnTo>
                    <a:pt x="6616224" y="0"/>
                  </a:lnTo>
                  <a:lnTo>
                    <a:pt x="6614322" y="0"/>
                  </a:lnTo>
                  <a:lnTo>
                    <a:pt x="6612421" y="0"/>
                  </a:lnTo>
                  <a:lnTo>
                    <a:pt x="6610520" y="0"/>
                  </a:lnTo>
                  <a:lnTo>
                    <a:pt x="6608619" y="0"/>
                  </a:lnTo>
                  <a:lnTo>
                    <a:pt x="6606718" y="0"/>
                  </a:lnTo>
                  <a:lnTo>
                    <a:pt x="6604816" y="0"/>
                  </a:lnTo>
                  <a:lnTo>
                    <a:pt x="6602915" y="0"/>
                  </a:lnTo>
                  <a:lnTo>
                    <a:pt x="6601014" y="0"/>
                  </a:lnTo>
                  <a:lnTo>
                    <a:pt x="6599113" y="0"/>
                  </a:lnTo>
                  <a:lnTo>
                    <a:pt x="6597211" y="0"/>
                  </a:lnTo>
                  <a:lnTo>
                    <a:pt x="6595310" y="0"/>
                  </a:lnTo>
                  <a:lnTo>
                    <a:pt x="6593409" y="0"/>
                  </a:lnTo>
                  <a:lnTo>
                    <a:pt x="6591508" y="0"/>
                  </a:lnTo>
                  <a:lnTo>
                    <a:pt x="6589607" y="0"/>
                  </a:lnTo>
                  <a:lnTo>
                    <a:pt x="6587705" y="0"/>
                  </a:lnTo>
                  <a:lnTo>
                    <a:pt x="6585804" y="0"/>
                  </a:lnTo>
                  <a:lnTo>
                    <a:pt x="6583903" y="0"/>
                  </a:lnTo>
                  <a:lnTo>
                    <a:pt x="6582002" y="0"/>
                  </a:lnTo>
                  <a:lnTo>
                    <a:pt x="6580101" y="0"/>
                  </a:lnTo>
                  <a:lnTo>
                    <a:pt x="6578199" y="0"/>
                  </a:lnTo>
                  <a:lnTo>
                    <a:pt x="6576298" y="0"/>
                  </a:lnTo>
                  <a:lnTo>
                    <a:pt x="6574397" y="0"/>
                  </a:lnTo>
                  <a:lnTo>
                    <a:pt x="6572496" y="0"/>
                  </a:lnTo>
                  <a:lnTo>
                    <a:pt x="6570594" y="0"/>
                  </a:lnTo>
                  <a:lnTo>
                    <a:pt x="6568693" y="0"/>
                  </a:lnTo>
                  <a:lnTo>
                    <a:pt x="6566792" y="0"/>
                  </a:lnTo>
                  <a:lnTo>
                    <a:pt x="6564891" y="0"/>
                  </a:lnTo>
                  <a:lnTo>
                    <a:pt x="6562990" y="0"/>
                  </a:lnTo>
                  <a:lnTo>
                    <a:pt x="6561088" y="0"/>
                  </a:lnTo>
                  <a:lnTo>
                    <a:pt x="6559187" y="0"/>
                  </a:lnTo>
                  <a:lnTo>
                    <a:pt x="6557286" y="0"/>
                  </a:lnTo>
                  <a:lnTo>
                    <a:pt x="6555385" y="0"/>
                  </a:lnTo>
                  <a:lnTo>
                    <a:pt x="6553484" y="0"/>
                  </a:lnTo>
                  <a:lnTo>
                    <a:pt x="6551582" y="0"/>
                  </a:lnTo>
                  <a:lnTo>
                    <a:pt x="6549681" y="0"/>
                  </a:lnTo>
                  <a:lnTo>
                    <a:pt x="6547780" y="0"/>
                  </a:lnTo>
                  <a:lnTo>
                    <a:pt x="6545879" y="0"/>
                  </a:lnTo>
                  <a:lnTo>
                    <a:pt x="6543977" y="0"/>
                  </a:lnTo>
                  <a:lnTo>
                    <a:pt x="6542076" y="0"/>
                  </a:lnTo>
                  <a:lnTo>
                    <a:pt x="6540175" y="0"/>
                  </a:lnTo>
                  <a:lnTo>
                    <a:pt x="6538274" y="0"/>
                  </a:lnTo>
                  <a:lnTo>
                    <a:pt x="6536373" y="0"/>
                  </a:lnTo>
                  <a:lnTo>
                    <a:pt x="6534471" y="0"/>
                  </a:lnTo>
                  <a:lnTo>
                    <a:pt x="6532570" y="0"/>
                  </a:lnTo>
                  <a:lnTo>
                    <a:pt x="6530669" y="0"/>
                  </a:lnTo>
                  <a:lnTo>
                    <a:pt x="6528768" y="0"/>
                  </a:lnTo>
                  <a:lnTo>
                    <a:pt x="6526867" y="0"/>
                  </a:lnTo>
                  <a:lnTo>
                    <a:pt x="6524965" y="0"/>
                  </a:lnTo>
                  <a:lnTo>
                    <a:pt x="6523064" y="0"/>
                  </a:lnTo>
                  <a:lnTo>
                    <a:pt x="6521163" y="0"/>
                  </a:lnTo>
                  <a:lnTo>
                    <a:pt x="6519262" y="0"/>
                  </a:lnTo>
                  <a:lnTo>
                    <a:pt x="6517360" y="0"/>
                  </a:lnTo>
                  <a:lnTo>
                    <a:pt x="6515459" y="0"/>
                  </a:lnTo>
                  <a:lnTo>
                    <a:pt x="6513558" y="0"/>
                  </a:lnTo>
                  <a:lnTo>
                    <a:pt x="6511657" y="0"/>
                  </a:lnTo>
                  <a:lnTo>
                    <a:pt x="6509756" y="0"/>
                  </a:lnTo>
                  <a:lnTo>
                    <a:pt x="6507854" y="0"/>
                  </a:lnTo>
                  <a:lnTo>
                    <a:pt x="6505953" y="0"/>
                  </a:lnTo>
                  <a:lnTo>
                    <a:pt x="6504052" y="0"/>
                  </a:lnTo>
                  <a:lnTo>
                    <a:pt x="6502151" y="0"/>
                  </a:lnTo>
                  <a:lnTo>
                    <a:pt x="6500250" y="0"/>
                  </a:lnTo>
                  <a:lnTo>
                    <a:pt x="6498348" y="0"/>
                  </a:lnTo>
                  <a:lnTo>
                    <a:pt x="6496447" y="0"/>
                  </a:lnTo>
                  <a:lnTo>
                    <a:pt x="6494546" y="0"/>
                  </a:lnTo>
                  <a:lnTo>
                    <a:pt x="6492645" y="0"/>
                  </a:lnTo>
                  <a:lnTo>
                    <a:pt x="6490743" y="0"/>
                  </a:lnTo>
                  <a:lnTo>
                    <a:pt x="6488842" y="0"/>
                  </a:lnTo>
                  <a:lnTo>
                    <a:pt x="6486941" y="0"/>
                  </a:lnTo>
                  <a:lnTo>
                    <a:pt x="6485040" y="0"/>
                  </a:lnTo>
                  <a:lnTo>
                    <a:pt x="6483139" y="0"/>
                  </a:lnTo>
                  <a:lnTo>
                    <a:pt x="6481237" y="0"/>
                  </a:lnTo>
                  <a:lnTo>
                    <a:pt x="6479336" y="0"/>
                  </a:lnTo>
                  <a:lnTo>
                    <a:pt x="6477435" y="0"/>
                  </a:lnTo>
                  <a:lnTo>
                    <a:pt x="6475534" y="0"/>
                  </a:lnTo>
                  <a:lnTo>
                    <a:pt x="6473633" y="0"/>
                  </a:lnTo>
                  <a:lnTo>
                    <a:pt x="6471731" y="0"/>
                  </a:lnTo>
                  <a:lnTo>
                    <a:pt x="6469830" y="0"/>
                  </a:lnTo>
                  <a:lnTo>
                    <a:pt x="6467929" y="0"/>
                  </a:lnTo>
                  <a:lnTo>
                    <a:pt x="6466028" y="0"/>
                  </a:lnTo>
                  <a:lnTo>
                    <a:pt x="6464126" y="0"/>
                  </a:lnTo>
                  <a:lnTo>
                    <a:pt x="6462225" y="0"/>
                  </a:lnTo>
                  <a:lnTo>
                    <a:pt x="6460324" y="0"/>
                  </a:lnTo>
                  <a:lnTo>
                    <a:pt x="6458423" y="0"/>
                  </a:lnTo>
                  <a:lnTo>
                    <a:pt x="6456522" y="0"/>
                  </a:lnTo>
                  <a:lnTo>
                    <a:pt x="6454620" y="0"/>
                  </a:lnTo>
                  <a:lnTo>
                    <a:pt x="6452719" y="0"/>
                  </a:lnTo>
                  <a:lnTo>
                    <a:pt x="6450818" y="0"/>
                  </a:lnTo>
                  <a:lnTo>
                    <a:pt x="6448917" y="0"/>
                  </a:lnTo>
                  <a:lnTo>
                    <a:pt x="6447016" y="0"/>
                  </a:lnTo>
                  <a:lnTo>
                    <a:pt x="6445114" y="0"/>
                  </a:lnTo>
                  <a:lnTo>
                    <a:pt x="6443213" y="0"/>
                  </a:lnTo>
                  <a:lnTo>
                    <a:pt x="6441312" y="0"/>
                  </a:lnTo>
                  <a:lnTo>
                    <a:pt x="6439411" y="0"/>
                  </a:lnTo>
                  <a:lnTo>
                    <a:pt x="6437509" y="0"/>
                  </a:lnTo>
                  <a:lnTo>
                    <a:pt x="6435608" y="0"/>
                  </a:lnTo>
                  <a:lnTo>
                    <a:pt x="6433707" y="0"/>
                  </a:lnTo>
                  <a:lnTo>
                    <a:pt x="6431806" y="0"/>
                  </a:lnTo>
                  <a:lnTo>
                    <a:pt x="6429905" y="0"/>
                  </a:lnTo>
                  <a:lnTo>
                    <a:pt x="6428003" y="0"/>
                  </a:lnTo>
                  <a:lnTo>
                    <a:pt x="6426102" y="0"/>
                  </a:lnTo>
                  <a:lnTo>
                    <a:pt x="6424201" y="0"/>
                  </a:lnTo>
                  <a:lnTo>
                    <a:pt x="6422300" y="0"/>
                  </a:lnTo>
                  <a:lnTo>
                    <a:pt x="6420399" y="0"/>
                  </a:lnTo>
                  <a:lnTo>
                    <a:pt x="6418497" y="0"/>
                  </a:lnTo>
                  <a:lnTo>
                    <a:pt x="6416596" y="0"/>
                  </a:lnTo>
                  <a:lnTo>
                    <a:pt x="6414695" y="0"/>
                  </a:lnTo>
                  <a:lnTo>
                    <a:pt x="6412794" y="0"/>
                  </a:lnTo>
                  <a:lnTo>
                    <a:pt x="6410892" y="0"/>
                  </a:lnTo>
                  <a:lnTo>
                    <a:pt x="6408991" y="0"/>
                  </a:lnTo>
                  <a:lnTo>
                    <a:pt x="6407090" y="0"/>
                  </a:lnTo>
                  <a:lnTo>
                    <a:pt x="6405189" y="0"/>
                  </a:lnTo>
                  <a:lnTo>
                    <a:pt x="6403288" y="0"/>
                  </a:lnTo>
                  <a:lnTo>
                    <a:pt x="6401386" y="0"/>
                  </a:lnTo>
                  <a:lnTo>
                    <a:pt x="6399485" y="0"/>
                  </a:lnTo>
                  <a:lnTo>
                    <a:pt x="6397584" y="0"/>
                  </a:lnTo>
                  <a:lnTo>
                    <a:pt x="6395683" y="0"/>
                  </a:lnTo>
                  <a:lnTo>
                    <a:pt x="6393782" y="0"/>
                  </a:lnTo>
                  <a:lnTo>
                    <a:pt x="6391880" y="0"/>
                  </a:lnTo>
                  <a:lnTo>
                    <a:pt x="6389979" y="0"/>
                  </a:lnTo>
                  <a:lnTo>
                    <a:pt x="6388078" y="0"/>
                  </a:lnTo>
                  <a:lnTo>
                    <a:pt x="6386177" y="0"/>
                  </a:lnTo>
                  <a:lnTo>
                    <a:pt x="6384276" y="0"/>
                  </a:lnTo>
                  <a:lnTo>
                    <a:pt x="6382374" y="0"/>
                  </a:lnTo>
                  <a:lnTo>
                    <a:pt x="6380473" y="0"/>
                  </a:lnTo>
                  <a:lnTo>
                    <a:pt x="6378572" y="0"/>
                  </a:lnTo>
                  <a:lnTo>
                    <a:pt x="6376671" y="0"/>
                  </a:lnTo>
                  <a:lnTo>
                    <a:pt x="6374769" y="0"/>
                  </a:lnTo>
                  <a:lnTo>
                    <a:pt x="6372868" y="0"/>
                  </a:lnTo>
                  <a:lnTo>
                    <a:pt x="6370967" y="0"/>
                  </a:lnTo>
                  <a:lnTo>
                    <a:pt x="6369066" y="0"/>
                  </a:lnTo>
                  <a:lnTo>
                    <a:pt x="6367165" y="0"/>
                  </a:lnTo>
                  <a:lnTo>
                    <a:pt x="6365263" y="0"/>
                  </a:lnTo>
                  <a:lnTo>
                    <a:pt x="6363362" y="0"/>
                  </a:lnTo>
                  <a:lnTo>
                    <a:pt x="6361461" y="0"/>
                  </a:lnTo>
                  <a:lnTo>
                    <a:pt x="6359560" y="0"/>
                  </a:lnTo>
                  <a:lnTo>
                    <a:pt x="6357659" y="0"/>
                  </a:lnTo>
                  <a:lnTo>
                    <a:pt x="6355757" y="0"/>
                  </a:lnTo>
                  <a:lnTo>
                    <a:pt x="6353856" y="0"/>
                  </a:lnTo>
                  <a:lnTo>
                    <a:pt x="6351955" y="0"/>
                  </a:lnTo>
                  <a:lnTo>
                    <a:pt x="6350054" y="0"/>
                  </a:lnTo>
                  <a:lnTo>
                    <a:pt x="6348152" y="0"/>
                  </a:lnTo>
                  <a:lnTo>
                    <a:pt x="6346251" y="0"/>
                  </a:lnTo>
                  <a:lnTo>
                    <a:pt x="6344350" y="0"/>
                  </a:lnTo>
                  <a:lnTo>
                    <a:pt x="6342449" y="0"/>
                  </a:lnTo>
                  <a:lnTo>
                    <a:pt x="6340548" y="0"/>
                  </a:lnTo>
                  <a:lnTo>
                    <a:pt x="6338646" y="0"/>
                  </a:lnTo>
                  <a:lnTo>
                    <a:pt x="6336745" y="0"/>
                  </a:lnTo>
                  <a:lnTo>
                    <a:pt x="6334844" y="0"/>
                  </a:lnTo>
                  <a:lnTo>
                    <a:pt x="6332943" y="0"/>
                  </a:lnTo>
                  <a:lnTo>
                    <a:pt x="6331042" y="0"/>
                  </a:lnTo>
                  <a:lnTo>
                    <a:pt x="6329140" y="0"/>
                  </a:lnTo>
                  <a:lnTo>
                    <a:pt x="6327239" y="0"/>
                  </a:lnTo>
                  <a:lnTo>
                    <a:pt x="6325338" y="0"/>
                  </a:lnTo>
                  <a:lnTo>
                    <a:pt x="6323437" y="0"/>
                  </a:lnTo>
                  <a:lnTo>
                    <a:pt x="6321535" y="0"/>
                  </a:lnTo>
                  <a:lnTo>
                    <a:pt x="6319634" y="0"/>
                  </a:lnTo>
                  <a:lnTo>
                    <a:pt x="6317733" y="0"/>
                  </a:lnTo>
                  <a:lnTo>
                    <a:pt x="6315832" y="0"/>
                  </a:lnTo>
                  <a:lnTo>
                    <a:pt x="6313931" y="0"/>
                  </a:lnTo>
                  <a:lnTo>
                    <a:pt x="6312029" y="0"/>
                  </a:lnTo>
                  <a:lnTo>
                    <a:pt x="6310128" y="0"/>
                  </a:lnTo>
                  <a:lnTo>
                    <a:pt x="6308227" y="0"/>
                  </a:lnTo>
                  <a:lnTo>
                    <a:pt x="6306326" y="0"/>
                  </a:lnTo>
                  <a:lnTo>
                    <a:pt x="6304425" y="0"/>
                  </a:lnTo>
                  <a:lnTo>
                    <a:pt x="6302523" y="0"/>
                  </a:lnTo>
                  <a:lnTo>
                    <a:pt x="6300622" y="0"/>
                  </a:lnTo>
                  <a:lnTo>
                    <a:pt x="6298721" y="0"/>
                  </a:lnTo>
                  <a:lnTo>
                    <a:pt x="6296820" y="0"/>
                  </a:lnTo>
                  <a:lnTo>
                    <a:pt x="6294918" y="0"/>
                  </a:lnTo>
                  <a:lnTo>
                    <a:pt x="6293017" y="0"/>
                  </a:lnTo>
                  <a:lnTo>
                    <a:pt x="6291116" y="0"/>
                  </a:lnTo>
                  <a:lnTo>
                    <a:pt x="6289215" y="0"/>
                  </a:lnTo>
                  <a:lnTo>
                    <a:pt x="6287314" y="0"/>
                  </a:lnTo>
                  <a:lnTo>
                    <a:pt x="6285412" y="0"/>
                  </a:lnTo>
                  <a:lnTo>
                    <a:pt x="6283511" y="0"/>
                  </a:lnTo>
                  <a:lnTo>
                    <a:pt x="6281610" y="0"/>
                  </a:lnTo>
                  <a:lnTo>
                    <a:pt x="6279709" y="0"/>
                  </a:lnTo>
                  <a:lnTo>
                    <a:pt x="6277808" y="0"/>
                  </a:lnTo>
                  <a:lnTo>
                    <a:pt x="6275906" y="0"/>
                  </a:lnTo>
                  <a:lnTo>
                    <a:pt x="6274005" y="0"/>
                  </a:lnTo>
                  <a:lnTo>
                    <a:pt x="6272104" y="0"/>
                  </a:lnTo>
                  <a:lnTo>
                    <a:pt x="6270203" y="0"/>
                  </a:lnTo>
                  <a:lnTo>
                    <a:pt x="6268301" y="0"/>
                  </a:lnTo>
                  <a:lnTo>
                    <a:pt x="6266400" y="0"/>
                  </a:lnTo>
                  <a:lnTo>
                    <a:pt x="6264499" y="0"/>
                  </a:lnTo>
                  <a:lnTo>
                    <a:pt x="6262598" y="0"/>
                  </a:lnTo>
                  <a:lnTo>
                    <a:pt x="6260697" y="0"/>
                  </a:lnTo>
                  <a:lnTo>
                    <a:pt x="6258795" y="0"/>
                  </a:lnTo>
                  <a:lnTo>
                    <a:pt x="6256894" y="0"/>
                  </a:lnTo>
                  <a:lnTo>
                    <a:pt x="6254993" y="0"/>
                  </a:lnTo>
                  <a:lnTo>
                    <a:pt x="6253092" y="0"/>
                  </a:lnTo>
                  <a:lnTo>
                    <a:pt x="6251191" y="0"/>
                  </a:lnTo>
                  <a:lnTo>
                    <a:pt x="6249289" y="0"/>
                  </a:lnTo>
                  <a:lnTo>
                    <a:pt x="6247388" y="0"/>
                  </a:lnTo>
                  <a:lnTo>
                    <a:pt x="6245487" y="0"/>
                  </a:lnTo>
                  <a:lnTo>
                    <a:pt x="6243586" y="0"/>
                  </a:lnTo>
                  <a:lnTo>
                    <a:pt x="6241684" y="0"/>
                  </a:lnTo>
                  <a:lnTo>
                    <a:pt x="6239783" y="0"/>
                  </a:lnTo>
                  <a:lnTo>
                    <a:pt x="6237882" y="0"/>
                  </a:lnTo>
                  <a:lnTo>
                    <a:pt x="6235981" y="0"/>
                  </a:lnTo>
                  <a:lnTo>
                    <a:pt x="6234080" y="0"/>
                  </a:lnTo>
                  <a:lnTo>
                    <a:pt x="6232178" y="0"/>
                  </a:lnTo>
                  <a:lnTo>
                    <a:pt x="6230277" y="0"/>
                  </a:lnTo>
                  <a:lnTo>
                    <a:pt x="6228376" y="0"/>
                  </a:lnTo>
                  <a:lnTo>
                    <a:pt x="6226475" y="0"/>
                  </a:lnTo>
                  <a:lnTo>
                    <a:pt x="6224574" y="0"/>
                  </a:lnTo>
                  <a:lnTo>
                    <a:pt x="6222672" y="0"/>
                  </a:lnTo>
                  <a:lnTo>
                    <a:pt x="6220771" y="0"/>
                  </a:lnTo>
                  <a:lnTo>
                    <a:pt x="6218870" y="0"/>
                  </a:lnTo>
                  <a:lnTo>
                    <a:pt x="6216969" y="0"/>
                  </a:lnTo>
                  <a:lnTo>
                    <a:pt x="6215067" y="0"/>
                  </a:lnTo>
                  <a:lnTo>
                    <a:pt x="6213166" y="0"/>
                  </a:lnTo>
                  <a:lnTo>
                    <a:pt x="6211265" y="0"/>
                  </a:lnTo>
                  <a:lnTo>
                    <a:pt x="6209364" y="0"/>
                  </a:lnTo>
                  <a:lnTo>
                    <a:pt x="6207463" y="0"/>
                  </a:lnTo>
                  <a:lnTo>
                    <a:pt x="6205561" y="0"/>
                  </a:lnTo>
                  <a:lnTo>
                    <a:pt x="6203660" y="0"/>
                  </a:lnTo>
                  <a:lnTo>
                    <a:pt x="6201759" y="0"/>
                  </a:lnTo>
                  <a:lnTo>
                    <a:pt x="6199858" y="0"/>
                  </a:lnTo>
                  <a:lnTo>
                    <a:pt x="6197957" y="0"/>
                  </a:lnTo>
                  <a:lnTo>
                    <a:pt x="6196055" y="0"/>
                  </a:lnTo>
                  <a:lnTo>
                    <a:pt x="6194154" y="0"/>
                  </a:lnTo>
                  <a:lnTo>
                    <a:pt x="6192253" y="0"/>
                  </a:lnTo>
                  <a:lnTo>
                    <a:pt x="6190352" y="0"/>
                  </a:lnTo>
                  <a:lnTo>
                    <a:pt x="6188450" y="0"/>
                  </a:lnTo>
                  <a:lnTo>
                    <a:pt x="6186549" y="0"/>
                  </a:lnTo>
                  <a:lnTo>
                    <a:pt x="6184648" y="0"/>
                  </a:lnTo>
                  <a:lnTo>
                    <a:pt x="6182747" y="0"/>
                  </a:lnTo>
                  <a:lnTo>
                    <a:pt x="6180846" y="0"/>
                  </a:lnTo>
                  <a:lnTo>
                    <a:pt x="6178944" y="0"/>
                  </a:lnTo>
                  <a:lnTo>
                    <a:pt x="6177043" y="0"/>
                  </a:lnTo>
                  <a:lnTo>
                    <a:pt x="6175142" y="0"/>
                  </a:lnTo>
                  <a:lnTo>
                    <a:pt x="6173241" y="0"/>
                  </a:lnTo>
                  <a:lnTo>
                    <a:pt x="6171340" y="0"/>
                  </a:lnTo>
                  <a:lnTo>
                    <a:pt x="6169438" y="0"/>
                  </a:lnTo>
                  <a:lnTo>
                    <a:pt x="6167537" y="0"/>
                  </a:lnTo>
                  <a:lnTo>
                    <a:pt x="6165636" y="0"/>
                  </a:lnTo>
                  <a:lnTo>
                    <a:pt x="6163735" y="0"/>
                  </a:lnTo>
                  <a:lnTo>
                    <a:pt x="6161833" y="0"/>
                  </a:lnTo>
                  <a:lnTo>
                    <a:pt x="6159932" y="0"/>
                  </a:lnTo>
                  <a:lnTo>
                    <a:pt x="6158031" y="0"/>
                  </a:lnTo>
                  <a:lnTo>
                    <a:pt x="6156130" y="0"/>
                  </a:lnTo>
                  <a:lnTo>
                    <a:pt x="6154229" y="0"/>
                  </a:lnTo>
                  <a:lnTo>
                    <a:pt x="6152327" y="0"/>
                  </a:lnTo>
                  <a:lnTo>
                    <a:pt x="6150426" y="0"/>
                  </a:lnTo>
                  <a:lnTo>
                    <a:pt x="6148525" y="0"/>
                  </a:lnTo>
                  <a:lnTo>
                    <a:pt x="6146624" y="0"/>
                  </a:lnTo>
                  <a:lnTo>
                    <a:pt x="6144723" y="0"/>
                  </a:lnTo>
                  <a:lnTo>
                    <a:pt x="6142821" y="0"/>
                  </a:lnTo>
                  <a:lnTo>
                    <a:pt x="6140920" y="0"/>
                  </a:lnTo>
                  <a:lnTo>
                    <a:pt x="6139019" y="0"/>
                  </a:lnTo>
                  <a:lnTo>
                    <a:pt x="6137118" y="0"/>
                  </a:lnTo>
                  <a:lnTo>
                    <a:pt x="6135216" y="0"/>
                  </a:lnTo>
                  <a:lnTo>
                    <a:pt x="6133315" y="0"/>
                  </a:lnTo>
                  <a:lnTo>
                    <a:pt x="6131414" y="0"/>
                  </a:lnTo>
                  <a:lnTo>
                    <a:pt x="6129513" y="0"/>
                  </a:lnTo>
                  <a:lnTo>
                    <a:pt x="6127612" y="0"/>
                  </a:lnTo>
                  <a:lnTo>
                    <a:pt x="6125710" y="0"/>
                  </a:lnTo>
                  <a:lnTo>
                    <a:pt x="6123809" y="0"/>
                  </a:lnTo>
                  <a:lnTo>
                    <a:pt x="6121908" y="0"/>
                  </a:lnTo>
                  <a:lnTo>
                    <a:pt x="6120007" y="0"/>
                  </a:lnTo>
                  <a:lnTo>
                    <a:pt x="6118106" y="0"/>
                  </a:lnTo>
                  <a:lnTo>
                    <a:pt x="6116204" y="0"/>
                  </a:lnTo>
                  <a:lnTo>
                    <a:pt x="6114303" y="0"/>
                  </a:lnTo>
                  <a:lnTo>
                    <a:pt x="6112402" y="0"/>
                  </a:lnTo>
                  <a:lnTo>
                    <a:pt x="6110501" y="0"/>
                  </a:lnTo>
                  <a:lnTo>
                    <a:pt x="6108599" y="0"/>
                  </a:lnTo>
                  <a:lnTo>
                    <a:pt x="6106698" y="0"/>
                  </a:lnTo>
                  <a:lnTo>
                    <a:pt x="6104797" y="0"/>
                  </a:lnTo>
                  <a:lnTo>
                    <a:pt x="6102896" y="0"/>
                  </a:lnTo>
                  <a:lnTo>
                    <a:pt x="6100995" y="0"/>
                  </a:lnTo>
                  <a:lnTo>
                    <a:pt x="6099093" y="0"/>
                  </a:lnTo>
                  <a:lnTo>
                    <a:pt x="6097192" y="0"/>
                  </a:lnTo>
                  <a:lnTo>
                    <a:pt x="6095291" y="0"/>
                  </a:lnTo>
                  <a:lnTo>
                    <a:pt x="6093390" y="0"/>
                  </a:lnTo>
                  <a:lnTo>
                    <a:pt x="6091489" y="0"/>
                  </a:lnTo>
                  <a:lnTo>
                    <a:pt x="6089587" y="0"/>
                  </a:lnTo>
                  <a:lnTo>
                    <a:pt x="6087686" y="0"/>
                  </a:lnTo>
                  <a:lnTo>
                    <a:pt x="6085785" y="0"/>
                  </a:lnTo>
                  <a:lnTo>
                    <a:pt x="6083884" y="0"/>
                  </a:lnTo>
                  <a:lnTo>
                    <a:pt x="6081983" y="0"/>
                  </a:lnTo>
                  <a:lnTo>
                    <a:pt x="6080081" y="0"/>
                  </a:lnTo>
                  <a:lnTo>
                    <a:pt x="6078180" y="0"/>
                  </a:lnTo>
                  <a:lnTo>
                    <a:pt x="6076279" y="0"/>
                  </a:lnTo>
                  <a:lnTo>
                    <a:pt x="6074378" y="0"/>
                  </a:lnTo>
                  <a:lnTo>
                    <a:pt x="6072476" y="0"/>
                  </a:lnTo>
                  <a:lnTo>
                    <a:pt x="6070575" y="0"/>
                  </a:lnTo>
                  <a:lnTo>
                    <a:pt x="6068674" y="0"/>
                  </a:lnTo>
                  <a:lnTo>
                    <a:pt x="6066773" y="0"/>
                  </a:lnTo>
                  <a:lnTo>
                    <a:pt x="6064872" y="0"/>
                  </a:lnTo>
                  <a:lnTo>
                    <a:pt x="6062970" y="0"/>
                  </a:lnTo>
                  <a:lnTo>
                    <a:pt x="6061069" y="0"/>
                  </a:lnTo>
                  <a:lnTo>
                    <a:pt x="6059168" y="0"/>
                  </a:lnTo>
                  <a:lnTo>
                    <a:pt x="6057267" y="0"/>
                  </a:lnTo>
                  <a:lnTo>
                    <a:pt x="6055366" y="0"/>
                  </a:lnTo>
                  <a:lnTo>
                    <a:pt x="6053464" y="0"/>
                  </a:lnTo>
                  <a:lnTo>
                    <a:pt x="6051563" y="0"/>
                  </a:lnTo>
                  <a:lnTo>
                    <a:pt x="6049662" y="0"/>
                  </a:lnTo>
                  <a:lnTo>
                    <a:pt x="6047761" y="0"/>
                  </a:lnTo>
                  <a:lnTo>
                    <a:pt x="6045859" y="0"/>
                  </a:lnTo>
                  <a:lnTo>
                    <a:pt x="6043958" y="0"/>
                  </a:lnTo>
                  <a:lnTo>
                    <a:pt x="6042057" y="0"/>
                  </a:lnTo>
                  <a:lnTo>
                    <a:pt x="6040156" y="0"/>
                  </a:lnTo>
                  <a:lnTo>
                    <a:pt x="6038255" y="0"/>
                  </a:lnTo>
                  <a:lnTo>
                    <a:pt x="6036353" y="0"/>
                  </a:lnTo>
                  <a:lnTo>
                    <a:pt x="6034452" y="0"/>
                  </a:lnTo>
                  <a:lnTo>
                    <a:pt x="6032551" y="0"/>
                  </a:lnTo>
                  <a:lnTo>
                    <a:pt x="6030650" y="0"/>
                  </a:lnTo>
                  <a:lnTo>
                    <a:pt x="6028749" y="0"/>
                  </a:lnTo>
                  <a:lnTo>
                    <a:pt x="6026847" y="0"/>
                  </a:lnTo>
                  <a:lnTo>
                    <a:pt x="6024946" y="0"/>
                  </a:lnTo>
                  <a:lnTo>
                    <a:pt x="6023045" y="0"/>
                  </a:lnTo>
                  <a:lnTo>
                    <a:pt x="6021144" y="0"/>
                  </a:lnTo>
                  <a:lnTo>
                    <a:pt x="6019242" y="0"/>
                  </a:lnTo>
                  <a:lnTo>
                    <a:pt x="6017341" y="0"/>
                  </a:lnTo>
                  <a:lnTo>
                    <a:pt x="6015440" y="0"/>
                  </a:lnTo>
                  <a:lnTo>
                    <a:pt x="6013539" y="0"/>
                  </a:lnTo>
                  <a:lnTo>
                    <a:pt x="6011638" y="0"/>
                  </a:lnTo>
                  <a:lnTo>
                    <a:pt x="6009736" y="0"/>
                  </a:lnTo>
                  <a:lnTo>
                    <a:pt x="6007835" y="0"/>
                  </a:lnTo>
                  <a:lnTo>
                    <a:pt x="6005934" y="0"/>
                  </a:lnTo>
                  <a:lnTo>
                    <a:pt x="6004033" y="0"/>
                  </a:lnTo>
                  <a:lnTo>
                    <a:pt x="6002132" y="0"/>
                  </a:lnTo>
                  <a:lnTo>
                    <a:pt x="6000230" y="0"/>
                  </a:lnTo>
                  <a:lnTo>
                    <a:pt x="5998329" y="0"/>
                  </a:lnTo>
                  <a:lnTo>
                    <a:pt x="5996428" y="0"/>
                  </a:lnTo>
                  <a:lnTo>
                    <a:pt x="5994527" y="0"/>
                  </a:lnTo>
                  <a:lnTo>
                    <a:pt x="5992625" y="0"/>
                  </a:lnTo>
                  <a:lnTo>
                    <a:pt x="5990724" y="0"/>
                  </a:lnTo>
                  <a:lnTo>
                    <a:pt x="5988823" y="0"/>
                  </a:lnTo>
                  <a:lnTo>
                    <a:pt x="5986922" y="0"/>
                  </a:lnTo>
                  <a:lnTo>
                    <a:pt x="5985021" y="0"/>
                  </a:lnTo>
                  <a:lnTo>
                    <a:pt x="5983119" y="0"/>
                  </a:lnTo>
                  <a:lnTo>
                    <a:pt x="5981218" y="0"/>
                  </a:lnTo>
                  <a:lnTo>
                    <a:pt x="5979317" y="0"/>
                  </a:lnTo>
                  <a:lnTo>
                    <a:pt x="5977416" y="0"/>
                  </a:lnTo>
                  <a:lnTo>
                    <a:pt x="5975515" y="0"/>
                  </a:lnTo>
                  <a:lnTo>
                    <a:pt x="5973613" y="0"/>
                  </a:lnTo>
                  <a:lnTo>
                    <a:pt x="5971712" y="0"/>
                  </a:lnTo>
                  <a:lnTo>
                    <a:pt x="5969811" y="0"/>
                  </a:lnTo>
                  <a:lnTo>
                    <a:pt x="5967910" y="0"/>
                  </a:lnTo>
                  <a:lnTo>
                    <a:pt x="5966008" y="0"/>
                  </a:lnTo>
                  <a:lnTo>
                    <a:pt x="5964107" y="0"/>
                  </a:lnTo>
                  <a:lnTo>
                    <a:pt x="5962206" y="0"/>
                  </a:lnTo>
                  <a:lnTo>
                    <a:pt x="5960305" y="0"/>
                  </a:lnTo>
                  <a:lnTo>
                    <a:pt x="5958404" y="0"/>
                  </a:lnTo>
                  <a:lnTo>
                    <a:pt x="5956502" y="0"/>
                  </a:lnTo>
                  <a:lnTo>
                    <a:pt x="5954601" y="0"/>
                  </a:lnTo>
                  <a:lnTo>
                    <a:pt x="5952700" y="0"/>
                  </a:lnTo>
                  <a:lnTo>
                    <a:pt x="5950799" y="0"/>
                  </a:lnTo>
                  <a:lnTo>
                    <a:pt x="5948898" y="0"/>
                  </a:lnTo>
                  <a:lnTo>
                    <a:pt x="5946996" y="0"/>
                  </a:lnTo>
                  <a:lnTo>
                    <a:pt x="5945095" y="0"/>
                  </a:lnTo>
                  <a:lnTo>
                    <a:pt x="5943194" y="0"/>
                  </a:lnTo>
                  <a:lnTo>
                    <a:pt x="5941293" y="0"/>
                  </a:lnTo>
                  <a:lnTo>
                    <a:pt x="5939391" y="0"/>
                  </a:lnTo>
                  <a:lnTo>
                    <a:pt x="5937490" y="0"/>
                  </a:lnTo>
                  <a:lnTo>
                    <a:pt x="5935589" y="0"/>
                  </a:lnTo>
                  <a:lnTo>
                    <a:pt x="5933688" y="0"/>
                  </a:lnTo>
                  <a:lnTo>
                    <a:pt x="5931787" y="0"/>
                  </a:lnTo>
                  <a:lnTo>
                    <a:pt x="5929885" y="0"/>
                  </a:lnTo>
                  <a:lnTo>
                    <a:pt x="5927984" y="0"/>
                  </a:lnTo>
                  <a:lnTo>
                    <a:pt x="5926083" y="0"/>
                  </a:lnTo>
                  <a:lnTo>
                    <a:pt x="5924182" y="0"/>
                  </a:lnTo>
                  <a:lnTo>
                    <a:pt x="5922281" y="0"/>
                  </a:lnTo>
                  <a:lnTo>
                    <a:pt x="5920379" y="0"/>
                  </a:lnTo>
                  <a:lnTo>
                    <a:pt x="5918478" y="0"/>
                  </a:lnTo>
                  <a:lnTo>
                    <a:pt x="5916577" y="0"/>
                  </a:lnTo>
                  <a:lnTo>
                    <a:pt x="5914676" y="0"/>
                  </a:lnTo>
                  <a:lnTo>
                    <a:pt x="5912774" y="0"/>
                  </a:lnTo>
                  <a:lnTo>
                    <a:pt x="5910873" y="0"/>
                  </a:lnTo>
                  <a:lnTo>
                    <a:pt x="5908972" y="0"/>
                  </a:lnTo>
                  <a:lnTo>
                    <a:pt x="5907071" y="0"/>
                  </a:lnTo>
                  <a:lnTo>
                    <a:pt x="5905170" y="0"/>
                  </a:lnTo>
                  <a:lnTo>
                    <a:pt x="5903268" y="0"/>
                  </a:lnTo>
                  <a:lnTo>
                    <a:pt x="5901367" y="0"/>
                  </a:lnTo>
                  <a:lnTo>
                    <a:pt x="5899466" y="0"/>
                  </a:lnTo>
                  <a:lnTo>
                    <a:pt x="5897565" y="0"/>
                  </a:lnTo>
                  <a:lnTo>
                    <a:pt x="5895664" y="0"/>
                  </a:lnTo>
                  <a:lnTo>
                    <a:pt x="5893762" y="0"/>
                  </a:lnTo>
                  <a:lnTo>
                    <a:pt x="5891861" y="0"/>
                  </a:lnTo>
                  <a:lnTo>
                    <a:pt x="5889960" y="0"/>
                  </a:lnTo>
                  <a:lnTo>
                    <a:pt x="5888059" y="0"/>
                  </a:lnTo>
                  <a:lnTo>
                    <a:pt x="5886157" y="0"/>
                  </a:lnTo>
                  <a:lnTo>
                    <a:pt x="5884256" y="0"/>
                  </a:lnTo>
                  <a:lnTo>
                    <a:pt x="5882355" y="0"/>
                  </a:lnTo>
                  <a:lnTo>
                    <a:pt x="5880454" y="0"/>
                  </a:lnTo>
                  <a:lnTo>
                    <a:pt x="5878553" y="0"/>
                  </a:lnTo>
                  <a:lnTo>
                    <a:pt x="5876651" y="0"/>
                  </a:lnTo>
                  <a:lnTo>
                    <a:pt x="5874750" y="0"/>
                  </a:lnTo>
                  <a:lnTo>
                    <a:pt x="5872849" y="0"/>
                  </a:lnTo>
                  <a:lnTo>
                    <a:pt x="5870948" y="0"/>
                  </a:lnTo>
                  <a:lnTo>
                    <a:pt x="5869047" y="0"/>
                  </a:lnTo>
                  <a:lnTo>
                    <a:pt x="5867145" y="0"/>
                  </a:lnTo>
                  <a:lnTo>
                    <a:pt x="5865244" y="0"/>
                  </a:lnTo>
                  <a:lnTo>
                    <a:pt x="5863343" y="0"/>
                  </a:lnTo>
                  <a:lnTo>
                    <a:pt x="5861442" y="0"/>
                  </a:lnTo>
                  <a:lnTo>
                    <a:pt x="5859540" y="0"/>
                  </a:lnTo>
                  <a:lnTo>
                    <a:pt x="5857639" y="0"/>
                  </a:lnTo>
                  <a:lnTo>
                    <a:pt x="5855738" y="0"/>
                  </a:lnTo>
                  <a:lnTo>
                    <a:pt x="5853837" y="0"/>
                  </a:lnTo>
                  <a:lnTo>
                    <a:pt x="5851936" y="0"/>
                  </a:lnTo>
                  <a:lnTo>
                    <a:pt x="5850034" y="0"/>
                  </a:lnTo>
                  <a:lnTo>
                    <a:pt x="5848133" y="0"/>
                  </a:lnTo>
                  <a:lnTo>
                    <a:pt x="5846232" y="0"/>
                  </a:lnTo>
                  <a:lnTo>
                    <a:pt x="5844331" y="0"/>
                  </a:lnTo>
                  <a:lnTo>
                    <a:pt x="5842430" y="0"/>
                  </a:lnTo>
                  <a:lnTo>
                    <a:pt x="5840528" y="0"/>
                  </a:lnTo>
                  <a:lnTo>
                    <a:pt x="5838627" y="0"/>
                  </a:lnTo>
                  <a:lnTo>
                    <a:pt x="5836726" y="0"/>
                  </a:lnTo>
                  <a:lnTo>
                    <a:pt x="5834825" y="0"/>
                  </a:lnTo>
                  <a:lnTo>
                    <a:pt x="5832923" y="0"/>
                  </a:lnTo>
                  <a:lnTo>
                    <a:pt x="5831022" y="0"/>
                  </a:lnTo>
                  <a:lnTo>
                    <a:pt x="5829121" y="0"/>
                  </a:lnTo>
                  <a:lnTo>
                    <a:pt x="5827220" y="0"/>
                  </a:lnTo>
                  <a:lnTo>
                    <a:pt x="5825319" y="0"/>
                  </a:lnTo>
                  <a:lnTo>
                    <a:pt x="5823417" y="0"/>
                  </a:lnTo>
                  <a:lnTo>
                    <a:pt x="5821516" y="0"/>
                  </a:lnTo>
                  <a:lnTo>
                    <a:pt x="5819615" y="0"/>
                  </a:lnTo>
                  <a:lnTo>
                    <a:pt x="5817714" y="0"/>
                  </a:lnTo>
                  <a:lnTo>
                    <a:pt x="5815813" y="0"/>
                  </a:lnTo>
                  <a:lnTo>
                    <a:pt x="5813911" y="0"/>
                  </a:lnTo>
                  <a:lnTo>
                    <a:pt x="5812010" y="0"/>
                  </a:lnTo>
                  <a:lnTo>
                    <a:pt x="5810109" y="0"/>
                  </a:lnTo>
                  <a:lnTo>
                    <a:pt x="5808208" y="0"/>
                  </a:lnTo>
                  <a:lnTo>
                    <a:pt x="5806307" y="0"/>
                  </a:lnTo>
                  <a:lnTo>
                    <a:pt x="5804405" y="0"/>
                  </a:lnTo>
                  <a:lnTo>
                    <a:pt x="5802504" y="0"/>
                  </a:lnTo>
                  <a:lnTo>
                    <a:pt x="5800603" y="0"/>
                  </a:lnTo>
                  <a:lnTo>
                    <a:pt x="5798702" y="0"/>
                  </a:lnTo>
                  <a:lnTo>
                    <a:pt x="5796800" y="0"/>
                  </a:lnTo>
                  <a:lnTo>
                    <a:pt x="5794899" y="0"/>
                  </a:lnTo>
                  <a:lnTo>
                    <a:pt x="5792998" y="0"/>
                  </a:lnTo>
                  <a:lnTo>
                    <a:pt x="5791097" y="0"/>
                  </a:lnTo>
                  <a:lnTo>
                    <a:pt x="5789196" y="0"/>
                  </a:lnTo>
                  <a:lnTo>
                    <a:pt x="5787294" y="0"/>
                  </a:lnTo>
                  <a:lnTo>
                    <a:pt x="5785393" y="0"/>
                  </a:lnTo>
                  <a:lnTo>
                    <a:pt x="5783492" y="0"/>
                  </a:lnTo>
                  <a:lnTo>
                    <a:pt x="5781591" y="0"/>
                  </a:lnTo>
                  <a:lnTo>
                    <a:pt x="5779690" y="0"/>
                  </a:lnTo>
                  <a:lnTo>
                    <a:pt x="5777788" y="0"/>
                  </a:lnTo>
                  <a:lnTo>
                    <a:pt x="5775887" y="0"/>
                  </a:lnTo>
                  <a:lnTo>
                    <a:pt x="5773986" y="0"/>
                  </a:lnTo>
                  <a:lnTo>
                    <a:pt x="5772085" y="0"/>
                  </a:lnTo>
                  <a:lnTo>
                    <a:pt x="5770183" y="0"/>
                  </a:lnTo>
                  <a:lnTo>
                    <a:pt x="5768282" y="0"/>
                  </a:lnTo>
                  <a:lnTo>
                    <a:pt x="5766381" y="0"/>
                  </a:lnTo>
                  <a:lnTo>
                    <a:pt x="5764480" y="0"/>
                  </a:lnTo>
                  <a:lnTo>
                    <a:pt x="5762579" y="0"/>
                  </a:lnTo>
                  <a:lnTo>
                    <a:pt x="5760677" y="0"/>
                  </a:lnTo>
                  <a:lnTo>
                    <a:pt x="5758776" y="0"/>
                  </a:lnTo>
                  <a:lnTo>
                    <a:pt x="5756875" y="0"/>
                  </a:lnTo>
                  <a:lnTo>
                    <a:pt x="5754974" y="0"/>
                  </a:lnTo>
                  <a:lnTo>
                    <a:pt x="5753073" y="0"/>
                  </a:lnTo>
                  <a:lnTo>
                    <a:pt x="5751171" y="0"/>
                  </a:lnTo>
                  <a:lnTo>
                    <a:pt x="5749270" y="0"/>
                  </a:lnTo>
                  <a:lnTo>
                    <a:pt x="5747369" y="0"/>
                  </a:lnTo>
                  <a:lnTo>
                    <a:pt x="5745468" y="0"/>
                  </a:lnTo>
                  <a:lnTo>
                    <a:pt x="5743566" y="0"/>
                  </a:lnTo>
                  <a:lnTo>
                    <a:pt x="5741665" y="0"/>
                  </a:lnTo>
                  <a:lnTo>
                    <a:pt x="5739764" y="0"/>
                  </a:lnTo>
                  <a:lnTo>
                    <a:pt x="5737863" y="0"/>
                  </a:lnTo>
                  <a:lnTo>
                    <a:pt x="5735962" y="0"/>
                  </a:lnTo>
                  <a:lnTo>
                    <a:pt x="5734060" y="0"/>
                  </a:lnTo>
                  <a:lnTo>
                    <a:pt x="5732159" y="0"/>
                  </a:lnTo>
                  <a:lnTo>
                    <a:pt x="5730258" y="0"/>
                  </a:lnTo>
                  <a:lnTo>
                    <a:pt x="5728357" y="0"/>
                  </a:lnTo>
                  <a:lnTo>
                    <a:pt x="5726456" y="0"/>
                  </a:lnTo>
                  <a:lnTo>
                    <a:pt x="5724554" y="0"/>
                  </a:lnTo>
                  <a:lnTo>
                    <a:pt x="5722653" y="0"/>
                  </a:lnTo>
                  <a:lnTo>
                    <a:pt x="5720752" y="0"/>
                  </a:lnTo>
                  <a:lnTo>
                    <a:pt x="5718851" y="0"/>
                  </a:lnTo>
                  <a:lnTo>
                    <a:pt x="5716949" y="0"/>
                  </a:lnTo>
                  <a:lnTo>
                    <a:pt x="5715048" y="0"/>
                  </a:lnTo>
                  <a:lnTo>
                    <a:pt x="5713147" y="0"/>
                  </a:lnTo>
                  <a:lnTo>
                    <a:pt x="5711246" y="0"/>
                  </a:lnTo>
                  <a:lnTo>
                    <a:pt x="5709345" y="0"/>
                  </a:lnTo>
                  <a:lnTo>
                    <a:pt x="5707443" y="0"/>
                  </a:lnTo>
                  <a:lnTo>
                    <a:pt x="5705542" y="0"/>
                  </a:lnTo>
                  <a:lnTo>
                    <a:pt x="5703641" y="0"/>
                  </a:lnTo>
                  <a:lnTo>
                    <a:pt x="5701740" y="0"/>
                  </a:lnTo>
                  <a:lnTo>
                    <a:pt x="5699839" y="0"/>
                  </a:lnTo>
                  <a:lnTo>
                    <a:pt x="5697937" y="0"/>
                  </a:lnTo>
                  <a:lnTo>
                    <a:pt x="5696036" y="0"/>
                  </a:lnTo>
                  <a:lnTo>
                    <a:pt x="5694135" y="0"/>
                  </a:lnTo>
                  <a:lnTo>
                    <a:pt x="5692234" y="0"/>
                  </a:lnTo>
                  <a:lnTo>
                    <a:pt x="5690332" y="0"/>
                  </a:lnTo>
                  <a:lnTo>
                    <a:pt x="5688431" y="0"/>
                  </a:lnTo>
                  <a:lnTo>
                    <a:pt x="5686530" y="0"/>
                  </a:lnTo>
                  <a:lnTo>
                    <a:pt x="5684629" y="0"/>
                  </a:lnTo>
                  <a:lnTo>
                    <a:pt x="5682728" y="0"/>
                  </a:lnTo>
                  <a:lnTo>
                    <a:pt x="5680826" y="0"/>
                  </a:lnTo>
                  <a:lnTo>
                    <a:pt x="5678925" y="0"/>
                  </a:lnTo>
                  <a:lnTo>
                    <a:pt x="5677024" y="0"/>
                  </a:lnTo>
                  <a:lnTo>
                    <a:pt x="5675123" y="0"/>
                  </a:lnTo>
                  <a:lnTo>
                    <a:pt x="5673222" y="0"/>
                  </a:lnTo>
                  <a:lnTo>
                    <a:pt x="5671320" y="0"/>
                  </a:lnTo>
                  <a:lnTo>
                    <a:pt x="5669419" y="0"/>
                  </a:lnTo>
                  <a:lnTo>
                    <a:pt x="5667518" y="0"/>
                  </a:lnTo>
                  <a:lnTo>
                    <a:pt x="5665617" y="0"/>
                  </a:lnTo>
                  <a:lnTo>
                    <a:pt x="5663715" y="0"/>
                  </a:lnTo>
                  <a:lnTo>
                    <a:pt x="5661814" y="0"/>
                  </a:lnTo>
                  <a:lnTo>
                    <a:pt x="5659913" y="0"/>
                  </a:lnTo>
                  <a:lnTo>
                    <a:pt x="5658012" y="0"/>
                  </a:lnTo>
                  <a:lnTo>
                    <a:pt x="5656111" y="0"/>
                  </a:lnTo>
                  <a:lnTo>
                    <a:pt x="5654209" y="0"/>
                  </a:lnTo>
                  <a:lnTo>
                    <a:pt x="5652308" y="0"/>
                  </a:lnTo>
                  <a:lnTo>
                    <a:pt x="5650407" y="0"/>
                  </a:lnTo>
                  <a:lnTo>
                    <a:pt x="5648506" y="0"/>
                  </a:lnTo>
                  <a:lnTo>
                    <a:pt x="5646605" y="0"/>
                  </a:lnTo>
                  <a:lnTo>
                    <a:pt x="5644703" y="0"/>
                  </a:lnTo>
                  <a:lnTo>
                    <a:pt x="5642802" y="0"/>
                  </a:lnTo>
                  <a:lnTo>
                    <a:pt x="5640901" y="0"/>
                  </a:lnTo>
                  <a:lnTo>
                    <a:pt x="5639000" y="0"/>
                  </a:lnTo>
                  <a:lnTo>
                    <a:pt x="5637098" y="0"/>
                  </a:lnTo>
                  <a:lnTo>
                    <a:pt x="5635197" y="0"/>
                  </a:lnTo>
                  <a:lnTo>
                    <a:pt x="5633296" y="0"/>
                  </a:lnTo>
                  <a:lnTo>
                    <a:pt x="5631395" y="0"/>
                  </a:lnTo>
                  <a:lnTo>
                    <a:pt x="5629494" y="0"/>
                  </a:lnTo>
                  <a:lnTo>
                    <a:pt x="5627592" y="0"/>
                  </a:lnTo>
                  <a:lnTo>
                    <a:pt x="5625691" y="0"/>
                  </a:lnTo>
                  <a:lnTo>
                    <a:pt x="5623790" y="0"/>
                  </a:lnTo>
                  <a:lnTo>
                    <a:pt x="5621889" y="0"/>
                  </a:lnTo>
                  <a:lnTo>
                    <a:pt x="5619988" y="0"/>
                  </a:lnTo>
                  <a:lnTo>
                    <a:pt x="5618086" y="0"/>
                  </a:lnTo>
                  <a:lnTo>
                    <a:pt x="5616185" y="0"/>
                  </a:lnTo>
                  <a:lnTo>
                    <a:pt x="5614284" y="0"/>
                  </a:lnTo>
                  <a:lnTo>
                    <a:pt x="5612383" y="0"/>
                  </a:lnTo>
                  <a:lnTo>
                    <a:pt x="5610481" y="0"/>
                  </a:lnTo>
                  <a:lnTo>
                    <a:pt x="5608580" y="0"/>
                  </a:lnTo>
                  <a:lnTo>
                    <a:pt x="5606679" y="0"/>
                  </a:lnTo>
                  <a:lnTo>
                    <a:pt x="5604778" y="0"/>
                  </a:lnTo>
                  <a:lnTo>
                    <a:pt x="5602877" y="0"/>
                  </a:lnTo>
                  <a:lnTo>
                    <a:pt x="5600975" y="0"/>
                  </a:lnTo>
                  <a:lnTo>
                    <a:pt x="5599074" y="0"/>
                  </a:lnTo>
                  <a:lnTo>
                    <a:pt x="5597173" y="0"/>
                  </a:lnTo>
                  <a:lnTo>
                    <a:pt x="5595272" y="0"/>
                  </a:lnTo>
                  <a:lnTo>
                    <a:pt x="5593371" y="0"/>
                  </a:lnTo>
                  <a:lnTo>
                    <a:pt x="5591469" y="0"/>
                  </a:lnTo>
                  <a:lnTo>
                    <a:pt x="5589568" y="0"/>
                  </a:lnTo>
                  <a:lnTo>
                    <a:pt x="5587667" y="0"/>
                  </a:lnTo>
                  <a:lnTo>
                    <a:pt x="5585766" y="0"/>
                  </a:lnTo>
                  <a:lnTo>
                    <a:pt x="5583864" y="0"/>
                  </a:lnTo>
                  <a:lnTo>
                    <a:pt x="5581963" y="0"/>
                  </a:lnTo>
                  <a:lnTo>
                    <a:pt x="5580062" y="0"/>
                  </a:lnTo>
                  <a:lnTo>
                    <a:pt x="5578161" y="0"/>
                  </a:lnTo>
                  <a:lnTo>
                    <a:pt x="5576260" y="0"/>
                  </a:lnTo>
                  <a:lnTo>
                    <a:pt x="5574358" y="0"/>
                  </a:lnTo>
                  <a:lnTo>
                    <a:pt x="5572457" y="0"/>
                  </a:lnTo>
                  <a:lnTo>
                    <a:pt x="5570556" y="0"/>
                  </a:lnTo>
                  <a:lnTo>
                    <a:pt x="5568655" y="0"/>
                  </a:lnTo>
                  <a:lnTo>
                    <a:pt x="5566754" y="0"/>
                  </a:lnTo>
                  <a:lnTo>
                    <a:pt x="5564852" y="0"/>
                  </a:lnTo>
                  <a:lnTo>
                    <a:pt x="5562951" y="0"/>
                  </a:lnTo>
                  <a:lnTo>
                    <a:pt x="5561050" y="0"/>
                  </a:lnTo>
                  <a:lnTo>
                    <a:pt x="5559149" y="0"/>
                  </a:lnTo>
                  <a:lnTo>
                    <a:pt x="5557247" y="0"/>
                  </a:lnTo>
                  <a:lnTo>
                    <a:pt x="5555346" y="0"/>
                  </a:lnTo>
                  <a:lnTo>
                    <a:pt x="5553445" y="0"/>
                  </a:lnTo>
                  <a:lnTo>
                    <a:pt x="5551544" y="0"/>
                  </a:lnTo>
                  <a:lnTo>
                    <a:pt x="5549643" y="0"/>
                  </a:lnTo>
                  <a:lnTo>
                    <a:pt x="5547741" y="0"/>
                  </a:lnTo>
                  <a:lnTo>
                    <a:pt x="5545840" y="0"/>
                  </a:lnTo>
                  <a:lnTo>
                    <a:pt x="5543939" y="0"/>
                  </a:lnTo>
                  <a:lnTo>
                    <a:pt x="5542038" y="0"/>
                  </a:lnTo>
                  <a:lnTo>
                    <a:pt x="5540137" y="0"/>
                  </a:lnTo>
                  <a:lnTo>
                    <a:pt x="5538235" y="0"/>
                  </a:lnTo>
                  <a:lnTo>
                    <a:pt x="5536334" y="0"/>
                  </a:lnTo>
                  <a:lnTo>
                    <a:pt x="5534433" y="0"/>
                  </a:lnTo>
                  <a:lnTo>
                    <a:pt x="5532532" y="0"/>
                  </a:lnTo>
                  <a:lnTo>
                    <a:pt x="5530630" y="0"/>
                  </a:lnTo>
                  <a:lnTo>
                    <a:pt x="5528729" y="0"/>
                  </a:lnTo>
                  <a:lnTo>
                    <a:pt x="5526828" y="0"/>
                  </a:lnTo>
                  <a:lnTo>
                    <a:pt x="5524927" y="0"/>
                  </a:lnTo>
                  <a:lnTo>
                    <a:pt x="5523026" y="0"/>
                  </a:lnTo>
                  <a:lnTo>
                    <a:pt x="5521124" y="0"/>
                  </a:lnTo>
                  <a:lnTo>
                    <a:pt x="5519223" y="0"/>
                  </a:lnTo>
                  <a:lnTo>
                    <a:pt x="5517322" y="0"/>
                  </a:lnTo>
                  <a:lnTo>
                    <a:pt x="5515421" y="0"/>
                  </a:lnTo>
                  <a:lnTo>
                    <a:pt x="5513520" y="0"/>
                  </a:lnTo>
                  <a:lnTo>
                    <a:pt x="5511618" y="0"/>
                  </a:lnTo>
                  <a:lnTo>
                    <a:pt x="5509717" y="0"/>
                  </a:lnTo>
                  <a:lnTo>
                    <a:pt x="5507816" y="0"/>
                  </a:lnTo>
                  <a:lnTo>
                    <a:pt x="5505915" y="0"/>
                  </a:lnTo>
                  <a:lnTo>
                    <a:pt x="5504014" y="0"/>
                  </a:lnTo>
                  <a:lnTo>
                    <a:pt x="5502112" y="0"/>
                  </a:lnTo>
                  <a:lnTo>
                    <a:pt x="5500211" y="0"/>
                  </a:lnTo>
                  <a:lnTo>
                    <a:pt x="5498310" y="0"/>
                  </a:lnTo>
                  <a:lnTo>
                    <a:pt x="5496409" y="0"/>
                  </a:lnTo>
                  <a:lnTo>
                    <a:pt x="5494507" y="0"/>
                  </a:lnTo>
                  <a:lnTo>
                    <a:pt x="5492606" y="0"/>
                  </a:lnTo>
                  <a:lnTo>
                    <a:pt x="5490705" y="0"/>
                  </a:lnTo>
                  <a:lnTo>
                    <a:pt x="5488804" y="0"/>
                  </a:lnTo>
                  <a:lnTo>
                    <a:pt x="5486903" y="0"/>
                  </a:lnTo>
                  <a:lnTo>
                    <a:pt x="5485001" y="0"/>
                  </a:lnTo>
                  <a:lnTo>
                    <a:pt x="5483100" y="0"/>
                  </a:lnTo>
                  <a:lnTo>
                    <a:pt x="5481199" y="0"/>
                  </a:lnTo>
                  <a:lnTo>
                    <a:pt x="5479298" y="0"/>
                  </a:lnTo>
                  <a:lnTo>
                    <a:pt x="5477397" y="0"/>
                  </a:lnTo>
                  <a:lnTo>
                    <a:pt x="5475495" y="0"/>
                  </a:lnTo>
                  <a:lnTo>
                    <a:pt x="5473594" y="0"/>
                  </a:lnTo>
                  <a:lnTo>
                    <a:pt x="5471693" y="0"/>
                  </a:lnTo>
                  <a:lnTo>
                    <a:pt x="5469792" y="0"/>
                  </a:lnTo>
                  <a:lnTo>
                    <a:pt x="5467890" y="0"/>
                  </a:lnTo>
                  <a:lnTo>
                    <a:pt x="5465989" y="0"/>
                  </a:lnTo>
                  <a:lnTo>
                    <a:pt x="5464088" y="0"/>
                  </a:lnTo>
                  <a:lnTo>
                    <a:pt x="5462187" y="0"/>
                  </a:lnTo>
                  <a:lnTo>
                    <a:pt x="5460286" y="0"/>
                  </a:lnTo>
                  <a:lnTo>
                    <a:pt x="5458384" y="0"/>
                  </a:lnTo>
                  <a:lnTo>
                    <a:pt x="5456483" y="0"/>
                  </a:lnTo>
                  <a:lnTo>
                    <a:pt x="5454582" y="0"/>
                  </a:lnTo>
                  <a:lnTo>
                    <a:pt x="5452681" y="0"/>
                  </a:lnTo>
                  <a:lnTo>
                    <a:pt x="5450780" y="0"/>
                  </a:lnTo>
                  <a:lnTo>
                    <a:pt x="5448878" y="0"/>
                  </a:lnTo>
                  <a:lnTo>
                    <a:pt x="5446977" y="0"/>
                  </a:lnTo>
                  <a:lnTo>
                    <a:pt x="5445076" y="0"/>
                  </a:lnTo>
                  <a:lnTo>
                    <a:pt x="5443175" y="0"/>
                  </a:lnTo>
                  <a:lnTo>
                    <a:pt x="5441273" y="0"/>
                  </a:lnTo>
                  <a:lnTo>
                    <a:pt x="5439372" y="0"/>
                  </a:lnTo>
                  <a:lnTo>
                    <a:pt x="5437471" y="0"/>
                  </a:lnTo>
                  <a:lnTo>
                    <a:pt x="5435570" y="0"/>
                  </a:lnTo>
                  <a:lnTo>
                    <a:pt x="5433669" y="0"/>
                  </a:lnTo>
                  <a:lnTo>
                    <a:pt x="5431767" y="0"/>
                  </a:lnTo>
                  <a:lnTo>
                    <a:pt x="5429866" y="0"/>
                  </a:lnTo>
                  <a:lnTo>
                    <a:pt x="5427965" y="0"/>
                  </a:lnTo>
                  <a:lnTo>
                    <a:pt x="5426064" y="0"/>
                  </a:lnTo>
                  <a:lnTo>
                    <a:pt x="5424163" y="0"/>
                  </a:lnTo>
                  <a:lnTo>
                    <a:pt x="5422261" y="0"/>
                  </a:lnTo>
                  <a:lnTo>
                    <a:pt x="5420360" y="0"/>
                  </a:lnTo>
                  <a:lnTo>
                    <a:pt x="5418459" y="0"/>
                  </a:lnTo>
                  <a:lnTo>
                    <a:pt x="5416558" y="0"/>
                  </a:lnTo>
                  <a:lnTo>
                    <a:pt x="5414656" y="0"/>
                  </a:lnTo>
                  <a:lnTo>
                    <a:pt x="5412755" y="0"/>
                  </a:lnTo>
                  <a:lnTo>
                    <a:pt x="5410854" y="0"/>
                  </a:lnTo>
                  <a:lnTo>
                    <a:pt x="5408953" y="0"/>
                  </a:lnTo>
                  <a:lnTo>
                    <a:pt x="5407052" y="0"/>
                  </a:lnTo>
                  <a:lnTo>
                    <a:pt x="5405150" y="0"/>
                  </a:lnTo>
                  <a:lnTo>
                    <a:pt x="5403249" y="0"/>
                  </a:lnTo>
                  <a:lnTo>
                    <a:pt x="5401348" y="0"/>
                  </a:lnTo>
                  <a:lnTo>
                    <a:pt x="5399447" y="0"/>
                  </a:lnTo>
                  <a:lnTo>
                    <a:pt x="5397546" y="0"/>
                  </a:lnTo>
                  <a:lnTo>
                    <a:pt x="5395644" y="0"/>
                  </a:lnTo>
                  <a:lnTo>
                    <a:pt x="5393743" y="0"/>
                  </a:lnTo>
                  <a:lnTo>
                    <a:pt x="5391842" y="0"/>
                  </a:lnTo>
                  <a:lnTo>
                    <a:pt x="5389941" y="0"/>
                  </a:lnTo>
                  <a:lnTo>
                    <a:pt x="5388039" y="0"/>
                  </a:lnTo>
                  <a:lnTo>
                    <a:pt x="5386138" y="0"/>
                  </a:lnTo>
                  <a:lnTo>
                    <a:pt x="5384237" y="0"/>
                  </a:lnTo>
                  <a:lnTo>
                    <a:pt x="5382336" y="0"/>
                  </a:lnTo>
                  <a:lnTo>
                    <a:pt x="5380435" y="0"/>
                  </a:lnTo>
                  <a:lnTo>
                    <a:pt x="5378533" y="0"/>
                  </a:lnTo>
                  <a:lnTo>
                    <a:pt x="5376632" y="0"/>
                  </a:lnTo>
                  <a:lnTo>
                    <a:pt x="5374731" y="0"/>
                  </a:lnTo>
                  <a:lnTo>
                    <a:pt x="5372830" y="0"/>
                  </a:lnTo>
                  <a:lnTo>
                    <a:pt x="5370929" y="0"/>
                  </a:lnTo>
                  <a:lnTo>
                    <a:pt x="5369027" y="0"/>
                  </a:lnTo>
                  <a:lnTo>
                    <a:pt x="5367126" y="0"/>
                  </a:lnTo>
                  <a:lnTo>
                    <a:pt x="5365225" y="0"/>
                  </a:lnTo>
                  <a:lnTo>
                    <a:pt x="5363324" y="0"/>
                  </a:lnTo>
                  <a:lnTo>
                    <a:pt x="5361422" y="0"/>
                  </a:lnTo>
                  <a:lnTo>
                    <a:pt x="5359521" y="0"/>
                  </a:lnTo>
                  <a:lnTo>
                    <a:pt x="5357620" y="0"/>
                  </a:lnTo>
                  <a:lnTo>
                    <a:pt x="5355719" y="0"/>
                  </a:lnTo>
                  <a:lnTo>
                    <a:pt x="5353818" y="0"/>
                  </a:lnTo>
                  <a:lnTo>
                    <a:pt x="5351916" y="0"/>
                  </a:lnTo>
                  <a:lnTo>
                    <a:pt x="5350015" y="0"/>
                  </a:lnTo>
                  <a:lnTo>
                    <a:pt x="5348114" y="0"/>
                  </a:lnTo>
                  <a:lnTo>
                    <a:pt x="5346213" y="0"/>
                  </a:lnTo>
                  <a:lnTo>
                    <a:pt x="5344312" y="0"/>
                  </a:lnTo>
                  <a:lnTo>
                    <a:pt x="5342410" y="0"/>
                  </a:lnTo>
                  <a:lnTo>
                    <a:pt x="5340509" y="0"/>
                  </a:lnTo>
                  <a:lnTo>
                    <a:pt x="5338608" y="0"/>
                  </a:lnTo>
                  <a:lnTo>
                    <a:pt x="5336707" y="0"/>
                  </a:lnTo>
                  <a:lnTo>
                    <a:pt x="5334805" y="0"/>
                  </a:lnTo>
                  <a:lnTo>
                    <a:pt x="5332904" y="0"/>
                  </a:lnTo>
                  <a:lnTo>
                    <a:pt x="5331003" y="0"/>
                  </a:lnTo>
                  <a:lnTo>
                    <a:pt x="5329102" y="0"/>
                  </a:lnTo>
                  <a:lnTo>
                    <a:pt x="5327201" y="0"/>
                  </a:lnTo>
                  <a:lnTo>
                    <a:pt x="5325299" y="0"/>
                  </a:lnTo>
                  <a:lnTo>
                    <a:pt x="5323398" y="0"/>
                  </a:lnTo>
                  <a:lnTo>
                    <a:pt x="5321497" y="0"/>
                  </a:lnTo>
                  <a:lnTo>
                    <a:pt x="5319596" y="0"/>
                  </a:lnTo>
                  <a:lnTo>
                    <a:pt x="5317695" y="0"/>
                  </a:lnTo>
                  <a:lnTo>
                    <a:pt x="5315793" y="0"/>
                  </a:lnTo>
                  <a:lnTo>
                    <a:pt x="5313892" y="0"/>
                  </a:lnTo>
                  <a:lnTo>
                    <a:pt x="5311991" y="0"/>
                  </a:lnTo>
                  <a:lnTo>
                    <a:pt x="5310090" y="0"/>
                  </a:lnTo>
                  <a:lnTo>
                    <a:pt x="5308188" y="0"/>
                  </a:lnTo>
                  <a:lnTo>
                    <a:pt x="5306287" y="0"/>
                  </a:lnTo>
                  <a:lnTo>
                    <a:pt x="5304386" y="0"/>
                  </a:lnTo>
                  <a:lnTo>
                    <a:pt x="5302485" y="0"/>
                  </a:lnTo>
                  <a:lnTo>
                    <a:pt x="5300584" y="0"/>
                  </a:lnTo>
                  <a:lnTo>
                    <a:pt x="5298682" y="0"/>
                  </a:lnTo>
                  <a:lnTo>
                    <a:pt x="5296781" y="0"/>
                  </a:lnTo>
                  <a:lnTo>
                    <a:pt x="5294880" y="0"/>
                  </a:lnTo>
                  <a:lnTo>
                    <a:pt x="5292979" y="0"/>
                  </a:lnTo>
                  <a:lnTo>
                    <a:pt x="5291078" y="0"/>
                  </a:lnTo>
                  <a:lnTo>
                    <a:pt x="5289176" y="0"/>
                  </a:lnTo>
                  <a:lnTo>
                    <a:pt x="5287275" y="0"/>
                  </a:lnTo>
                  <a:lnTo>
                    <a:pt x="5285374" y="0"/>
                  </a:lnTo>
                  <a:lnTo>
                    <a:pt x="5283473" y="0"/>
                  </a:lnTo>
                  <a:lnTo>
                    <a:pt x="5281571" y="0"/>
                  </a:lnTo>
                  <a:lnTo>
                    <a:pt x="5279670" y="0"/>
                  </a:lnTo>
                  <a:lnTo>
                    <a:pt x="5277769" y="0"/>
                  </a:lnTo>
                  <a:lnTo>
                    <a:pt x="5275868" y="0"/>
                  </a:lnTo>
                  <a:lnTo>
                    <a:pt x="5273967" y="0"/>
                  </a:lnTo>
                  <a:lnTo>
                    <a:pt x="5272065" y="0"/>
                  </a:lnTo>
                  <a:lnTo>
                    <a:pt x="5270164" y="0"/>
                  </a:lnTo>
                  <a:lnTo>
                    <a:pt x="5268263" y="0"/>
                  </a:lnTo>
                  <a:lnTo>
                    <a:pt x="5266362" y="0"/>
                  </a:lnTo>
                  <a:lnTo>
                    <a:pt x="5264461" y="0"/>
                  </a:lnTo>
                  <a:lnTo>
                    <a:pt x="5262559" y="0"/>
                  </a:lnTo>
                  <a:lnTo>
                    <a:pt x="5260658" y="0"/>
                  </a:lnTo>
                  <a:lnTo>
                    <a:pt x="5258757" y="0"/>
                  </a:lnTo>
                  <a:lnTo>
                    <a:pt x="5256856" y="0"/>
                  </a:lnTo>
                  <a:lnTo>
                    <a:pt x="5254954" y="0"/>
                  </a:lnTo>
                  <a:lnTo>
                    <a:pt x="5253053" y="0"/>
                  </a:lnTo>
                  <a:lnTo>
                    <a:pt x="5251152" y="0"/>
                  </a:lnTo>
                  <a:lnTo>
                    <a:pt x="5249251" y="0"/>
                  </a:lnTo>
                  <a:lnTo>
                    <a:pt x="5247350" y="0"/>
                  </a:lnTo>
                  <a:lnTo>
                    <a:pt x="5245448" y="0"/>
                  </a:lnTo>
                  <a:lnTo>
                    <a:pt x="5243547" y="0"/>
                  </a:lnTo>
                  <a:lnTo>
                    <a:pt x="5241646" y="0"/>
                  </a:lnTo>
                  <a:lnTo>
                    <a:pt x="5239745" y="0"/>
                  </a:lnTo>
                  <a:lnTo>
                    <a:pt x="5237844" y="0"/>
                  </a:lnTo>
                  <a:lnTo>
                    <a:pt x="5235942" y="0"/>
                  </a:lnTo>
                  <a:lnTo>
                    <a:pt x="5234041" y="0"/>
                  </a:lnTo>
                  <a:lnTo>
                    <a:pt x="5232140" y="0"/>
                  </a:lnTo>
                  <a:lnTo>
                    <a:pt x="5230239" y="0"/>
                  </a:lnTo>
                  <a:lnTo>
                    <a:pt x="5228338" y="0"/>
                  </a:lnTo>
                  <a:lnTo>
                    <a:pt x="5226436" y="0"/>
                  </a:lnTo>
                  <a:lnTo>
                    <a:pt x="5224535" y="0"/>
                  </a:lnTo>
                  <a:lnTo>
                    <a:pt x="5222634" y="0"/>
                  </a:lnTo>
                  <a:lnTo>
                    <a:pt x="5220733" y="0"/>
                  </a:lnTo>
                  <a:lnTo>
                    <a:pt x="5218831" y="0"/>
                  </a:lnTo>
                  <a:lnTo>
                    <a:pt x="5216930" y="0"/>
                  </a:lnTo>
                  <a:lnTo>
                    <a:pt x="5215029" y="0"/>
                  </a:lnTo>
                  <a:lnTo>
                    <a:pt x="5213128" y="0"/>
                  </a:lnTo>
                  <a:lnTo>
                    <a:pt x="5211227" y="0"/>
                  </a:lnTo>
                  <a:lnTo>
                    <a:pt x="5209325" y="0"/>
                  </a:lnTo>
                  <a:lnTo>
                    <a:pt x="5207424" y="0"/>
                  </a:lnTo>
                  <a:lnTo>
                    <a:pt x="5205523" y="0"/>
                  </a:lnTo>
                  <a:lnTo>
                    <a:pt x="5203622" y="0"/>
                  </a:lnTo>
                  <a:lnTo>
                    <a:pt x="5201721" y="0"/>
                  </a:lnTo>
                  <a:lnTo>
                    <a:pt x="5199819" y="0"/>
                  </a:lnTo>
                  <a:lnTo>
                    <a:pt x="5197918" y="0"/>
                  </a:lnTo>
                  <a:lnTo>
                    <a:pt x="5196017" y="0"/>
                  </a:lnTo>
                  <a:lnTo>
                    <a:pt x="5194116" y="0"/>
                  </a:lnTo>
                  <a:lnTo>
                    <a:pt x="5192214" y="0"/>
                  </a:lnTo>
                  <a:lnTo>
                    <a:pt x="5190313" y="0"/>
                  </a:lnTo>
                  <a:lnTo>
                    <a:pt x="5188412" y="0"/>
                  </a:lnTo>
                  <a:lnTo>
                    <a:pt x="5186511" y="0"/>
                  </a:lnTo>
                  <a:lnTo>
                    <a:pt x="5184610" y="0"/>
                  </a:lnTo>
                  <a:lnTo>
                    <a:pt x="5182708" y="0"/>
                  </a:lnTo>
                  <a:lnTo>
                    <a:pt x="5180807" y="0"/>
                  </a:lnTo>
                  <a:lnTo>
                    <a:pt x="5178906" y="0"/>
                  </a:lnTo>
                  <a:lnTo>
                    <a:pt x="5177005" y="0"/>
                  </a:lnTo>
                  <a:lnTo>
                    <a:pt x="5175104" y="0"/>
                  </a:lnTo>
                  <a:lnTo>
                    <a:pt x="5173202" y="0"/>
                  </a:lnTo>
                  <a:lnTo>
                    <a:pt x="5171301" y="0"/>
                  </a:lnTo>
                  <a:lnTo>
                    <a:pt x="5169400" y="0"/>
                  </a:lnTo>
                  <a:lnTo>
                    <a:pt x="5167499" y="0"/>
                  </a:lnTo>
                  <a:lnTo>
                    <a:pt x="5165597" y="0"/>
                  </a:lnTo>
                  <a:lnTo>
                    <a:pt x="5163696" y="0"/>
                  </a:lnTo>
                  <a:lnTo>
                    <a:pt x="5161795" y="0"/>
                  </a:lnTo>
                  <a:lnTo>
                    <a:pt x="5159894" y="0"/>
                  </a:lnTo>
                  <a:lnTo>
                    <a:pt x="5157993" y="0"/>
                  </a:lnTo>
                  <a:lnTo>
                    <a:pt x="5156091" y="0"/>
                  </a:lnTo>
                  <a:lnTo>
                    <a:pt x="5154190" y="0"/>
                  </a:lnTo>
                  <a:lnTo>
                    <a:pt x="5152289" y="0"/>
                  </a:lnTo>
                  <a:lnTo>
                    <a:pt x="5150388" y="0"/>
                  </a:lnTo>
                  <a:lnTo>
                    <a:pt x="5148487" y="0"/>
                  </a:lnTo>
                  <a:lnTo>
                    <a:pt x="5146585" y="0"/>
                  </a:lnTo>
                  <a:lnTo>
                    <a:pt x="5144684" y="0"/>
                  </a:lnTo>
                  <a:lnTo>
                    <a:pt x="5142783" y="0"/>
                  </a:lnTo>
                  <a:lnTo>
                    <a:pt x="5140882" y="0"/>
                  </a:lnTo>
                  <a:lnTo>
                    <a:pt x="5138980" y="0"/>
                  </a:lnTo>
                  <a:lnTo>
                    <a:pt x="5137079" y="0"/>
                  </a:lnTo>
                  <a:lnTo>
                    <a:pt x="5135178" y="0"/>
                  </a:lnTo>
                  <a:lnTo>
                    <a:pt x="5133277" y="0"/>
                  </a:lnTo>
                  <a:lnTo>
                    <a:pt x="5131376" y="0"/>
                  </a:lnTo>
                  <a:lnTo>
                    <a:pt x="5129474" y="0"/>
                  </a:lnTo>
                  <a:lnTo>
                    <a:pt x="5127573" y="0"/>
                  </a:lnTo>
                  <a:lnTo>
                    <a:pt x="5125672" y="0"/>
                  </a:lnTo>
                  <a:lnTo>
                    <a:pt x="5123771" y="0"/>
                  </a:lnTo>
                  <a:lnTo>
                    <a:pt x="5121870" y="0"/>
                  </a:lnTo>
                  <a:lnTo>
                    <a:pt x="5119968" y="0"/>
                  </a:lnTo>
                  <a:lnTo>
                    <a:pt x="5118067" y="0"/>
                  </a:lnTo>
                  <a:lnTo>
                    <a:pt x="5116166" y="0"/>
                  </a:lnTo>
                  <a:lnTo>
                    <a:pt x="5114265" y="0"/>
                  </a:lnTo>
                  <a:lnTo>
                    <a:pt x="5112363" y="0"/>
                  </a:lnTo>
                  <a:lnTo>
                    <a:pt x="5110462" y="0"/>
                  </a:lnTo>
                  <a:lnTo>
                    <a:pt x="5108561" y="0"/>
                  </a:lnTo>
                  <a:lnTo>
                    <a:pt x="5106660" y="0"/>
                  </a:lnTo>
                  <a:lnTo>
                    <a:pt x="5104759" y="0"/>
                  </a:lnTo>
                  <a:lnTo>
                    <a:pt x="5102857" y="0"/>
                  </a:lnTo>
                  <a:lnTo>
                    <a:pt x="5100956" y="0"/>
                  </a:lnTo>
                  <a:lnTo>
                    <a:pt x="5099055" y="0"/>
                  </a:lnTo>
                  <a:lnTo>
                    <a:pt x="5097154" y="0"/>
                  </a:lnTo>
                  <a:lnTo>
                    <a:pt x="5095253" y="0"/>
                  </a:lnTo>
                  <a:lnTo>
                    <a:pt x="5093351" y="0"/>
                  </a:lnTo>
                  <a:lnTo>
                    <a:pt x="5091450" y="0"/>
                  </a:lnTo>
                  <a:lnTo>
                    <a:pt x="5089549" y="0"/>
                  </a:lnTo>
                  <a:lnTo>
                    <a:pt x="5087648" y="0"/>
                  </a:lnTo>
                  <a:lnTo>
                    <a:pt x="5085746" y="0"/>
                  </a:lnTo>
                  <a:lnTo>
                    <a:pt x="5083845" y="0"/>
                  </a:lnTo>
                  <a:lnTo>
                    <a:pt x="5081944" y="0"/>
                  </a:lnTo>
                  <a:lnTo>
                    <a:pt x="5080043" y="0"/>
                  </a:lnTo>
                  <a:lnTo>
                    <a:pt x="5078142" y="0"/>
                  </a:lnTo>
                  <a:lnTo>
                    <a:pt x="5076240" y="0"/>
                  </a:lnTo>
                  <a:lnTo>
                    <a:pt x="5074339" y="0"/>
                  </a:lnTo>
                  <a:lnTo>
                    <a:pt x="5072438" y="0"/>
                  </a:lnTo>
                  <a:lnTo>
                    <a:pt x="5070537" y="0"/>
                  </a:lnTo>
                  <a:lnTo>
                    <a:pt x="5068636" y="0"/>
                  </a:lnTo>
                  <a:lnTo>
                    <a:pt x="5066734" y="0"/>
                  </a:lnTo>
                  <a:lnTo>
                    <a:pt x="5064833" y="0"/>
                  </a:lnTo>
                  <a:lnTo>
                    <a:pt x="5062932" y="0"/>
                  </a:lnTo>
                  <a:lnTo>
                    <a:pt x="5061031" y="0"/>
                  </a:lnTo>
                  <a:lnTo>
                    <a:pt x="5059129" y="0"/>
                  </a:lnTo>
                  <a:lnTo>
                    <a:pt x="5057228" y="0"/>
                  </a:lnTo>
                  <a:lnTo>
                    <a:pt x="5055327" y="0"/>
                  </a:lnTo>
                  <a:lnTo>
                    <a:pt x="5053426" y="0"/>
                  </a:lnTo>
                  <a:lnTo>
                    <a:pt x="5051525" y="0"/>
                  </a:lnTo>
                  <a:lnTo>
                    <a:pt x="5049623" y="0"/>
                  </a:lnTo>
                  <a:lnTo>
                    <a:pt x="5047722" y="0"/>
                  </a:lnTo>
                  <a:lnTo>
                    <a:pt x="5045821" y="0"/>
                  </a:lnTo>
                  <a:lnTo>
                    <a:pt x="5043920" y="0"/>
                  </a:lnTo>
                  <a:lnTo>
                    <a:pt x="5042019" y="0"/>
                  </a:lnTo>
                  <a:lnTo>
                    <a:pt x="5040117" y="0"/>
                  </a:lnTo>
                  <a:lnTo>
                    <a:pt x="5038216" y="0"/>
                  </a:lnTo>
                  <a:lnTo>
                    <a:pt x="5036315" y="0"/>
                  </a:lnTo>
                  <a:lnTo>
                    <a:pt x="5034414" y="0"/>
                  </a:lnTo>
                  <a:lnTo>
                    <a:pt x="5032512" y="0"/>
                  </a:lnTo>
                  <a:lnTo>
                    <a:pt x="5030611" y="0"/>
                  </a:lnTo>
                  <a:lnTo>
                    <a:pt x="5028710" y="0"/>
                  </a:lnTo>
                  <a:lnTo>
                    <a:pt x="5026809" y="0"/>
                  </a:lnTo>
                  <a:lnTo>
                    <a:pt x="5024908" y="0"/>
                  </a:lnTo>
                  <a:lnTo>
                    <a:pt x="5023006" y="0"/>
                  </a:lnTo>
                  <a:lnTo>
                    <a:pt x="5021105" y="0"/>
                  </a:lnTo>
                  <a:lnTo>
                    <a:pt x="5019204" y="0"/>
                  </a:lnTo>
                  <a:lnTo>
                    <a:pt x="5017303" y="0"/>
                  </a:lnTo>
                  <a:lnTo>
                    <a:pt x="5015402" y="0"/>
                  </a:lnTo>
                  <a:lnTo>
                    <a:pt x="5013500" y="0"/>
                  </a:lnTo>
                  <a:lnTo>
                    <a:pt x="5011599" y="0"/>
                  </a:lnTo>
                  <a:lnTo>
                    <a:pt x="5009698" y="0"/>
                  </a:lnTo>
                  <a:lnTo>
                    <a:pt x="5007797" y="0"/>
                  </a:lnTo>
                  <a:lnTo>
                    <a:pt x="5005895" y="0"/>
                  </a:lnTo>
                  <a:lnTo>
                    <a:pt x="5003994" y="0"/>
                  </a:lnTo>
                  <a:lnTo>
                    <a:pt x="5002093" y="0"/>
                  </a:lnTo>
                  <a:lnTo>
                    <a:pt x="5000192" y="0"/>
                  </a:lnTo>
                  <a:lnTo>
                    <a:pt x="4998291" y="0"/>
                  </a:lnTo>
                  <a:lnTo>
                    <a:pt x="4996389" y="0"/>
                  </a:lnTo>
                  <a:lnTo>
                    <a:pt x="4994488" y="0"/>
                  </a:lnTo>
                  <a:lnTo>
                    <a:pt x="4992587" y="0"/>
                  </a:lnTo>
                  <a:lnTo>
                    <a:pt x="4990686" y="0"/>
                  </a:lnTo>
                  <a:lnTo>
                    <a:pt x="4988785" y="0"/>
                  </a:lnTo>
                  <a:lnTo>
                    <a:pt x="4986883" y="0"/>
                  </a:lnTo>
                  <a:lnTo>
                    <a:pt x="4984982" y="0"/>
                  </a:lnTo>
                  <a:lnTo>
                    <a:pt x="4983081" y="0"/>
                  </a:lnTo>
                  <a:lnTo>
                    <a:pt x="4981180" y="0"/>
                  </a:lnTo>
                  <a:lnTo>
                    <a:pt x="4979278" y="0"/>
                  </a:lnTo>
                  <a:lnTo>
                    <a:pt x="4977377" y="0"/>
                  </a:lnTo>
                  <a:lnTo>
                    <a:pt x="4975476" y="0"/>
                  </a:lnTo>
                  <a:lnTo>
                    <a:pt x="4973575" y="0"/>
                  </a:lnTo>
                  <a:lnTo>
                    <a:pt x="4971674" y="0"/>
                  </a:lnTo>
                  <a:lnTo>
                    <a:pt x="4969772" y="0"/>
                  </a:lnTo>
                  <a:lnTo>
                    <a:pt x="4967871" y="0"/>
                  </a:lnTo>
                  <a:lnTo>
                    <a:pt x="4965970" y="0"/>
                  </a:lnTo>
                  <a:lnTo>
                    <a:pt x="4964069" y="0"/>
                  </a:lnTo>
                  <a:lnTo>
                    <a:pt x="4962168" y="0"/>
                  </a:lnTo>
                  <a:lnTo>
                    <a:pt x="4960266" y="0"/>
                  </a:lnTo>
                  <a:lnTo>
                    <a:pt x="4958365" y="0"/>
                  </a:lnTo>
                  <a:lnTo>
                    <a:pt x="4956464" y="0"/>
                  </a:lnTo>
                  <a:lnTo>
                    <a:pt x="4954563" y="0"/>
                  </a:lnTo>
                  <a:lnTo>
                    <a:pt x="4952661" y="0"/>
                  </a:lnTo>
                  <a:lnTo>
                    <a:pt x="4950760" y="0"/>
                  </a:lnTo>
                  <a:lnTo>
                    <a:pt x="4948859" y="0"/>
                  </a:lnTo>
                  <a:lnTo>
                    <a:pt x="4946958" y="0"/>
                  </a:lnTo>
                  <a:lnTo>
                    <a:pt x="4945057" y="0"/>
                  </a:lnTo>
                  <a:lnTo>
                    <a:pt x="4943155" y="0"/>
                  </a:lnTo>
                  <a:lnTo>
                    <a:pt x="4941254" y="0"/>
                  </a:lnTo>
                  <a:lnTo>
                    <a:pt x="4939353" y="0"/>
                  </a:lnTo>
                  <a:lnTo>
                    <a:pt x="4937452" y="0"/>
                  </a:lnTo>
                  <a:lnTo>
                    <a:pt x="4935551" y="0"/>
                  </a:lnTo>
                  <a:lnTo>
                    <a:pt x="4933649" y="0"/>
                  </a:lnTo>
                  <a:lnTo>
                    <a:pt x="4931748" y="0"/>
                  </a:lnTo>
                  <a:lnTo>
                    <a:pt x="4929847" y="0"/>
                  </a:lnTo>
                  <a:lnTo>
                    <a:pt x="4927946" y="0"/>
                  </a:lnTo>
                  <a:lnTo>
                    <a:pt x="4926045" y="0"/>
                  </a:lnTo>
                  <a:lnTo>
                    <a:pt x="4924143" y="0"/>
                  </a:lnTo>
                  <a:lnTo>
                    <a:pt x="4922242" y="0"/>
                  </a:lnTo>
                  <a:lnTo>
                    <a:pt x="4920341" y="0"/>
                  </a:lnTo>
                  <a:lnTo>
                    <a:pt x="4918440" y="0"/>
                  </a:lnTo>
                  <a:lnTo>
                    <a:pt x="4916538" y="0"/>
                  </a:lnTo>
                  <a:lnTo>
                    <a:pt x="4914637" y="0"/>
                  </a:lnTo>
                  <a:lnTo>
                    <a:pt x="4912736" y="0"/>
                  </a:lnTo>
                  <a:lnTo>
                    <a:pt x="4910835" y="0"/>
                  </a:lnTo>
                  <a:lnTo>
                    <a:pt x="4908934" y="0"/>
                  </a:lnTo>
                  <a:lnTo>
                    <a:pt x="4907032" y="0"/>
                  </a:lnTo>
                  <a:lnTo>
                    <a:pt x="4905131" y="0"/>
                  </a:lnTo>
                  <a:lnTo>
                    <a:pt x="4903230" y="0"/>
                  </a:lnTo>
                  <a:lnTo>
                    <a:pt x="4901329" y="0"/>
                  </a:lnTo>
                  <a:lnTo>
                    <a:pt x="4899428" y="0"/>
                  </a:lnTo>
                  <a:lnTo>
                    <a:pt x="4897526" y="0"/>
                  </a:lnTo>
                  <a:lnTo>
                    <a:pt x="4895625" y="0"/>
                  </a:lnTo>
                  <a:lnTo>
                    <a:pt x="4893724" y="0"/>
                  </a:lnTo>
                  <a:lnTo>
                    <a:pt x="4891823" y="0"/>
                  </a:lnTo>
                  <a:lnTo>
                    <a:pt x="4889921" y="0"/>
                  </a:lnTo>
                  <a:lnTo>
                    <a:pt x="4888020" y="0"/>
                  </a:lnTo>
                  <a:lnTo>
                    <a:pt x="4886119" y="0"/>
                  </a:lnTo>
                  <a:lnTo>
                    <a:pt x="4884218" y="0"/>
                  </a:lnTo>
                  <a:lnTo>
                    <a:pt x="4882317" y="0"/>
                  </a:lnTo>
                  <a:lnTo>
                    <a:pt x="4880415" y="0"/>
                  </a:lnTo>
                  <a:lnTo>
                    <a:pt x="4878514" y="0"/>
                  </a:lnTo>
                  <a:lnTo>
                    <a:pt x="4876613" y="0"/>
                  </a:lnTo>
                  <a:lnTo>
                    <a:pt x="4874712" y="0"/>
                  </a:lnTo>
                  <a:lnTo>
                    <a:pt x="4872811" y="0"/>
                  </a:lnTo>
                  <a:lnTo>
                    <a:pt x="4870909" y="0"/>
                  </a:lnTo>
                  <a:lnTo>
                    <a:pt x="4869008" y="0"/>
                  </a:lnTo>
                  <a:lnTo>
                    <a:pt x="4867107" y="0"/>
                  </a:lnTo>
                  <a:lnTo>
                    <a:pt x="4865206" y="0"/>
                  </a:lnTo>
                  <a:lnTo>
                    <a:pt x="4863304" y="0"/>
                  </a:lnTo>
                  <a:lnTo>
                    <a:pt x="4861403" y="0"/>
                  </a:lnTo>
                  <a:lnTo>
                    <a:pt x="4859502" y="0"/>
                  </a:lnTo>
                  <a:lnTo>
                    <a:pt x="4857601" y="0"/>
                  </a:lnTo>
                  <a:lnTo>
                    <a:pt x="4855700" y="0"/>
                  </a:lnTo>
                  <a:lnTo>
                    <a:pt x="4853798" y="0"/>
                  </a:lnTo>
                  <a:lnTo>
                    <a:pt x="4851897" y="0"/>
                  </a:lnTo>
                  <a:lnTo>
                    <a:pt x="4849996" y="0"/>
                  </a:lnTo>
                  <a:lnTo>
                    <a:pt x="4848095" y="0"/>
                  </a:lnTo>
                  <a:lnTo>
                    <a:pt x="4846194" y="0"/>
                  </a:lnTo>
                  <a:lnTo>
                    <a:pt x="4844292" y="0"/>
                  </a:lnTo>
                  <a:lnTo>
                    <a:pt x="4842391" y="0"/>
                  </a:lnTo>
                  <a:lnTo>
                    <a:pt x="4840490" y="0"/>
                  </a:lnTo>
                  <a:lnTo>
                    <a:pt x="4838589" y="0"/>
                  </a:lnTo>
                  <a:lnTo>
                    <a:pt x="4836687" y="0"/>
                  </a:lnTo>
                  <a:lnTo>
                    <a:pt x="4834786" y="0"/>
                  </a:lnTo>
                  <a:lnTo>
                    <a:pt x="4832885" y="0"/>
                  </a:lnTo>
                  <a:lnTo>
                    <a:pt x="4830984" y="0"/>
                  </a:lnTo>
                  <a:lnTo>
                    <a:pt x="4829083" y="0"/>
                  </a:lnTo>
                  <a:lnTo>
                    <a:pt x="4827181" y="0"/>
                  </a:lnTo>
                  <a:lnTo>
                    <a:pt x="4825280" y="0"/>
                  </a:lnTo>
                  <a:lnTo>
                    <a:pt x="4823379" y="0"/>
                  </a:lnTo>
                  <a:lnTo>
                    <a:pt x="4821478" y="0"/>
                  </a:lnTo>
                  <a:lnTo>
                    <a:pt x="4819577" y="0"/>
                  </a:lnTo>
                  <a:lnTo>
                    <a:pt x="4817675" y="0"/>
                  </a:lnTo>
                  <a:lnTo>
                    <a:pt x="4815774" y="0"/>
                  </a:lnTo>
                  <a:lnTo>
                    <a:pt x="4813873" y="0"/>
                  </a:lnTo>
                  <a:lnTo>
                    <a:pt x="4811972" y="0"/>
                  </a:lnTo>
                  <a:lnTo>
                    <a:pt x="4810070" y="0"/>
                  </a:lnTo>
                  <a:lnTo>
                    <a:pt x="4808169" y="0"/>
                  </a:lnTo>
                  <a:lnTo>
                    <a:pt x="4806268" y="0"/>
                  </a:lnTo>
                  <a:lnTo>
                    <a:pt x="4804367" y="0"/>
                  </a:lnTo>
                  <a:lnTo>
                    <a:pt x="4802466" y="0"/>
                  </a:lnTo>
                  <a:lnTo>
                    <a:pt x="4800564" y="0"/>
                  </a:lnTo>
                  <a:lnTo>
                    <a:pt x="4798663" y="0"/>
                  </a:lnTo>
                  <a:lnTo>
                    <a:pt x="4796762" y="0"/>
                  </a:lnTo>
                  <a:lnTo>
                    <a:pt x="4794861" y="0"/>
                  </a:lnTo>
                  <a:lnTo>
                    <a:pt x="4792960" y="0"/>
                  </a:lnTo>
                  <a:lnTo>
                    <a:pt x="4791058" y="0"/>
                  </a:lnTo>
                  <a:lnTo>
                    <a:pt x="4789157" y="0"/>
                  </a:lnTo>
                  <a:lnTo>
                    <a:pt x="4787256" y="0"/>
                  </a:lnTo>
                  <a:lnTo>
                    <a:pt x="4785355" y="0"/>
                  </a:lnTo>
                  <a:lnTo>
                    <a:pt x="4783453" y="0"/>
                  </a:lnTo>
                  <a:lnTo>
                    <a:pt x="4781552" y="0"/>
                  </a:lnTo>
                  <a:lnTo>
                    <a:pt x="4779651" y="0"/>
                  </a:lnTo>
                  <a:lnTo>
                    <a:pt x="4777750" y="0"/>
                  </a:lnTo>
                  <a:lnTo>
                    <a:pt x="4775849" y="0"/>
                  </a:lnTo>
                  <a:lnTo>
                    <a:pt x="4773947" y="0"/>
                  </a:lnTo>
                  <a:lnTo>
                    <a:pt x="4772046" y="0"/>
                  </a:lnTo>
                  <a:lnTo>
                    <a:pt x="4770145" y="0"/>
                  </a:lnTo>
                  <a:lnTo>
                    <a:pt x="4768244" y="0"/>
                  </a:lnTo>
                  <a:lnTo>
                    <a:pt x="4766343" y="0"/>
                  </a:lnTo>
                  <a:lnTo>
                    <a:pt x="4764441" y="0"/>
                  </a:lnTo>
                  <a:lnTo>
                    <a:pt x="4762540" y="0"/>
                  </a:lnTo>
                  <a:lnTo>
                    <a:pt x="4760639" y="0"/>
                  </a:lnTo>
                  <a:lnTo>
                    <a:pt x="4758738" y="0"/>
                  </a:lnTo>
                  <a:lnTo>
                    <a:pt x="4756836" y="0"/>
                  </a:lnTo>
                  <a:lnTo>
                    <a:pt x="4754935" y="0"/>
                  </a:lnTo>
                  <a:lnTo>
                    <a:pt x="4753034" y="0"/>
                  </a:lnTo>
                  <a:lnTo>
                    <a:pt x="4751133" y="0"/>
                  </a:lnTo>
                  <a:lnTo>
                    <a:pt x="4749232" y="0"/>
                  </a:lnTo>
                  <a:lnTo>
                    <a:pt x="4747330" y="0"/>
                  </a:lnTo>
                  <a:lnTo>
                    <a:pt x="4745429" y="0"/>
                  </a:lnTo>
                  <a:lnTo>
                    <a:pt x="4743528" y="0"/>
                  </a:lnTo>
                  <a:lnTo>
                    <a:pt x="4741627" y="0"/>
                  </a:lnTo>
                  <a:lnTo>
                    <a:pt x="4739726" y="0"/>
                  </a:lnTo>
                  <a:lnTo>
                    <a:pt x="4737824" y="0"/>
                  </a:lnTo>
                  <a:lnTo>
                    <a:pt x="4735923" y="0"/>
                  </a:lnTo>
                  <a:lnTo>
                    <a:pt x="4734022" y="0"/>
                  </a:lnTo>
                  <a:lnTo>
                    <a:pt x="4732121" y="0"/>
                  </a:lnTo>
                  <a:lnTo>
                    <a:pt x="4730219" y="0"/>
                  </a:lnTo>
                  <a:lnTo>
                    <a:pt x="4728318" y="0"/>
                  </a:lnTo>
                  <a:lnTo>
                    <a:pt x="4726417" y="0"/>
                  </a:lnTo>
                  <a:lnTo>
                    <a:pt x="4724516" y="0"/>
                  </a:lnTo>
                  <a:lnTo>
                    <a:pt x="4722615" y="0"/>
                  </a:lnTo>
                  <a:lnTo>
                    <a:pt x="4720713" y="0"/>
                  </a:lnTo>
                  <a:lnTo>
                    <a:pt x="4718812" y="0"/>
                  </a:lnTo>
                  <a:lnTo>
                    <a:pt x="4716911" y="0"/>
                  </a:lnTo>
                  <a:lnTo>
                    <a:pt x="4715010" y="0"/>
                  </a:lnTo>
                  <a:lnTo>
                    <a:pt x="4713109" y="0"/>
                  </a:lnTo>
                  <a:lnTo>
                    <a:pt x="4711207" y="0"/>
                  </a:lnTo>
                  <a:lnTo>
                    <a:pt x="4709306" y="0"/>
                  </a:lnTo>
                  <a:lnTo>
                    <a:pt x="4707405" y="0"/>
                  </a:lnTo>
                  <a:lnTo>
                    <a:pt x="4705504" y="0"/>
                  </a:lnTo>
                  <a:lnTo>
                    <a:pt x="4703602" y="0"/>
                  </a:lnTo>
                  <a:lnTo>
                    <a:pt x="4701701" y="0"/>
                  </a:lnTo>
                  <a:lnTo>
                    <a:pt x="4699800" y="0"/>
                  </a:lnTo>
                  <a:lnTo>
                    <a:pt x="4697899" y="0"/>
                  </a:lnTo>
                  <a:lnTo>
                    <a:pt x="4695998" y="0"/>
                  </a:lnTo>
                  <a:lnTo>
                    <a:pt x="4694096" y="0"/>
                  </a:lnTo>
                  <a:lnTo>
                    <a:pt x="4692195" y="0"/>
                  </a:lnTo>
                  <a:lnTo>
                    <a:pt x="4690294" y="0"/>
                  </a:lnTo>
                  <a:lnTo>
                    <a:pt x="4688393" y="0"/>
                  </a:lnTo>
                  <a:lnTo>
                    <a:pt x="4686492" y="0"/>
                  </a:lnTo>
                  <a:lnTo>
                    <a:pt x="4684590" y="0"/>
                  </a:lnTo>
                  <a:lnTo>
                    <a:pt x="4682689" y="0"/>
                  </a:lnTo>
                  <a:lnTo>
                    <a:pt x="4680788" y="0"/>
                  </a:lnTo>
                  <a:lnTo>
                    <a:pt x="4678887" y="0"/>
                  </a:lnTo>
                  <a:lnTo>
                    <a:pt x="4676985" y="0"/>
                  </a:lnTo>
                  <a:lnTo>
                    <a:pt x="4675084" y="0"/>
                  </a:lnTo>
                  <a:lnTo>
                    <a:pt x="4673183" y="0"/>
                  </a:lnTo>
                  <a:lnTo>
                    <a:pt x="4671282" y="0"/>
                  </a:lnTo>
                  <a:lnTo>
                    <a:pt x="4669381" y="0"/>
                  </a:lnTo>
                  <a:lnTo>
                    <a:pt x="4667479" y="0"/>
                  </a:lnTo>
                  <a:lnTo>
                    <a:pt x="4665578" y="0"/>
                  </a:lnTo>
                  <a:lnTo>
                    <a:pt x="4663677" y="0"/>
                  </a:lnTo>
                  <a:lnTo>
                    <a:pt x="4661776" y="0"/>
                  </a:lnTo>
                  <a:lnTo>
                    <a:pt x="4659875" y="0"/>
                  </a:lnTo>
                  <a:lnTo>
                    <a:pt x="4657973" y="0"/>
                  </a:lnTo>
                  <a:lnTo>
                    <a:pt x="4656072" y="0"/>
                  </a:lnTo>
                  <a:lnTo>
                    <a:pt x="4654171" y="0"/>
                  </a:lnTo>
                  <a:lnTo>
                    <a:pt x="4652270" y="0"/>
                  </a:lnTo>
                  <a:lnTo>
                    <a:pt x="4650369" y="0"/>
                  </a:lnTo>
                  <a:lnTo>
                    <a:pt x="4648467" y="0"/>
                  </a:lnTo>
                  <a:lnTo>
                    <a:pt x="4646566" y="0"/>
                  </a:lnTo>
                  <a:lnTo>
                    <a:pt x="4644665" y="0"/>
                  </a:lnTo>
                  <a:lnTo>
                    <a:pt x="4642764" y="0"/>
                  </a:lnTo>
                  <a:lnTo>
                    <a:pt x="4640862" y="0"/>
                  </a:lnTo>
                  <a:lnTo>
                    <a:pt x="4638961" y="0"/>
                  </a:lnTo>
                  <a:lnTo>
                    <a:pt x="4637060" y="0"/>
                  </a:lnTo>
                  <a:lnTo>
                    <a:pt x="4635159" y="0"/>
                  </a:lnTo>
                  <a:lnTo>
                    <a:pt x="4633258" y="0"/>
                  </a:lnTo>
                  <a:lnTo>
                    <a:pt x="4631356" y="0"/>
                  </a:lnTo>
                  <a:lnTo>
                    <a:pt x="4629455" y="0"/>
                  </a:lnTo>
                  <a:lnTo>
                    <a:pt x="4627554" y="0"/>
                  </a:lnTo>
                  <a:lnTo>
                    <a:pt x="4625653" y="0"/>
                  </a:lnTo>
                  <a:lnTo>
                    <a:pt x="4623752" y="0"/>
                  </a:lnTo>
                  <a:lnTo>
                    <a:pt x="4621850" y="0"/>
                  </a:lnTo>
                  <a:lnTo>
                    <a:pt x="4619949" y="0"/>
                  </a:lnTo>
                  <a:lnTo>
                    <a:pt x="4618048" y="0"/>
                  </a:lnTo>
                  <a:lnTo>
                    <a:pt x="4616147" y="0"/>
                  </a:lnTo>
                  <a:lnTo>
                    <a:pt x="4614245" y="0"/>
                  </a:lnTo>
                  <a:lnTo>
                    <a:pt x="4612344" y="0"/>
                  </a:lnTo>
                  <a:lnTo>
                    <a:pt x="4610443" y="0"/>
                  </a:lnTo>
                  <a:lnTo>
                    <a:pt x="4608542" y="0"/>
                  </a:lnTo>
                  <a:lnTo>
                    <a:pt x="4606641" y="0"/>
                  </a:lnTo>
                  <a:lnTo>
                    <a:pt x="4604739" y="0"/>
                  </a:lnTo>
                  <a:lnTo>
                    <a:pt x="4602838" y="0"/>
                  </a:lnTo>
                  <a:lnTo>
                    <a:pt x="4600937" y="0"/>
                  </a:lnTo>
                  <a:lnTo>
                    <a:pt x="4599036" y="0"/>
                  </a:lnTo>
                  <a:lnTo>
                    <a:pt x="4597135" y="0"/>
                  </a:lnTo>
                  <a:lnTo>
                    <a:pt x="4595233" y="0"/>
                  </a:lnTo>
                  <a:lnTo>
                    <a:pt x="4593332" y="0"/>
                  </a:lnTo>
                  <a:lnTo>
                    <a:pt x="4591431" y="0"/>
                  </a:lnTo>
                  <a:lnTo>
                    <a:pt x="4589530" y="0"/>
                  </a:lnTo>
                  <a:lnTo>
                    <a:pt x="4587628" y="0"/>
                  </a:lnTo>
                  <a:lnTo>
                    <a:pt x="4585727" y="0"/>
                  </a:lnTo>
                  <a:lnTo>
                    <a:pt x="4583826" y="0"/>
                  </a:lnTo>
                  <a:lnTo>
                    <a:pt x="4581925" y="0"/>
                  </a:lnTo>
                  <a:lnTo>
                    <a:pt x="4580024" y="0"/>
                  </a:lnTo>
                  <a:lnTo>
                    <a:pt x="4578122" y="0"/>
                  </a:lnTo>
                  <a:lnTo>
                    <a:pt x="4576221" y="0"/>
                  </a:lnTo>
                  <a:lnTo>
                    <a:pt x="4574320" y="0"/>
                  </a:lnTo>
                  <a:lnTo>
                    <a:pt x="4572419" y="0"/>
                  </a:lnTo>
                  <a:lnTo>
                    <a:pt x="4570518" y="0"/>
                  </a:lnTo>
                  <a:lnTo>
                    <a:pt x="4568616" y="0"/>
                  </a:lnTo>
                  <a:lnTo>
                    <a:pt x="4566715" y="0"/>
                  </a:lnTo>
                  <a:lnTo>
                    <a:pt x="4564814" y="0"/>
                  </a:lnTo>
                  <a:lnTo>
                    <a:pt x="4562913" y="0"/>
                  </a:lnTo>
                  <a:lnTo>
                    <a:pt x="4561011" y="0"/>
                  </a:lnTo>
                  <a:lnTo>
                    <a:pt x="4559110" y="0"/>
                  </a:lnTo>
                  <a:lnTo>
                    <a:pt x="4557209" y="0"/>
                  </a:lnTo>
                  <a:lnTo>
                    <a:pt x="4555308" y="0"/>
                  </a:lnTo>
                  <a:lnTo>
                    <a:pt x="4553407" y="0"/>
                  </a:lnTo>
                  <a:lnTo>
                    <a:pt x="4551505" y="0"/>
                  </a:lnTo>
                  <a:lnTo>
                    <a:pt x="4549604" y="0"/>
                  </a:lnTo>
                  <a:lnTo>
                    <a:pt x="4547703" y="0"/>
                  </a:lnTo>
                  <a:lnTo>
                    <a:pt x="4545802" y="0"/>
                  </a:lnTo>
                  <a:lnTo>
                    <a:pt x="4543901" y="0"/>
                  </a:lnTo>
                  <a:lnTo>
                    <a:pt x="4541999" y="0"/>
                  </a:lnTo>
                  <a:lnTo>
                    <a:pt x="4540098" y="0"/>
                  </a:lnTo>
                  <a:lnTo>
                    <a:pt x="4538197" y="0"/>
                  </a:lnTo>
                  <a:lnTo>
                    <a:pt x="4536296" y="0"/>
                  </a:lnTo>
                  <a:lnTo>
                    <a:pt x="4534394" y="0"/>
                  </a:lnTo>
                  <a:lnTo>
                    <a:pt x="4532493" y="0"/>
                  </a:lnTo>
                  <a:lnTo>
                    <a:pt x="4530592" y="0"/>
                  </a:lnTo>
                  <a:lnTo>
                    <a:pt x="4528691" y="0"/>
                  </a:lnTo>
                  <a:lnTo>
                    <a:pt x="4526790" y="0"/>
                  </a:lnTo>
                  <a:lnTo>
                    <a:pt x="4524888" y="0"/>
                  </a:lnTo>
                  <a:lnTo>
                    <a:pt x="4522987" y="0"/>
                  </a:lnTo>
                  <a:lnTo>
                    <a:pt x="4521086" y="0"/>
                  </a:lnTo>
                  <a:lnTo>
                    <a:pt x="4519185" y="0"/>
                  </a:lnTo>
                  <a:lnTo>
                    <a:pt x="4517284" y="0"/>
                  </a:lnTo>
                  <a:lnTo>
                    <a:pt x="4515382" y="0"/>
                  </a:lnTo>
                  <a:lnTo>
                    <a:pt x="4513481" y="0"/>
                  </a:lnTo>
                  <a:lnTo>
                    <a:pt x="4511580" y="0"/>
                  </a:lnTo>
                  <a:lnTo>
                    <a:pt x="4509679" y="0"/>
                  </a:lnTo>
                  <a:lnTo>
                    <a:pt x="4507777" y="0"/>
                  </a:lnTo>
                  <a:lnTo>
                    <a:pt x="4505876" y="0"/>
                  </a:lnTo>
                  <a:lnTo>
                    <a:pt x="4503975" y="0"/>
                  </a:lnTo>
                  <a:lnTo>
                    <a:pt x="4502074" y="0"/>
                  </a:lnTo>
                  <a:lnTo>
                    <a:pt x="4500173" y="0"/>
                  </a:lnTo>
                  <a:lnTo>
                    <a:pt x="4498271" y="0"/>
                  </a:lnTo>
                  <a:lnTo>
                    <a:pt x="4496370" y="0"/>
                  </a:lnTo>
                  <a:lnTo>
                    <a:pt x="4494469" y="0"/>
                  </a:lnTo>
                  <a:lnTo>
                    <a:pt x="4492568" y="0"/>
                  </a:lnTo>
                  <a:lnTo>
                    <a:pt x="4490667" y="0"/>
                  </a:lnTo>
                  <a:lnTo>
                    <a:pt x="4488765" y="0"/>
                  </a:lnTo>
                  <a:lnTo>
                    <a:pt x="4486864" y="0"/>
                  </a:lnTo>
                  <a:lnTo>
                    <a:pt x="4484963" y="0"/>
                  </a:lnTo>
                  <a:lnTo>
                    <a:pt x="4483062" y="0"/>
                  </a:lnTo>
                  <a:lnTo>
                    <a:pt x="4481160" y="0"/>
                  </a:lnTo>
                  <a:lnTo>
                    <a:pt x="4479259" y="0"/>
                  </a:lnTo>
                  <a:lnTo>
                    <a:pt x="4477358" y="0"/>
                  </a:lnTo>
                  <a:lnTo>
                    <a:pt x="4475457" y="0"/>
                  </a:lnTo>
                  <a:lnTo>
                    <a:pt x="4473556" y="0"/>
                  </a:lnTo>
                  <a:lnTo>
                    <a:pt x="4471654" y="0"/>
                  </a:lnTo>
                  <a:lnTo>
                    <a:pt x="4469753" y="0"/>
                  </a:lnTo>
                  <a:lnTo>
                    <a:pt x="4467852" y="0"/>
                  </a:lnTo>
                  <a:lnTo>
                    <a:pt x="4465951" y="0"/>
                  </a:lnTo>
                  <a:lnTo>
                    <a:pt x="4464050" y="0"/>
                  </a:lnTo>
                  <a:lnTo>
                    <a:pt x="4462148" y="0"/>
                  </a:lnTo>
                  <a:lnTo>
                    <a:pt x="4460247" y="0"/>
                  </a:lnTo>
                  <a:lnTo>
                    <a:pt x="4458346" y="0"/>
                  </a:lnTo>
                  <a:lnTo>
                    <a:pt x="4456445" y="0"/>
                  </a:lnTo>
                  <a:lnTo>
                    <a:pt x="4454543" y="0"/>
                  </a:lnTo>
                  <a:lnTo>
                    <a:pt x="4452642" y="0"/>
                  </a:lnTo>
                  <a:lnTo>
                    <a:pt x="4450741" y="0"/>
                  </a:lnTo>
                  <a:lnTo>
                    <a:pt x="4448840" y="0"/>
                  </a:lnTo>
                  <a:lnTo>
                    <a:pt x="4446939" y="0"/>
                  </a:lnTo>
                  <a:lnTo>
                    <a:pt x="4445037" y="0"/>
                  </a:lnTo>
                  <a:lnTo>
                    <a:pt x="4443136" y="0"/>
                  </a:lnTo>
                  <a:lnTo>
                    <a:pt x="4441235" y="0"/>
                  </a:lnTo>
                  <a:lnTo>
                    <a:pt x="4439334" y="0"/>
                  </a:lnTo>
                  <a:lnTo>
                    <a:pt x="4437433" y="0"/>
                  </a:lnTo>
                  <a:lnTo>
                    <a:pt x="4435531" y="0"/>
                  </a:lnTo>
                  <a:lnTo>
                    <a:pt x="4433630" y="0"/>
                  </a:lnTo>
                  <a:lnTo>
                    <a:pt x="4431729" y="0"/>
                  </a:lnTo>
                  <a:lnTo>
                    <a:pt x="4429828" y="0"/>
                  </a:lnTo>
                  <a:lnTo>
                    <a:pt x="4427926" y="0"/>
                  </a:lnTo>
                  <a:lnTo>
                    <a:pt x="4426025" y="0"/>
                  </a:lnTo>
                  <a:lnTo>
                    <a:pt x="4424124" y="0"/>
                  </a:lnTo>
                  <a:lnTo>
                    <a:pt x="4422223" y="0"/>
                  </a:lnTo>
                  <a:lnTo>
                    <a:pt x="4420322" y="0"/>
                  </a:lnTo>
                  <a:lnTo>
                    <a:pt x="4418420" y="0"/>
                  </a:lnTo>
                  <a:lnTo>
                    <a:pt x="4416519" y="0"/>
                  </a:lnTo>
                  <a:lnTo>
                    <a:pt x="4414618" y="0"/>
                  </a:lnTo>
                  <a:lnTo>
                    <a:pt x="4412717" y="0"/>
                  </a:lnTo>
                  <a:lnTo>
                    <a:pt x="4410816" y="0"/>
                  </a:lnTo>
                  <a:lnTo>
                    <a:pt x="4408914" y="0"/>
                  </a:lnTo>
                  <a:lnTo>
                    <a:pt x="4407013" y="0"/>
                  </a:lnTo>
                  <a:lnTo>
                    <a:pt x="4405112" y="0"/>
                  </a:lnTo>
                  <a:lnTo>
                    <a:pt x="4403211" y="0"/>
                  </a:lnTo>
                  <a:lnTo>
                    <a:pt x="4401309" y="0"/>
                  </a:lnTo>
                  <a:lnTo>
                    <a:pt x="4399408" y="0"/>
                  </a:lnTo>
                  <a:lnTo>
                    <a:pt x="4397507" y="0"/>
                  </a:lnTo>
                  <a:lnTo>
                    <a:pt x="4395606" y="0"/>
                  </a:lnTo>
                  <a:lnTo>
                    <a:pt x="4393705" y="0"/>
                  </a:lnTo>
                  <a:lnTo>
                    <a:pt x="4391803" y="0"/>
                  </a:lnTo>
                  <a:lnTo>
                    <a:pt x="4389902" y="0"/>
                  </a:lnTo>
                  <a:lnTo>
                    <a:pt x="4388001" y="0"/>
                  </a:lnTo>
                  <a:lnTo>
                    <a:pt x="4386100" y="0"/>
                  </a:lnTo>
                  <a:lnTo>
                    <a:pt x="4384199" y="0"/>
                  </a:lnTo>
                  <a:lnTo>
                    <a:pt x="4382297" y="0"/>
                  </a:lnTo>
                  <a:lnTo>
                    <a:pt x="4380396" y="0"/>
                  </a:lnTo>
                  <a:lnTo>
                    <a:pt x="4378495" y="0"/>
                  </a:lnTo>
                  <a:lnTo>
                    <a:pt x="4376594" y="0"/>
                  </a:lnTo>
                  <a:lnTo>
                    <a:pt x="4374692" y="0"/>
                  </a:lnTo>
                  <a:lnTo>
                    <a:pt x="4372791" y="0"/>
                  </a:lnTo>
                  <a:lnTo>
                    <a:pt x="4370890" y="0"/>
                  </a:lnTo>
                  <a:lnTo>
                    <a:pt x="4368989" y="0"/>
                  </a:lnTo>
                  <a:lnTo>
                    <a:pt x="4367088" y="0"/>
                  </a:lnTo>
                  <a:lnTo>
                    <a:pt x="4365186" y="0"/>
                  </a:lnTo>
                  <a:lnTo>
                    <a:pt x="4363285" y="0"/>
                  </a:lnTo>
                  <a:lnTo>
                    <a:pt x="4361384" y="0"/>
                  </a:lnTo>
                  <a:lnTo>
                    <a:pt x="4359483" y="0"/>
                  </a:lnTo>
                  <a:lnTo>
                    <a:pt x="4357582" y="0"/>
                  </a:lnTo>
                  <a:lnTo>
                    <a:pt x="4355680" y="0"/>
                  </a:lnTo>
                  <a:lnTo>
                    <a:pt x="4353779" y="0"/>
                  </a:lnTo>
                  <a:lnTo>
                    <a:pt x="4351878" y="0"/>
                  </a:lnTo>
                  <a:lnTo>
                    <a:pt x="4349977" y="0"/>
                  </a:lnTo>
                  <a:lnTo>
                    <a:pt x="4348076" y="0"/>
                  </a:lnTo>
                  <a:lnTo>
                    <a:pt x="4346174" y="0"/>
                  </a:lnTo>
                  <a:lnTo>
                    <a:pt x="4344273" y="0"/>
                  </a:lnTo>
                  <a:lnTo>
                    <a:pt x="4342372" y="0"/>
                  </a:lnTo>
                  <a:lnTo>
                    <a:pt x="4340471" y="0"/>
                  </a:lnTo>
                  <a:lnTo>
                    <a:pt x="4338569" y="0"/>
                  </a:lnTo>
                  <a:lnTo>
                    <a:pt x="4336668" y="0"/>
                  </a:lnTo>
                  <a:lnTo>
                    <a:pt x="4334767" y="0"/>
                  </a:lnTo>
                  <a:lnTo>
                    <a:pt x="4332866" y="0"/>
                  </a:lnTo>
                  <a:lnTo>
                    <a:pt x="4330965" y="0"/>
                  </a:lnTo>
                  <a:lnTo>
                    <a:pt x="4329063" y="0"/>
                  </a:lnTo>
                  <a:lnTo>
                    <a:pt x="4327162" y="0"/>
                  </a:lnTo>
                  <a:lnTo>
                    <a:pt x="4325261" y="0"/>
                  </a:lnTo>
                  <a:lnTo>
                    <a:pt x="4323360" y="0"/>
                  </a:lnTo>
                  <a:lnTo>
                    <a:pt x="4321459" y="0"/>
                  </a:lnTo>
                  <a:lnTo>
                    <a:pt x="4319557" y="0"/>
                  </a:lnTo>
                  <a:lnTo>
                    <a:pt x="4317656" y="0"/>
                  </a:lnTo>
                  <a:lnTo>
                    <a:pt x="4315755" y="0"/>
                  </a:lnTo>
                  <a:lnTo>
                    <a:pt x="4313854" y="0"/>
                  </a:lnTo>
                  <a:lnTo>
                    <a:pt x="4311952" y="0"/>
                  </a:lnTo>
                  <a:lnTo>
                    <a:pt x="4310051" y="0"/>
                  </a:lnTo>
                  <a:lnTo>
                    <a:pt x="4308150" y="0"/>
                  </a:lnTo>
                  <a:lnTo>
                    <a:pt x="4306249" y="0"/>
                  </a:lnTo>
                  <a:lnTo>
                    <a:pt x="4304348" y="0"/>
                  </a:lnTo>
                  <a:lnTo>
                    <a:pt x="4302446" y="0"/>
                  </a:lnTo>
                  <a:lnTo>
                    <a:pt x="4300545" y="0"/>
                  </a:lnTo>
                  <a:lnTo>
                    <a:pt x="4298644" y="0"/>
                  </a:lnTo>
                  <a:lnTo>
                    <a:pt x="4296743" y="0"/>
                  </a:lnTo>
                  <a:lnTo>
                    <a:pt x="4294842" y="0"/>
                  </a:lnTo>
                  <a:lnTo>
                    <a:pt x="4292940" y="0"/>
                  </a:lnTo>
                  <a:lnTo>
                    <a:pt x="4291039" y="0"/>
                  </a:lnTo>
                  <a:lnTo>
                    <a:pt x="4289138" y="0"/>
                  </a:lnTo>
                  <a:lnTo>
                    <a:pt x="4287237" y="0"/>
                  </a:lnTo>
                  <a:lnTo>
                    <a:pt x="4285335" y="0"/>
                  </a:lnTo>
                  <a:lnTo>
                    <a:pt x="4283434" y="0"/>
                  </a:lnTo>
                  <a:lnTo>
                    <a:pt x="4281533" y="0"/>
                  </a:lnTo>
                  <a:lnTo>
                    <a:pt x="4279632" y="0"/>
                  </a:lnTo>
                  <a:lnTo>
                    <a:pt x="4277731" y="0"/>
                  </a:lnTo>
                  <a:lnTo>
                    <a:pt x="4275829" y="0"/>
                  </a:lnTo>
                  <a:lnTo>
                    <a:pt x="4273928" y="0"/>
                  </a:lnTo>
                  <a:lnTo>
                    <a:pt x="4272027" y="0"/>
                  </a:lnTo>
                  <a:lnTo>
                    <a:pt x="4270126" y="0"/>
                  </a:lnTo>
                  <a:lnTo>
                    <a:pt x="4268225" y="0"/>
                  </a:lnTo>
                  <a:lnTo>
                    <a:pt x="4266323" y="0"/>
                  </a:lnTo>
                  <a:lnTo>
                    <a:pt x="4264422" y="0"/>
                  </a:lnTo>
                  <a:lnTo>
                    <a:pt x="4262521" y="0"/>
                  </a:lnTo>
                  <a:lnTo>
                    <a:pt x="4260620" y="0"/>
                  </a:lnTo>
                  <a:lnTo>
                    <a:pt x="4258718" y="0"/>
                  </a:lnTo>
                  <a:lnTo>
                    <a:pt x="4256817" y="0"/>
                  </a:lnTo>
                  <a:lnTo>
                    <a:pt x="4254916" y="0"/>
                  </a:lnTo>
                  <a:lnTo>
                    <a:pt x="4253015" y="0"/>
                  </a:lnTo>
                  <a:lnTo>
                    <a:pt x="4251114" y="0"/>
                  </a:lnTo>
                  <a:lnTo>
                    <a:pt x="4249212" y="0"/>
                  </a:lnTo>
                  <a:lnTo>
                    <a:pt x="4247311" y="0"/>
                  </a:lnTo>
                  <a:lnTo>
                    <a:pt x="4245410" y="0"/>
                  </a:lnTo>
                  <a:lnTo>
                    <a:pt x="4243509" y="0"/>
                  </a:lnTo>
                  <a:lnTo>
                    <a:pt x="4241608" y="0"/>
                  </a:lnTo>
                  <a:lnTo>
                    <a:pt x="4239706" y="0"/>
                  </a:lnTo>
                  <a:lnTo>
                    <a:pt x="4237805" y="0"/>
                  </a:lnTo>
                  <a:lnTo>
                    <a:pt x="4235904" y="0"/>
                  </a:lnTo>
                  <a:lnTo>
                    <a:pt x="4234003" y="0"/>
                  </a:lnTo>
                  <a:lnTo>
                    <a:pt x="4232101" y="0"/>
                  </a:lnTo>
                  <a:lnTo>
                    <a:pt x="4230200" y="0"/>
                  </a:lnTo>
                  <a:lnTo>
                    <a:pt x="4228299" y="0"/>
                  </a:lnTo>
                  <a:lnTo>
                    <a:pt x="4226398" y="0"/>
                  </a:lnTo>
                  <a:lnTo>
                    <a:pt x="4224497" y="0"/>
                  </a:lnTo>
                  <a:lnTo>
                    <a:pt x="4222595" y="0"/>
                  </a:lnTo>
                  <a:lnTo>
                    <a:pt x="4220694" y="0"/>
                  </a:lnTo>
                  <a:lnTo>
                    <a:pt x="4218793" y="0"/>
                  </a:lnTo>
                  <a:lnTo>
                    <a:pt x="4216892" y="0"/>
                  </a:lnTo>
                  <a:lnTo>
                    <a:pt x="4214991" y="0"/>
                  </a:lnTo>
                  <a:lnTo>
                    <a:pt x="4213089" y="0"/>
                  </a:lnTo>
                  <a:lnTo>
                    <a:pt x="4211188" y="0"/>
                  </a:lnTo>
                  <a:lnTo>
                    <a:pt x="4209287" y="0"/>
                  </a:lnTo>
                  <a:lnTo>
                    <a:pt x="4207386" y="0"/>
                  </a:lnTo>
                  <a:lnTo>
                    <a:pt x="4205484" y="0"/>
                  </a:lnTo>
                  <a:lnTo>
                    <a:pt x="4203583" y="0"/>
                  </a:lnTo>
                  <a:lnTo>
                    <a:pt x="4201682" y="0"/>
                  </a:lnTo>
                  <a:lnTo>
                    <a:pt x="4199781" y="0"/>
                  </a:lnTo>
                  <a:lnTo>
                    <a:pt x="4197880" y="0"/>
                  </a:lnTo>
                  <a:lnTo>
                    <a:pt x="4195978" y="0"/>
                  </a:lnTo>
                  <a:lnTo>
                    <a:pt x="4194077" y="0"/>
                  </a:lnTo>
                  <a:lnTo>
                    <a:pt x="4192176" y="0"/>
                  </a:lnTo>
                  <a:lnTo>
                    <a:pt x="4190275" y="0"/>
                  </a:lnTo>
                  <a:lnTo>
                    <a:pt x="4188374" y="0"/>
                  </a:lnTo>
                  <a:lnTo>
                    <a:pt x="4186472" y="0"/>
                  </a:lnTo>
                  <a:lnTo>
                    <a:pt x="4184571" y="0"/>
                  </a:lnTo>
                  <a:lnTo>
                    <a:pt x="4182670" y="0"/>
                  </a:lnTo>
                  <a:lnTo>
                    <a:pt x="4180769" y="0"/>
                  </a:lnTo>
                  <a:lnTo>
                    <a:pt x="4178867" y="0"/>
                  </a:lnTo>
                  <a:lnTo>
                    <a:pt x="4176966" y="0"/>
                  </a:lnTo>
                  <a:lnTo>
                    <a:pt x="4175065" y="0"/>
                  </a:lnTo>
                  <a:lnTo>
                    <a:pt x="4173164" y="0"/>
                  </a:lnTo>
                  <a:lnTo>
                    <a:pt x="4171263" y="0"/>
                  </a:lnTo>
                  <a:lnTo>
                    <a:pt x="4169361" y="0"/>
                  </a:lnTo>
                  <a:lnTo>
                    <a:pt x="4167460" y="0"/>
                  </a:lnTo>
                  <a:lnTo>
                    <a:pt x="4165559" y="0"/>
                  </a:lnTo>
                  <a:lnTo>
                    <a:pt x="4163658" y="0"/>
                  </a:lnTo>
                  <a:lnTo>
                    <a:pt x="4161757" y="0"/>
                  </a:lnTo>
                  <a:lnTo>
                    <a:pt x="4159855" y="0"/>
                  </a:lnTo>
                  <a:lnTo>
                    <a:pt x="4157954" y="0"/>
                  </a:lnTo>
                  <a:lnTo>
                    <a:pt x="4156053" y="0"/>
                  </a:lnTo>
                  <a:lnTo>
                    <a:pt x="4154152" y="0"/>
                  </a:lnTo>
                  <a:lnTo>
                    <a:pt x="4152250" y="0"/>
                  </a:lnTo>
                  <a:lnTo>
                    <a:pt x="4150349" y="0"/>
                  </a:lnTo>
                  <a:lnTo>
                    <a:pt x="4148448" y="0"/>
                  </a:lnTo>
                  <a:lnTo>
                    <a:pt x="4146547" y="0"/>
                  </a:lnTo>
                  <a:lnTo>
                    <a:pt x="4144646" y="0"/>
                  </a:lnTo>
                  <a:lnTo>
                    <a:pt x="4142744" y="0"/>
                  </a:lnTo>
                  <a:lnTo>
                    <a:pt x="4140843" y="0"/>
                  </a:lnTo>
                  <a:lnTo>
                    <a:pt x="4138942" y="0"/>
                  </a:lnTo>
                  <a:lnTo>
                    <a:pt x="4137041" y="0"/>
                  </a:lnTo>
                  <a:lnTo>
                    <a:pt x="4135140" y="0"/>
                  </a:lnTo>
                  <a:lnTo>
                    <a:pt x="4133238" y="0"/>
                  </a:lnTo>
                  <a:lnTo>
                    <a:pt x="4131337" y="0"/>
                  </a:lnTo>
                  <a:lnTo>
                    <a:pt x="4129436" y="0"/>
                  </a:lnTo>
                  <a:lnTo>
                    <a:pt x="4127535" y="0"/>
                  </a:lnTo>
                  <a:lnTo>
                    <a:pt x="4125633" y="0"/>
                  </a:lnTo>
                  <a:lnTo>
                    <a:pt x="4123732" y="0"/>
                  </a:lnTo>
                  <a:lnTo>
                    <a:pt x="4121831" y="0"/>
                  </a:lnTo>
                  <a:lnTo>
                    <a:pt x="4119930" y="0"/>
                  </a:lnTo>
                  <a:lnTo>
                    <a:pt x="4118029" y="0"/>
                  </a:lnTo>
                  <a:lnTo>
                    <a:pt x="4116127" y="0"/>
                  </a:lnTo>
                  <a:lnTo>
                    <a:pt x="4114226" y="0"/>
                  </a:lnTo>
                  <a:lnTo>
                    <a:pt x="4112325" y="0"/>
                  </a:lnTo>
                  <a:lnTo>
                    <a:pt x="4110424" y="0"/>
                  </a:lnTo>
                  <a:lnTo>
                    <a:pt x="4108523" y="0"/>
                  </a:lnTo>
                  <a:lnTo>
                    <a:pt x="4106621" y="0"/>
                  </a:lnTo>
                  <a:lnTo>
                    <a:pt x="4104720" y="0"/>
                  </a:lnTo>
                  <a:lnTo>
                    <a:pt x="4102819" y="0"/>
                  </a:lnTo>
                  <a:lnTo>
                    <a:pt x="4100918" y="0"/>
                  </a:lnTo>
                  <a:lnTo>
                    <a:pt x="4099016" y="0"/>
                  </a:lnTo>
                  <a:lnTo>
                    <a:pt x="4097115" y="0"/>
                  </a:lnTo>
                  <a:lnTo>
                    <a:pt x="4095214" y="0"/>
                  </a:lnTo>
                  <a:lnTo>
                    <a:pt x="4093313" y="0"/>
                  </a:lnTo>
                  <a:lnTo>
                    <a:pt x="4091412" y="0"/>
                  </a:lnTo>
                  <a:lnTo>
                    <a:pt x="4089510" y="0"/>
                  </a:lnTo>
                  <a:lnTo>
                    <a:pt x="4087609" y="0"/>
                  </a:lnTo>
                  <a:lnTo>
                    <a:pt x="4085708" y="0"/>
                  </a:lnTo>
                  <a:lnTo>
                    <a:pt x="4083807" y="0"/>
                  </a:lnTo>
                  <a:lnTo>
                    <a:pt x="4081906" y="0"/>
                  </a:lnTo>
                  <a:lnTo>
                    <a:pt x="4080004" y="0"/>
                  </a:lnTo>
                  <a:lnTo>
                    <a:pt x="4078103" y="0"/>
                  </a:lnTo>
                  <a:lnTo>
                    <a:pt x="4076202" y="0"/>
                  </a:lnTo>
                  <a:lnTo>
                    <a:pt x="4074301" y="0"/>
                  </a:lnTo>
                  <a:lnTo>
                    <a:pt x="4072399" y="0"/>
                  </a:lnTo>
                  <a:lnTo>
                    <a:pt x="4070498" y="0"/>
                  </a:lnTo>
                  <a:lnTo>
                    <a:pt x="4068597" y="0"/>
                  </a:lnTo>
                  <a:lnTo>
                    <a:pt x="4066696" y="0"/>
                  </a:lnTo>
                  <a:lnTo>
                    <a:pt x="4064795" y="0"/>
                  </a:lnTo>
                  <a:lnTo>
                    <a:pt x="4062893" y="0"/>
                  </a:lnTo>
                  <a:lnTo>
                    <a:pt x="4060992" y="0"/>
                  </a:lnTo>
                  <a:lnTo>
                    <a:pt x="4059091" y="0"/>
                  </a:lnTo>
                  <a:lnTo>
                    <a:pt x="4057190" y="0"/>
                  </a:lnTo>
                  <a:lnTo>
                    <a:pt x="4055289" y="0"/>
                  </a:lnTo>
                  <a:lnTo>
                    <a:pt x="4053387" y="0"/>
                  </a:lnTo>
                  <a:lnTo>
                    <a:pt x="4051486" y="0"/>
                  </a:lnTo>
                  <a:lnTo>
                    <a:pt x="4049585" y="0"/>
                  </a:lnTo>
                  <a:lnTo>
                    <a:pt x="4047684" y="0"/>
                  </a:lnTo>
                  <a:lnTo>
                    <a:pt x="4045783" y="0"/>
                  </a:lnTo>
                  <a:lnTo>
                    <a:pt x="4043881" y="0"/>
                  </a:lnTo>
                  <a:lnTo>
                    <a:pt x="4041980" y="0"/>
                  </a:lnTo>
                  <a:lnTo>
                    <a:pt x="4040079" y="0"/>
                  </a:lnTo>
                  <a:lnTo>
                    <a:pt x="4038178" y="0"/>
                  </a:lnTo>
                  <a:lnTo>
                    <a:pt x="4036276" y="0"/>
                  </a:lnTo>
                  <a:lnTo>
                    <a:pt x="4034375" y="0"/>
                  </a:lnTo>
                  <a:lnTo>
                    <a:pt x="4032474" y="0"/>
                  </a:lnTo>
                  <a:lnTo>
                    <a:pt x="4030573" y="0"/>
                  </a:lnTo>
                  <a:lnTo>
                    <a:pt x="4028672" y="0"/>
                  </a:lnTo>
                  <a:lnTo>
                    <a:pt x="4026770" y="0"/>
                  </a:lnTo>
                  <a:lnTo>
                    <a:pt x="4024869" y="0"/>
                  </a:lnTo>
                  <a:lnTo>
                    <a:pt x="4022968" y="0"/>
                  </a:lnTo>
                  <a:lnTo>
                    <a:pt x="4021067" y="0"/>
                  </a:lnTo>
                  <a:lnTo>
                    <a:pt x="4019166" y="0"/>
                  </a:lnTo>
                  <a:lnTo>
                    <a:pt x="4017264" y="0"/>
                  </a:lnTo>
                  <a:lnTo>
                    <a:pt x="4015363" y="0"/>
                  </a:lnTo>
                  <a:lnTo>
                    <a:pt x="4013462" y="0"/>
                  </a:lnTo>
                  <a:lnTo>
                    <a:pt x="4011561" y="0"/>
                  </a:lnTo>
                  <a:lnTo>
                    <a:pt x="4009659" y="0"/>
                  </a:lnTo>
                  <a:lnTo>
                    <a:pt x="4007758" y="0"/>
                  </a:lnTo>
                  <a:lnTo>
                    <a:pt x="4005857" y="0"/>
                  </a:lnTo>
                  <a:lnTo>
                    <a:pt x="4003956" y="0"/>
                  </a:lnTo>
                  <a:lnTo>
                    <a:pt x="4002055" y="0"/>
                  </a:lnTo>
                  <a:lnTo>
                    <a:pt x="4000153" y="0"/>
                  </a:lnTo>
                  <a:lnTo>
                    <a:pt x="3998252" y="0"/>
                  </a:lnTo>
                  <a:lnTo>
                    <a:pt x="3996351" y="0"/>
                  </a:lnTo>
                  <a:lnTo>
                    <a:pt x="3994450" y="0"/>
                  </a:lnTo>
                  <a:lnTo>
                    <a:pt x="3992549" y="0"/>
                  </a:lnTo>
                  <a:lnTo>
                    <a:pt x="3990647" y="0"/>
                  </a:lnTo>
                  <a:lnTo>
                    <a:pt x="3988746" y="0"/>
                  </a:lnTo>
                  <a:lnTo>
                    <a:pt x="3986845" y="0"/>
                  </a:lnTo>
                  <a:lnTo>
                    <a:pt x="3984944" y="0"/>
                  </a:lnTo>
                  <a:lnTo>
                    <a:pt x="3983042" y="0"/>
                  </a:lnTo>
                  <a:lnTo>
                    <a:pt x="3981141" y="0"/>
                  </a:lnTo>
                  <a:lnTo>
                    <a:pt x="3979240" y="0"/>
                  </a:lnTo>
                  <a:lnTo>
                    <a:pt x="3977339" y="0"/>
                  </a:lnTo>
                  <a:lnTo>
                    <a:pt x="3975438" y="0"/>
                  </a:lnTo>
                  <a:lnTo>
                    <a:pt x="3973536" y="0"/>
                  </a:lnTo>
                  <a:lnTo>
                    <a:pt x="3971635" y="0"/>
                  </a:lnTo>
                  <a:lnTo>
                    <a:pt x="3969734" y="0"/>
                  </a:lnTo>
                  <a:lnTo>
                    <a:pt x="3967833" y="0"/>
                  </a:lnTo>
                  <a:lnTo>
                    <a:pt x="3965932" y="0"/>
                  </a:lnTo>
                  <a:lnTo>
                    <a:pt x="3964030" y="0"/>
                  </a:lnTo>
                  <a:lnTo>
                    <a:pt x="3962129" y="0"/>
                  </a:lnTo>
                  <a:lnTo>
                    <a:pt x="3960228" y="0"/>
                  </a:lnTo>
                  <a:lnTo>
                    <a:pt x="3958327" y="0"/>
                  </a:lnTo>
                  <a:lnTo>
                    <a:pt x="3956425" y="0"/>
                  </a:lnTo>
                  <a:lnTo>
                    <a:pt x="3954524" y="0"/>
                  </a:lnTo>
                  <a:lnTo>
                    <a:pt x="3952623" y="0"/>
                  </a:lnTo>
                  <a:lnTo>
                    <a:pt x="3950722" y="0"/>
                  </a:lnTo>
                  <a:lnTo>
                    <a:pt x="3948821" y="0"/>
                  </a:lnTo>
                  <a:lnTo>
                    <a:pt x="3946919" y="0"/>
                  </a:lnTo>
                  <a:lnTo>
                    <a:pt x="3945018" y="0"/>
                  </a:lnTo>
                  <a:lnTo>
                    <a:pt x="3943117" y="0"/>
                  </a:lnTo>
                  <a:lnTo>
                    <a:pt x="3941216" y="0"/>
                  </a:lnTo>
                  <a:lnTo>
                    <a:pt x="3939315" y="0"/>
                  </a:lnTo>
                  <a:lnTo>
                    <a:pt x="3937413" y="0"/>
                  </a:lnTo>
                  <a:lnTo>
                    <a:pt x="3935512" y="0"/>
                  </a:lnTo>
                  <a:lnTo>
                    <a:pt x="3933611" y="0"/>
                  </a:lnTo>
                  <a:lnTo>
                    <a:pt x="3931710" y="0"/>
                  </a:lnTo>
                  <a:lnTo>
                    <a:pt x="3929808" y="0"/>
                  </a:lnTo>
                  <a:lnTo>
                    <a:pt x="3927907" y="0"/>
                  </a:lnTo>
                  <a:lnTo>
                    <a:pt x="3926006" y="0"/>
                  </a:lnTo>
                  <a:lnTo>
                    <a:pt x="3924105" y="0"/>
                  </a:lnTo>
                  <a:lnTo>
                    <a:pt x="3922204" y="0"/>
                  </a:lnTo>
                  <a:lnTo>
                    <a:pt x="3920302" y="0"/>
                  </a:lnTo>
                  <a:lnTo>
                    <a:pt x="3918401" y="0"/>
                  </a:lnTo>
                  <a:lnTo>
                    <a:pt x="3916500" y="0"/>
                  </a:lnTo>
                  <a:lnTo>
                    <a:pt x="3914599" y="0"/>
                  </a:lnTo>
                  <a:lnTo>
                    <a:pt x="3912698" y="0"/>
                  </a:lnTo>
                  <a:lnTo>
                    <a:pt x="3910796" y="0"/>
                  </a:lnTo>
                  <a:lnTo>
                    <a:pt x="3908895" y="0"/>
                  </a:lnTo>
                  <a:lnTo>
                    <a:pt x="3906994" y="0"/>
                  </a:lnTo>
                  <a:lnTo>
                    <a:pt x="3905093" y="0"/>
                  </a:lnTo>
                  <a:lnTo>
                    <a:pt x="3903191" y="0"/>
                  </a:lnTo>
                  <a:lnTo>
                    <a:pt x="3901290" y="0"/>
                  </a:lnTo>
                  <a:lnTo>
                    <a:pt x="3899389" y="0"/>
                  </a:lnTo>
                  <a:lnTo>
                    <a:pt x="3897488" y="0"/>
                  </a:lnTo>
                  <a:lnTo>
                    <a:pt x="3895587" y="0"/>
                  </a:lnTo>
                  <a:lnTo>
                    <a:pt x="3893685" y="0"/>
                  </a:lnTo>
                  <a:lnTo>
                    <a:pt x="3891784" y="0"/>
                  </a:lnTo>
                  <a:lnTo>
                    <a:pt x="3889883" y="0"/>
                  </a:lnTo>
                  <a:lnTo>
                    <a:pt x="3887982" y="0"/>
                  </a:lnTo>
                  <a:lnTo>
                    <a:pt x="3886081" y="0"/>
                  </a:lnTo>
                  <a:lnTo>
                    <a:pt x="3884179" y="0"/>
                  </a:lnTo>
                  <a:lnTo>
                    <a:pt x="3882278" y="0"/>
                  </a:lnTo>
                  <a:lnTo>
                    <a:pt x="3880377" y="0"/>
                  </a:lnTo>
                  <a:lnTo>
                    <a:pt x="3878476" y="0"/>
                  </a:lnTo>
                  <a:lnTo>
                    <a:pt x="3876574" y="0"/>
                  </a:lnTo>
                  <a:lnTo>
                    <a:pt x="3874673" y="0"/>
                  </a:lnTo>
                  <a:lnTo>
                    <a:pt x="3872772" y="0"/>
                  </a:lnTo>
                  <a:lnTo>
                    <a:pt x="3870871" y="0"/>
                  </a:lnTo>
                  <a:lnTo>
                    <a:pt x="3868970" y="0"/>
                  </a:lnTo>
                  <a:lnTo>
                    <a:pt x="3867068" y="0"/>
                  </a:lnTo>
                  <a:lnTo>
                    <a:pt x="3865167" y="0"/>
                  </a:lnTo>
                  <a:lnTo>
                    <a:pt x="3863266" y="0"/>
                  </a:lnTo>
                  <a:lnTo>
                    <a:pt x="3861365" y="0"/>
                  </a:lnTo>
                  <a:lnTo>
                    <a:pt x="3859464" y="0"/>
                  </a:lnTo>
                  <a:lnTo>
                    <a:pt x="3857562" y="0"/>
                  </a:lnTo>
                  <a:lnTo>
                    <a:pt x="3855661" y="0"/>
                  </a:lnTo>
                  <a:lnTo>
                    <a:pt x="3853760" y="0"/>
                  </a:lnTo>
                  <a:lnTo>
                    <a:pt x="3851859" y="0"/>
                  </a:lnTo>
                  <a:lnTo>
                    <a:pt x="3849957" y="0"/>
                  </a:lnTo>
                  <a:lnTo>
                    <a:pt x="3848056" y="0"/>
                  </a:lnTo>
                  <a:lnTo>
                    <a:pt x="3846155" y="0"/>
                  </a:lnTo>
                  <a:lnTo>
                    <a:pt x="3844254" y="0"/>
                  </a:lnTo>
                  <a:lnTo>
                    <a:pt x="3842353" y="0"/>
                  </a:lnTo>
                  <a:lnTo>
                    <a:pt x="3840451" y="0"/>
                  </a:lnTo>
                  <a:lnTo>
                    <a:pt x="3838550" y="0"/>
                  </a:lnTo>
                  <a:lnTo>
                    <a:pt x="3836649" y="0"/>
                  </a:lnTo>
                  <a:lnTo>
                    <a:pt x="3834748" y="0"/>
                  </a:lnTo>
                  <a:lnTo>
                    <a:pt x="3832847" y="0"/>
                  </a:lnTo>
                  <a:lnTo>
                    <a:pt x="3830945" y="0"/>
                  </a:lnTo>
                  <a:lnTo>
                    <a:pt x="3829044" y="0"/>
                  </a:lnTo>
                  <a:lnTo>
                    <a:pt x="3827143" y="0"/>
                  </a:lnTo>
                  <a:lnTo>
                    <a:pt x="3825242" y="0"/>
                  </a:lnTo>
                  <a:lnTo>
                    <a:pt x="3823340" y="0"/>
                  </a:lnTo>
                  <a:lnTo>
                    <a:pt x="3821439" y="0"/>
                  </a:lnTo>
                  <a:lnTo>
                    <a:pt x="3819538" y="0"/>
                  </a:lnTo>
                  <a:lnTo>
                    <a:pt x="3817637" y="0"/>
                  </a:lnTo>
                  <a:lnTo>
                    <a:pt x="3815736" y="0"/>
                  </a:lnTo>
                  <a:lnTo>
                    <a:pt x="3813834" y="0"/>
                  </a:lnTo>
                  <a:lnTo>
                    <a:pt x="3811933" y="0"/>
                  </a:lnTo>
                  <a:lnTo>
                    <a:pt x="3810032" y="0"/>
                  </a:lnTo>
                  <a:lnTo>
                    <a:pt x="3808131" y="0"/>
                  </a:lnTo>
                  <a:lnTo>
                    <a:pt x="3806230" y="0"/>
                  </a:lnTo>
                  <a:lnTo>
                    <a:pt x="3804328" y="0"/>
                  </a:lnTo>
                  <a:lnTo>
                    <a:pt x="3802427" y="0"/>
                  </a:lnTo>
                  <a:lnTo>
                    <a:pt x="3800526" y="0"/>
                  </a:lnTo>
                  <a:lnTo>
                    <a:pt x="3798625" y="0"/>
                  </a:lnTo>
                  <a:lnTo>
                    <a:pt x="3796723" y="0"/>
                  </a:lnTo>
                  <a:lnTo>
                    <a:pt x="3794822" y="0"/>
                  </a:lnTo>
                  <a:lnTo>
                    <a:pt x="3792921" y="0"/>
                  </a:lnTo>
                  <a:lnTo>
                    <a:pt x="3791020" y="0"/>
                  </a:lnTo>
                  <a:lnTo>
                    <a:pt x="3789119" y="0"/>
                  </a:lnTo>
                  <a:lnTo>
                    <a:pt x="3787217" y="0"/>
                  </a:lnTo>
                  <a:lnTo>
                    <a:pt x="3785316" y="0"/>
                  </a:lnTo>
                  <a:lnTo>
                    <a:pt x="3783415" y="0"/>
                  </a:lnTo>
                  <a:lnTo>
                    <a:pt x="3781514" y="0"/>
                  </a:lnTo>
                  <a:lnTo>
                    <a:pt x="3779613" y="0"/>
                  </a:lnTo>
                  <a:lnTo>
                    <a:pt x="3777711" y="0"/>
                  </a:lnTo>
                  <a:lnTo>
                    <a:pt x="3775810" y="0"/>
                  </a:lnTo>
                  <a:lnTo>
                    <a:pt x="3773909" y="0"/>
                  </a:lnTo>
                  <a:lnTo>
                    <a:pt x="3772008" y="0"/>
                  </a:lnTo>
                  <a:lnTo>
                    <a:pt x="3770107" y="0"/>
                  </a:lnTo>
                  <a:lnTo>
                    <a:pt x="3768205" y="0"/>
                  </a:lnTo>
                  <a:lnTo>
                    <a:pt x="3766304" y="0"/>
                  </a:lnTo>
                  <a:lnTo>
                    <a:pt x="3764403" y="0"/>
                  </a:lnTo>
                  <a:lnTo>
                    <a:pt x="3762502" y="0"/>
                  </a:lnTo>
                  <a:lnTo>
                    <a:pt x="3760600" y="0"/>
                  </a:lnTo>
                  <a:lnTo>
                    <a:pt x="3758699" y="0"/>
                  </a:lnTo>
                  <a:lnTo>
                    <a:pt x="3756798" y="0"/>
                  </a:lnTo>
                  <a:lnTo>
                    <a:pt x="3754897" y="0"/>
                  </a:lnTo>
                  <a:lnTo>
                    <a:pt x="3752996" y="0"/>
                  </a:lnTo>
                  <a:lnTo>
                    <a:pt x="3751094" y="0"/>
                  </a:lnTo>
                  <a:lnTo>
                    <a:pt x="3749193" y="0"/>
                  </a:lnTo>
                  <a:lnTo>
                    <a:pt x="3747292" y="0"/>
                  </a:lnTo>
                  <a:lnTo>
                    <a:pt x="3745391" y="0"/>
                  </a:lnTo>
                  <a:lnTo>
                    <a:pt x="3743490" y="0"/>
                  </a:lnTo>
                  <a:lnTo>
                    <a:pt x="3741588" y="0"/>
                  </a:lnTo>
                  <a:lnTo>
                    <a:pt x="3739687" y="0"/>
                  </a:lnTo>
                  <a:lnTo>
                    <a:pt x="3737786" y="0"/>
                  </a:lnTo>
                  <a:lnTo>
                    <a:pt x="3735885" y="0"/>
                  </a:lnTo>
                  <a:lnTo>
                    <a:pt x="3733983" y="0"/>
                  </a:lnTo>
                  <a:lnTo>
                    <a:pt x="3732082" y="0"/>
                  </a:lnTo>
                  <a:lnTo>
                    <a:pt x="3730181" y="0"/>
                  </a:lnTo>
                  <a:lnTo>
                    <a:pt x="3728280" y="0"/>
                  </a:lnTo>
                  <a:lnTo>
                    <a:pt x="3726379" y="0"/>
                  </a:lnTo>
                  <a:lnTo>
                    <a:pt x="3724477" y="0"/>
                  </a:lnTo>
                  <a:lnTo>
                    <a:pt x="3722576" y="0"/>
                  </a:lnTo>
                  <a:lnTo>
                    <a:pt x="3720675" y="0"/>
                  </a:lnTo>
                  <a:lnTo>
                    <a:pt x="3718774" y="0"/>
                  </a:lnTo>
                  <a:lnTo>
                    <a:pt x="3716873" y="0"/>
                  </a:lnTo>
                  <a:lnTo>
                    <a:pt x="3714971" y="0"/>
                  </a:lnTo>
                  <a:lnTo>
                    <a:pt x="3713070" y="0"/>
                  </a:lnTo>
                  <a:lnTo>
                    <a:pt x="3711169" y="0"/>
                  </a:lnTo>
                  <a:lnTo>
                    <a:pt x="3709268" y="0"/>
                  </a:lnTo>
                  <a:lnTo>
                    <a:pt x="3707366" y="0"/>
                  </a:lnTo>
                  <a:lnTo>
                    <a:pt x="3705465" y="0"/>
                  </a:lnTo>
                  <a:lnTo>
                    <a:pt x="3703564" y="0"/>
                  </a:lnTo>
                  <a:lnTo>
                    <a:pt x="3701663" y="0"/>
                  </a:lnTo>
                  <a:lnTo>
                    <a:pt x="3699762" y="0"/>
                  </a:lnTo>
                  <a:lnTo>
                    <a:pt x="3697860" y="0"/>
                  </a:lnTo>
                  <a:lnTo>
                    <a:pt x="3695959" y="0"/>
                  </a:lnTo>
                  <a:lnTo>
                    <a:pt x="3694058" y="0"/>
                  </a:lnTo>
                  <a:lnTo>
                    <a:pt x="3692157" y="0"/>
                  </a:lnTo>
                  <a:lnTo>
                    <a:pt x="3690256" y="0"/>
                  </a:lnTo>
                  <a:lnTo>
                    <a:pt x="3688354" y="0"/>
                  </a:lnTo>
                  <a:lnTo>
                    <a:pt x="3686453" y="0"/>
                  </a:lnTo>
                  <a:lnTo>
                    <a:pt x="3684552" y="0"/>
                  </a:lnTo>
                  <a:lnTo>
                    <a:pt x="3682651" y="0"/>
                  </a:lnTo>
                  <a:lnTo>
                    <a:pt x="3680749" y="0"/>
                  </a:lnTo>
                  <a:lnTo>
                    <a:pt x="3678848" y="0"/>
                  </a:lnTo>
                  <a:lnTo>
                    <a:pt x="3676947" y="0"/>
                  </a:lnTo>
                  <a:lnTo>
                    <a:pt x="3675046" y="0"/>
                  </a:lnTo>
                  <a:lnTo>
                    <a:pt x="3673145" y="0"/>
                  </a:lnTo>
                  <a:lnTo>
                    <a:pt x="3671243" y="0"/>
                  </a:lnTo>
                  <a:lnTo>
                    <a:pt x="3669342" y="0"/>
                  </a:lnTo>
                  <a:lnTo>
                    <a:pt x="3667441" y="0"/>
                  </a:lnTo>
                  <a:lnTo>
                    <a:pt x="3665540" y="0"/>
                  </a:lnTo>
                  <a:lnTo>
                    <a:pt x="3663639" y="0"/>
                  </a:lnTo>
                  <a:lnTo>
                    <a:pt x="3661737" y="0"/>
                  </a:lnTo>
                  <a:lnTo>
                    <a:pt x="3659836" y="0"/>
                  </a:lnTo>
                  <a:lnTo>
                    <a:pt x="3657935" y="0"/>
                  </a:lnTo>
                  <a:lnTo>
                    <a:pt x="3656034" y="0"/>
                  </a:lnTo>
                  <a:lnTo>
                    <a:pt x="3654132" y="0"/>
                  </a:lnTo>
                  <a:lnTo>
                    <a:pt x="3652231" y="0"/>
                  </a:lnTo>
                  <a:lnTo>
                    <a:pt x="3650330" y="0"/>
                  </a:lnTo>
                  <a:lnTo>
                    <a:pt x="3648429" y="0"/>
                  </a:lnTo>
                  <a:lnTo>
                    <a:pt x="3646528" y="0"/>
                  </a:lnTo>
                  <a:lnTo>
                    <a:pt x="3644626" y="0"/>
                  </a:lnTo>
                  <a:lnTo>
                    <a:pt x="3642725" y="0"/>
                  </a:lnTo>
                  <a:lnTo>
                    <a:pt x="3640824" y="0"/>
                  </a:lnTo>
                  <a:lnTo>
                    <a:pt x="3638923" y="0"/>
                  </a:lnTo>
                  <a:lnTo>
                    <a:pt x="3637022" y="0"/>
                  </a:lnTo>
                  <a:lnTo>
                    <a:pt x="3635120" y="0"/>
                  </a:lnTo>
                  <a:lnTo>
                    <a:pt x="3633219" y="0"/>
                  </a:lnTo>
                  <a:lnTo>
                    <a:pt x="3631318" y="0"/>
                  </a:lnTo>
                  <a:lnTo>
                    <a:pt x="3629417" y="0"/>
                  </a:lnTo>
                  <a:lnTo>
                    <a:pt x="3627515" y="0"/>
                  </a:lnTo>
                  <a:lnTo>
                    <a:pt x="3625614" y="0"/>
                  </a:lnTo>
                  <a:lnTo>
                    <a:pt x="3623713" y="0"/>
                  </a:lnTo>
                  <a:lnTo>
                    <a:pt x="3621812" y="0"/>
                  </a:lnTo>
                  <a:lnTo>
                    <a:pt x="3619911" y="0"/>
                  </a:lnTo>
                  <a:lnTo>
                    <a:pt x="3618009" y="0"/>
                  </a:lnTo>
                  <a:lnTo>
                    <a:pt x="3616108" y="0"/>
                  </a:lnTo>
                  <a:lnTo>
                    <a:pt x="3614207" y="0"/>
                  </a:lnTo>
                  <a:lnTo>
                    <a:pt x="3612306" y="0"/>
                  </a:lnTo>
                  <a:lnTo>
                    <a:pt x="3610405" y="0"/>
                  </a:lnTo>
                  <a:lnTo>
                    <a:pt x="3608503" y="0"/>
                  </a:lnTo>
                  <a:lnTo>
                    <a:pt x="3606602" y="0"/>
                  </a:lnTo>
                  <a:lnTo>
                    <a:pt x="3604701" y="0"/>
                  </a:lnTo>
                  <a:lnTo>
                    <a:pt x="3602800" y="0"/>
                  </a:lnTo>
                  <a:lnTo>
                    <a:pt x="3600898" y="0"/>
                  </a:lnTo>
                  <a:lnTo>
                    <a:pt x="3598997" y="0"/>
                  </a:lnTo>
                  <a:lnTo>
                    <a:pt x="3597096" y="0"/>
                  </a:lnTo>
                  <a:lnTo>
                    <a:pt x="3595195" y="0"/>
                  </a:lnTo>
                  <a:lnTo>
                    <a:pt x="3593294" y="0"/>
                  </a:lnTo>
                  <a:lnTo>
                    <a:pt x="3591392" y="0"/>
                  </a:lnTo>
                  <a:lnTo>
                    <a:pt x="3589491" y="0"/>
                  </a:lnTo>
                  <a:lnTo>
                    <a:pt x="3587590" y="0"/>
                  </a:lnTo>
                  <a:lnTo>
                    <a:pt x="3585689" y="0"/>
                  </a:lnTo>
                  <a:lnTo>
                    <a:pt x="3583788" y="0"/>
                  </a:lnTo>
                  <a:lnTo>
                    <a:pt x="3581886" y="0"/>
                  </a:lnTo>
                  <a:lnTo>
                    <a:pt x="3579985" y="0"/>
                  </a:lnTo>
                  <a:lnTo>
                    <a:pt x="3578084" y="0"/>
                  </a:lnTo>
                  <a:lnTo>
                    <a:pt x="3576183" y="0"/>
                  </a:lnTo>
                  <a:lnTo>
                    <a:pt x="3574281" y="0"/>
                  </a:lnTo>
                  <a:lnTo>
                    <a:pt x="3572380" y="0"/>
                  </a:lnTo>
                  <a:lnTo>
                    <a:pt x="3570479" y="0"/>
                  </a:lnTo>
                  <a:lnTo>
                    <a:pt x="3568578" y="0"/>
                  </a:lnTo>
                  <a:lnTo>
                    <a:pt x="3566677" y="0"/>
                  </a:lnTo>
                  <a:lnTo>
                    <a:pt x="3564775" y="0"/>
                  </a:lnTo>
                  <a:lnTo>
                    <a:pt x="3562874" y="0"/>
                  </a:lnTo>
                  <a:lnTo>
                    <a:pt x="3560973" y="0"/>
                  </a:lnTo>
                  <a:lnTo>
                    <a:pt x="3559072" y="0"/>
                  </a:lnTo>
                  <a:lnTo>
                    <a:pt x="3557171" y="0"/>
                  </a:lnTo>
                  <a:lnTo>
                    <a:pt x="3555269" y="0"/>
                  </a:lnTo>
                  <a:lnTo>
                    <a:pt x="3553368" y="0"/>
                  </a:lnTo>
                  <a:lnTo>
                    <a:pt x="3551467" y="0"/>
                  </a:lnTo>
                  <a:lnTo>
                    <a:pt x="3549566" y="0"/>
                  </a:lnTo>
                  <a:lnTo>
                    <a:pt x="3547664" y="0"/>
                  </a:lnTo>
                  <a:lnTo>
                    <a:pt x="3545763" y="0"/>
                  </a:lnTo>
                  <a:lnTo>
                    <a:pt x="3543862" y="0"/>
                  </a:lnTo>
                  <a:lnTo>
                    <a:pt x="3541961" y="0"/>
                  </a:lnTo>
                  <a:lnTo>
                    <a:pt x="3540060" y="0"/>
                  </a:lnTo>
                  <a:lnTo>
                    <a:pt x="3538158" y="0"/>
                  </a:lnTo>
                  <a:lnTo>
                    <a:pt x="3536257" y="0"/>
                  </a:lnTo>
                  <a:lnTo>
                    <a:pt x="3534356" y="0"/>
                  </a:lnTo>
                  <a:lnTo>
                    <a:pt x="3532455" y="0"/>
                  </a:lnTo>
                  <a:lnTo>
                    <a:pt x="3530554" y="0"/>
                  </a:lnTo>
                  <a:lnTo>
                    <a:pt x="3528652" y="0"/>
                  </a:lnTo>
                  <a:lnTo>
                    <a:pt x="3526751" y="0"/>
                  </a:lnTo>
                  <a:lnTo>
                    <a:pt x="3524850" y="0"/>
                  </a:lnTo>
                  <a:lnTo>
                    <a:pt x="3522949" y="0"/>
                  </a:lnTo>
                  <a:lnTo>
                    <a:pt x="3521047" y="0"/>
                  </a:lnTo>
                  <a:lnTo>
                    <a:pt x="3519146" y="0"/>
                  </a:lnTo>
                  <a:lnTo>
                    <a:pt x="3517245" y="0"/>
                  </a:lnTo>
                  <a:lnTo>
                    <a:pt x="3515344" y="0"/>
                  </a:lnTo>
                  <a:lnTo>
                    <a:pt x="3513443" y="0"/>
                  </a:lnTo>
                  <a:lnTo>
                    <a:pt x="3511541" y="0"/>
                  </a:lnTo>
                  <a:lnTo>
                    <a:pt x="3509640" y="0"/>
                  </a:lnTo>
                  <a:lnTo>
                    <a:pt x="3507739" y="0"/>
                  </a:lnTo>
                  <a:lnTo>
                    <a:pt x="3505838" y="0"/>
                  </a:lnTo>
                  <a:lnTo>
                    <a:pt x="3503937" y="0"/>
                  </a:lnTo>
                  <a:lnTo>
                    <a:pt x="3502035" y="0"/>
                  </a:lnTo>
                  <a:lnTo>
                    <a:pt x="3500134" y="0"/>
                  </a:lnTo>
                  <a:lnTo>
                    <a:pt x="3498233" y="0"/>
                  </a:lnTo>
                  <a:lnTo>
                    <a:pt x="3496332" y="0"/>
                  </a:lnTo>
                  <a:lnTo>
                    <a:pt x="3494430" y="0"/>
                  </a:lnTo>
                  <a:lnTo>
                    <a:pt x="3492529" y="0"/>
                  </a:lnTo>
                  <a:lnTo>
                    <a:pt x="3490628" y="0"/>
                  </a:lnTo>
                  <a:lnTo>
                    <a:pt x="3488727" y="0"/>
                  </a:lnTo>
                  <a:lnTo>
                    <a:pt x="3486826" y="0"/>
                  </a:lnTo>
                  <a:lnTo>
                    <a:pt x="3484924" y="0"/>
                  </a:lnTo>
                  <a:lnTo>
                    <a:pt x="3483023" y="0"/>
                  </a:lnTo>
                  <a:lnTo>
                    <a:pt x="3481122" y="0"/>
                  </a:lnTo>
                  <a:lnTo>
                    <a:pt x="3479221" y="0"/>
                  </a:lnTo>
                  <a:lnTo>
                    <a:pt x="3477320" y="0"/>
                  </a:lnTo>
                  <a:lnTo>
                    <a:pt x="3475418" y="0"/>
                  </a:lnTo>
                  <a:lnTo>
                    <a:pt x="3473517" y="0"/>
                  </a:lnTo>
                  <a:lnTo>
                    <a:pt x="3471616" y="0"/>
                  </a:lnTo>
                  <a:lnTo>
                    <a:pt x="3469715" y="0"/>
                  </a:lnTo>
                  <a:lnTo>
                    <a:pt x="3467814" y="0"/>
                  </a:lnTo>
                  <a:lnTo>
                    <a:pt x="3465912" y="0"/>
                  </a:lnTo>
                  <a:lnTo>
                    <a:pt x="3464011" y="0"/>
                  </a:lnTo>
                  <a:lnTo>
                    <a:pt x="3462110" y="0"/>
                  </a:lnTo>
                  <a:lnTo>
                    <a:pt x="3460209" y="0"/>
                  </a:lnTo>
                  <a:lnTo>
                    <a:pt x="3458307" y="0"/>
                  </a:lnTo>
                  <a:lnTo>
                    <a:pt x="3456406" y="0"/>
                  </a:lnTo>
                  <a:lnTo>
                    <a:pt x="3454505" y="0"/>
                  </a:lnTo>
                  <a:lnTo>
                    <a:pt x="3452604" y="0"/>
                  </a:lnTo>
                  <a:lnTo>
                    <a:pt x="3450703" y="0"/>
                  </a:lnTo>
                  <a:lnTo>
                    <a:pt x="3448801" y="0"/>
                  </a:lnTo>
                  <a:lnTo>
                    <a:pt x="3446900" y="0"/>
                  </a:lnTo>
                  <a:lnTo>
                    <a:pt x="3444999" y="0"/>
                  </a:lnTo>
                  <a:lnTo>
                    <a:pt x="3443098" y="0"/>
                  </a:lnTo>
                  <a:lnTo>
                    <a:pt x="3441197" y="0"/>
                  </a:lnTo>
                  <a:lnTo>
                    <a:pt x="3439295" y="0"/>
                  </a:lnTo>
                  <a:lnTo>
                    <a:pt x="3437394" y="0"/>
                  </a:lnTo>
                  <a:lnTo>
                    <a:pt x="3435493" y="0"/>
                  </a:lnTo>
                  <a:lnTo>
                    <a:pt x="3433592" y="0"/>
                  </a:lnTo>
                  <a:lnTo>
                    <a:pt x="3431690" y="0"/>
                  </a:lnTo>
                  <a:lnTo>
                    <a:pt x="3429789" y="0"/>
                  </a:lnTo>
                  <a:lnTo>
                    <a:pt x="3427888" y="0"/>
                  </a:lnTo>
                  <a:lnTo>
                    <a:pt x="3425987" y="0"/>
                  </a:lnTo>
                  <a:lnTo>
                    <a:pt x="3424086" y="0"/>
                  </a:lnTo>
                  <a:lnTo>
                    <a:pt x="3422184" y="0"/>
                  </a:lnTo>
                  <a:lnTo>
                    <a:pt x="3420283" y="0"/>
                  </a:lnTo>
                  <a:lnTo>
                    <a:pt x="3418382" y="0"/>
                  </a:lnTo>
                  <a:lnTo>
                    <a:pt x="3416481" y="0"/>
                  </a:lnTo>
                  <a:lnTo>
                    <a:pt x="3414580" y="0"/>
                  </a:lnTo>
                  <a:lnTo>
                    <a:pt x="3412678" y="0"/>
                  </a:lnTo>
                  <a:lnTo>
                    <a:pt x="3410777" y="0"/>
                  </a:lnTo>
                  <a:lnTo>
                    <a:pt x="3408876" y="0"/>
                  </a:lnTo>
                  <a:lnTo>
                    <a:pt x="3406975" y="0"/>
                  </a:lnTo>
                  <a:lnTo>
                    <a:pt x="3405073" y="0"/>
                  </a:lnTo>
                  <a:lnTo>
                    <a:pt x="3403172" y="0"/>
                  </a:lnTo>
                  <a:lnTo>
                    <a:pt x="3401271" y="0"/>
                  </a:lnTo>
                  <a:lnTo>
                    <a:pt x="3399370" y="0"/>
                  </a:lnTo>
                  <a:lnTo>
                    <a:pt x="3397469" y="0"/>
                  </a:lnTo>
                  <a:lnTo>
                    <a:pt x="3395567" y="0"/>
                  </a:lnTo>
                  <a:lnTo>
                    <a:pt x="3393666" y="0"/>
                  </a:lnTo>
                  <a:lnTo>
                    <a:pt x="3391765" y="0"/>
                  </a:lnTo>
                  <a:lnTo>
                    <a:pt x="3389864" y="0"/>
                  </a:lnTo>
                  <a:lnTo>
                    <a:pt x="3387963" y="0"/>
                  </a:lnTo>
                  <a:lnTo>
                    <a:pt x="3386061" y="0"/>
                  </a:lnTo>
                  <a:lnTo>
                    <a:pt x="3384160" y="0"/>
                  </a:lnTo>
                  <a:lnTo>
                    <a:pt x="3382259" y="0"/>
                  </a:lnTo>
                  <a:lnTo>
                    <a:pt x="3380358" y="0"/>
                  </a:lnTo>
                  <a:lnTo>
                    <a:pt x="3378456" y="0"/>
                  </a:lnTo>
                  <a:lnTo>
                    <a:pt x="3376555" y="0"/>
                  </a:lnTo>
                  <a:lnTo>
                    <a:pt x="3374654" y="0"/>
                  </a:lnTo>
                  <a:lnTo>
                    <a:pt x="3372753" y="0"/>
                  </a:lnTo>
                  <a:lnTo>
                    <a:pt x="3370852" y="0"/>
                  </a:lnTo>
                  <a:lnTo>
                    <a:pt x="3368950" y="0"/>
                  </a:lnTo>
                  <a:lnTo>
                    <a:pt x="3367049" y="0"/>
                  </a:lnTo>
                  <a:lnTo>
                    <a:pt x="3365148" y="0"/>
                  </a:lnTo>
                  <a:lnTo>
                    <a:pt x="3363247" y="0"/>
                  </a:lnTo>
                  <a:lnTo>
                    <a:pt x="3361346" y="0"/>
                  </a:lnTo>
                  <a:lnTo>
                    <a:pt x="3359444" y="0"/>
                  </a:lnTo>
                  <a:lnTo>
                    <a:pt x="3357543" y="0"/>
                  </a:lnTo>
                  <a:lnTo>
                    <a:pt x="3355642" y="0"/>
                  </a:lnTo>
                  <a:lnTo>
                    <a:pt x="3353741" y="0"/>
                  </a:lnTo>
                  <a:lnTo>
                    <a:pt x="3351839" y="0"/>
                  </a:lnTo>
                  <a:lnTo>
                    <a:pt x="3349938" y="0"/>
                  </a:lnTo>
                  <a:lnTo>
                    <a:pt x="3348037" y="0"/>
                  </a:lnTo>
                  <a:lnTo>
                    <a:pt x="3346136" y="0"/>
                  </a:lnTo>
                  <a:lnTo>
                    <a:pt x="3344235" y="0"/>
                  </a:lnTo>
                  <a:lnTo>
                    <a:pt x="3342333" y="0"/>
                  </a:lnTo>
                  <a:lnTo>
                    <a:pt x="3340432" y="0"/>
                  </a:lnTo>
                  <a:lnTo>
                    <a:pt x="3338531" y="0"/>
                  </a:lnTo>
                  <a:lnTo>
                    <a:pt x="3336630" y="0"/>
                  </a:lnTo>
                  <a:lnTo>
                    <a:pt x="3334729" y="0"/>
                  </a:lnTo>
                  <a:lnTo>
                    <a:pt x="3332827" y="0"/>
                  </a:lnTo>
                  <a:lnTo>
                    <a:pt x="3330926" y="0"/>
                  </a:lnTo>
                  <a:lnTo>
                    <a:pt x="3329025" y="0"/>
                  </a:lnTo>
                  <a:lnTo>
                    <a:pt x="3327124" y="0"/>
                  </a:lnTo>
                  <a:lnTo>
                    <a:pt x="3325222" y="0"/>
                  </a:lnTo>
                  <a:lnTo>
                    <a:pt x="3323321" y="0"/>
                  </a:lnTo>
                  <a:lnTo>
                    <a:pt x="3321420" y="0"/>
                  </a:lnTo>
                  <a:lnTo>
                    <a:pt x="3319519" y="0"/>
                  </a:lnTo>
                  <a:lnTo>
                    <a:pt x="3317618" y="0"/>
                  </a:lnTo>
                  <a:lnTo>
                    <a:pt x="3315716" y="0"/>
                  </a:lnTo>
                  <a:lnTo>
                    <a:pt x="3313815" y="0"/>
                  </a:lnTo>
                  <a:lnTo>
                    <a:pt x="3311914" y="0"/>
                  </a:lnTo>
                  <a:lnTo>
                    <a:pt x="3310013" y="0"/>
                  </a:lnTo>
                  <a:lnTo>
                    <a:pt x="3308112" y="0"/>
                  </a:lnTo>
                  <a:lnTo>
                    <a:pt x="3306210" y="0"/>
                  </a:lnTo>
                  <a:lnTo>
                    <a:pt x="3304309" y="0"/>
                  </a:lnTo>
                  <a:lnTo>
                    <a:pt x="3302408" y="0"/>
                  </a:lnTo>
                  <a:lnTo>
                    <a:pt x="3300507" y="0"/>
                  </a:lnTo>
                  <a:lnTo>
                    <a:pt x="3298605" y="0"/>
                  </a:lnTo>
                  <a:lnTo>
                    <a:pt x="3296704" y="0"/>
                  </a:lnTo>
                  <a:lnTo>
                    <a:pt x="3294803" y="0"/>
                  </a:lnTo>
                  <a:lnTo>
                    <a:pt x="3292902" y="0"/>
                  </a:lnTo>
                  <a:lnTo>
                    <a:pt x="3291001" y="0"/>
                  </a:lnTo>
                  <a:lnTo>
                    <a:pt x="3289099" y="0"/>
                  </a:lnTo>
                  <a:lnTo>
                    <a:pt x="3287198" y="0"/>
                  </a:lnTo>
                  <a:lnTo>
                    <a:pt x="3285297" y="0"/>
                  </a:lnTo>
                  <a:lnTo>
                    <a:pt x="3283396" y="0"/>
                  </a:lnTo>
                  <a:lnTo>
                    <a:pt x="3281495" y="0"/>
                  </a:lnTo>
                  <a:lnTo>
                    <a:pt x="3279593" y="0"/>
                  </a:lnTo>
                  <a:lnTo>
                    <a:pt x="3277692" y="0"/>
                  </a:lnTo>
                  <a:lnTo>
                    <a:pt x="3275791" y="0"/>
                  </a:lnTo>
                  <a:lnTo>
                    <a:pt x="3273890" y="0"/>
                  </a:lnTo>
                  <a:lnTo>
                    <a:pt x="3271988" y="0"/>
                  </a:lnTo>
                  <a:lnTo>
                    <a:pt x="3270087" y="0"/>
                  </a:lnTo>
                  <a:lnTo>
                    <a:pt x="3268186" y="0"/>
                  </a:lnTo>
                  <a:lnTo>
                    <a:pt x="3266285" y="0"/>
                  </a:lnTo>
                  <a:lnTo>
                    <a:pt x="3264384" y="0"/>
                  </a:lnTo>
                  <a:lnTo>
                    <a:pt x="3262482" y="0"/>
                  </a:lnTo>
                  <a:lnTo>
                    <a:pt x="3260581" y="0"/>
                  </a:lnTo>
                  <a:lnTo>
                    <a:pt x="3258680" y="0"/>
                  </a:lnTo>
                  <a:lnTo>
                    <a:pt x="3256779" y="0"/>
                  </a:lnTo>
                  <a:lnTo>
                    <a:pt x="3254878" y="0"/>
                  </a:lnTo>
                  <a:lnTo>
                    <a:pt x="3252976" y="0"/>
                  </a:lnTo>
                  <a:lnTo>
                    <a:pt x="3251075" y="0"/>
                  </a:lnTo>
                  <a:lnTo>
                    <a:pt x="3249174" y="0"/>
                  </a:lnTo>
                  <a:lnTo>
                    <a:pt x="3247273" y="0"/>
                  </a:lnTo>
                  <a:lnTo>
                    <a:pt x="3245371" y="0"/>
                  </a:lnTo>
                  <a:lnTo>
                    <a:pt x="3243470" y="0"/>
                  </a:lnTo>
                  <a:lnTo>
                    <a:pt x="3241569" y="0"/>
                  </a:lnTo>
                  <a:lnTo>
                    <a:pt x="3239668" y="0"/>
                  </a:lnTo>
                  <a:lnTo>
                    <a:pt x="3237767" y="0"/>
                  </a:lnTo>
                  <a:lnTo>
                    <a:pt x="3235865" y="0"/>
                  </a:lnTo>
                  <a:lnTo>
                    <a:pt x="3233964" y="0"/>
                  </a:lnTo>
                  <a:lnTo>
                    <a:pt x="3232063" y="0"/>
                  </a:lnTo>
                  <a:lnTo>
                    <a:pt x="3230162" y="0"/>
                  </a:lnTo>
                  <a:lnTo>
                    <a:pt x="3228261" y="0"/>
                  </a:lnTo>
                  <a:lnTo>
                    <a:pt x="3226359" y="0"/>
                  </a:lnTo>
                  <a:lnTo>
                    <a:pt x="3224458" y="0"/>
                  </a:lnTo>
                  <a:lnTo>
                    <a:pt x="3222557" y="0"/>
                  </a:lnTo>
                  <a:lnTo>
                    <a:pt x="3220656" y="0"/>
                  </a:lnTo>
                  <a:lnTo>
                    <a:pt x="3218754" y="0"/>
                  </a:lnTo>
                  <a:lnTo>
                    <a:pt x="3216853" y="0"/>
                  </a:lnTo>
                  <a:lnTo>
                    <a:pt x="3214952" y="0"/>
                  </a:lnTo>
                  <a:lnTo>
                    <a:pt x="3213051" y="0"/>
                  </a:lnTo>
                  <a:lnTo>
                    <a:pt x="3211150" y="0"/>
                  </a:lnTo>
                  <a:lnTo>
                    <a:pt x="3209248" y="0"/>
                  </a:lnTo>
                  <a:lnTo>
                    <a:pt x="3207347" y="0"/>
                  </a:lnTo>
                  <a:lnTo>
                    <a:pt x="3205446" y="0"/>
                  </a:lnTo>
                  <a:lnTo>
                    <a:pt x="3203545" y="0"/>
                  </a:lnTo>
                  <a:lnTo>
                    <a:pt x="3201644" y="0"/>
                  </a:lnTo>
                  <a:lnTo>
                    <a:pt x="3199742" y="0"/>
                  </a:lnTo>
                  <a:lnTo>
                    <a:pt x="3197841" y="0"/>
                  </a:lnTo>
                  <a:lnTo>
                    <a:pt x="3195940" y="0"/>
                  </a:lnTo>
                  <a:lnTo>
                    <a:pt x="3194039" y="0"/>
                  </a:lnTo>
                  <a:lnTo>
                    <a:pt x="3192138" y="0"/>
                  </a:lnTo>
                  <a:lnTo>
                    <a:pt x="3190236" y="0"/>
                  </a:lnTo>
                  <a:lnTo>
                    <a:pt x="3188335" y="0"/>
                  </a:lnTo>
                  <a:lnTo>
                    <a:pt x="3186434" y="0"/>
                  </a:lnTo>
                  <a:lnTo>
                    <a:pt x="3184533" y="0"/>
                  </a:lnTo>
                  <a:lnTo>
                    <a:pt x="3182631" y="0"/>
                  </a:lnTo>
                  <a:lnTo>
                    <a:pt x="3180730" y="0"/>
                  </a:lnTo>
                  <a:lnTo>
                    <a:pt x="3178829" y="0"/>
                  </a:lnTo>
                  <a:lnTo>
                    <a:pt x="3176928" y="0"/>
                  </a:lnTo>
                  <a:lnTo>
                    <a:pt x="3175027" y="0"/>
                  </a:lnTo>
                  <a:lnTo>
                    <a:pt x="3173125" y="0"/>
                  </a:lnTo>
                  <a:lnTo>
                    <a:pt x="3171224" y="0"/>
                  </a:lnTo>
                  <a:lnTo>
                    <a:pt x="3169323" y="0"/>
                  </a:lnTo>
                  <a:lnTo>
                    <a:pt x="3167422" y="0"/>
                  </a:lnTo>
                  <a:lnTo>
                    <a:pt x="3165521" y="0"/>
                  </a:lnTo>
                  <a:lnTo>
                    <a:pt x="3163619" y="0"/>
                  </a:lnTo>
                  <a:lnTo>
                    <a:pt x="3161718" y="0"/>
                  </a:lnTo>
                  <a:lnTo>
                    <a:pt x="3159817" y="0"/>
                  </a:lnTo>
                  <a:lnTo>
                    <a:pt x="3157916" y="0"/>
                  </a:lnTo>
                  <a:lnTo>
                    <a:pt x="3156014" y="0"/>
                  </a:lnTo>
                  <a:lnTo>
                    <a:pt x="3154113" y="0"/>
                  </a:lnTo>
                  <a:lnTo>
                    <a:pt x="3152212" y="0"/>
                  </a:lnTo>
                  <a:lnTo>
                    <a:pt x="3150311" y="0"/>
                  </a:lnTo>
                  <a:lnTo>
                    <a:pt x="3148410" y="0"/>
                  </a:lnTo>
                  <a:lnTo>
                    <a:pt x="3146508" y="0"/>
                  </a:lnTo>
                  <a:lnTo>
                    <a:pt x="3144607" y="0"/>
                  </a:lnTo>
                  <a:lnTo>
                    <a:pt x="3142706" y="0"/>
                  </a:lnTo>
                  <a:lnTo>
                    <a:pt x="3140805" y="0"/>
                  </a:lnTo>
                  <a:lnTo>
                    <a:pt x="3138904" y="0"/>
                  </a:lnTo>
                  <a:lnTo>
                    <a:pt x="3137002" y="0"/>
                  </a:lnTo>
                  <a:lnTo>
                    <a:pt x="3135101" y="0"/>
                  </a:lnTo>
                  <a:lnTo>
                    <a:pt x="3133200" y="0"/>
                  </a:lnTo>
                  <a:lnTo>
                    <a:pt x="3131299" y="0"/>
                  </a:lnTo>
                  <a:lnTo>
                    <a:pt x="3129397" y="0"/>
                  </a:lnTo>
                  <a:lnTo>
                    <a:pt x="3127496" y="0"/>
                  </a:lnTo>
                  <a:lnTo>
                    <a:pt x="3125595" y="0"/>
                  </a:lnTo>
                  <a:lnTo>
                    <a:pt x="3123694" y="0"/>
                  </a:lnTo>
                  <a:lnTo>
                    <a:pt x="3121793" y="0"/>
                  </a:lnTo>
                  <a:lnTo>
                    <a:pt x="3119891" y="0"/>
                  </a:lnTo>
                  <a:lnTo>
                    <a:pt x="3117990" y="0"/>
                  </a:lnTo>
                  <a:lnTo>
                    <a:pt x="3116089" y="0"/>
                  </a:lnTo>
                  <a:lnTo>
                    <a:pt x="3114188" y="0"/>
                  </a:lnTo>
                  <a:lnTo>
                    <a:pt x="3112287" y="0"/>
                  </a:lnTo>
                  <a:lnTo>
                    <a:pt x="3110385" y="0"/>
                  </a:lnTo>
                  <a:lnTo>
                    <a:pt x="3108484" y="0"/>
                  </a:lnTo>
                  <a:lnTo>
                    <a:pt x="3106583" y="0"/>
                  </a:lnTo>
                  <a:lnTo>
                    <a:pt x="3104682" y="0"/>
                  </a:lnTo>
                  <a:lnTo>
                    <a:pt x="3102780" y="0"/>
                  </a:lnTo>
                  <a:lnTo>
                    <a:pt x="3100879" y="0"/>
                  </a:lnTo>
                  <a:lnTo>
                    <a:pt x="3098978" y="0"/>
                  </a:lnTo>
                  <a:lnTo>
                    <a:pt x="3097077" y="0"/>
                  </a:lnTo>
                  <a:lnTo>
                    <a:pt x="3095176" y="0"/>
                  </a:lnTo>
                  <a:lnTo>
                    <a:pt x="3093274" y="0"/>
                  </a:lnTo>
                  <a:lnTo>
                    <a:pt x="3091373" y="0"/>
                  </a:lnTo>
                  <a:lnTo>
                    <a:pt x="3089472" y="0"/>
                  </a:lnTo>
                  <a:lnTo>
                    <a:pt x="3087571" y="0"/>
                  </a:lnTo>
                  <a:lnTo>
                    <a:pt x="3085670" y="0"/>
                  </a:lnTo>
                  <a:lnTo>
                    <a:pt x="3083768" y="0"/>
                  </a:lnTo>
                  <a:lnTo>
                    <a:pt x="3081867" y="0"/>
                  </a:lnTo>
                  <a:lnTo>
                    <a:pt x="3079966" y="0"/>
                  </a:lnTo>
                  <a:lnTo>
                    <a:pt x="3078065" y="0"/>
                  </a:lnTo>
                  <a:lnTo>
                    <a:pt x="3076163" y="0"/>
                  </a:lnTo>
                  <a:lnTo>
                    <a:pt x="3074262" y="0"/>
                  </a:lnTo>
                  <a:lnTo>
                    <a:pt x="3072361" y="0"/>
                  </a:lnTo>
                  <a:lnTo>
                    <a:pt x="3070460" y="0"/>
                  </a:lnTo>
                  <a:lnTo>
                    <a:pt x="3068559" y="0"/>
                  </a:lnTo>
                  <a:lnTo>
                    <a:pt x="3066657" y="0"/>
                  </a:lnTo>
                  <a:lnTo>
                    <a:pt x="3064756" y="0"/>
                  </a:lnTo>
                  <a:lnTo>
                    <a:pt x="3062855" y="0"/>
                  </a:lnTo>
                  <a:lnTo>
                    <a:pt x="3060954" y="0"/>
                  </a:lnTo>
                  <a:lnTo>
                    <a:pt x="3059053" y="0"/>
                  </a:lnTo>
                  <a:lnTo>
                    <a:pt x="3057151" y="0"/>
                  </a:lnTo>
                  <a:lnTo>
                    <a:pt x="3055250" y="0"/>
                  </a:lnTo>
                  <a:lnTo>
                    <a:pt x="3053349" y="0"/>
                  </a:lnTo>
                  <a:lnTo>
                    <a:pt x="3051448" y="0"/>
                  </a:lnTo>
                  <a:lnTo>
                    <a:pt x="3049546" y="0"/>
                  </a:lnTo>
                  <a:lnTo>
                    <a:pt x="3047645" y="0"/>
                  </a:lnTo>
                  <a:lnTo>
                    <a:pt x="3045744" y="0"/>
                  </a:lnTo>
                  <a:lnTo>
                    <a:pt x="3043843" y="0"/>
                  </a:lnTo>
                  <a:lnTo>
                    <a:pt x="3041942" y="0"/>
                  </a:lnTo>
                  <a:lnTo>
                    <a:pt x="3040040" y="0"/>
                  </a:lnTo>
                  <a:lnTo>
                    <a:pt x="3038139" y="0"/>
                  </a:lnTo>
                  <a:lnTo>
                    <a:pt x="3036238" y="0"/>
                  </a:lnTo>
                  <a:lnTo>
                    <a:pt x="3034337" y="0"/>
                  </a:lnTo>
                  <a:lnTo>
                    <a:pt x="3032436" y="0"/>
                  </a:lnTo>
                  <a:lnTo>
                    <a:pt x="3030534" y="0"/>
                  </a:lnTo>
                  <a:lnTo>
                    <a:pt x="3028633" y="0"/>
                  </a:lnTo>
                  <a:lnTo>
                    <a:pt x="3026732" y="0"/>
                  </a:lnTo>
                  <a:lnTo>
                    <a:pt x="3024831" y="0"/>
                  </a:lnTo>
                  <a:lnTo>
                    <a:pt x="3022929" y="0"/>
                  </a:lnTo>
                  <a:lnTo>
                    <a:pt x="3021028" y="0"/>
                  </a:lnTo>
                  <a:lnTo>
                    <a:pt x="3019127" y="0"/>
                  </a:lnTo>
                  <a:lnTo>
                    <a:pt x="3017226" y="0"/>
                  </a:lnTo>
                  <a:lnTo>
                    <a:pt x="3015325" y="0"/>
                  </a:lnTo>
                  <a:lnTo>
                    <a:pt x="3013423" y="0"/>
                  </a:lnTo>
                  <a:lnTo>
                    <a:pt x="3011522" y="0"/>
                  </a:lnTo>
                  <a:lnTo>
                    <a:pt x="3009621" y="0"/>
                  </a:lnTo>
                  <a:lnTo>
                    <a:pt x="3007720" y="0"/>
                  </a:lnTo>
                  <a:lnTo>
                    <a:pt x="3005819" y="0"/>
                  </a:lnTo>
                  <a:lnTo>
                    <a:pt x="3003917" y="0"/>
                  </a:lnTo>
                  <a:lnTo>
                    <a:pt x="3002016" y="0"/>
                  </a:lnTo>
                  <a:lnTo>
                    <a:pt x="3000115" y="0"/>
                  </a:lnTo>
                  <a:lnTo>
                    <a:pt x="2998214" y="0"/>
                  </a:lnTo>
                  <a:lnTo>
                    <a:pt x="2996312" y="0"/>
                  </a:lnTo>
                  <a:lnTo>
                    <a:pt x="2994411" y="0"/>
                  </a:lnTo>
                  <a:lnTo>
                    <a:pt x="2992510" y="0"/>
                  </a:lnTo>
                  <a:lnTo>
                    <a:pt x="2990609" y="0"/>
                  </a:lnTo>
                  <a:lnTo>
                    <a:pt x="2988708" y="0"/>
                  </a:lnTo>
                  <a:lnTo>
                    <a:pt x="2986806" y="0"/>
                  </a:lnTo>
                  <a:lnTo>
                    <a:pt x="2984905" y="0"/>
                  </a:lnTo>
                  <a:lnTo>
                    <a:pt x="2983004" y="0"/>
                  </a:lnTo>
                  <a:lnTo>
                    <a:pt x="2981103" y="0"/>
                  </a:lnTo>
                  <a:lnTo>
                    <a:pt x="2979202" y="0"/>
                  </a:lnTo>
                  <a:lnTo>
                    <a:pt x="2977300" y="0"/>
                  </a:lnTo>
                  <a:lnTo>
                    <a:pt x="2975399" y="0"/>
                  </a:lnTo>
                  <a:lnTo>
                    <a:pt x="2973498" y="0"/>
                  </a:lnTo>
                  <a:lnTo>
                    <a:pt x="2971597" y="0"/>
                  </a:lnTo>
                  <a:lnTo>
                    <a:pt x="2969695" y="0"/>
                  </a:lnTo>
                  <a:lnTo>
                    <a:pt x="2967794" y="0"/>
                  </a:lnTo>
                  <a:lnTo>
                    <a:pt x="2965893" y="0"/>
                  </a:lnTo>
                  <a:lnTo>
                    <a:pt x="2963992" y="0"/>
                  </a:lnTo>
                  <a:lnTo>
                    <a:pt x="2962091" y="0"/>
                  </a:lnTo>
                  <a:lnTo>
                    <a:pt x="2960189" y="0"/>
                  </a:lnTo>
                  <a:lnTo>
                    <a:pt x="2958288" y="0"/>
                  </a:lnTo>
                  <a:lnTo>
                    <a:pt x="2956387" y="0"/>
                  </a:lnTo>
                  <a:lnTo>
                    <a:pt x="2954486" y="0"/>
                  </a:lnTo>
                  <a:lnTo>
                    <a:pt x="2952585" y="0"/>
                  </a:lnTo>
                  <a:lnTo>
                    <a:pt x="2950683" y="0"/>
                  </a:lnTo>
                  <a:lnTo>
                    <a:pt x="2948782" y="0"/>
                  </a:lnTo>
                  <a:lnTo>
                    <a:pt x="2946881" y="0"/>
                  </a:lnTo>
                  <a:lnTo>
                    <a:pt x="2944980" y="0"/>
                  </a:lnTo>
                  <a:lnTo>
                    <a:pt x="2943078" y="0"/>
                  </a:lnTo>
                  <a:lnTo>
                    <a:pt x="2941177" y="0"/>
                  </a:lnTo>
                  <a:lnTo>
                    <a:pt x="2939276" y="0"/>
                  </a:lnTo>
                  <a:lnTo>
                    <a:pt x="2937375" y="0"/>
                  </a:lnTo>
                  <a:lnTo>
                    <a:pt x="2935474" y="0"/>
                  </a:lnTo>
                  <a:lnTo>
                    <a:pt x="2933572" y="0"/>
                  </a:lnTo>
                  <a:lnTo>
                    <a:pt x="2931671" y="0"/>
                  </a:lnTo>
                  <a:lnTo>
                    <a:pt x="2929770" y="0"/>
                  </a:lnTo>
                  <a:lnTo>
                    <a:pt x="2927869" y="0"/>
                  </a:lnTo>
                  <a:lnTo>
                    <a:pt x="2925968" y="0"/>
                  </a:lnTo>
                  <a:lnTo>
                    <a:pt x="2924066" y="0"/>
                  </a:lnTo>
                  <a:lnTo>
                    <a:pt x="2922165" y="0"/>
                  </a:lnTo>
                  <a:lnTo>
                    <a:pt x="2920264" y="0"/>
                  </a:lnTo>
                  <a:lnTo>
                    <a:pt x="2918363" y="0"/>
                  </a:lnTo>
                  <a:lnTo>
                    <a:pt x="2916461" y="0"/>
                  </a:lnTo>
                  <a:lnTo>
                    <a:pt x="2914560" y="0"/>
                  </a:lnTo>
                  <a:lnTo>
                    <a:pt x="2912659" y="0"/>
                  </a:lnTo>
                  <a:lnTo>
                    <a:pt x="2910758" y="0"/>
                  </a:lnTo>
                  <a:lnTo>
                    <a:pt x="2908857" y="0"/>
                  </a:lnTo>
                  <a:lnTo>
                    <a:pt x="2906955" y="0"/>
                  </a:lnTo>
                  <a:lnTo>
                    <a:pt x="2905054" y="0"/>
                  </a:lnTo>
                  <a:lnTo>
                    <a:pt x="2903153" y="0"/>
                  </a:lnTo>
                  <a:lnTo>
                    <a:pt x="2901252" y="0"/>
                  </a:lnTo>
                  <a:lnTo>
                    <a:pt x="2899351" y="0"/>
                  </a:lnTo>
                  <a:lnTo>
                    <a:pt x="2897449" y="0"/>
                  </a:lnTo>
                  <a:lnTo>
                    <a:pt x="2895548" y="0"/>
                  </a:lnTo>
                  <a:lnTo>
                    <a:pt x="2893647" y="0"/>
                  </a:lnTo>
                  <a:lnTo>
                    <a:pt x="2891746" y="0"/>
                  </a:lnTo>
                  <a:lnTo>
                    <a:pt x="2889845" y="0"/>
                  </a:lnTo>
                  <a:lnTo>
                    <a:pt x="2887943" y="0"/>
                  </a:lnTo>
                  <a:lnTo>
                    <a:pt x="2886042" y="0"/>
                  </a:lnTo>
                  <a:lnTo>
                    <a:pt x="2884141" y="0"/>
                  </a:lnTo>
                  <a:lnTo>
                    <a:pt x="2882240" y="0"/>
                  </a:lnTo>
                  <a:lnTo>
                    <a:pt x="2880338" y="0"/>
                  </a:lnTo>
                  <a:lnTo>
                    <a:pt x="2878437" y="0"/>
                  </a:lnTo>
                  <a:lnTo>
                    <a:pt x="2876536" y="0"/>
                  </a:lnTo>
                  <a:lnTo>
                    <a:pt x="2874635" y="0"/>
                  </a:lnTo>
                  <a:lnTo>
                    <a:pt x="2872734" y="0"/>
                  </a:lnTo>
                  <a:lnTo>
                    <a:pt x="2870832" y="0"/>
                  </a:lnTo>
                  <a:lnTo>
                    <a:pt x="2868931" y="0"/>
                  </a:lnTo>
                  <a:lnTo>
                    <a:pt x="2867030" y="0"/>
                  </a:lnTo>
                  <a:lnTo>
                    <a:pt x="2865129" y="0"/>
                  </a:lnTo>
                  <a:lnTo>
                    <a:pt x="2863228" y="0"/>
                  </a:lnTo>
                  <a:lnTo>
                    <a:pt x="2861326" y="0"/>
                  </a:lnTo>
                  <a:lnTo>
                    <a:pt x="2859425" y="0"/>
                  </a:lnTo>
                  <a:lnTo>
                    <a:pt x="2857524" y="0"/>
                  </a:lnTo>
                  <a:lnTo>
                    <a:pt x="2855623" y="0"/>
                  </a:lnTo>
                  <a:lnTo>
                    <a:pt x="2853721" y="0"/>
                  </a:lnTo>
                  <a:lnTo>
                    <a:pt x="2851820" y="0"/>
                  </a:lnTo>
                  <a:lnTo>
                    <a:pt x="2849919" y="0"/>
                  </a:lnTo>
                  <a:lnTo>
                    <a:pt x="2848018" y="0"/>
                  </a:lnTo>
                  <a:lnTo>
                    <a:pt x="2846117" y="0"/>
                  </a:lnTo>
                  <a:lnTo>
                    <a:pt x="2844215" y="0"/>
                  </a:lnTo>
                  <a:lnTo>
                    <a:pt x="2842314" y="0"/>
                  </a:lnTo>
                  <a:lnTo>
                    <a:pt x="2840413" y="0"/>
                  </a:lnTo>
                  <a:lnTo>
                    <a:pt x="2838512" y="0"/>
                  </a:lnTo>
                  <a:lnTo>
                    <a:pt x="2836611" y="0"/>
                  </a:lnTo>
                  <a:lnTo>
                    <a:pt x="2834709" y="0"/>
                  </a:lnTo>
                  <a:lnTo>
                    <a:pt x="2832808" y="0"/>
                  </a:lnTo>
                  <a:lnTo>
                    <a:pt x="2830907" y="0"/>
                  </a:lnTo>
                  <a:lnTo>
                    <a:pt x="2829006" y="0"/>
                  </a:lnTo>
                  <a:lnTo>
                    <a:pt x="2827104" y="0"/>
                  </a:lnTo>
                  <a:lnTo>
                    <a:pt x="2825203" y="0"/>
                  </a:lnTo>
                  <a:lnTo>
                    <a:pt x="2823302" y="0"/>
                  </a:lnTo>
                  <a:lnTo>
                    <a:pt x="2821401" y="0"/>
                  </a:lnTo>
                  <a:lnTo>
                    <a:pt x="2819500" y="0"/>
                  </a:lnTo>
                  <a:lnTo>
                    <a:pt x="2817598" y="0"/>
                  </a:lnTo>
                  <a:lnTo>
                    <a:pt x="2815697" y="0"/>
                  </a:lnTo>
                  <a:lnTo>
                    <a:pt x="2813796" y="0"/>
                  </a:lnTo>
                  <a:lnTo>
                    <a:pt x="2811895" y="0"/>
                  </a:lnTo>
                  <a:lnTo>
                    <a:pt x="2809994" y="0"/>
                  </a:lnTo>
                  <a:lnTo>
                    <a:pt x="2808092" y="0"/>
                  </a:lnTo>
                  <a:lnTo>
                    <a:pt x="2806191" y="0"/>
                  </a:lnTo>
                  <a:lnTo>
                    <a:pt x="2804290" y="0"/>
                  </a:lnTo>
                  <a:lnTo>
                    <a:pt x="2802389" y="0"/>
                  </a:lnTo>
                  <a:lnTo>
                    <a:pt x="2800487" y="0"/>
                  </a:lnTo>
                  <a:lnTo>
                    <a:pt x="2798586" y="0"/>
                  </a:lnTo>
                  <a:lnTo>
                    <a:pt x="2796685" y="0"/>
                  </a:lnTo>
                  <a:lnTo>
                    <a:pt x="2794784" y="0"/>
                  </a:lnTo>
                  <a:lnTo>
                    <a:pt x="2792883" y="0"/>
                  </a:lnTo>
                  <a:lnTo>
                    <a:pt x="2790981" y="0"/>
                  </a:lnTo>
                  <a:lnTo>
                    <a:pt x="2789080" y="0"/>
                  </a:lnTo>
                  <a:lnTo>
                    <a:pt x="2787179" y="0"/>
                  </a:lnTo>
                  <a:lnTo>
                    <a:pt x="2785278" y="0"/>
                  </a:lnTo>
                  <a:lnTo>
                    <a:pt x="2783377" y="0"/>
                  </a:lnTo>
                  <a:lnTo>
                    <a:pt x="2781475" y="0"/>
                  </a:lnTo>
                  <a:lnTo>
                    <a:pt x="2779574" y="0"/>
                  </a:lnTo>
                  <a:lnTo>
                    <a:pt x="2777673" y="0"/>
                  </a:lnTo>
                  <a:lnTo>
                    <a:pt x="2775772" y="0"/>
                  </a:lnTo>
                  <a:lnTo>
                    <a:pt x="2773870" y="0"/>
                  </a:lnTo>
                  <a:lnTo>
                    <a:pt x="2771969" y="0"/>
                  </a:lnTo>
                  <a:lnTo>
                    <a:pt x="2770068" y="0"/>
                  </a:lnTo>
                  <a:lnTo>
                    <a:pt x="2768167" y="0"/>
                  </a:lnTo>
                  <a:lnTo>
                    <a:pt x="2766266" y="0"/>
                  </a:lnTo>
                  <a:lnTo>
                    <a:pt x="2764364" y="0"/>
                  </a:lnTo>
                  <a:lnTo>
                    <a:pt x="2762463" y="0"/>
                  </a:lnTo>
                  <a:lnTo>
                    <a:pt x="2760562" y="0"/>
                  </a:lnTo>
                  <a:lnTo>
                    <a:pt x="2758661" y="0"/>
                  </a:lnTo>
                  <a:lnTo>
                    <a:pt x="2756760" y="0"/>
                  </a:lnTo>
                  <a:lnTo>
                    <a:pt x="2754858" y="0"/>
                  </a:lnTo>
                  <a:lnTo>
                    <a:pt x="2752957" y="0"/>
                  </a:lnTo>
                  <a:lnTo>
                    <a:pt x="2751056" y="0"/>
                  </a:lnTo>
                  <a:lnTo>
                    <a:pt x="2749155" y="0"/>
                  </a:lnTo>
                  <a:lnTo>
                    <a:pt x="2747253" y="0"/>
                  </a:lnTo>
                  <a:lnTo>
                    <a:pt x="2745352" y="0"/>
                  </a:lnTo>
                  <a:lnTo>
                    <a:pt x="2743451" y="0"/>
                  </a:lnTo>
                  <a:lnTo>
                    <a:pt x="2741550" y="0"/>
                  </a:lnTo>
                  <a:lnTo>
                    <a:pt x="2739649" y="0"/>
                  </a:lnTo>
                  <a:lnTo>
                    <a:pt x="2737747" y="0"/>
                  </a:lnTo>
                  <a:lnTo>
                    <a:pt x="2735846" y="0"/>
                  </a:lnTo>
                  <a:lnTo>
                    <a:pt x="2733945" y="0"/>
                  </a:lnTo>
                  <a:lnTo>
                    <a:pt x="2732044" y="0"/>
                  </a:lnTo>
                  <a:lnTo>
                    <a:pt x="2730143" y="0"/>
                  </a:lnTo>
                  <a:lnTo>
                    <a:pt x="2728241" y="0"/>
                  </a:lnTo>
                  <a:lnTo>
                    <a:pt x="2726340" y="0"/>
                  </a:lnTo>
                  <a:lnTo>
                    <a:pt x="2724439" y="0"/>
                  </a:lnTo>
                  <a:lnTo>
                    <a:pt x="2722538" y="0"/>
                  </a:lnTo>
                  <a:lnTo>
                    <a:pt x="2720636" y="0"/>
                  </a:lnTo>
                  <a:lnTo>
                    <a:pt x="2718735" y="0"/>
                  </a:lnTo>
                  <a:lnTo>
                    <a:pt x="2716834" y="0"/>
                  </a:lnTo>
                  <a:lnTo>
                    <a:pt x="2714933" y="0"/>
                  </a:lnTo>
                  <a:lnTo>
                    <a:pt x="2713032" y="0"/>
                  </a:lnTo>
                  <a:lnTo>
                    <a:pt x="2711130" y="0"/>
                  </a:lnTo>
                  <a:lnTo>
                    <a:pt x="2709229" y="0"/>
                  </a:lnTo>
                  <a:lnTo>
                    <a:pt x="2707328" y="0"/>
                  </a:lnTo>
                  <a:lnTo>
                    <a:pt x="2705427" y="0"/>
                  </a:lnTo>
                  <a:lnTo>
                    <a:pt x="2703526" y="0"/>
                  </a:lnTo>
                  <a:lnTo>
                    <a:pt x="2701624" y="0"/>
                  </a:lnTo>
                  <a:lnTo>
                    <a:pt x="2699723" y="0"/>
                  </a:lnTo>
                  <a:lnTo>
                    <a:pt x="2697822" y="0"/>
                  </a:lnTo>
                  <a:lnTo>
                    <a:pt x="2695921" y="0"/>
                  </a:lnTo>
                  <a:lnTo>
                    <a:pt x="2694019" y="0"/>
                  </a:lnTo>
                  <a:lnTo>
                    <a:pt x="2692118" y="0"/>
                  </a:lnTo>
                  <a:lnTo>
                    <a:pt x="2690217" y="0"/>
                  </a:lnTo>
                  <a:lnTo>
                    <a:pt x="2688316" y="0"/>
                  </a:lnTo>
                  <a:lnTo>
                    <a:pt x="2686415" y="0"/>
                  </a:lnTo>
                  <a:lnTo>
                    <a:pt x="2684513" y="0"/>
                  </a:lnTo>
                  <a:lnTo>
                    <a:pt x="2682612" y="0"/>
                  </a:lnTo>
                  <a:lnTo>
                    <a:pt x="2680711" y="0"/>
                  </a:lnTo>
                  <a:lnTo>
                    <a:pt x="2678810" y="0"/>
                  </a:lnTo>
                  <a:lnTo>
                    <a:pt x="2676909" y="0"/>
                  </a:lnTo>
                  <a:lnTo>
                    <a:pt x="2675007" y="0"/>
                  </a:lnTo>
                  <a:lnTo>
                    <a:pt x="2673106" y="0"/>
                  </a:lnTo>
                  <a:lnTo>
                    <a:pt x="2671205" y="0"/>
                  </a:lnTo>
                  <a:lnTo>
                    <a:pt x="2669304" y="0"/>
                  </a:lnTo>
                  <a:lnTo>
                    <a:pt x="2667402" y="0"/>
                  </a:lnTo>
                  <a:lnTo>
                    <a:pt x="2665501" y="0"/>
                  </a:lnTo>
                  <a:lnTo>
                    <a:pt x="2663600" y="0"/>
                  </a:lnTo>
                  <a:lnTo>
                    <a:pt x="2661699" y="0"/>
                  </a:lnTo>
                  <a:lnTo>
                    <a:pt x="2659798" y="0"/>
                  </a:lnTo>
                  <a:lnTo>
                    <a:pt x="2657896" y="0"/>
                  </a:lnTo>
                  <a:lnTo>
                    <a:pt x="2655995" y="0"/>
                  </a:lnTo>
                  <a:lnTo>
                    <a:pt x="2654094" y="0"/>
                  </a:lnTo>
                  <a:lnTo>
                    <a:pt x="2652193" y="0"/>
                  </a:lnTo>
                  <a:lnTo>
                    <a:pt x="2650292" y="0"/>
                  </a:lnTo>
                  <a:lnTo>
                    <a:pt x="2648390" y="0"/>
                  </a:lnTo>
                  <a:lnTo>
                    <a:pt x="2646489" y="0"/>
                  </a:lnTo>
                  <a:lnTo>
                    <a:pt x="2644588" y="0"/>
                  </a:lnTo>
                  <a:lnTo>
                    <a:pt x="2642687" y="0"/>
                  </a:lnTo>
                  <a:lnTo>
                    <a:pt x="2640785" y="0"/>
                  </a:lnTo>
                  <a:lnTo>
                    <a:pt x="2638884" y="0"/>
                  </a:lnTo>
                  <a:lnTo>
                    <a:pt x="2636983" y="0"/>
                  </a:lnTo>
                  <a:lnTo>
                    <a:pt x="2635082" y="0"/>
                  </a:lnTo>
                  <a:lnTo>
                    <a:pt x="2633181" y="0"/>
                  </a:lnTo>
                  <a:lnTo>
                    <a:pt x="2631279" y="0"/>
                  </a:lnTo>
                  <a:lnTo>
                    <a:pt x="2629378" y="0"/>
                  </a:lnTo>
                  <a:lnTo>
                    <a:pt x="2627477" y="0"/>
                  </a:lnTo>
                  <a:lnTo>
                    <a:pt x="2625576" y="0"/>
                  </a:lnTo>
                  <a:lnTo>
                    <a:pt x="2623675" y="0"/>
                  </a:lnTo>
                  <a:lnTo>
                    <a:pt x="2621773" y="0"/>
                  </a:lnTo>
                  <a:lnTo>
                    <a:pt x="2619872" y="0"/>
                  </a:lnTo>
                  <a:lnTo>
                    <a:pt x="2617971" y="0"/>
                  </a:lnTo>
                  <a:lnTo>
                    <a:pt x="2616070" y="0"/>
                  </a:lnTo>
                  <a:lnTo>
                    <a:pt x="2614169" y="0"/>
                  </a:lnTo>
                  <a:lnTo>
                    <a:pt x="2612267" y="0"/>
                  </a:lnTo>
                  <a:lnTo>
                    <a:pt x="2610366" y="0"/>
                  </a:lnTo>
                  <a:lnTo>
                    <a:pt x="2608465" y="0"/>
                  </a:lnTo>
                  <a:lnTo>
                    <a:pt x="2606564" y="0"/>
                  </a:lnTo>
                  <a:lnTo>
                    <a:pt x="2604662" y="0"/>
                  </a:lnTo>
                  <a:lnTo>
                    <a:pt x="2602761" y="0"/>
                  </a:lnTo>
                  <a:lnTo>
                    <a:pt x="2600860" y="0"/>
                  </a:lnTo>
                  <a:lnTo>
                    <a:pt x="2598959" y="0"/>
                  </a:lnTo>
                  <a:lnTo>
                    <a:pt x="2597058" y="0"/>
                  </a:lnTo>
                  <a:lnTo>
                    <a:pt x="2595156" y="0"/>
                  </a:lnTo>
                  <a:lnTo>
                    <a:pt x="2593255" y="0"/>
                  </a:lnTo>
                  <a:lnTo>
                    <a:pt x="2591354" y="0"/>
                  </a:lnTo>
                  <a:lnTo>
                    <a:pt x="2589453" y="0"/>
                  </a:lnTo>
                  <a:lnTo>
                    <a:pt x="2587552" y="0"/>
                  </a:lnTo>
                  <a:lnTo>
                    <a:pt x="2585650" y="0"/>
                  </a:lnTo>
                  <a:lnTo>
                    <a:pt x="2583749" y="0"/>
                  </a:lnTo>
                  <a:lnTo>
                    <a:pt x="2581848" y="0"/>
                  </a:lnTo>
                  <a:lnTo>
                    <a:pt x="2579947" y="0"/>
                  </a:lnTo>
                  <a:lnTo>
                    <a:pt x="2578045" y="0"/>
                  </a:lnTo>
                  <a:lnTo>
                    <a:pt x="2576144" y="0"/>
                  </a:lnTo>
                  <a:lnTo>
                    <a:pt x="2574243" y="0"/>
                  </a:lnTo>
                  <a:lnTo>
                    <a:pt x="2572342" y="0"/>
                  </a:lnTo>
                  <a:lnTo>
                    <a:pt x="2570441" y="0"/>
                  </a:lnTo>
                  <a:lnTo>
                    <a:pt x="2568539" y="0"/>
                  </a:lnTo>
                  <a:lnTo>
                    <a:pt x="2566638" y="0"/>
                  </a:lnTo>
                  <a:lnTo>
                    <a:pt x="2564737" y="0"/>
                  </a:lnTo>
                  <a:lnTo>
                    <a:pt x="2562836" y="0"/>
                  </a:lnTo>
                  <a:lnTo>
                    <a:pt x="2560935" y="0"/>
                  </a:lnTo>
                  <a:lnTo>
                    <a:pt x="2559033" y="0"/>
                  </a:lnTo>
                  <a:lnTo>
                    <a:pt x="2557132" y="0"/>
                  </a:lnTo>
                  <a:lnTo>
                    <a:pt x="2555231" y="0"/>
                  </a:lnTo>
                  <a:lnTo>
                    <a:pt x="2553330" y="0"/>
                  </a:lnTo>
                  <a:lnTo>
                    <a:pt x="2551428" y="0"/>
                  </a:lnTo>
                  <a:lnTo>
                    <a:pt x="2549527" y="0"/>
                  </a:lnTo>
                  <a:lnTo>
                    <a:pt x="2547626" y="0"/>
                  </a:lnTo>
                  <a:lnTo>
                    <a:pt x="2545725" y="0"/>
                  </a:lnTo>
                  <a:lnTo>
                    <a:pt x="2543824" y="0"/>
                  </a:lnTo>
                  <a:lnTo>
                    <a:pt x="2541922" y="0"/>
                  </a:lnTo>
                  <a:lnTo>
                    <a:pt x="2540021" y="0"/>
                  </a:lnTo>
                  <a:lnTo>
                    <a:pt x="2538120" y="0"/>
                  </a:lnTo>
                  <a:lnTo>
                    <a:pt x="2536219" y="0"/>
                  </a:lnTo>
                  <a:lnTo>
                    <a:pt x="2534318" y="0"/>
                  </a:lnTo>
                  <a:lnTo>
                    <a:pt x="2532416" y="0"/>
                  </a:lnTo>
                  <a:lnTo>
                    <a:pt x="2530515" y="0"/>
                  </a:lnTo>
                  <a:lnTo>
                    <a:pt x="2528614" y="0"/>
                  </a:lnTo>
                  <a:lnTo>
                    <a:pt x="2526713" y="0"/>
                  </a:lnTo>
                  <a:lnTo>
                    <a:pt x="2524811" y="0"/>
                  </a:lnTo>
                  <a:lnTo>
                    <a:pt x="2522910" y="0"/>
                  </a:lnTo>
                  <a:lnTo>
                    <a:pt x="2521009" y="0"/>
                  </a:lnTo>
                  <a:lnTo>
                    <a:pt x="2519108" y="0"/>
                  </a:lnTo>
                  <a:lnTo>
                    <a:pt x="2517207" y="0"/>
                  </a:lnTo>
                  <a:lnTo>
                    <a:pt x="2515305" y="0"/>
                  </a:lnTo>
                  <a:lnTo>
                    <a:pt x="2513404" y="0"/>
                  </a:lnTo>
                  <a:lnTo>
                    <a:pt x="2511503" y="0"/>
                  </a:lnTo>
                  <a:lnTo>
                    <a:pt x="2509602" y="0"/>
                  </a:lnTo>
                  <a:lnTo>
                    <a:pt x="2507701" y="0"/>
                  </a:lnTo>
                  <a:lnTo>
                    <a:pt x="2505799" y="0"/>
                  </a:lnTo>
                  <a:lnTo>
                    <a:pt x="2503898" y="0"/>
                  </a:lnTo>
                  <a:lnTo>
                    <a:pt x="2501997" y="0"/>
                  </a:lnTo>
                  <a:lnTo>
                    <a:pt x="2500096" y="0"/>
                  </a:lnTo>
                  <a:lnTo>
                    <a:pt x="2498194" y="0"/>
                  </a:lnTo>
                  <a:lnTo>
                    <a:pt x="2496293" y="0"/>
                  </a:lnTo>
                  <a:lnTo>
                    <a:pt x="2494392" y="0"/>
                  </a:lnTo>
                  <a:lnTo>
                    <a:pt x="2492491" y="0"/>
                  </a:lnTo>
                  <a:lnTo>
                    <a:pt x="2490590" y="0"/>
                  </a:lnTo>
                  <a:lnTo>
                    <a:pt x="2488688" y="0"/>
                  </a:lnTo>
                  <a:lnTo>
                    <a:pt x="2486787" y="0"/>
                  </a:lnTo>
                  <a:lnTo>
                    <a:pt x="2484886" y="0"/>
                  </a:lnTo>
                  <a:lnTo>
                    <a:pt x="2482985" y="0"/>
                  </a:lnTo>
                  <a:lnTo>
                    <a:pt x="2481084" y="0"/>
                  </a:lnTo>
                  <a:lnTo>
                    <a:pt x="2479182" y="0"/>
                  </a:lnTo>
                  <a:lnTo>
                    <a:pt x="2477281" y="0"/>
                  </a:lnTo>
                  <a:lnTo>
                    <a:pt x="2475380" y="0"/>
                  </a:lnTo>
                  <a:lnTo>
                    <a:pt x="2473479" y="0"/>
                  </a:lnTo>
                  <a:lnTo>
                    <a:pt x="2471577" y="0"/>
                  </a:lnTo>
                  <a:lnTo>
                    <a:pt x="2469676" y="0"/>
                  </a:lnTo>
                  <a:lnTo>
                    <a:pt x="2467775" y="0"/>
                  </a:lnTo>
                  <a:lnTo>
                    <a:pt x="2465874" y="0"/>
                  </a:lnTo>
                  <a:lnTo>
                    <a:pt x="2463973" y="0"/>
                  </a:lnTo>
                  <a:lnTo>
                    <a:pt x="2462071" y="0"/>
                  </a:lnTo>
                  <a:lnTo>
                    <a:pt x="2460170" y="0"/>
                  </a:lnTo>
                  <a:lnTo>
                    <a:pt x="2458269" y="0"/>
                  </a:lnTo>
                  <a:lnTo>
                    <a:pt x="2456368" y="0"/>
                  </a:lnTo>
                  <a:lnTo>
                    <a:pt x="2454467" y="0"/>
                  </a:lnTo>
                  <a:lnTo>
                    <a:pt x="2452565" y="0"/>
                  </a:lnTo>
                  <a:lnTo>
                    <a:pt x="2450664" y="0"/>
                  </a:lnTo>
                  <a:lnTo>
                    <a:pt x="2448763" y="0"/>
                  </a:lnTo>
                  <a:lnTo>
                    <a:pt x="2446862" y="0"/>
                  </a:lnTo>
                  <a:lnTo>
                    <a:pt x="2444960" y="0"/>
                  </a:lnTo>
                  <a:lnTo>
                    <a:pt x="2443059" y="0"/>
                  </a:lnTo>
                  <a:lnTo>
                    <a:pt x="2441158" y="0"/>
                  </a:lnTo>
                  <a:lnTo>
                    <a:pt x="2439257" y="0"/>
                  </a:lnTo>
                  <a:lnTo>
                    <a:pt x="2437356" y="0"/>
                  </a:lnTo>
                  <a:lnTo>
                    <a:pt x="2435454" y="0"/>
                  </a:lnTo>
                  <a:lnTo>
                    <a:pt x="2433553" y="0"/>
                  </a:lnTo>
                  <a:lnTo>
                    <a:pt x="2431652" y="0"/>
                  </a:lnTo>
                  <a:lnTo>
                    <a:pt x="2429751" y="0"/>
                  </a:lnTo>
                  <a:lnTo>
                    <a:pt x="2427850" y="0"/>
                  </a:lnTo>
                  <a:lnTo>
                    <a:pt x="2425948" y="0"/>
                  </a:lnTo>
                  <a:lnTo>
                    <a:pt x="2424047" y="0"/>
                  </a:lnTo>
                  <a:lnTo>
                    <a:pt x="2422146" y="0"/>
                  </a:lnTo>
                  <a:lnTo>
                    <a:pt x="2420245" y="0"/>
                  </a:lnTo>
                  <a:lnTo>
                    <a:pt x="2418343" y="0"/>
                  </a:lnTo>
                  <a:lnTo>
                    <a:pt x="2416442" y="0"/>
                  </a:lnTo>
                  <a:lnTo>
                    <a:pt x="2414541" y="0"/>
                  </a:lnTo>
                  <a:lnTo>
                    <a:pt x="2412640" y="0"/>
                  </a:lnTo>
                  <a:lnTo>
                    <a:pt x="2410739" y="0"/>
                  </a:lnTo>
                  <a:lnTo>
                    <a:pt x="2408837" y="0"/>
                  </a:lnTo>
                  <a:lnTo>
                    <a:pt x="2406936" y="0"/>
                  </a:lnTo>
                  <a:lnTo>
                    <a:pt x="2405035" y="0"/>
                  </a:lnTo>
                  <a:lnTo>
                    <a:pt x="2403134" y="0"/>
                  </a:lnTo>
                  <a:lnTo>
                    <a:pt x="2401233" y="0"/>
                  </a:lnTo>
                  <a:lnTo>
                    <a:pt x="2399331" y="0"/>
                  </a:lnTo>
                  <a:lnTo>
                    <a:pt x="2397430" y="0"/>
                  </a:lnTo>
                  <a:lnTo>
                    <a:pt x="2395529" y="0"/>
                  </a:lnTo>
                  <a:lnTo>
                    <a:pt x="2393628" y="0"/>
                  </a:lnTo>
                  <a:lnTo>
                    <a:pt x="2391726" y="0"/>
                  </a:lnTo>
                  <a:lnTo>
                    <a:pt x="2389825" y="0"/>
                  </a:lnTo>
                  <a:lnTo>
                    <a:pt x="2387924" y="0"/>
                  </a:lnTo>
                  <a:lnTo>
                    <a:pt x="2386023" y="0"/>
                  </a:lnTo>
                  <a:lnTo>
                    <a:pt x="2384122" y="0"/>
                  </a:lnTo>
                  <a:lnTo>
                    <a:pt x="2382220" y="0"/>
                  </a:lnTo>
                  <a:lnTo>
                    <a:pt x="2380319" y="0"/>
                  </a:lnTo>
                  <a:lnTo>
                    <a:pt x="2378418" y="0"/>
                  </a:lnTo>
                  <a:lnTo>
                    <a:pt x="2376517" y="0"/>
                  </a:lnTo>
                  <a:lnTo>
                    <a:pt x="2374616" y="0"/>
                  </a:lnTo>
                  <a:lnTo>
                    <a:pt x="2372714" y="0"/>
                  </a:lnTo>
                  <a:lnTo>
                    <a:pt x="2370813" y="0"/>
                  </a:lnTo>
                  <a:lnTo>
                    <a:pt x="2368912" y="0"/>
                  </a:lnTo>
                  <a:lnTo>
                    <a:pt x="2367011" y="0"/>
                  </a:lnTo>
                  <a:lnTo>
                    <a:pt x="2365109" y="0"/>
                  </a:lnTo>
                  <a:lnTo>
                    <a:pt x="2363208" y="0"/>
                  </a:lnTo>
                  <a:lnTo>
                    <a:pt x="2361307" y="0"/>
                  </a:lnTo>
                  <a:lnTo>
                    <a:pt x="2359406" y="0"/>
                  </a:lnTo>
                  <a:lnTo>
                    <a:pt x="2357505" y="0"/>
                  </a:lnTo>
                  <a:lnTo>
                    <a:pt x="2355603" y="0"/>
                  </a:lnTo>
                  <a:lnTo>
                    <a:pt x="2353702" y="0"/>
                  </a:lnTo>
                  <a:lnTo>
                    <a:pt x="2351801" y="0"/>
                  </a:lnTo>
                  <a:lnTo>
                    <a:pt x="2349900" y="0"/>
                  </a:lnTo>
                  <a:lnTo>
                    <a:pt x="2347999" y="0"/>
                  </a:lnTo>
                  <a:lnTo>
                    <a:pt x="2346097" y="0"/>
                  </a:lnTo>
                  <a:lnTo>
                    <a:pt x="2344196" y="0"/>
                  </a:lnTo>
                  <a:lnTo>
                    <a:pt x="2342295" y="0"/>
                  </a:lnTo>
                  <a:lnTo>
                    <a:pt x="2340394" y="0"/>
                  </a:lnTo>
                  <a:lnTo>
                    <a:pt x="2338492" y="0"/>
                  </a:lnTo>
                  <a:lnTo>
                    <a:pt x="2336591" y="0"/>
                  </a:lnTo>
                  <a:lnTo>
                    <a:pt x="2334690" y="0"/>
                  </a:lnTo>
                  <a:lnTo>
                    <a:pt x="2332789" y="0"/>
                  </a:lnTo>
                  <a:lnTo>
                    <a:pt x="2330888" y="0"/>
                  </a:lnTo>
                  <a:lnTo>
                    <a:pt x="2328986" y="0"/>
                  </a:lnTo>
                  <a:lnTo>
                    <a:pt x="2327085" y="0"/>
                  </a:lnTo>
                  <a:lnTo>
                    <a:pt x="2325184" y="0"/>
                  </a:lnTo>
                  <a:lnTo>
                    <a:pt x="2323283" y="0"/>
                  </a:lnTo>
                  <a:lnTo>
                    <a:pt x="2321382" y="0"/>
                  </a:lnTo>
                  <a:lnTo>
                    <a:pt x="2319480" y="0"/>
                  </a:lnTo>
                  <a:lnTo>
                    <a:pt x="2317579" y="0"/>
                  </a:lnTo>
                  <a:lnTo>
                    <a:pt x="2315678" y="0"/>
                  </a:lnTo>
                  <a:lnTo>
                    <a:pt x="2313777" y="0"/>
                  </a:lnTo>
                  <a:lnTo>
                    <a:pt x="2311876" y="0"/>
                  </a:lnTo>
                  <a:lnTo>
                    <a:pt x="2309974" y="0"/>
                  </a:lnTo>
                  <a:lnTo>
                    <a:pt x="2308073" y="0"/>
                  </a:lnTo>
                  <a:lnTo>
                    <a:pt x="2306172" y="0"/>
                  </a:lnTo>
                  <a:lnTo>
                    <a:pt x="2304271" y="0"/>
                  </a:lnTo>
                  <a:lnTo>
                    <a:pt x="2302369" y="0"/>
                  </a:lnTo>
                  <a:lnTo>
                    <a:pt x="2300468" y="0"/>
                  </a:lnTo>
                  <a:lnTo>
                    <a:pt x="2298567" y="0"/>
                  </a:lnTo>
                  <a:lnTo>
                    <a:pt x="2296666" y="0"/>
                  </a:lnTo>
                  <a:lnTo>
                    <a:pt x="2294765" y="0"/>
                  </a:lnTo>
                  <a:lnTo>
                    <a:pt x="2292863" y="0"/>
                  </a:lnTo>
                  <a:lnTo>
                    <a:pt x="2290962" y="0"/>
                  </a:lnTo>
                  <a:lnTo>
                    <a:pt x="2289061" y="0"/>
                  </a:lnTo>
                  <a:lnTo>
                    <a:pt x="2287160" y="0"/>
                  </a:lnTo>
                  <a:lnTo>
                    <a:pt x="2285259" y="0"/>
                  </a:lnTo>
                  <a:lnTo>
                    <a:pt x="2283357" y="0"/>
                  </a:lnTo>
                  <a:lnTo>
                    <a:pt x="2281456" y="0"/>
                  </a:lnTo>
                  <a:lnTo>
                    <a:pt x="2279555" y="0"/>
                  </a:lnTo>
                  <a:lnTo>
                    <a:pt x="2277654" y="0"/>
                  </a:lnTo>
                  <a:lnTo>
                    <a:pt x="2275752" y="0"/>
                  </a:lnTo>
                  <a:lnTo>
                    <a:pt x="2273851" y="0"/>
                  </a:lnTo>
                  <a:lnTo>
                    <a:pt x="2271950" y="0"/>
                  </a:lnTo>
                  <a:lnTo>
                    <a:pt x="2270049" y="0"/>
                  </a:lnTo>
                  <a:lnTo>
                    <a:pt x="2268148" y="0"/>
                  </a:lnTo>
                  <a:lnTo>
                    <a:pt x="2266246" y="0"/>
                  </a:lnTo>
                  <a:lnTo>
                    <a:pt x="2264345" y="0"/>
                  </a:lnTo>
                  <a:lnTo>
                    <a:pt x="2262444" y="0"/>
                  </a:lnTo>
                  <a:lnTo>
                    <a:pt x="2260543" y="0"/>
                  </a:lnTo>
                  <a:lnTo>
                    <a:pt x="2258642" y="0"/>
                  </a:lnTo>
                  <a:lnTo>
                    <a:pt x="2256740" y="0"/>
                  </a:lnTo>
                  <a:lnTo>
                    <a:pt x="2254839" y="0"/>
                  </a:lnTo>
                  <a:lnTo>
                    <a:pt x="2252938" y="0"/>
                  </a:lnTo>
                  <a:lnTo>
                    <a:pt x="2251037" y="0"/>
                  </a:lnTo>
                  <a:lnTo>
                    <a:pt x="2249135" y="0"/>
                  </a:lnTo>
                  <a:lnTo>
                    <a:pt x="2247234" y="0"/>
                  </a:lnTo>
                  <a:lnTo>
                    <a:pt x="2245333" y="0"/>
                  </a:lnTo>
                  <a:lnTo>
                    <a:pt x="2243432" y="0"/>
                  </a:lnTo>
                  <a:lnTo>
                    <a:pt x="2241531" y="0"/>
                  </a:lnTo>
                  <a:lnTo>
                    <a:pt x="2239629" y="0"/>
                  </a:lnTo>
                  <a:lnTo>
                    <a:pt x="2237728" y="0"/>
                  </a:lnTo>
                  <a:lnTo>
                    <a:pt x="2235827" y="0"/>
                  </a:lnTo>
                  <a:lnTo>
                    <a:pt x="2233926" y="0"/>
                  </a:lnTo>
                  <a:lnTo>
                    <a:pt x="2232025" y="0"/>
                  </a:lnTo>
                  <a:lnTo>
                    <a:pt x="2230123" y="0"/>
                  </a:lnTo>
                  <a:lnTo>
                    <a:pt x="2228222" y="0"/>
                  </a:lnTo>
                  <a:lnTo>
                    <a:pt x="2226321" y="0"/>
                  </a:lnTo>
                  <a:lnTo>
                    <a:pt x="2224420" y="0"/>
                  </a:lnTo>
                  <a:lnTo>
                    <a:pt x="2222518" y="0"/>
                  </a:lnTo>
                  <a:lnTo>
                    <a:pt x="2220617" y="0"/>
                  </a:lnTo>
                  <a:lnTo>
                    <a:pt x="2218716" y="0"/>
                  </a:lnTo>
                  <a:lnTo>
                    <a:pt x="2216815" y="0"/>
                  </a:lnTo>
                  <a:lnTo>
                    <a:pt x="2214914" y="0"/>
                  </a:lnTo>
                  <a:lnTo>
                    <a:pt x="2213012" y="0"/>
                  </a:lnTo>
                  <a:lnTo>
                    <a:pt x="2211111" y="0"/>
                  </a:lnTo>
                  <a:lnTo>
                    <a:pt x="2209210" y="0"/>
                  </a:lnTo>
                  <a:lnTo>
                    <a:pt x="2207309" y="0"/>
                  </a:lnTo>
                  <a:lnTo>
                    <a:pt x="2205408" y="0"/>
                  </a:lnTo>
                  <a:lnTo>
                    <a:pt x="2203506" y="0"/>
                  </a:lnTo>
                  <a:lnTo>
                    <a:pt x="2201605" y="0"/>
                  </a:lnTo>
                  <a:lnTo>
                    <a:pt x="2199704" y="0"/>
                  </a:lnTo>
                  <a:lnTo>
                    <a:pt x="2197803" y="0"/>
                  </a:lnTo>
                  <a:lnTo>
                    <a:pt x="2195901" y="0"/>
                  </a:lnTo>
                  <a:lnTo>
                    <a:pt x="2194000" y="0"/>
                  </a:lnTo>
                  <a:lnTo>
                    <a:pt x="2192099" y="0"/>
                  </a:lnTo>
                  <a:lnTo>
                    <a:pt x="2190198" y="0"/>
                  </a:lnTo>
                  <a:lnTo>
                    <a:pt x="2188297" y="0"/>
                  </a:lnTo>
                  <a:lnTo>
                    <a:pt x="2186395" y="0"/>
                  </a:lnTo>
                  <a:lnTo>
                    <a:pt x="2184494" y="0"/>
                  </a:lnTo>
                  <a:lnTo>
                    <a:pt x="2182593" y="0"/>
                  </a:lnTo>
                  <a:lnTo>
                    <a:pt x="2180692" y="0"/>
                  </a:lnTo>
                  <a:lnTo>
                    <a:pt x="2178791" y="0"/>
                  </a:lnTo>
                  <a:lnTo>
                    <a:pt x="2176889" y="0"/>
                  </a:lnTo>
                  <a:lnTo>
                    <a:pt x="2174988" y="0"/>
                  </a:lnTo>
                  <a:lnTo>
                    <a:pt x="2173087" y="0"/>
                  </a:lnTo>
                  <a:lnTo>
                    <a:pt x="2171186" y="0"/>
                  </a:lnTo>
                  <a:lnTo>
                    <a:pt x="2169284" y="0"/>
                  </a:lnTo>
                  <a:lnTo>
                    <a:pt x="2167383" y="0"/>
                  </a:lnTo>
                  <a:lnTo>
                    <a:pt x="2165482" y="0"/>
                  </a:lnTo>
                  <a:lnTo>
                    <a:pt x="2163581" y="0"/>
                  </a:lnTo>
                  <a:lnTo>
                    <a:pt x="2161680" y="0"/>
                  </a:lnTo>
                  <a:lnTo>
                    <a:pt x="2159778" y="0"/>
                  </a:lnTo>
                  <a:lnTo>
                    <a:pt x="2157877" y="0"/>
                  </a:lnTo>
                  <a:lnTo>
                    <a:pt x="2155976" y="0"/>
                  </a:lnTo>
                  <a:lnTo>
                    <a:pt x="2154075" y="0"/>
                  </a:lnTo>
                  <a:lnTo>
                    <a:pt x="2152174" y="0"/>
                  </a:lnTo>
                  <a:lnTo>
                    <a:pt x="2150272" y="0"/>
                  </a:lnTo>
                  <a:lnTo>
                    <a:pt x="2148371" y="0"/>
                  </a:lnTo>
                  <a:lnTo>
                    <a:pt x="2146470" y="0"/>
                  </a:lnTo>
                  <a:lnTo>
                    <a:pt x="2144569" y="0"/>
                  </a:lnTo>
                  <a:lnTo>
                    <a:pt x="2142667" y="0"/>
                  </a:lnTo>
                  <a:lnTo>
                    <a:pt x="2140766" y="0"/>
                  </a:lnTo>
                  <a:lnTo>
                    <a:pt x="2138865" y="0"/>
                  </a:lnTo>
                  <a:lnTo>
                    <a:pt x="2136964" y="0"/>
                  </a:lnTo>
                  <a:lnTo>
                    <a:pt x="2135063" y="0"/>
                  </a:lnTo>
                  <a:lnTo>
                    <a:pt x="2133161" y="0"/>
                  </a:lnTo>
                  <a:lnTo>
                    <a:pt x="2131260" y="0"/>
                  </a:lnTo>
                  <a:lnTo>
                    <a:pt x="2129359" y="0"/>
                  </a:lnTo>
                  <a:lnTo>
                    <a:pt x="2127458" y="0"/>
                  </a:lnTo>
                  <a:lnTo>
                    <a:pt x="2125557" y="0"/>
                  </a:lnTo>
                  <a:lnTo>
                    <a:pt x="2123655" y="0"/>
                  </a:lnTo>
                  <a:lnTo>
                    <a:pt x="2121754" y="0"/>
                  </a:lnTo>
                  <a:lnTo>
                    <a:pt x="2119853" y="0"/>
                  </a:lnTo>
                  <a:lnTo>
                    <a:pt x="2117952" y="0"/>
                  </a:lnTo>
                  <a:lnTo>
                    <a:pt x="2116050" y="0"/>
                  </a:lnTo>
                  <a:lnTo>
                    <a:pt x="2114149" y="0"/>
                  </a:lnTo>
                  <a:lnTo>
                    <a:pt x="2112248" y="0"/>
                  </a:lnTo>
                  <a:lnTo>
                    <a:pt x="2110347" y="0"/>
                  </a:lnTo>
                  <a:lnTo>
                    <a:pt x="2108446" y="0"/>
                  </a:lnTo>
                  <a:lnTo>
                    <a:pt x="2106544" y="0"/>
                  </a:lnTo>
                  <a:lnTo>
                    <a:pt x="2104643" y="0"/>
                  </a:lnTo>
                  <a:lnTo>
                    <a:pt x="2102742" y="0"/>
                  </a:lnTo>
                  <a:lnTo>
                    <a:pt x="2100841" y="0"/>
                  </a:lnTo>
                  <a:lnTo>
                    <a:pt x="2098940" y="0"/>
                  </a:lnTo>
                  <a:lnTo>
                    <a:pt x="2097038" y="0"/>
                  </a:lnTo>
                  <a:lnTo>
                    <a:pt x="2095137" y="0"/>
                  </a:lnTo>
                  <a:lnTo>
                    <a:pt x="2093236" y="0"/>
                  </a:lnTo>
                  <a:lnTo>
                    <a:pt x="2091335" y="0"/>
                  </a:lnTo>
                  <a:lnTo>
                    <a:pt x="2089433" y="0"/>
                  </a:lnTo>
                  <a:lnTo>
                    <a:pt x="2087532" y="0"/>
                  </a:lnTo>
                  <a:lnTo>
                    <a:pt x="2085631" y="0"/>
                  </a:lnTo>
                  <a:lnTo>
                    <a:pt x="2083730" y="0"/>
                  </a:lnTo>
                  <a:lnTo>
                    <a:pt x="2081829" y="0"/>
                  </a:lnTo>
                  <a:lnTo>
                    <a:pt x="2079927" y="0"/>
                  </a:lnTo>
                  <a:lnTo>
                    <a:pt x="2078026" y="0"/>
                  </a:lnTo>
                  <a:lnTo>
                    <a:pt x="2076125" y="0"/>
                  </a:lnTo>
                  <a:lnTo>
                    <a:pt x="2074224" y="0"/>
                  </a:lnTo>
                  <a:lnTo>
                    <a:pt x="2072323" y="0"/>
                  </a:lnTo>
                  <a:lnTo>
                    <a:pt x="2070421" y="0"/>
                  </a:lnTo>
                  <a:lnTo>
                    <a:pt x="2068520" y="0"/>
                  </a:lnTo>
                  <a:lnTo>
                    <a:pt x="2066619" y="0"/>
                  </a:lnTo>
                  <a:lnTo>
                    <a:pt x="2064718" y="0"/>
                  </a:lnTo>
                  <a:lnTo>
                    <a:pt x="2062816" y="0"/>
                  </a:lnTo>
                  <a:lnTo>
                    <a:pt x="2060915" y="0"/>
                  </a:lnTo>
                  <a:lnTo>
                    <a:pt x="2059014" y="0"/>
                  </a:lnTo>
                  <a:lnTo>
                    <a:pt x="2057113" y="0"/>
                  </a:lnTo>
                  <a:lnTo>
                    <a:pt x="2055212" y="0"/>
                  </a:lnTo>
                  <a:lnTo>
                    <a:pt x="2053310" y="0"/>
                  </a:lnTo>
                  <a:lnTo>
                    <a:pt x="2051409" y="0"/>
                  </a:lnTo>
                  <a:lnTo>
                    <a:pt x="2049508" y="0"/>
                  </a:lnTo>
                  <a:lnTo>
                    <a:pt x="2047607" y="0"/>
                  </a:lnTo>
                  <a:lnTo>
                    <a:pt x="2045706" y="0"/>
                  </a:lnTo>
                  <a:lnTo>
                    <a:pt x="2043804" y="0"/>
                  </a:lnTo>
                  <a:lnTo>
                    <a:pt x="2041903" y="0"/>
                  </a:lnTo>
                  <a:lnTo>
                    <a:pt x="2040002" y="0"/>
                  </a:lnTo>
                  <a:lnTo>
                    <a:pt x="2038101" y="0"/>
                  </a:lnTo>
                  <a:lnTo>
                    <a:pt x="2036199" y="0"/>
                  </a:lnTo>
                  <a:lnTo>
                    <a:pt x="2034298" y="0"/>
                  </a:lnTo>
                  <a:lnTo>
                    <a:pt x="2032397" y="0"/>
                  </a:lnTo>
                  <a:lnTo>
                    <a:pt x="2030496" y="0"/>
                  </a:lnTo>
                  <a:lnTo>
                    <a:pt x="2028595" y="0"/>
                  </a:lnTo>
                  <a:lnTo>
                    <a:pt x="2026693" y="0"/>
                  </a:lnTo>
                  <a:lnTo>
                    <a:pt x="2024792" y="0"/>
                  </a:lnTo>
                  <a:lnTo>
                    <a:pt x="2022891" y="0"/>
                  </a:lnTo>
                  <a:lnTo>
                    <a:pt x="2020990" y="0"/>
                  </a:lnTo>
                  <a:lnTo>
                    <a:pt x="2019089" y="0"/>
                  </a:lnTo>
                  <a:lnTo>
                    <a:pt x="2017187" y="0"/>
                  </a:lnTo>
                  <a:lnTo>
                    <a:pt x="2015286" y="0"/>
                  </a:lnTo>
                  <a:lnTo>
                    <a:pt x="2013385" y="0"/>
                  </a:lnTo>
                  <a:lnTo>
                    <a:pt x="2011484" y="0"/>
                  </a:lnTo>
                  <a:lnTo>
                    <a:pt x="2009583" y="0"/>
                  </a:lnTo>
                  <a:lnTo>
                    <a:pt x="2007681" y="0"/>
                  </a:lnTo>
                  <a:lnTo>
                    <a:pt x="2005780" y="0"/>
                  </a:lnTo>
                  <a:lnTo>
                    <a:pt x="2003879" y="0"/>
                  </a:lnTo>
                  <a:lnTo>
                    <a:pt x="2001978" y="0"/>
                  </a:lnTo>
                  <a:lnTo>
                    <a:pt x="2000076" y="0"/>
                  </a:lnTo>
                  <a:lnTo>
                    <a:pt x="1998175" y="0"/>
                  </a:lnTo>
                  <a:lnTo>
                    <a:pt x="1996274" y="0"/>
                  </a:lnTo>
                  <a:lnTo>
                    <a:pt x="1994373" y="0"/>
                  </a:lnTo>
                  <a:lnTo>
                    <a:pt x="1992472" y="0"/>
                  </a:lnTo>
                  <a:lnTo>
                    <a:pt x="1990570" y="0"/>
                  </a:lnTo>
                  <a:lnTo>
                    <a:pt x="1988669" y="0"/>
                  </a:lnTo>
                  <a:lnTo>
                    <a:pt x="1986768" y="0"/>
                  </a:lnTo>
                  <a:lnTo>
                    <a:pt x="1984867" y="0"/>
                  </a:lnTo>
                  <a:lnTo>
                    <a:pt x="1982966" y="0"/>
                  </a:lnTo>
                  <a:lnTo>
                    <a:pt x="1981064" y="0"/>
                  </a:lnTo>
                  <a:lnTo>
                    <a:pt x="1979163" y="0"/>
                  </a:lnTo>
                  <a:lnTo>
                    <a:pt x="1977262" y="0"/>
                  </a:lnTo>
                  <a:lnTo>
                    <a:pt x="1975361" y="0"/>
                  </a:lnTo>
                  <a:lnTo>
                    <a:pt x="1973459" y="0"/>
                  </a:lnTo>
                  <a:lnTo>
                    <a:pt x="1971558" y="0"/>
                  </a:lnTo>
                  <a:lnTo>
                    <a:pt x="1969657" y="0"/>
                  </a:lnTo>
                  <a:lnTo>
                    <a:pt x="1967756" y="0"/>
                  </a:lnTo>
                  <a:lnTo>
                    <a:pt x="1965855" y="0"/>
                  </a:lnTo>
                  <a:lnTo>
                    <a:pt x="1963953" y="0"/>
                  </a:lnTo>
                  <a:lnTo>
                    <a:pt x="1962052" y="0"/>
                  </a:lnTo>
                  <a:lnTo>
                    <a:pt x="1960151" y="0"/>
                  </a:lnTo>
                  <a:lnTo>
                    <a:pt x="1958250" y="0"/>
                  </a:lnTo>
                  <a:lnTo>
                    <a:pt x="1956349" y="0"/>
                  </a:lnTo>
                  <a:lnTo>
                    <a:pt x="1954447" y="0"/>
                  </a:lnTo>
                  <a:lnTo>
                    <a:pt x="1952546" y="0"/>
                  </a:lnTo>
                  <a:lnTo>
                    <a:pt x="1950645" y="0"/>
                  </a:lnTo>
                  <a:lnTo>
                    <a:pt x="1948744" y="0"/>
                  </a:lnTo>
                  <a:lnTo>
                    <a:pt x="1946842" y="0"/>
                  </a:lnTo>
                  <a:lnTo>
                    <a:pt x="1944941" y="0"/>
                  </a:lnTo>
                  <a:lnTo>
                    <a:pt x="1943040" y="0"/>
                  </a:lnTo>
                  <a:lnTo>
                    <a:pt x="1941139" y="0"/>
                  </a:lnTo>
                  <a:lnTo>
                    <a:pt x="1939238" y="0"/>
                  </a:lnTo>
                  <a:lnTo>
                    <a:pt x="1937336" y="0"/>
                  </a:lnTo>
                  <a:lnTo>
                    <a:pt x="1935435" y="0"/>
                  </a:lnTo>
                  <a:lnTo>
                    <a:pt x="1933534" y="0"/>
                  </a:lnTo>
                  <a:lnTo>
                    <a:pt x="1931633" y="0"/>
                  </a:lnTo>
                  <a:lnTo>
                    <a:pt x="1929732" y="0"/>
                  </a:lnTo>
                  <a:lnTo>
                    <a:pt x="1927830" y="0"/>
                  </a:lnTo>
                  <a:lnTo>
                    <a:pt x="1925929" y="0"/>
                  </a:lnTo>
                  <a:lnTo>
                    <a:pt x="1924028" y="0"/>
                  </a:lnTo>
                  <a:lnTo>
                    <a:pt x="1922127" y="0"/>
                  </a:lnTo>
                  <a:lnTo>
                    <a:pt x="1920225" y="0"/>
                  </a:lnTo>
                  <a:lnTo>
                    <a:pt x="1918324" y="0"/>
                  </a:lnTo>
                  <a:lnTo>
                    <a:pt x="1916423" y="0"/>
                  </a:lnTo>
                  <a:lnTo>
                    <a:pt x="1914522" y="0"/>
                  </a:lnTo>
                  <a:lnTo>
                    <a:pt x="1912621" y="0"/>
                  </a:lnTo>
                  <a:lnTo>
                    <a:pt x="1910719" y="0"/>
                  </a:lnTo>
                  <a:lnTo>
                    <a:pt x="1908818" y="0"/>
                  </a:lnTo>
                  <a:lnTo>
                    <a:pt x="1906917" y="0"/>
                  </a:lnTo>
                  <a:lnTo>
                    <a:pt x="1905016" y="0"/>
                  </a:lnTo>
                  <a:lnTo>
                    <a:pt x="1903115" y="0"/>
                  </a:lnTo>
                  <a:lnTo>
                    <a:pt x="1901213" y="0"/>
                  </a:lnTo>
                  <a:lnTo>
                    <a:pt x="1899312" y="0"/>
                  </a:lnTo>
                  <a:lnTo>
                    <a:pt x="1897411" y="0"/>
                  </a:lnTo>
                  <a:lnTo>
                    <a:pt x="1895510" y="0"/>
                  </a:lnTo>
                  <a:lnTo>
                    <a:pt x="1893608" y="0"/>
                  </a:lnTo>
                  <a:lnTo>
                    <a:pt x="1891707" y="0"/>
                  </a:lnTo>
                  <a:lnTo>
                    <a:pt x="1889806" y="0"/>
                  </a:lnTo>
                  <a:lnTo>
                    <a:pt x="1887905" y="0"/>
                  </a:lnTo>
                  <a:lnTo>
                    <a:pt x="1886004" y="0"/>
                  </a:lnTo>
                  <a:lnTo>
                    <a:pt x="1884102" y="0"/>
                  </a:lnTo>
                  <a:lnTo>
                    <a:pt x="1882201" y="0"/>
                  </a:lnTo>
                  <a:lnTo>
                    <a:pt x="1880300" y="0"/>
                  </a:lnTo>
                  <a:lnTo>
                    <a:pt x="1878399" y="0"/>
                  </a:lnTo>
                  <a:lnTo>
                    <a:pt x="1876498" y="0"/>
                  </a:lnTo>
                  <a:lnTo>
                    <a:pt x="1874596" y="0"/>
                  </a:lnTo>
                  <a:lnTo>
                    <a:pt x="1872695" y="0"/>
                  </a:lnTo>
                  <a:lnTo>
                    <a:pt x="1870794" y="0"/>
                  </a:lnTo>
                  <a:lnTo>
                    <a:pt x="1868893" y="0"/>
                  </a:lnTo>
                  <a:lnTo>
                    <a:pt x="1866991" y="0"/>
                  </a:lnTo>
                  <a:lnTo>
                    <a:pt x="1865090" y="0"/>
                  </a:lnTo>
                  <a:lnTo>
                    <a:pt x="1863189" y="0"/>
                  </a:lnTo>
                  <a:lnTo>
                    <a:pt x="1861288" y="0"/>
                  </a:lnTo>
                  <a:lnTo>
                    <a:pt x="1859387" y="0"/>
                  </a:lnTo>
                  <a:lnTo>
                    <a:pt x="1857485" y="0"/>
                  </a:lnTo>
                  <a:lnTo>
                    <a:pt x="1855584" y="0"/>
                  </a:lnTo>
                  <a:lnTo>
                    <a:pt x="1853683" y="0"/>
                  </a:lnTo>
                  <a:lnTo>
                    <a:pt x="1851782" y="0"/>
                  </a:lnTo>
                  <a:lnTo>
                    <a:pt x="1849881" y="0"/>
                  </a:lnTo>
                  <a:lnTo>
                    <a:pt x="1847979" y="0"/>
                  </a:lnTo>
                  <a:lnTo>
                    <a:pt x="1846078" y="0"/>
                  </a:lnTo>
                  <a:lnTo>
                    <a:pt x="1844177" y="0"/>
                  </a:lnTo>
                  <a:lnTo>
                    <a:pt x="1842276" y="0"/>
                  </a:lnTo>
                  <a:lnTo>
                    <a:pt x="1840374" y="0"/>
                  </a:lnTo>
                  <a:lnTo>
                    <a:pt x="1838473" y="0"/>
                  </a:lnTo>
                  <a:lnTo>
                    <a:pt x="1836572" y="0"/>
                  </a:lnTo>
                  <a:lnTo>
                    <a:pt x="1834671" y="0"/>
                  </a:lnTo>
                  <a:lnTo>
                    <a:pt x="1832770" y="0"/>
                  </a:lnTo>
                  <a:lnTo>
                    <a:pt x="1830868" y="0"/>
                  </a:lnTo>
                  <a:lnTo>
                    <a:pt x="1828967" y="0"/>
                  </a:lnTo>
                  <a:lnTo>
                    <a:pt x="1827066" y="0"/>
                  </a:lnTo>
                  <a:lnTo>
                    <a:pt x="1825165" y="0"/>
                  </a:lnTo>
                  <a:lnTo>
                    <a:pt x="1823264" y="0"/>
                  </a:lnTo>
                  <a:lnTo>
                    <a:pt x="1821362" y="0"/>
                  </a:lnTo>
                  <a:lnTo>
                    <a:pt x="1819461" y="0"/>
                  </a:lnTo>
                  <a:lnTo>
                    <a:pt x="1817560" y="0"/>
                  </a:lnTo>
                  <a:lnTo>
                    <a:pt x="1815659" y="0"/>
                  </a:lnTo>
                  <a:lnTo>
                    <a:pt x="1813757" y="0"/>
                  </a:lnTo>
                  <a:lnTo>
                    <a:pt x="1811856" y="0"/>
                  </a:lnTo>
                  <a:lnTo>
                    <a:pt x="1809955" y="0"/>
                  </a:lnTo>
                  <a:lnTo>
                    <a:pt x="1808054" y="0"/>
                  </a:lnTo>
                  <a:lnTo>
                    <a:pt x="1806153" y="0"/>
                  </a:lnTo>
                  <a:lnTo>
                    <a:pt x="1804251" y="0"/>
                  </a:lnTo>
                  <a:lnTo>
                    <a:pt x="1802350" y="0"/>
                  </a:lnTo>
                  <a:lnTo>
                    <a:pt x="1800449" y="0"/>
                  </a:lnTo>
                  <a:lnTo>
                    <a:pt x="1798548" y="0"/>
                  </a:lnTo>
                  <a:lnTo>
                    <a:pt x="1796647" y="0"/>
                  </a:lnTo>
                  <a:lnTo>
                    <a:pt x="1794745" y="0"/>
                  </a:lnTo>
                  <a:lnTo>
                    <a:pt x="1792844" y="0"/>
                  </a:lnTo>
                  <a:lnTo>
                    <a:pt x="1790943" y="0"/>
                  </a:lnTo>
                  <a:lnTo>
                    <a:pt x="1789042" y="0"/>
                  </a:lnTo>
                  <a:lnTo>
                    <a:pt x="1787140" y="0"/>
                  </a:lnTo>
                  <a:lnTo>
                    <a:pt x="1785239" y="0"/>
                  </a:lnTo>
                  <a:lnTo>
                    <a:pt x="1783338" y="0"/>
                  </a:lnTo>
                  <a:lnTo>
                    <a:pt x="1781437" y="0"/>
                  </a:lnTo>
                  <a:lnTo>
                    <a:pt x="1779536" y="0"/>
                  </a:lnTo>
                  <a:lnTo>
                    <a:pt x="1777634" y="0"/>
                  </a:lnTo>
                  <a:lnTo>
                    <a:pt x="1775733" y="0"/>
                  </a:lnTo>
                  <a:lnTo>
                    <a:pt x="1773832" y="0"/>
                  </a:lnTo>
                  <a:lnTo>
                    <a:pt x="1771931" y="0"/>
                  </a:lnTo>
                  <a:lnTo>
                    <a:pt x="1770030" y="0"/>
                  </a:lnTo>
                  <a:lnTo>
                    <a:pt x="1768128" y="0"/>
                  </a:lnTo>
                  <a:lnTo>
                    <a:pt x="1766227" y="0"/>
                  </a:lnTo>
                  <a:lnTo>
                    <a:pt x="1764326" y="0"/>
                  </a:lnTo>
                  <a:lnTo>
                    <a:pt x="1762425" y="0"/>
                  </a:lnTo>
                  <a:lnTo>
                    <a:pt x="1760523" y="0"/>
                  </a:lnTo>
                  <a:lnTo>
                    <a:pt x="1758622" y="0"/>
                  </a:lnTo>
                  <a:lnTo>
                    <a:pt x="1756721" y="0"/>
                  </a:lnTo>
                  <a:lnTo>
                    <a:pt x="1754820" y="0"/>
                  </a:lnTo>
                  <a:lnTo>
                    <a:pt x="1752919" y="0"/>
                  </a:lnTo>
                  <a:lnTo>
                    <a:pt x="1751017" y="0"/>
                  </a:lnTo>
                  <a:lnTo>
                    <a:pt x="1749116" y="0"/>
                  </a:lnTo>
                  <a:lnTo>
                    <a:pt x="1747215" y="0"/>
                  </a:lnTo>
                  <a:lnTo>
                    <a:pt x="1745314" y="0"/>
                  </a:lnTo>
                  <a:lnTo>
                    <a:pt x="1743413" y="0"/>
                  </a:lnTo>
                  <a:lnTo>
                    <a:pt x="1741511" y="0"/>
                  </a:lnTo>
                  <a:lnTo>
                    <a:pt x="1739610" y="0"/>
                  </a:lnTo>
                  <a:lnTo>
                    <a:pt x="1737709" y="0"/>
                  </a:lnTo>
                  <a:lnTo>
                    <a:pt x="1735808" y="0"/>
                  </a:lnTo>
                  <a:lnTo>
                    <a:pt x="1733907" y="0"/>
                  </a:lnTo>
                  <a:lnTo>
                    <a:pt x="1732005" y="0"/>
                  </a:lnTo>
                  <a:lnTo>
                    <a:pt x="1730104" y="0"/>
                  </a:lnTo>
                  <a:lnTo>
                    <a:pt x="1728203" y="0"/>
                  </a:lnTo>
                  <a:lnTo>
                    <a:pt x="1726302" y="0"/>
                  </a:lnTo>
                  <a:lnTo>
                    <a:pt x="1724400" y="0"/>
                  </a:lnTo>
                  <a:lnTo>
                    <a:pt x="1722499" y="0"/>
                  </a:lnTo>
                  <a:lnTo>
                    <a:pt x="1720598" y="0"/>
                  </a:lnTo>
                  <a:lnTo>
                    <a:pt x="1718697" y="0"/>
                  </a:lnTo>
                  <a:lnTo>
                    <a:pt x="1716796" y="0"/>
                  </a:lnTo>
                  <a:lnTo>
                    <a:pt x="1714894" y="0"/>
                  </a:lnTo>
                  <a:lnTo>
                    <a:pt x="1712993" y="0"/>
                  </a:lnTo>
                  <a:lnTo>
                    <a:pt x="1711092" y="0"/>
                  </a:lnTo>
                  <a:lnTo>
                    <a:pt x="1709191" y="0"/>
                  </a:lnTo>
                  <a:lnTo>
                    <a:pt x="1707290" y="0"/>
                  </a:lnTo>
                  <a:lnTo>
                    <a:pt x="1705388" y="0"/>
                  </a:lnTo>
                  <a:lnTo>
                    <a:pt x="1703487" y="0"/>
                  </a:lnTo>
                  <a:lnTo>
                    <a:pt x="1701586" y="0"/>
                  </a:lnTo>
                  <a:lnTo>
                    <a:pt x="1699685" y="0"/>
                  </a:lnTo>
                  <a:lnTo>
                    <a:pt x="1697783" y="0"/>
                  </a:lnTo>
                  <a:lnTo>
                    <a:pt x="1695882" y="0"/>
                  </a:lnTo>
                  <a:lnTo>
                    <a:pt x="1693981" y="0"/>
                  </a:lnTo>
                  <a:lnTo>
                    <a:pt x="1692080" y="0"/>
                  </a:lnTo>
                  <a:lnTo>
                    <a:pt x="1690179" y="0"/>
                  </a:lnTo>
                  <a:lnTo>
                    <a:pt x="1688277" y="0"/>
                  </a:lnTo>
                  <a:lnTo>
                    <a:pt x="1686376" y="0"/>
                  </a:lnTo>
                  <a:lnTo>
                    <a:pt x="1684475" y="0"/>
                  </a:lnTo>
                  <a:lnTo>
                    <a:pt x="1682574" y="0"/>
                  </a:lnTo>
                  <a:lnTo>
                    <a:pt x="1680673" y="0"/>
                  </a:lnTo>
                  <a:lnTo>
                    <a:pt x="1678771" y="0"/>
                  </a:lnTo>
                  <a:lnTo>
                    <a:pt x="1676870" y="0"/>
                  </a:lnTo>
                  <a:lnTo>
                    <a:pt x="1674969" y="0"/>
                  </a:lnTo>
                  <a:lnTo>
                    <a:pt x="1673068" y="0"/>
                  </a:lnTo>
                  <a:lnTo>
                    <a:pt x="1671166" y="0"/>
                  </a:lnTo>
                  <a:lnTo>
                    <a:pt x="1669265" y="0"/>
                  </a:lnTo>
                  <a:lnTo>
                    <a:pt x="1667364" y="0"/>
                  </a:lnTo>
                  <a:lnTo>
                    <a:pt x="1665463" y="0"/>
                  </a:lnTo>
                  <a:lnTo>
                    <a:pt x="1663562" y="0"/>
                  </a:lnTo>
                  <a:lnTo>
                    <a:pt x="1661660" y="0"/>
                  </a:lnTo>
                  <a:lnTo>
                    <a:pt x="1659759" y="0"/>
                  </a:lnTo>
                  <a:lnTo>
                    <a:pt x="1657858" y="0"/>
                  </a:lnTo>
                  <a:lnTo>
                    <a:pt x="1655957" y="0"/>
                  </a:lnTo>
                  <a:lnTo>
                    <a:pt x="1654056" y="0"/>
                  </a:lnTo>
                  <a:lnTo>
                    <a:pt x="1652154" y="0"/>
                  </a:lnTo>
                  <a:lnTo>
                    <a:pt x="1650253" y="0"/>
                  </a:lnTo>
                  <a:lnTo>
                    <a:pt x="1648352" y="0"/>
                  </a:lnTo>
                  <a:lnTo>
                    <a:pt x="1646451" y="0"/>
                  </a:lnTo>
                  <a:lnTo>
                    <a:pt x="1644549" y="0"/>
                  </a:lnTo>
                  <a:lnTo>
                    <a:pt x="1642648" y="0"/>
                  </a:lnTo>
                  <a:lnTo>
                    <a:pt x="1640747" y="0"/>
                  </a:lnTo>
                  <a:lnTo>
                    <a:pt x="1638846" y="0"/>
                  </a:lnTo>
                  <a:lnTo>
                    <a:pt x="1636945" y="0"/>
                  </a:lnTo>
                  <a:lnTo>
                    <a:pt x="1635043" y="0"/>
                  </a:lnTo>
                  <a:lnTo>
                    <a:pt x="1633142" y="0"/>
                  </a:lnTo>
                  <a:lnTo>
                    <a:pt x="1631241" y="0"/>
                  </a:lnTo>
                  <a:lnTo>
                    <a:pt x="1629340" y="0"/>
                  </a:lnTo>
                  <a:lnTo>
                    <a:pt x="1627439" y="0"/>
                  </a:lnTo>
                  <a:lnTo>
                    <a:pt x="1625537" y="0"/>
                  </a:lnTo>
                  <a:lnTo>
                    <a:pt x="1623636" y="0"/>
                  </a:lnTo>
                  <a:lnTo>
                    <a:pt x="1621735" y="0"/>
                  </a:lnTo>
                  <a:lnTo>
                    <a:pt x="1619834" y="0"/>
                  </a:lnTo>
                  <a:lnTo>
                    <a:pt x="1617932" y="0"/>
                  </a:lnTo>
                  <a:lnTo>
                    <a:pt x="1616031" y="0"/>
                  </a:lnTo>
                  <a:lnTo>
                    <a:pt x="1614130" y="0"/>
                  </a:lnTo>
                  <a:lnTo>
                    <a:pt x="1612229" y="0"/>
                  </a:lnTo>
                  <a:lnTo>
                    <a:pt x="1610328" y="0"/>
                  </a:lnTo>
                  <a:lnTo>
                    <a:pt x="1608426" y="0"/>
                  </a:lnTo>
                  <a:lnTo>
                    <a:pt x="1606525" y="0"/>
                  </a:lnTo>
                  <a:lnTo>
                    <a:pt x="1604624" y="0"/>
                  </a:lnTo>
                  <a:lnTo>
                    <a:pt x="1602723" y="0"/>
                  </a:lnTo>
                  <a:lnTo>
                    <a:pt x="1600822" y="0"/>
                  </a:lnTo>
                  <a:lnTo>
                    <a:pt x="1598920" y="0"/>
                  </a:lnTo>
                  <a:lnTo>
                    <a:pt x="1597019" y="0"/>
                  </a:lnTo>
                  <a:lnTo>
                    <a:pt x="1595118" y="0"/>
                  </a:lnTo>
                  <a:lnTo>
                    <a:pt x="1593217" y="0"/>
                  </a:lnTo>
                  <a:lnTo>
                    <a:pt x="1591315" y="0"/>
                  </a:lnTo>
                  <a:lnTo>
                    <a:pt x="1589414" y="0"/>
                  </a:lnTo>
                  <a:lnTo>
                    <a:pt x="1587513" y="0"/>
                  </a:lnTo>
                  <a:lnTo>
                    <a:pt x="1585612" y="0"/>
                  </a:lnTo>
                  <a:lnTo>
                    <a:pt x="1583711" y="0"/>
                  </a:lnTo>
                  <a:lnTo>
                    <a:pt x="1581809" y="0"/>
                  </a:lnTo>
                  <a:lnTo>
                    <a:pt x="1579908" y="0"/>
                  </a:lnTo>
                  <a:lnTo>
                    <a:pt x="1578007" y="0"/>
                  </a:lnTo>
                  <a:lnTo>
                    <a:pt x="1576106" y="0"/>
                  </a:lnTo>
                  <a:lnTo>
                    <a:pt x="1574205" y="0"/>
                  </a:lnTo>
                  <a:lnTo>
                    <a:pt x="1572303" y="0"/>
                  </a:lnTo>
                  <a:lnTo>
                    <a:pt x="1570402" y="0"/>
                  </a:lnTo>
                  <a:lnTo>
                    <a:pt x="1568501" y="0"/>
                  </a:lnTo>
                  <a:lnTo>
                    <a:pt x="1566600" y="0"/>
                  </a:lnTo>
                  <a:lnTo>
                    <a:pt x="1564698" y="0"/>
                  </a:lnTo>
                  <a:lnTo>
                    <a:pt x="1562797" y="0"/>
                  </a:lnTo>
                  <a:lnTo>
                    <a:pt x="1560896" y="0"/>
                  </a:lnTo>
                  <a:lnTo>
                    <a:pt x="1558995" y="0"/>
                  </a:lnTo>
                  <a:lnTo>
                    <a:pt x="1557094" y="0"/>
                  </a:lnTo>
                  <a:lnTo>
                    <a:pt x="1555192" y="0"/>
                  </a:lnTo>
                  <a:lnTo>
                    <a:pt x="1553291" y="0"/>
                  </a:lnTo>
                  <a:lnTo>
                    <a:pt x="1551390" y="0"/>
                  </a:lnTo>
                  <a:lnTo>
                    <a:pt x="1549489" y="0"/>
                  </a:lnTo>
                  <a:lnTo>
                    <a:pt x="1547588" y="0"/>
                  </a:lnTo>
                  <a:lnTo>
                    <a:pt x="1545686" y="0"/>
                  </a:lnTo>
                  <a:lnTo>
                    <a:pt x="1543785" y="0"/>
                  </a:lnTo>
                  <a:lnTo>
                    <a:pt x="1541884" y="0"/>
                  </a:lnTo>
                  <a:lnTo>
                    <a:pt x="1539983" y="0"/>
                  </a:lnTo>
                  <a:lnTo>
                    <a:pt x="1538081" y="0"/>
                  </a:lnTo>
                  <a:lnTo>
                    <a:pt x="1536180" y="0"/>
                  </a:lnTo>
                  <a:lnTo>
                    <a:pt x="1534279" y="0"/>
                  </a:lnTo>
                  <a:lnTo>
                    <a:pt x="1532378" y="0"/>
                  </a:lnTo>
                  <a:lnTo>
                    <a:pt x="1530477" y="0"/>
                  </a:lnTo>
                  <a:lnTo>
                    <a:pt x="1528575" y="0"/>
                  </a:lnTo>
                  <a:lnTo>
                    <a:pt x="1526674" y="0"/>
                  </a:lnTo>
                  <a:lnTo>
                    <a:pt x="1524773" y="0"/>
                  </a:lnTo>
                  <a:lnTo>
                    <a:pt x="1522872" y="0"/>
                  </a:lnTo>
                  <a:lnTo>
                    <a:pt x="1520971" y="0"/>
                  </a:lnTo>
                  <a:lnTo>
                    <a:pt x="1519069" y="0"/>
                  </a:lnTo>
                  <a:lnTo>
                    <a:pt x="1517168" y="0"/>
                  </a:lnTo>
                  <a:lnTo>
                    <a:pt x="1515267" y="0"/>
                  </a:lnTo>
                  <a:lnTo>
                    <a:pt x="1513366" y="0"/>
                  </a:lnTo>
                  <a:lnTo>
                    <a:pt x="1511464" y="0"/>
                  </a:lnTo>
                  <a:lnTo>
                    <a:pt x="1509563" y="0"/>
                  </a:lnTo>
                  <a:lnTo>
                    <a:pt x="1507662" y="0"/>
                  </a:lnTo>
                  <a:lnTo>
                    <a:pt x="1505761" y="0"/>
                  </a:lnTo>
                  <a:lnTo>
                    <a:pt x="1503860" y="0"/>
                  </a:lnTo>
                  <a:lnTo>
                    <a:pt x="1501958" y="0"/>
                  </a:lnTo>
                  <a:lnTo>
                    <a:pt x="1500057" y="0"/>
                  </a:lnTo>
                  <a:lnTo>
                    <a:pt x="1498156" y="0"/>
                  </a:lnTo>
                  <a:lnTo>
                    <a:pt x="1496255" y="0"/>
                  </a:lnTo>
                  <a:lnTo>
                    <a:pt x="1494354" y="0"/>
                  </a:lnTo>
                  <a:lnTo>
                    <a:pt x="1492452" y="0"/>
                  </a:lnTo>
                  <a:lnTo>
                    <a:pt x="1490551" y="0"/>
                  </a:lnTo>
                  <a:lnTo>
                    <a:pt x="1488650" y="0"/>
                  </a:lnTo>
                  <a:lnTo>
                    <a:pt x="1486749" y="0"/>
                  </a:lnTo>
                  <a:lnTo>
                    <a:pt x="1484847" y="0"/>
                  </a:lnTo>
                  <a:lnTo>
                    <a:pt x="1482946" y="0"/>
                  </a:lnTo>
                  <a:lnTo>
                    <a:pt x="1481045" y="0"/>
                  </a:lnTo>
                  <a:lnTo>
                    <a:pt x="1479144" y="0"/>
                  </a:lnTo>
                  <a:lnTo>
                    <a:pt x="1477243" y="0"/>
                  </a:lnTo>
                  <a:lnTo>
                    <a:pt x="1475341" y="0"/>
                  </a:lnTo>
                  <a:lnTo>
                    <a:pt x="1473440" y="0"/>
                  </a:lnTo>
                  <a:lnTo>
                    <a:pt x="1471539" y="0"/>
                  </a:lnTo>
                  <a:lnTo>
                    <a:pt x="1469638" y="0"/>
                  </a:lnTo>
                  <a:lnTo>
                    <a:pt x="1467737" y="0"/>
                  </a:lnTo>
                  <a:lnTo>
                    <a:pt x="1465835" y="0"/>
                  </a:lnTo>
                  <a:lnTo>
                    <a:pt x="1463934" y="0"/>
                  </a:lnTo>
                  <a:lnTo>
                    <a:pt x="1462033" y="0"/>
                  </a:lnTo>
                  <a:lnTo>
                    <a:pt x="1460132" y="0"/>
                  </a:lnTo>
                  <a:lnTo>
                    <a:pt x="1458230" y="0"/>
                  </a:lnTo>
                  <a:lnTo>
                    <a:pt x="1456329" y="0"/>
                  </a:lnTo>
                  <a:lnTo>
                    <a:pt x="1454428" y="0"/>
                  </a:lnTo>
                  <a:lnTo>
                    <a:pt x="1452527" y="0"/>
                  </a:lnTo>
                  <a:lnTo>
                    <a:pt x="1450626" y="0"/>
                  </a:lnTo>
                  <a:lnTo>
                    <a:pt x="1448724" y="0"/>
                  </a:lnTo>
                  <a:lnTo>
                    <a:pt x="1446823" y="0"/>
                  </a:lnTo>
                  <a:lnTo>
                    <a:pt x="1444922" y="0"/>
                  </a:lnTo>
                  <a:lnTo>
                    <a:pt x="1443021" y="0"/>
                  </a:lnTo>
                  <a:lnTo>
                    <a:pt x="1441120" y="0"/>
                  </a:lnTo>
                  <a:lnTo>
                    <a:pt x="1439218" y="0"/>
                  </a:lnTo>
                  <a:lnTo>
                    <a:pt x="1437317" y="0"/>
                  </a:lnTo>
                  <a:lnTo>
                    <a:pt x="1435416" y="0"/>
                  </a:lnTo>
                  <a:lnTo>
                    <a:pt x="1433515" y="0"/>
                  </a:lnTo>
                  <a:lnTo>
                    <a:pt x="1431614" y="0"/>
                  </a:lnTo>
                  <a:lnTo>
                    <a:pt x="1429712" y="0"/>
                  </a:lnTo>
                  <a:lnTo>
                    <a:pt x="1427811" y="0"/>
                  </a:lnTo>
                  <a:lnTo>
                    <a:pt x="1425910" y="0"/>
                  </a:lnTo>
                  <a:lnTo>
                    <a:pt x="1424009" y="0"/>
                  </a:lnTo>
                  <a:lnTo>
                    <a:pt x="1422107" y="0"/>
                  </a:lnTo>
                  <a:lnTo>
                    <a:pt x="1420206" y="0"/>
                  </a:lnTo>
                  <a:lnTo>
                    <a:pt x="1418305" y="0"/>
                  </a:lnTo>
                  <a:lnTo>
                    <a:pt x="1416404" y="0"/>
                  </a:lnTo>
                  <a:lnTo>
                    <a:pt x="1414503" y="0"/>
                  </a:lnTo>
                  <a:lnTo>
                    <a:pt x="1412601" y="0"/>
                  </a:lnTo>
                  <a:lnTo>
                    <a:pt x="1410700" y="0"/>
                  </a:lnTo>
                  <a:lnTo>
                    <a:pt x="1408799" y="0"/>
                  </a:lnTo>
                  <a:lnTo>
                    <a:pt x="1406898" y="0"/>
                  </a:lnTo>
                  <a:lnTo>
                    <a:pt x="1404997" y="0"/>
                  </a:lnTo>
                  <a:lnTo>
                    <a:pt x="1403095" y="0"/>
                  </a:lnTo>
                  <a:lnTo>
                    <a:pt x="1401194" y="0"/>
                  </a:lnTo>
                  <a:lnTo>
                    <a:pt x="1399293" y="0"/>
                  </a:lnTo>
                  <a:lnTo>
                    <a:pt x="1397392" y="0"/>
                  </a:lnTo>
                  <a:lnTo>
                    <a:pt x="1395490" y="0"/>
                  </a:lnTo>
                  <a:lnTo>
                    <a:pt x="1393589" y="0"/>
                  </a:lnTo>
                  <a:lnTo>
                    <a:pt x="1391688" y="0"/>
                  </a:lnTo>
                  <a:lnTo>
                    <a:pt x="1389787" y="0"/>
                  </a:lnTo>
                  <a:lnTo>
                    <a:pt x="1387886" y="0"/>
                  </a:lnTo>
                  <a:lnTo>
                    <a:pt x="1385984" y="0"/>
                  </a:lnTo>
                  <a:lnTo>
                    <a:pt x="1384083" y="0"/>
                  </a:lnTo>
                  <a:lnTo>
                    <a:pt x="1382182" y="0"/>
                  </a:lnTo>
                  <a:lnTo>
                    <a:pt x="1380281" y="0"/>
                  </a:lnTo>
                  <a:lnTo>
                    <a:pt x="1378380" y="0"/>
                  </a:lnTo>
                  <a:lnTo>
                    <a:pt x="1376478" y="0"/>
                  </a:lnTo>
                  <a:lnTo>
                    <a:pt x="1374577" y="0"/>
                  </a:lnTo>
                  <a:lnTo>
                    <a:pt x="1372676" y="0"/>
                  </a:lnTo>
                  <a:lnTo>
                    <a:pt x="1370775" y="0"/>
                  </a:lnTo>
                  <a:lnTo>
                    <a:pt x="1368873" y="0"/>
                  </a:lnTo>
                  <a:lnTo>
                    <a:pt x="1366972" y="0"/>
                  </a:lnTo>
                  <a:lnTo>
                    <a:pt x="1365071" y="0"/>
                  </a:lnTo>
                  <a:lnTo>
                    <a:pt x="1363170" y="0"/>
                  </a:lnTo>
                  <a:lnTo>
                    <a:pt x="1361269" y="0"/>
                  </a:lnTo>
                  <a:lnTo>
                    <a:pt x="1359367" y="0"/>
                  </a:lnTo>
                  <a:lnTo>
                    <a:pt x="1357466" y="0"/>
                  </a:lnTo>
                  <a:lnTo>
                    <a:pt x="1355565" y="0"/>
                  </a:lnTo>
                  <a:lnTo>
                    <a:pt x="1353664" y="0"/>
                  </a:lnTo>
                  <a:lnTo>
                    <a:pt x="1351763" y="0"/>
                  </a:lnTo>
                  <a:lnTo>
                    <a:pt x="1349861" y="0"/>
                  </a:lnTo>
                  <a:lnTo>
                    <a:pt x="1347960" y="0"/>
                  </a:lnTo>
                  <a:lnTo>
                    <a:pt x="1346059" y="0"/>
                  </a:lnTo>
                  <a:lnTo>
                    <a:pt x="1344158" y="0"/>
                  </a:lnTo>
                  <a:lnTo>
                    <a:pt x="1342256" y="0"/>
                  </a:lnTo>
                  <a:lnTo>
                    <a:pt x="1340355" y="0"/>
                  </a:lnTo>
                  <a:lnTo>
                    <a:pt x="1338454" y="0"/>
                  </a:lnTo>
                  <a:lnTo>
                    <a:pt x="1336553" y="0"/>
                  </a:lnTo>
                  <a:lnTo>
                    <a:pt x="1334652" y="0"/>
                  </a:lnTo>
                  <a:lnTo>
                    <a:pt x="1332750" y="0"/>
                  </a:lnTo>
                  <a:lnTo>
                    <a:pt x="1330849" y="0"/>
                  </a:lnTo>
                  <a:lnTo>
                    <a:pt x="1328948" y="0"/>
                  </a:lnTo>
                  <a:lnTo>
                    <a:pt x="1327047" y="0"/>
                  </a:lnTo>
                  <a:lnTo>
                    <a:pt x="1325146" y="0"/>
                  </a:lnTo>
                  <a:lnTo>
                    <a:pt x="1323244" y="0"/>
                  </a:lnTo>
                  <a:lnTo>
                    <a:pt x="1321343" y="0"/>
                  </a:lnTo>
                  <a:lnTo>
                    <a:pt x="1319442" y="0"/>
                  </a:lnTo>
                  <a:lnTo>
                    <a:pt x="1317541" y="0"/>
                  </a:lnTo>
                  <a:lnTo>
                    <a:pt x="1315639" y="0"/>
                  </a:lnTo>
                  <a:lnTo>
                    <a:pt x="1313738" y="0"/>
                  </a:lnTo>
                  <a:lnTo>
                    <a:pt x="1311837" y="0"/>
                  </a:lnTo>
                  <a:lnTo>
                    <a:pt x="1309936" y="0"/>
                  </a:lnTo>
                  <a:lnTo>
                    <a:pt x="1308035" y="0"/>
                  </a:lnTo>
                  <a:lnTo>
                    <a:pt x="1306133" y="0"/>
                  </a:lnTo>
                  <a:lnTo>
                    <a:pt x="1304232" y="0"/>
                  </a:lnTo>
                  <a:lnTo>
                    <a:pt x="1302331" y="0"/>
                  </a:lnTo>
                  <a:lnTo>
                    <a:pt x="1300430" y="0"/>
                  </a:lnTo>
                  <a:lnTo>
                    <a:pt x="1298529" y="0"/>
                  </a:lnTo>
                  <a:lnTo>
                    <a:pt x="1296627" y="0"/>
                  </a:lnTo>
                  <a:lnTo>
                    <a:pt x="1294726" y="0"/>
                  </a:lnTo>
                  <a:lnTo>
                    <a:pt x="1292825" y="0"/>
                  </a:lnTo>
                  <a:lnTo>
                    <a:pt x="1290924" y="0"/>
                  </a:lnTo>
                  <a:lnTo>
                    <a:pt x="1289022" y="0"/>
                  </a:lnTo>
                  <a:lnTo>
                    <a:pt x="1287121" y="0"/>
                  </a:lnTo>
                  <a:lnTo>
                    <a:pt x="1285220" y="0"/>
                  </a:lnTo>
                  <a:lnTo>
                    <a:pt x="1283319" y="0"/>
                  </a:lnTo>
                  <a:lnTo>
                    <a:pt x="1281418" y="0"/>
                  </a:lnTo>
                  <a:lnTo>
                    <a:pt x="1279516" y="0"/>
                  </a:lnTo>
                  <a:lnTo>
                    <a:pt x="1277615" y="0"/>
                  </a:lnTo>
                  <a:lnTo>
                    <a:pt x="1275714" y="0"/>
                  </a:lnTo>
                  <a:lnTo>
                    <a:pt x="1273813" y="0"/>
                  </a:lnTo>
                  <a:lnTo>
                    <a:pt x="1271912" y="0"/>
                  </a:lnTo>
                  <a:lnTo>
                    <a:pt x="1270010" y="0"/>
                  </a:lnTo>
                  <a:lnTo>
                    <a:pt x="1268109" y="0"/>
                  </a:lnTo>
                  <a:lnTo>
                    <a:pt x="1266208" y="0"/>
                  </a:lnTo>
                  <a:lnTo>
                    <a:pt x="1264307" y="0"/>
                  </a:lnTo>
                  <a:lnTo>
                    <a:pt x="1262405" y="0"/>
                  </a:lnTo>
                  <a:lnTo>
                    <a:pt x="1260504" y="0"/>
                  </a:lnTo>
                  <a:lnTo>
                    <a:pt x="1258603" y="0"/>
                  </a:lnTo>
                  <a:lnTo>
                    <a:pt x="1256702" y="0"/>
                  </a:lnTo>
                  <a:lnTo>
                    <a:pt x="1254801" y="0"/>
                  </a:lnTo>
                  <a:lnTo>
                    <a:pt x="1252899" y="0"/>
                  </a:lnTo>
                  <a:lnTo>
                    <a:pt x="1250998" y="0"/>
                  </a:lnTo>
                  <a:lnTo>
                    <a:pt x="1249097" y="0"/>
                  </a:lnTo>
                  <a:lnTo>
                    <a:pt x="1247196" y="0"/>
                  </a:lnTo>
                  <a:lnTo>
                    <a:pt x="1245295" y="0"/>
                  </a:lnTo>
                  <a:lnTo>
                    <a:pt x="1243393" y="0"/>
                  </a:lnTo>
                  <a:lnTo>
                    <a:pt x="1241492" y="0"/>
                  </a:lnTo>
                  <a:lnTo>
                    <a:pt x="1239591" y="0"/>
                  </a:lnTo>
                  <a:lnTo>
                    <a:pt x="1237690" y="0"/>
                  </a:lnTo>
                  <a:lnTo>
                    <a:pt x="1235788" y="0"/>
                  </a:lnTo>
                  <a:lnTo>
                    <a:pt x="1233887" y="0"/>
                  </a:lnTo>
                  <a:lnTo>
                    <a:pt x="1231986" y="0"/>
                  </a:lnTo>
                  <a:lnTo>
                    <a:pt x="1230085" y="0"/>
                  </a:lnTo>
                  <a:lnTo>
                    <a:pt x="1228184" y="0"/>
                  </a:lnTo>
                  <a:lnTo>
                    <a:pt x="1226282" y="0"/>
                  </a:lnTo>
                  <a:lnTo>
                    <a:pt x="1224381" y="0"/>
                  </a:lnTo>
                  <a:lnTo>
                    <a:pt x="1222480" y="0"/>
                  </a:lnTo>
                  <a:lnTo>
                    <a:pt x="1220579" y="0"/>
                  </a:lnTo>
                  <a:lnTo>
                    <a:pt x="1218678" y="0"/>
                  </a:lnTo>
                  <a:lnTo>
                    <a:pt x="1216776" y="0"/>
                  </a:lnTo>
                  <a:lnTo>
                    <a:pt x="1214875" y="0"/>
                  </a:lnTo>
                  <a:lnTo>
                    <a:pt x="1212974" y="0"/>
                  </a:lnTo>
                  <a:lnTo>
                    <a:pt x="1211073" y="0"/>
                  </a:lnTo>
                  <a:lnTo>
                    <a:pt x="1209171" y="0"/>
                  </a:lnTo>
                  <a:lnTo>
                    <a:pt x="1207270" y="0"/>
                  </a:lnTo>
                  <a:lnTo>
                    <a:pt x="1205369" y="0"/>
                  </a:lnTo>
                  <a:lnTo>
                    <a:pt x="1203468" y="0"/>
                  </a:lnTo>
                  <a:lnTo>
                    <a:pt x="1201567" y="0"/>
                  </a:lnTo>
                  <a:lnTo>
                    <a:pt x="1199665" y="0"/>
                  </a:lnTo>
                  <a:lnTo>
                    <a:pt x="1197764" y="0"/>
                  </a:lnTo>
                  <a:lnTo>
                    <a:pt x="1195863" y="0"/>
                  </a:lnTo>
                  <a:lnTo>
                    <a:pt x="1193962" y="0"/>
                  </a:lnTo>
                  <a:lnTo>
                    <a:pt x="1192061" y="0"/>
                  </a:lnTo>
                  <a:lnTo>
                    <a:pt x="1190159" y="0"/>
                  </a:lnTo>
                  <a:lnTo>
                    <a:pt x="1188258" y="0"/>
                  </a:lnTo>
                  <a:lnTo>
                    <a:pt x="1186357" y="0"/>
                  </a:lnTo>
                  <a:lnTo>
                    <a:pt x="1184456" y="0"/>
                  </a:lnTo>
                  <a:lnTo>
                    <a:pt x="1182554" y="0"/>
                  </a:lnTo>
                  <a:lnTo>
                    <a:pt x="1180653" y="0"/>
                  </a:lnTo>
                  <a:lnTo>
                    <a:pt x="1178752" y="0"/>
                  </a:lnTo>
                  <a:lnTo>
                    <a:pt x="1176851" y="0"/>
                  </a:lnTo>
                  <a:lnTo>
                    <a:pt x="1174950" y="0"/>
                  </a:lnTo>
                  <a:lnTo>
                    <a:pt x="1173048" y="0"/>
                  </a:lnTo>
                  <a:lnTo>
                    <a:pt x="1171147" y="0"/>
                  </a:lnTo>
                  <a:lnTo>
                    <a:pt x="1169246" y="0"/>
                  </a:lnTo>
                  <a:lnTo>
                    <a:pt x="1167345" y="0"/>
                  </a:lnTo>
                  <a:lnTo>
                    <a:pt x="1165444" y="0"/>
                  </a:lnTo>
                  <a:lnTo>
                    <a:pt x="1163542" y="0"/>
                  </a:lnTo>
                  <a:lnTo>
                    <a:pt x="1161641" y="0"/>
                  </a:lnTo>
                  <a:lnTo>
                    <a:pt x="1159740" y="0"/>
                  </a:lnTo>
                  <a:lnTo>
                    <a:pt x="1157839" y="0"/>
                  </a:lnTo>
                  <a:lnTo>
                    <a:pt x="1155938" y="0"/>
                  </a:lnTo>
                  <a:lnTo>
                    <a:pt x="1154036" y="0"/>
                  </a:lnTo>
                  <a:lnTo>
                    <a:pt x="1152135" y="0"/>
                  </a:lnTo>
                  <a:lnTo>
                    <a:pt x="1150234" y="0"/>
                  </a:lnTo>
                  <a:lnTo>
                    <a:pt x="1148333" y="0"/>
                  </a:lnTo>
                  <a:lnTo>
                    <a:pt x="1146431" y="0"/>
                  </a:lnTo>
                  <a:lnTo>
                    <a:pt x="1144530" y="0"/>
                  </a:lnTo>
                  <a:lnTo>
                    <a:pt x="1142629" y="0"/>
                  </a:lnTo>
                  <a:lnTo>
                    <a:pt x="1140728" y="0"/>
                  </a:lnTo>
                  <a:lnTo>
                    <a:pt x="1138827" y="0"/>
                  </a:lnTo>
                  <a:lnTo>
                    <a:pt x="1136925" y="0"/>
                  </a:lnTo>
                  <a:lnTo>
                    <a:pt x="1135024" y="0"/>
                  </a:lnTo>
                  <a:lnTo>
                    <a:pt x="1133123" y="0"/>
                  </a:lnTo>
                  <a:lnTo>
                    <a:pt x="1131222" y="0"/>
                  </a:lnTo>
                  <a:lnTo>
                    <a:pt x="1129321" y="0"/>
                  </a:lnTo>
                  <a:lnTo>
                    <a:pt x="1127419" y="0"/>
                  </a:lnTo>
                  <a:lnTo>
                    <a:pt x="1125518" y="0"/>
                  </a:lnTo>
                  <a:lnTo>
                    <a:pt x="1123617" y="0"/>
                  </a:lnTo>
                  <a:lnTo>
                    <a:pt x="1121716" y="0"/>
                  </a:lnTo>
                  <a:lnTo>
                    <a:pt x="1119814" y="0"/>
                  </a:lnTo>
                  <a:lnTo>
                    <a:pt x="1117913" y="0"/>
                  </a:lnTo>
                  <a:lnTo>
                    <a:pt x="1116012" y="0"/>
                  </a:lnTo>
                  <a:lnTo>
                    <a:pt x="1114111" y="0"/>
                  </a:lnTo>
                  <a:lnTo>
                    <a:pt x="1112210" y="0"/>
                  </a:lnTo>
                  <a:lnTo>
                    <a:pt x="1110308" y="0"/>
                  </a:lnTo>
                  <a:lnTo>
                    <a:pt x="1108407" y="0"/>
                  </a:lnTo>
                  <a:lnTo>
                    <a:pt x="1106506" y="0"/>
                  </a:lnTo>
                  <a:lnTo>
                    <a:pt x="1104605" y="0"/>
                  </a:lnTo>
                  <a:lnTo>
                    <a:pt x="1102704" y="0"/>
                  </a:lnTo>
                  <a:lnTo>
                    <a:pt x="1100802" y="0"/>
                  </a:lnTo>
                  <a:lnTo>
                    <a:pt x="1098901" y="0"/>
                  </a:lnTo>
                  <a:lnTo>
                    <a:pt x="1097000" y="0"/>
                  </a:lnTo>
                  <a:lnTo>
                    <a:pt x="1095099" y="0"/>
                  </a:lnTo>
                  <a:lnTo>
                    <a:pt x="1093197" y="0"/>
                  </a:lnTo>
                  <a:lnTo>
                    <a:pt x="1091296" y="0"/>
                  </a:lnTo>
                  <a:lnTo>
                    <a:pt x="1089395" y="0"/>
                  </a:lnTo>
                  <a:lnTo>
                    <a:pt x="1087494" y="0"/>
                  </a:lnTo>
                  <a:lnTo>
                    <a:pt x="1085593" y="0"/>
                  </a:lnTo>
                  <a:lnTo>
                    <a:pt x="1083691" y="0"/>
                  </a:lnTo>
                  <a:lnTo>
                    <a:pt x="1081790" y="0"/>
                  </a:lnTo>
                  <a:lnTo>
                    <a:pt x="1079889" y="0"/>
                  </a:lnTo>
                  <a:lnTo>
                    <a:pt x="1077988" y="0"/>
                  </a:lnTo>
                  <a:lnTo>
                    <a:pt x="1076087" y="0"/>
                  </a:lnTo>
                  <a:lnTo>
                    <a:pt x="1074185" y="0"/>
                  </a:lnTo>
                  <a:lnTo>
                    <a:pt x="1072284" y="0"/>
                  </a:lnTo>
                  <a:lnTo>
                    <a:pt x="1070383" y="0"/>
                  </a:lnTo>
                  <a:lnTo>
                    <a:pt x="1068482" y="0"/>
                  </a:lnTo>
                  <a:lnTo>
                    <a:pt x="1066580" y="0"/>
                  </a:lnTo>
                  <a:lnTo>
                    <a:pt x="1064679" y="0"/>
                  </a:lnTo>
                  <a:lnTo>
                    <a:pt x="1062778" y="0"/>
                  </a:lnTo>
                  <a:lnTo>
                    <a:pt x="1060877" y="0"/>
                  </a:lnTo>
                  <a:lnTo>
                    <a:pt x="1058976" y="0"/>
                  </a:lnTo>
                  <a:lnTo>
                    <a:pt x="1057074" y="0"/>
                  </a:lnTo>
                  <a:lnTo>
                    <a:pt x="1055173" y="0"/>
                  </a:lnTo>
                  <a:lnTo>
                    <a:pt x="1053272" y="0"/>
                  </a:lnTo>
                  <a:lnTo>
                    <a:pt x="1051371" y="0"/>
                  </a:lnTo>
                  <a:lnTo>
                    <a:pt x="1049470" y="0"/>
                  </a:lnTo>
                  <a:lnTo>
                    <a:pt x="1047568" y="0"/>
                  </a:lnTo>
                  <a:lnTo>
                    <a:pt x="1045667" y="0"/>
                  </a:lnTo>
                  <a:lnTo>
                    <a:pt x="1043766" y="0"/>
                  </a:lnTo>
                  <a:lnTo>
                    <a:pt x="1041865" y="0"/>
                  </a:lnTo>
                  <a:lnTo>
                    <a:pt x="1039963" y="0"/>
                  </a:lnTo>
                  <a:lnTo>
                    <a:pt x="1038062" y="0"/>
                  </a:lnTo>
                  <a:lnTo>
                    <a:pt x="1036161" y="0"/>
                  </a:lnTo>
                  <a:lnTo>
                    <a:pt x="1034260" y="0"/>
                  </a:lnTo>
                  <a:lnTo>
                    <a:pt x="1032359" y="0"/>
                  </a:lnTo>
                  <a:lnTo>
                    <a:pt x="1030457" y="0"/>
                  </a:lnTo>
                  <a:lnTo>
                    <a:pt x="1028556" y="0"/>
                  </a:lnTo>
                  <a:lnTo>
                    <a:pt x="1026655" y="0"/>
                  </a:lnTo>
                  <a:lnTo>
                    <a:pt x="1024754" y="0"/>
                  </a:lnTo>
                  <a:lnTo>
                    <a:pt x="1022853" y="0"/>
                  </a:lnTo>
                  <a:lnTo>
                    <a:pt x="1020951" y="0"/>
                  </a:lnTo>
                  <a:lnTo>
                    <a:pt x="1019050" y="0"/>
                  </a:lnTo>
                  <a:lnTo>
                    <a:pt x="1017149" y="0"/>
                  </a:lnTo>
                  <a:lnTo>
                    <a:pt x="1015248" y="0"/>
                  </a:lnTo>
                  <a:lnTo>
                    <a:pt x="1013346" y="0"/>
                  </a:lnTo>
                  <a:lnTo>
                    <a:pt x="1011445" y="0"/>
                  </a:lnTo>
                  <a:lnTo>
                    <a:pt x="1009544" y="0"/>
                  </a:lnTo>
                  <a:lnTo>
                    <a:pt x="1007643" y="0"/>
                  </a:lnTo>
                  <a:lnTo>
                    <a:pt x="1005742" y="0"/>
                  </a:lnTo>
                  <a:lnTo>
                    <a:pt x="1003840" y="0"/>
                  </a:lnTo>
                  <a:lnTo>
                    <a:pt x="1001939" y="0"/>
                  </a:lnTo>
                  <a:lnTo>
                    <a:pt x="1000038" y="0"/>
                  </a:lnTo>
                  <a:lnTo>
                    <a:pt x="998137" y="0"/>
                  </a:lnTo>
                  <a:lnTo>
                    <a:pt x="996236" y="0"/>
                  </a:lnTo>
                  <a:lnTo>
                    <a:pt x="994334" y="0"/>
                  </a:lnTo>
                  <a:lnTo>
                    <a:pt x="992433" y="0"/>
                  </a:lnTo>
                  <a:lnTo>
                    <a:pt x="990532" y="0"/>
                  </a:lnTo>
                  <a:lnTo>
                    <a:pt x="988631" y="0"/>
                  </a:lnTo>
                  <a:lnTo>
                    <a:pt x="986729" y="0"/>
                  </a:lnTo>
                  <a:lnTo>
                    <a:pt x="984828" y="0"/>
                  </a:lnTo>
                  <a:lnTo>
                    <a:pt x="982927" y="0"/>
                  </a:lnTo>
                  <a:lnTo>
                    <a:pt x="981026" y="0"/>
                  </a:lnTo>
                  <a:lnTo>
                    <a:pt x="979125" y="0"/>
                  </a:lnTo>
                  <a:lnTo>
                    <a:pt x="977223" y="0"/>
                  </a:lnTo>
                  <a:lnTo>
                    <a:pt x="975322" y="0"/>
                  </a:lnTo>
                  <a:lnTo>
                    <a:pt x="973421" y="0"/>
                  </a:lnTo>
                  <a:lnTo>
                    <a:pt x="971520" y="0"/>
                  </a:lnTo>
                  <a:lnTo>
                    <a:pt x="969619" y="0"/>
                  </a:lnTo>
                  <a:lnTo>
                    <a:pt x="967717" y="0"/>
                  </a:lnTo>
                  <a:lnTo>
                    <a:pt x="965816" y="0"/>
                  </a:lnTo>
                  <a:lnTo>
                    <a:pt x="963915" y="0"/>
                  </a:lnTo>
                  <a:lnTo>
                    <a:pt x="962014" y="0"/>
                  </a:lnTo>
                  <a:lnTo>
                    <a:pt x="960112" y="0"/>
                  </a:lnTo>
                  <a:lnTo>
                    <a:pt x="958211" y="0"/>
                  </a:lnTo>
                  <a:lnTo>
                    <a:pt x="956310" y="0"/>
                  </a:lnTo>
                  <a:lnTo>
                    <a:pt x="954409" y="0"/>
                  </a:lnTo>
                  <a:lnTo>
                    <a:pt x="952508" y="0"/>
                  </a:lnTo>
                  <a:lnTo>
                    <a:pt x="950606" y="0"/>
                  </a:lnTo>
                  <a:lnTo>
                    <a:pt x="948705" y="0"/>
                  </a:lnTo>
                  <a:lnTo>
                    <a:pt x="946804" y="0"/>
                  </a:lnTo>
                  <a:lnTo>
                    <a:pt x="944903" y="0"/>
                  </a:lnTo>
                  <a:lnTo>
                    <a:pt x="943002" y="0"/>
                  </a:lnTo>
                  <a:lnTo>
                    <a:pt x="941100" y="0"/>
                  </a:lnTo>
                  <a:lnTo>
                    <a:pt x="939199" y="0"/>
                  </a:lnTo>
                  <a:lnTo>
                    <a:pt x="937298" y="0"/>
                  </a:lnTo>
                  <a:lnTo>
                    <a:pt x="935397" y="0"/>
                  </a:lnTo>
                  <a:lnTo>
                    <a:pt x="933495" y="0"/>
                  </a:lnTo>
                  <a:lnTo>
                    <a:pt x="931594" y="0"/>
                  </a:lnTo>
                  <a:lnTo>
                    <a:pt x="929693" y="0"/>
                  </a:lnTo>
                  <a:lnTo>
                    <a:pt x="927792" y="0"/>
                  </a:lnTo>
                  <a:lnTo>
                    <a:pt x="925891" y="0"/>
                  </a:lnTo>
                  <a:lnTo>
                    <a:pt x="923989" y="0"/>
                  </a:lnTo>
                  <a:lnTo>
                    <a:pt x="922088" y="0"/>
                  </a:lnTo>
                  <a:lnTo>
                    <a:pt x="920187" y="0"/>
                  </a:lnTo>
                  <a:lnTo>
                    <a:pt x="918286" y="0"/>
                  </a:lnTo>
                  <a:lnTo>
                    <a:pt x="916385" y="0"/>
                  </a:lnTo>
                  <a:lnTo>
                    <a:pt x="914483" y="0"/>
                  </a:lnTo>
                  <a:lnTo>
                    <a:pt x="912582" y="0"/>
                  </a:lnTo>
                  <a:lnTo>
                    <a:pt x="910681" y="0"/>
                  </a:lnTo>
                  <a:lnTo>
                    <a:pt x="908780" y="0"/>
                  </a:lnTo>
                  <a:lnTo>
                    <a:pt x="906878" y="0"/>
                  </a:lnTo>
                  <a:lnTo>
                    <a:pt x="904977" y="0"/>
                  </a:lnTo>
                  <a:lnTo>
                    <a:pt x="903076" y="0"/>
                  </a:lnTo>
                  <a:lnTo>
                    <a:pt x="901175" y="0"/>
                  </a:lnTo>
                  <a:lnTo>
                    <a:pt x="899274" y="0"/>
                  </a:lnTo>
                  <a:lnTo>
                    <a:pt x="897372" y="0"/>
                  </a:lnTo>
                  <a:lnTo>
                    <a:pt x="895471" y="0"/>
                  </a:lnTo>
                  <a:lnTo>
                    <a:pt x="893570" y="0"/>
                  </a:lnTo>
                  <a:lnTo>
                    <a:pt x="891669" y="0"/>
                  </a:lnTo>
                  <a:lnTo>
                    <a:pt x="889768" y="0"/>
                  </a:lnTo>
                  <a:lnTo>
                    <a:pt x="887866" y="0"/>
                  </a:lnTo>
                  <a:lnTo>
                    <a:pt x="885965" y="0"/>
                  </a:lnTo>
                  <a:lnTo>
                    <a:pt x="884064" y="0"/>
                  </a:lnTo>
                  <a:lnTo>
                    <a:pt x="882163" y="0"/>
                  </a:lnTo>
                  <a:lnTo>
                    <a:pt x="880261" y="0"/>
                  </a:lnTo>
                  <a:lnTo>
                    <a:pt x="878360" y="0"/>
                  </a:lnTo>
                  <a:lnTo>
                    <a:pt x="876459" y="0"/>
                  </a:lnTo>
                  <a:lnTo>
                    <a:pt x="874558" y="0"/>
                  </a:lnTo>
                  <a:lnTo>
                    <a:pt x="872657" y="0"/>
                  </a:lnTo>
                  <a:lnTo>
                    <a:pt x="870755" y="0"/>
                  </a:lnTo>
                  <a:lnTo>
                    <a:pt x="868854" y="0"/>
                  </a:lnTo>
                  <a:lnTo>
                    <a:pt x="866953" y="0"/>
                  </a:lnTo>
                  <a:lnTo>
                    <a:pt x="865052" y="0"/>
                  </a:lnTo>
                  <a:lnTo>
                    <a:pt x="863151" y="0"/>
                  </a:lnTo>
                  <a:lnTo>
                    <a:pt x="861249" y="0"/>
                  </a:lnTo>
                  <a:lnTo>
                    <a:pt x="859348" y="0"/>
                  </a:lnTo>
                  <a:lnTo>
                    <a:pt x="857447" y="0"/>
                  </a:lnTo>
                  <a:lnTo>
                    <a:pt x="855546" y="0"/>
                  </a:lnTo>
                  <a:lnTo>
                    <a:pt x="853645" y="0"/>
                  </a:lnTo>
                  <a:lnTo>
                    <a:pt x="851743" y="0"/>
                  </a:lnTo>
                  <a:lnTo>
                    <a:pt x="849842" y="0"/>
                  </a:lnTo>
                  <a:lnTo>
                    <a:pt x="847941" y="0"/>
                  </a:lnTo>
                  <a:lnTo>
                    <a:pt x="846040" y="0"/>
                  </a:lnTo>
                  <a:lnTo>
                    <a:pt x="844138" y="0"/>
                  </a:lnTo>
                  <a:lnTo>
                    <a:pt x="842237" y="0"/>
                  </a:lnTo>
                  <a:lnTo>
                    <a:pt x="840336" y="0"/>
                  </a:lnTo>
                  <a:lnTo>
                    <a:pt x="838435" y="0"/>
                  </a:lnTo>
                  <a:lnTo>
                    <a:pt x="836534" y="0"/>
                  </a:lnTo>
                  <a:lnTo>
                    <a:pt x="834632" y="0"/>
                  </a:lnTo>
                  <a:lnTo>
                    <a:pt x="832731" y="0"/>
                  </a:lnTo>
                  <a:lnTo>
                    <a:pt x="830830" y="0"/>
                  </a:lnTo>
                  <a:lnTo>
                    <a:pt x="828929" y="0"/>
                  </a:lnTo>
                  <a:lnTo>
                    <a:pt x="827028" y="0"/>
                  </a:lnTo>
                  <a:lnTo>
                    <a:pt x="825126" y="0"/>
                  </a:lnTo>
                  <a:lnTo>
                    <a:pt x="823225" y="0"/>
                  </a:lnTo>
                  <a:lnTo>
                    <a:pt x="821324" y="0"/>
                  </a:lnTo>
                  <a:lnTo>
                    <a:pt x="819423" y="0"/>
                  </a:lnTo>
                  <a:lnTo>
                    <a:pt x="817521" y="0"/>
                  </a:lnTo>
                  <a:lnTo>
                    <a:pt x="815620" y="0"/>
                  </a:lnTo>
                  <a:lnTo>
                    <a:pt x="813719" y="0"/>
                  </a:lnTo>
                  <a:lnTo>
                    <a:pt x="811818" y="0"/>
                  </a:lnTo>
                  <a:lnTo>
                    <a:pt x="809917" y="0"/>
                  </a:lnTo>
                  <a:lnTo>
                    <a:pt x="808015" y="0"/>
                  </a:lnTo>
                  <a:lnTo>
                    <a:pt x="806114" y="0"/>
                  </a:lnTo>
                  <a:lnTo>
                    <a:pt x="804213" y="0"/>
                  </a:lnTo>
                  <a:lnTo>
                    <a:pt x="802312" y="0"/>
                  </a:lnTo>
                  <a:lnTo>
                    <a:pt x="800411" y="0"/>
                  </a:lnTo>
                  <a:lnTo>
                    <a:pt x="798509" y="0"/>
                  </a:lnTo>
                  <a:lnTo>
                    <a:pt x="796608" y="0"/>
                  </a:lnTo>
                  <a:lnTo>
                    <a:pt x="794707" y="0"/>
                  </a:lnTo>
                  <a:lnTo>
                    <a:pt x="792806" y="0"/>
                  </a:lnTo>
                  <a:lnTo>
                    <a:pt x="790904" y="0"/>
                  </a:lnTo>
                  <a:lnTo>
                    <a:pt x="789003" y="0"/>
                  </a:lnTo>
                  <a:lnTo>
                    <a:pt x="787102" y="0"/>
                  </a:lnTo>
                  <a:lnTo>
                    <a:pt x="785201" y="0"/>
                  </a:lnTo>
                  <a:lnTo>
                    <a:pt x="783300" y="0"/>
                  </a:lnTo>
                  <a:lnTo>
                    <a:pt x="781398" y="0"/>
                  </a:lnTo>
                  <a:lnTo>
                    <a:pt x="779497" y="0"/>
                  </a:lnTo>
                  <a:lnTo>
                    <a:pt x="777596" y="0"/>
                  </a:lnTo>
                  <a:lnTo>
                    <a:pt x="775695" y="0"/>
                  </a:lnTo>
                  <a:lnTo>
                    <a:pt x="773794" y="0"/>
                  </a:lnTo>
                  <a:lnTo>
                    <a:pt x="771892" y="0"/>
                  </a:lnTo>
                  <a:lnTo>
                    <a:pt x="769991" y="0"/>
                  </a:lnTo>
                  <a:lnTo>
                    <a:pt x="768090" y="0"/>
                  </a:lnTo>
                  <a:lnTo>
                    <a:pt x="766189" y="0"/>
                  </a:lnTo>
                  <a:lnTo>
                    <a:pt x="764287" y="0"/>
                  </a:lnTo>
                  <a:lnTo>
                    <a:pt x="762386" y="0"/>
                  </a:lnTo>
                  <a:lnTo>
                    <a:pt x="760485" y="0"/>
                  </a:lnTo>
                  <a:lnTo>
                    <a:pt x="758584" y="0"/>
                  </a:lnTo>
                  <a:lnTo>
                    <a:pt x="756683" y="0"/>
                  </a:lnTo>
                  <a:lnTo>
                    <a:pt x="754781" y="0"/>
                  </a:lnTo>
                  <a:lnTo>
                    <a:pt x="752880" y="0"/>
                  </a:lnTo>
                  <a:lnTo>
                    <a:pt x="750979" y="0"/>
                  </a:lnTo>
                  <a:lnTo>
                    <a:pt x="749078" y="0"/>
                  </a:lnTo>
                  <a:lnTo>
                    <a:pt x="747177" y="0"/>
                  </a:lnTo>
                  <a:lnTo>
                    <a:pt x="745275" y="0"/>
                  </a:lnTo>
                  <a:lnTo>
                    <a:pt x="743374" y="0"/>
                  </a:lnTo>
                  <a:lnTo>
                    <a:pt x="741473" y="0"/>
                  </a:lnTo>
                  <a:lnTo>
                    <a:pt x="739572" y="0"/>
                  </a:lnTo>
                  <a:lnTo>
                    <a:pt x="737670" y="0"/>
                  </a:lnTo>
                  <a:lnTo>
                    <a:pt x="735769" y="0"/>
                  </a:lnTo>
                  <a:lnTo>
                    <a:pt x="733868" y="0"/>
                  </a:lnTo>
                  <a:lnTo>
                    <a:pt x="731967" y="0"/>
                  </a:lnTo>
                  <a:lnTo>
                    <a:pt x="730066" y="0"/>
                  </a:lnTo>
                  <a:lnTo>
                    <a:pt x="728164" y="0"/>
                  </a:lnTo>
                  <a:lnTo>
                    <a:pt x="726263" y="0"/>
                  </a:lnTo>
                  <a:lnTo>
                    <a:pt x="724362" y="0"/>
                  </a:lnTo>
                  <a:lnTo>
                    <a:pt x="722461" y="0"/>
                  </a:lnTo>
                  <a:lnTo>
                    <a:pt x="720560" y="0"/>
                  </a:lnTo>
                  <a:lnTo>
                    <a:pt x="718658" y="0"/>
                  </a:lnTo>
                  <a:lnTo>
                    <a:pt x="716757" y="0"/>
                  </a:lnTo>
                  <a:lnTo>
                    <a:pt x="714856" y="0"/>
                  </a:lnTo>
                  <a:lnTo>
                    <a:pt x="712955" y="0"/>
                  </a:lnTo>
                  <a:lnTo>
                    <a:pt x="711053" y="0"/>
                  </a:lnTo>
                  <a:lnTo>
                    <a:pt x="709152" y="0"/>
                  </a:lnTo>
                  <a:lnTo>
                    <a:pt x="707251" y="0"/>
                  </a:lnTo>
                  <a:lnTo>
                    <a:pt x="705350" y="0"/>
                  </a:lnTo>
                  <a:lnTo>
                    <a:pt x="703449" y="0"/>
                  </a:lnTo>
                  <a:lnTo>
                    <a:pt x="701547" y="0"/>
                  </a:lnTo>
                  <a:lnTo>
                    <a:pt x="699646" y="0"/>
                  </a:lnTo>
                  <a:lnTo>
                    <a:pt x="697745" y="0"/>
                  </a:lnTo>
                  <a:lnTo>
                    <a:pt x="695844" y="0"/>
                  </a:lnTo>
                  <a:lnTo>
                    <a:pt x="693943" y="0"/>
                  </a:lnTo>
                  <a:lnTo>
                    <a:pt x="692041" y="0"/>
                  </a:lnTo>
                  <a:lnTo>
                    <a:pt x="690140" y="0"/>
                  </a:lnTo>
                  <a:lnTo>
                    <a:pt x="688239" y="0"/>
                  </a:lnTo>
                  <a:lnTo>
                    <a:pt x="686338" y="0"/>
                  </a:lnTo>
                  <a:lnTo>
                    <a:pt x="684436" y="0"/>
                  </a:lnTo>
                  <a:lnTo>
                    <a:pt x="682535" y="0"/>
                  </a:lnTo>
                  <a:lnTo>
                    <a:pt x="680634" y="0"/>
                  </a:lnTo>
                  <a:lnTo>
                    <a:pt x="678733" y="0"/>
                  </a:lnTo>
                  <a:lnTo>
                    <a:pt x="676832" y="0"/>
                  </a:lnTo>
                  <a:lnTo>
                    <a:pt x="674930" y="0"/>
                  </a:lnTo>
                  <a:lnTo>
                    <a:pt x="673029" y="0"/>
                  </a:lnTo>
                  <a:lnTo>
                    <a:pt x="671128" y="0"/>
                  </a:lnTo>
                  <a:lnTo>
                    <a:pt x="669227" y="0"/>
                  </a:lnTo>
                  <a:lnTo>
                    <a:pt x="667326" y="0"/>
                  </a:lnTo>
                  <a:lnTo>
                    <a:pt x="665424" y="0"/>
                  </a:lnTo>
                  <a:lnTo>
                    <a:pt x="663523" y="0"/>
                  </a:lnTo>
                  <a:lnTo>
                    <a:pt x="661622" y="0"/>
                  </a:lnTo>
                  <a:lnTo>
                    <a:pt x="659721" y="0"/>
                  </a:lnTo>
                  <a:lnTo>
                    <a:pt x="657819" y="0"/>
                  </a:lnTo>
                  <a:lnTo>
                    <a:pt x="655918" y="0"/>
                  </a:lnTo>
                  <a:lnTo>
                    <a:pt x="654017" y="0"/>
                  </a:lnTo>
                  <a:lnTo>
                    <a:pt x="652116" y="0"/>
                  </a:lnTo>
                  <a:lnTo>
                    <a:pt x="650215" y="0"/>
                  </a:lnTo>
                  <a:lnTo>
                    <a:pt x="648313" y="0"/>
                  </a:lnTo>
                  <a:lnTo>
                    <a:pt x="646412" y="0"/>
                  </a:lnTo>
                  <a:lnTo>
                    <a:pt x="644511" y="0"/>
                  </a:lnTo>
                  <a:lnTo>
                    <a:pt x="642610" y="0"/>
                  </a:lnTo>
                  <a:lnTo>
                    <a:pt x="640709" y="0"/>
                  </a:lnTo>
                  <a:lnTo>
                    <a:pt x="638807" y="0"/>
                  </a:lnTo>
                  <a:lnTo>
                    <a:pt x="636906" y="0"/>
                  </a:lnTo>
                  <a:lnTo>
                    <a:pt x="635005" y="0"/>
                  </a:lnTo>
                  <a:lnTo>
                    <a:pt x="633104" y="0"/>
                  </a:lnTo>
                  <a:lnTo>
                    <a:pt x="631202" y="0"/>
                  </a:lnTo>
                  <a:lnTo>
                    <a:pt x="629301" y="0"/>
                  </a:lnTo>
                  <a:lnTo>
                    <a:pt x="627400" y="0"/>
                  </a:lnTo>
                  <a:lnTo>
                    <a:pt x="625499" y="0"/>
                  </a:lnTo>
                  <a:lnTo>
                    <a:pt x="623598" y="0"/>
                  </a:lnTo>
                  <a:lnTo>
                    <a:pt x="621696" y="0"/>
                  </a:lnTo>
                  <a:lnTo>
                    <a:pt x="619795" y="0"/>
                  </a:lnTo>
                  <a:lnTo>
                    <a:pt x="617894" y="0"/>
                  </a:lnTo>
                  <a:lnTo>
                    <a:pt x="615993" y="0"/>
                  </a:lnTo>
                  <a:lnTo>
                    <a:pt x="614092" y="0"/>
                  </a:lnTo>
                  <a:lnTo>
                    <a:pt x="612190" y="0"/>
                  </a:lnTo>
                  <a:lnTo>
                    <a:pt x="610289" y="0"/>
                  </a:lnTo>
                  <a:lnTo>
                    <a:pt x="608388" y="0"/>
                  </a:lnTo>
                  <a:lnTo>
                    <a:pt x="606487" y="0"/>
                  </a:lnTo>
                  <a:lnTo>
                    <a:pt x="604585" y="0"/>
                  </a:lnTo>
                  <a:lnTo>
                    <a:pt x="602684" y="0"/>
                  </a:lnTo>
                  <a:lnTo>
                    <a:pt x="600783" y="0"/>
                  </a:lnTo>
                  <a:lnTo>
                    <a:pt x="598882" y="0"/>
                  </a:lnTo>
                  <a:lnTo>
                    <a:pt x="596981" y="0"/>
                  </a:lnTo>
                  <a:lnTo>
                    <a:pt x="595079" y="0"/>
                  </a:lnTo>
                  <a:lnTo>
                    <a:pt x="593178" y="0"/>
                  </a:lnTo>
                  <a:lnTo>
                    <a:pt x="591277" y="0"/>
                  </a:lnTo>
                  <a:lnTo>
                    <a:pt x="589376" y="0"/>
                  </a:lnTo>
                  <a:lnTo>
                    <a:pt x="587475" y="0"/>
                  </a:lnTo>
                  <a:lnTo>
                    <a:pt x="585573" y="0"/>
                  </a:lnTo>
                  <a:lnTo>
                    <a:pt x="583672" y="0"/>
                  </a:lnTo>
                  <a:lnTo>
                    <a:pt x="581771" y="0"/>
                  </a:lnTo>
                  <a:lnTo>
                    <a:pt x="579870" y="0"/>
                  </a:lnTo>
                  <a:lnTo>
                    <a:pt x="577969" y="0"/>
                  </a:lnTo>
                  <a:lnTo>
                    <a:pt x="576067" y="0"/>
                  </a:lnTo>
                  <a:lnTo>
                    <a:pt x="574166" y="0"/>
                  </a:lnTo>
                  <a:lnTo>
                    <a:pt x="572265" y="0"/>
                  </a:lnTo>
                  <a:lnTo>
                    <a:pt x="570364" y="0"/>
                  </a:lnTo>
                  <a:lnTo>
                    <a:pt x="568462" y="0"/>
                  </a:lnTo>
                  <a:lnTo>
                    <a:pt x="566561" y="0"/>
                  </a:lnTo>
                  <a:lnTo>
                    <a:pt x="564660" y="0"/>
                  </a:lnTo>
                  <a:lnTo>
                    <a:pt x="562759" y="0"/>
                  </a:lnTo>
                  <a:lnTo>
                    <a:pt x="560858" y="0"/>
                  </a:lnTo>
                  <a:lnTo>
                    <a:pt x="558956" y="0"/>
                  </a:lnTo>
                  <a:lnTo>
                    <a:pt x="557055" y="0"/>
                  </a:lnTo>
                  <a:lnTo>
                    <a:pt x="555154" y="0"/>
                  </a:lnTo>
                  <a:lnTo>
                    <a:pt x="553253" y="0"/>
                  </a:lnTo>
                  <a:lnTo>
                    <a:pt x="551352" y="0"/>
                  </a:lnTo>
                  <a:lnTo>
                    <a:pt x="549450" y="0"/>
                  </a:lnTo>
                  <a:lnTo>
                    <a:pt x="547549" y="0"/>
                  </a:lnTo>
                  <a:lnTo>
                    <a:pt x="545648" y="0"/>
                  </a:lnTo>
                  <a:lnTo>
                    <a:pt x="543747" y="0"/>
                  </a:lnTo>
                  <a:lnTo>
                    <a:pt x="541845" y="0"/>
                  </a:lnTo>
                  <a:lnTo>
                    <a:pt x="539944" y="0"/>
                  </a:lnTo>
                  <a:lnTo>
                    <a:pt x="538043" y="0"/>
                  </a:lnTo>
                  <a:lnTo>
                    <a:pt x="536142" y="0"/>
                  </a:lnTo>
                  <a:lnTo>
                    <a:pt x="534241" y="0"/>
                  </a:lnTo>
                  <a:lnTo>
                    <a:pt x="532339" y="0"/>
                  </a:lnTo>
                  <a:lnTo>
                    <a:pt x="530438" y="0"/>
                  </a:lnTo>
                  <a:lnTo>
                    <a:pt x="528537" y="0"/>
                  </a:lnTo>
                  <a:lnTo>
                    <a:pt x="526636" y="0"/>
                  </a:lnTo>
                  <a:lnTo>
                    <a:pt x="524735" y="0"/>
                  </a:lnTo>
                  <a:lnTo>
                    <a:pt x="522833" y="0"/>
                  </a:lnTo>
                  <a:lnTo>
                    <a:pt x="520932" y="0"/>
                  </a:lnTo>
                  <a:lnTo>
                    <a:pt x="519031" y="0"/>
                  </a:lnTo>
                  <a:lnTo>
                    <a:pt x="517130" y="0"/>
                  </a:lnTo>
                  <a:lnTo>
                    <a:pt x="515228" y="0"/>
                  </a:lnTo>
                  <a:lnTo>
                    <a:pt x="513327" y="0"/>
                  </a:lnTo>
                  <a:lnTo>
                    <a:pt x="511426" y="0"/>
                  </a:lnTo>
                  <a:lnTo>
                    <a:pt x="509525" y="0"/>
                  </a:lnTo>
                  <a:lnTo>
                    <a:pt x="507624" y="0"/>
                  </a:lnTo>
                  <a:lnTo>
                    <a:pt x="505722" y="0"/>
                  </a:lnTo>
                  <a:lnTo>
                    <a:pt x="503821" y="0"/>
                  </a:lnTo>
                  <a:lnTo>
                    <a:pt x="501920" y="0"/>
                  </a:lnTo>
                  <a:lnTo>
                    <a:pt x="500019" y="0"/>
                  </a:lnTo>
                  <a:lnTo>
                    <a:pt x="498118" y="0"/>
                  </a:lnTo>
                  <a:lnTo>
                    <a:pt x="496216" y="0"/>
                  </a:lnTo>
                  <a:lnTo>
                    <a:pt x="494315" y="0"/>
                  </a:lnTo>
                  <a:lnTo>
                    <a:pt x="492414" y="0"/>
                  </a:lnTo>
                  <a:lnTo>
                    <a:pt x="490513" y="0"/>
                  </a:lnTo>
                  <a:lnTo>
                    <a:pt x="488611" y="0"/>
                  </a:lnTo>
                  <a:lnTo>
                    <a:pt x="486710" y="0"/>
                  </a:lnTo>
                  <a:lnTo>
                    <a:pt x="484809" y="0"/>
                  </a:lnTo>
                  <a:lnTo>
                    <a:pt x="482908" y="0"/>
                  </a:lnTo>
                  <a:lnTo>
                    <a:pt x="481007" y="0"/>
                  </a:lnTo>
                  <a:lnTo>
                    <a:pt x="479105" y="0"/>
                  </a:lnTo>
                  <a:lnTo>
                    <a:pt x="477204" y="0"/>
                  </a:lnTo>
                  <a:lnTo>
                    <a:pt x="475303" y="0"/>
                  </a:lnTo>
                  <a:lnTo>
                    <a:pt x="473402" y="0"/>
                  </a:lnTo>
                  <a:lnTo>
                    <a:pt x="471501" y="0"/>
                  </a:lnTo>
                  <a:lnTo>
                    <a:pt x="469599" y="0"/>
                  </a:lnTo>
                  <a:lnTo>
                    <a:pt x="467698" y="0"/>
                  </a:lnTo>
                  <a:lnTo>
                    <a:pt x="465797" y="0"/>
                  </a:lnTo>
                  <a:lnTo>
                    <a:pt x="463896" y="0"/>
                  </a:lnTo>
                  <a:lnTo>
                    <a:pt x="461994" y="0"/>
                  </a:lnTo>
                  <a:lnTo>
                    <a:pt x="460093" y="0"/>
                  </a:lnTo>
                  <a:lnTo>
                    <a:pt x="458192" y="0"/>
                  </a:lnTo>
                  <a:lnTo>
                    <a:pt x="456291" y="0"/>
                  </a:lnTo>
                  <a:lnTo>
                    <a:pt x="454390" y="0"/>
                  </a:lnTo>
                  <a:lnTo>
                    <a:pt x="452488" y="0"/>
                  </a:lnTo>
                  <a:lnTo>
                    <a:pt x="450587" y="0"/>
                  </a:lnTo>
                  <a:lnTo>
                    <a:pt x="448686" y="0"/>
                  </a:lnTo>
                  <a:lnTo>
                    <a:pt x="446785" y="0"/>
                  </a:lnTo>
                  <a:lnTo>
                    <a:pt x="444884" y="0"/>
                  </a:lnTo>
                  <a:lnTo>
                    <a:pt x="442982" y="0"/>
                  </a:lnTo>
                  <a:lnTo>
                    <a:pt x="441081" y="0"/>
                  </a:lnTo>
                  <a:lnTo>
                    <a:pt x="439180" y="0"/>
                  </a:lnTo>
                  <a:lnTo>
                    <a:pt x="437279" y="0"/>
                  </a:lnTo>
                  <a:lnTo>
                    <a:pt x="435377" y="0"/>
                  </a:lnTo>
                  <a:lnTo>
                    <a:pt x="433476" y="0"/>
                  </a:lnTo>
                  <a:lnTo>
                    <a:pt x="431575" y="0"/>
                  </a:lnTo>
                  <a:lnTo>
                    <a:pt x="429674" y="0"/>
                  </a:lnTo>
                  <a:lnTo>
                    <a:pt x="427773" y="0"/>
                  </a:lnTo>
                  <a:lnTo>
                    <a:pt x="425871" y="0"/>
                  </a:lnTo>
                  <a:lnTo>
                    <a:pt x="423970" y="0"/>
                  </a:lnTo>
                  <a:lnTo>
                    <a:pt x="422069" y="0"/>
                  </a:lnTo>
                  <a:lnTo>
                    <a:pt x="420168" y="0"/>
                  </a:lnTo>
                  <a:lnTo>
                    <a:pt x="418267" y="0"/>
                  </a:lnTo>
                  <a:lnTo>
                    <a:pt x="416365" y="0"/>
                  </a:lnTo>
                  <a:lnTo>
                    <a:pt x="414464" y="0"/>
                  </a:lnTo>
                  <a:lnTo>
                    <a:pt x="412563" y="0"/>
                  </a:lnTo>
                  <a:lnTo>
                    <a:pt x="410662" y="0"/>
                  </a:lnTo>
                  <a:lnTo>
                    <a:pt x="408760" y="0"/>
                  </a:lnTo>
                  <a:lnTo>
                    <a:pt x="406859" y="0"/>
                  </a:lnTo>
                  <a:lnTo>
                    <a:pt x="404958" y="0"/>
                  </a:lnTo>
                  <a:lnTo>
                    <a:pt x="403057" y="0"/>
                  </a:lnTo>
                  <a:lnTo>
                    <a:pt x="401156" y="0"/>
                  </a:lnTo>
                  <a:lnTo>
                    <a:pt x="399254" y="0"/>
                  </a:lnTo>
                  <a:lnTo>
                    <a:pt x="397353" y="0"/>
                  </a:lnTo>
                  <a:lnTo>
                    <a:pt x="395452" y="0"/>
                  </a:lnTo>
                  <a:lnTo>
                    <a:pt x="393551" y="0"/>
                  </a:lnTo>
                  <a:lnTo>
                    <a:pt x="391650" y="0"/>
                  </a:lnTo>
                  <a:lnTo>
                    <a:pt x="389748" y="0"/>
                  </a:lnTo>
                  <a:lnTo>
                    <a:pt x="387847" y="0"/>
                  </a:lnTo>
                  <a:lnTo>
                    <a:pt x="385946" y="0"/>
                  </a:lnTo>
                  <a:lnTo>
                    <a:pt x="384045" y="0"/>
                  </a:lnTo>
                  <a:lnTo>
                    <a:pt x="382143" y="0"/>
                  </a:lnTo>
                  <a:lnTo>
                    <a:pt x="380242" y="0"/>
                  </a:lnTo>
                  <a:lnTo>
                    <a:pt x="378341" y="0"/>
                  </a:lnTo>
                  <a:lnTo>
                    <a:pt x="376440" y="0"/>
                  </a:lnTo>
                  <a:lnTo>
                    <a:pt x="374539" y="0"/>
                  </a:lnTo>
                  <a:lnTo>
                    <a:pt x="372637" y="0"/>
                  </a:lnTo>
                  <a:lnTo>
                    <a:pt x="370736" y="0"/>
                  </a:lnTo>
                  <a:lnTo>
                    <a:pt x="368835" y="0"/>
                  </a:lnTo>
                  <a:lnTo>
                    <a:pt x="366934" y="0"/>
                  </a:lnTo>
                  <a:lnTo>
                    <a:pt x="365033" y="0"/>
                  </a:lnTo>
                  <a:lnTo>
                    <a:pt x="363131" y="0"/>
                  </a:lnTo>
                  <a:lnTo>
                    <a:pt x="361230" y="0"/>
                  </a:lnTo>
                  <a:lnTo>
                    <a:pt x="359329" y="0"/>
                  </a:lnTo>
                  <a:lnTo>
                    <a:pt x="357428" y="0"/>
                  </a:lnTo>
                  <a:lnTo>
                    <a:pt x="355526" y="0"/>
                  </a:lnTo>
                  <a:lnTo>
                    <a:pt x="353625" y="0"/>
                  </a:lnTo>
                  <a:lnTo>
                    <a:pt x="351724" y="0"/>
                  </a:lnTo>
                  <a:lnTo>
                    <a:pt x="349823" y="0"/>
                  </a:lnTo>
                  <a:lnTo>
                    <a:pt x="347922" y="0"/>
                  </a:lnTo>
                  <a:lnTo>
                    <a:pt x="346020" y="0"/>
                  </a:lnTo>
                  <a:lnTo>
                    <a:pt x="344119" y="0"/>
                  </a:lnTo>
                  <a:lnTo>
                    <a:pt x="342218" y="0"/>
                  </a:lnTo>
                  <a:lnTo>
                    <a:pt x="340317" y="0"/>
                  </a:lnTo>
                  <a:lnTo>
                    <a:pt x="338416" y="0"/>
                  </a:lnTo>
                  <a:lnTo>
                    <a:pt x="336514" y="0"/>
                  </a:lnTo>
                  <a:lnTo>
                    <a:pt x="334613" y="0"/>
                  </a:lnTo>
                  <a:lnTo>
                    <a:pt x="332712" y="0"/>
                  </a:lnTo>
                  <a:lnTo>
                    <a:pt x="330811" y="0"/>
                  </a:lnTo>
                  <a:lnTo>
                    <a:pt x="328909" y="0"/>
                  </a:lnTo>
                  <a:lnTo>
                    <a:pt x="327008" y="0"/>
                  </a:lnTo>
                  <a:lnTo>
                    <a:pt x="325107" y="0"/>
                  </a:lnTo>
                  <a:lnTo>
                    <a:pt x="323206" y="0"/>
                  </a:lnTo>
                  <a:lnTo>
                    <a:pt x="321305" y="0"/>
                  </a:lnTo>
                  <a:lnTo>
                    <a:pt x="319403" y="0"/>
                  </a:lnTo>
                  <a:lnTo>
                    <a:pt x="317502" y="0"/>
                  </a:lnTo>
                  <a:lnTo>
                    <a:pt x="315601" y="0"/>
                  </a:lnTo>
                  <a:lnTo>
                    <a:pt x="313700" y="0"/>
                  </a:lnTo>
                  <a:lnTo>
                    <a:pt x="311799" y="0"/>
                  </a:lnTo>
                  <a:lnTo>
                    <a:pt x="309897" y="0"/>
                  </a:lnTo>
                  <a:lnTo>
                    <a:pt x="307996" y="0"/>
                  </a:lnTo>
                  <a:lnTo>
                    <a:pt x="306095" y="0"/>
                  </a:lnTo>
                  <a:lnTo>
                    <a:pt x="304194" y="0"/>
                  </a:lnTo>
                  <a:lnTo>
                    <a:pt x="302292" y="0"/>
                  </a:lnTo>
                  <a:lnTo>
                    <a:pt x="300391" y="0"/>
                  </a:lnTo>
                  <a:lnTo>
                    <a:pt x="298490" y="0"/>
                  </a:lnTo>
                  <a:lnTo>
                    <a:pt x="296589" y="0"/>
                  </a:lnTo>
                  <a:lnTo>
                    <a:pt x="294688" y="0"/>
                  </a:lnTo>
                  <a:lnTo>
                    <a:pt x="292786" y="0"/>
                  </a:lnTo>
                  <a:lnTo>
                    <a:pt x="290885" y="0"/>
                  </a:lnTo>
                  <a:lnTo>
                    <a:pt x="288984" y="0"/>
                  </a:lnTo>
                  <a:lnTo>
                    <a:pt x="287083" y="0"/>
                  </a:lnTo>
                  <a:lnTo>
                    <a:pt x="285182" y="0"/>
                  </a:lnTo>
                  <a:lnTo>
                    <a:pt x="283280" y="0"/>
                  </a:lnTo>
                  <a:lnTo>
                    <a:pt x="281379" y="0"/>
                  </a:lnTo>
                  <a:lnTo>
                    <a:pt x="279478" y="0"/>
                  </a:lnTo>
                  <a:lnTo>
                    <a:pt x="277577" y="0"/>
                  </a:lnTo>
                  <a:lnTo>
                    <a:pt x="275676" y="0"/>
                  </a:lnTo>
                  <a:lnTo>
                    <a:pt x="273774" y="0"/>
                  </a:lnTo>
                  <a:lnTo>
                    <a:pt x="271873" y="0"/>
                  </a:lnTo>
                  <a:lnTo>
                    <a:pt x="269972" y="0"/>
                  </a:lnTo>
                  <a:lnTo>
                    <a:pt x="268071" y="0"/>
                  </a:lnTo>
                  <a:lnTo>
                    <a:pt x="266169" y="0"/>
                  </a:lnTo>
                  <a:lnTo>
                    <a:pt x="264268" y="0"/>
                  </a:lnTo>
                  <a:lnTo>
                    <a:pt x="262367" y="0"/>
                  </a:lnTo>
                  <a:lnTo>
                    <a:pt x="260466" y="0"/>
                  </a:lnTo>
                  <a:lnTo>
                    <a:pt x="258565" y="0"/>
                  </a:lnTo>
                  <a:lnTo>
                    <a:pt x="256663" y="0"/>
                  </a:lnTo>
                  <a:lnTo>
                    <a:pt x="254762" y="0"/>
                  </a:lnTo>
                  <a:lnTo>
                    <a:pt x="252861" y="0"/>
                  </a:lnTo>
                  <a:lnTo>
                    <a:pt x="250960" y="0"/>
                  </a:lnTo>
                  <a:lnTo>
                    <a:pt x="249059" y="0"/>
                  </a:lnTo>
                  <a:lnTo>
                    <a:pt x="247157" y="0"/>
                  </a:lnTo>
                  <a:lnTo>
                    <a:pt x="245256" y="0"/>
                  </a:lnTo>
                  <a:lnTo>
                    <a:pt x="243355" y="0"/>
                  </a:lnTo>
                  <a:lnTo>
                    <a:pt x="241454" y="0"/>
                  </a:lnTo>
                  <a:lnTo>
                    <a:pt x="239552" y="0"/>
                  </a:lnTo>
                  <a:lnTo>
                    <a:pt x="237651" y="0"/>
                  </a:lnTo>
                  <a:lnTo>
                    <a:pt x="235750" y="0"/>
                  </a:lnTo>
                  <a:lnTo>
                    <a:pt x="233849" y="0"/>
                  </a:lnTo>
                  <a:lnTo>
                    <a:pt x="231948" y="0"/>
                  </a:lnTo>
                  <a:lnTo>
                    <a:pt x="230046" y="0"/>
                  </a:lnTo>
                  <a:lnTo>
                    <a:pt x="228145" y="0"/>
                  </a:lnTo>
                  <a:lnTo>
                    <a:pt x="226244" y="0"/>
                  </a:lnTo>
                  <a:lnTo>
                    <a:pt x="224343" y="0"/>
                  </a:lnTo>
                  <a:lnTo>
                    <a:pt x="222442" y="0"/>
                  </a:lnTo>
                  <a:lnTo>
                    <a:pt x="220540" y="0"/>
                  </a:lnTo>
                  <a:lnTo>
                    <a:pt x="218639" y="0"/>
                  </a:lnTo>
                  <a:lnTo>
                    <a:pt x="216738" y="0"/>
                  </a:lnTo>
                  <a:lnTo>
                    <a:pt x="214837" y="0"/>
                  </a:lnTo>
                  <a:lnTo>
                    <a:pt x="212935" y="0"/>
                  </a:lnTo>
                  <a:lnTo>
                    <a:pt x="211034" y="0"/>
                  </a:lnTo>
                  <a:lnTo>
                    <a:pt x="209133" y="0"/>
                  </a:lnTo>
                  <a:lnTo>
                    <a:pt x="207232" y="0"/>
                  </a:lnTo>
                  <a:lnTo>
                    <a:pt x="205331" y="0"/>
                  </a:lnTo>
                  <a:lnTo>
                    <a:pt x="203429" y="0"/>
                  </a:lnTo>
                  <a:lnTo>
                    <a:pt x="201528" y="0"/>
                  </a:lnTo>
                  <a:lnTo>
                    <a:pt x="199627" y="0"/>
                  </a:lnTo>
                  <a:lnTo>
                    <a:pt x="197726" y="0"/>
                  </a:lnTo>
                  <a:lnTo>
                    <a:pt x="195825" y="0"/>
                  </a:lnTo>
                  <a:lnTo>
                    <a:pt x="193923" y="0"/>
                  </a:lnTo>
                  <a:lnTo>
                    <a:pt x="192022" y="0"/>
                  </a:lnTo>
                  <a:lnTo>
                    <a:pt x="190121" y="0"/>
                  </a:lnTo>
                  <a:lnTo>
                    <a:pt x="188220" y="0"/>
                  </a:lnTo>
                  <a:lnTo>
                    <a:pt x="186318" y="0"/>
                  </a:lnTo>
                  <a:lnTo>
                    <a:pt x="184417" y="0"/>
                  </a:lnTo>
                  <a:lnTo>
                    <a:pt x="182516" y="0"/>
                  </a:lnTo>
                  <a:lnTo>
                    <a:pt x="180615" y="0"/>
                  </a:lnTo>
                  <a:lnTo>
                    <a:pt x="178714" y="0"/>
                  </a:lnTo>
                  <a:lnTo>
                    <a:pt x="176812" y="0"/>
                  </a:lnTo>
                  <a:lnTo>
                    <a:pt x="174911" y="0"/>
                  </a:lnTo>
                  <a:lnTo>
                    <a:pt x="173010" y="0"/>
                  </a:lnTo>
                  <a:lnTo>
                    <a:pt x="171109" y="0"/>
                  </a:lnTo>
                  <a:lnTo>
                    <a:pt x="169208" y="0"/>
                  </a:lnTo>
                  <a:lnTo>
                    <a:pt x="167306" y="0"/>
                  </a:lnTo>
                  <a:lnTo>
                    <a:pt x="165405" y="0"/>
                  </a:lnTo>
                  <a:lnTo>
                    <a:pt x="163504" y="0"/>
                  </a:lnTo>
                  <a:lnTo>
                    <a:pt x="161603" y="0"/>
                  </a:lnTo>
                  <a:lnTo>
                    <a:pt x="159701" y="0"/>
                  </a:lnTo>
                  <a:lnTo>
                    <a:pt x="157800" y="0"/>
                  </a:lnTo>
                  <a:lnTo>
                    <a:pt x="155899" y="0"/>
                  </a:lnTo>
                  <a:lnTo>
                    <a:pt x="153998" y="0"/>
                  </a:lnTo>
                  <a:lnTo>
                    <a:pt x="152097" y="0"/>
                  </a:lnTo>
                  <a:lnTo>
                    <a:pt x="150195" y="0"/>
                  </a:lnTo>
                  <a:lnTo>
                    <a:pt x="148294" y="0"/>
                  </a:lnTo>
                  <a:lnTo>
                    <a:pt x="146393" y="0"/>
                  </a:lnTo>
                  <a:lnTo>
                    <a:pt x="144492" y="0"/>
                  </a:lnTo>
                  <a:lnTo>
                    <a:pt x="142591" y="0"/>
                  </a:lnTo>
                  <a:lnTo>
                    <a:pt x="140689" y="0"/>
                  </a:lnTo>
                  <a:lnTo>
                    <a:pt x="138788" y="0"/>
                  </a:lnTo>
                  <a:lnTo>
                    <a:pt x="136887" y="0"/>
                  </a:lnTo>
                  <a:lnTo>
                    <a:pt x="134986" y="0"/>
                  </a:lnTo>
                  <a:lnTo>
                    <a:pt x="133084" y="0"/>
                  </a:lnTo>
                  <a:lnTo>
                    <a:pt x="131183" y="0"/>
                  </a:lnTo>
                  <a:lnTo>
                    <a:pt x="129282" y="0"/>
                  </a:lnTo>
                  <a:lnTo>
                    <a:pt x="127381" y="0"/>
                  </a:lnTo>
                  <a:lnTo>
                    <a:pt x="125480" y="0"/>
                  </a:lnTo>
                  <a:lnTo>
                    <a:pt x="123578" y="0"/>
                  </a:lnTo>
                  <a:lnTo>
                    <a:pt x="121677" y="0"/>
                  </a:lnTo>
                  <a:lnTo>
                    <a:pt x="119776" y="0"/>
                  </a:lnTo>
                  <a:lnTo>
                    <a:pt x="117875" y="0"/>
                  </a:lnTo>
                  <a:lnTo>
                    <a:pt x="115974" y="0"/>
                  </a:lnTo>
                  <a:lnTo>
                    <a:pt x="114072" y="0"/>
                  </a:lnTo>
                  <a:lnTo>
                    <a:pt x="112171" y="0"/>
                  </a:lnTo>
                  <a:lnTo>
                    <a:pt x="110270" y="0"/>
                  </a:lnTo>
                  <a:lnTo>
                    <a:pt x="108369" y="0"/>
                  </a:lnTo>
                  <a:lnTo>
                    <a:pt x="106467" y="0"/>
                  </a:lnTo>
                  <a:lnTo>
                    <a:pt x="104566" y="0"/>
                  </a:lnTo>
                  <a:lnTo>
                    <a:pt x="102665" y="0"/>
                  </a:lnTo>
                  <a:lnTo>
                    <a:pt x="100764" y="0"/>
                  </a:lnTo>
                  <a:lnTo>
                    <a:pt x="98863" y="0"/>
                  </a:lnTo>
                  <a:lnTo>
                    <a:pt x="96961" y="0"/>
                  </a:lnTo>
                  <a:lnTo>
                    <a:pt x="95060" y="0"/>
                  </a:lnTo>
                  <a:lnTo>
                    <a:pt x="93159" y="0"/>
                  </a:lnTo>
                  <a:lnTo>
                    <a:pt x="91258" y="0"/>
                  </a:lnTo>
                  <a:lnTo>
                    <a:pt x="89357" y="0"/>
                  </a:lnTo>
                  <a:lnTo>
                    <a:pt x="87455" y="0"/>
                  </a:lnTo>
                  <a:lnTo>
                    <a:pt x="85554" y="0"/>
                  </a:lnTo>
                  <a:lnTo>
                    <a:pt x="83653" y="0"/>
                  </a:lnTo>
                  <a:lnTo>
                    <a:pt x="81752" y="0"/>
                  </a:lnTo>
                  <a:lnTo>
                    <a:pt x="79850" y="0"/>
                  </a:lnTo>
                  <a:lnTo>
                    <a:pt x="77949" y="0"/>
                  </a:lnTo>
                  <a:lnTo>
                    <a:pt x="76048" y="0"/>
                  </a:lnTo>
                  <a:lnTo>
                    <a:pt x="74147" y="0"/>
                  </a:lnTo>
                  <a:lnTo>
                    <a:pt x="72246" y="0"/>
                  </a:lnTo>
                  <a:lnTo>
                    <a:pt x="70344" y="0"/>
                  </a:lnTo>
                  <a:lnTo>
                    <a:pt x="68443" y="0"/>
                  </a:lnTo>
                  <a:lnTo>
                    <a:pt x="66542" y="0"/>
                  </a:lnTo>
                  <a:lnTo>
                    <a:pt x="64641" y="0"/>
                  </a:lnTo>
                  <a:lnTo>
                    <a:pt x="62740" y="0"/>
                  </a:lnTo>
                  <a:lnTo>
                    <a:pt x="60838" y="0"/>
                  </a:lnTo>
                  <a:lnTo>
                    <a:pt x="58937" y="0"/>
                  </a:lnTo>
                  <a:lnTo>
                    <a:pt x="57036" y="0"/>
                  </a:lnTo>
                  <a:lnTo>
                    <a:pt x="55135" y="0"/>
                  </a:lnTo>
                  <a:lnTo>
                    <a:pt x="53233" y="0"/>
                  </a:lnTo>
                  <a:lnTo>
                    <a:pt x="51332" y="0"/>
                  </a:lnTo>
                  <a:lnTo>
                    <a:pt x="49431" y="0"/>
                  </a:lnTo>
                  <a:lnTo>
                    <a:pt x="47530" y="0"/>
                  </a:lnTo>
                  <a:lnTo>
                    <a:pt x="45629" y="0"/>
                  </a:lnTo>
                  <a:lnTo>
                    <a:pt x="43727" y="0"/>
                  </a:lnTo>
                  <a:lnTo>
                    <a:pt x="41826" y="0"/>
                  </a:lnTo>
                  <a:lnTo>
                    <a:pt x="39925" y="0"/>
                  </a:lnTo>
                  <a:lnTo>
                    <a:pt x="38024" y="0"/>
                  </a:lnTo>
                  <a:lnTo>
                    <a:pt x="36123" y="0"/>
                  </a:lnTo>
                  <a:lnTo>
                    <a:pt x="34221" y="0"/>
                  </a:lnTo>
                  <a:lnTo>
                    <a:pt x="32320" y="0"/>
                  </a:lnTo>
                  <a:lnTo>
                    <a:pt x="30419" y="0"/>
                  </a:lnTo>
                  <a:lnTo>
                    <a:pt x="28518" y="0"/>
                  </a:lnTo>
                  <a:lnTo>
                    <a:pt x="26616" y="0"/>
                  </a:lnTo>
                  <a:lnTo>
                    <a:pt x="24715" y="0"/>
                  </a:lnTo>
                  <a:lnTo>
                    <a:pt x="22814" y="0"/>
                  </a:lnTo>
                  <a:lnTo>
                    <a:pt x="20913" y="0"/>
                  </a:lnTo>
                  <a:lnTo>
                    <a:pt x="19012" y="0"/>
                  </a:lnTo>
                  <a:lnTo>
                    <a:pt x="17110" y="0"/>
                  </a:lnTo>
                  <a:lnTo>
                    <a:pt x="15209" y="0"/>
                  </a:lnTo>
                  <a:lnTo>
                    <a:pt x="13308" y="0"/>
                  </a:lnTo>
                  <a:lnTo>
                    <a:pt x="11407" y="0"/>
                  </a:lnTo>
                  <a:lnTo>
                    <a:pt x="9506" y="0"/>
                  </a:lnTo>
                  <a:lnTo>
                    <a:pt x="7604" y="0"/>
                  </a:lnTo>
                  <a:lnTo>
                    <a:pt x="5703" y="0"/>
                  </a:lnTo>
                  <a:lnTo>
                    <a:pt x="3802" y="0"/>
                  </a:lnTo>
                  <a:lnTo>
                    <a:pt x="1901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444934" y="5433964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  <a:lnTo>
                    <a:pt x="855356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444934" y="3262477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tx126"/>
            <p:cNvSpPr/>
            <p:nvPr/>
          </p:nvSpPr>
          <p:spPr>
            <a:xfrm>
              <a:off x="311199" y="6221495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311199" y="5539817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311199" y="4862667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311199" y="4179406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311199" y="3499200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</a:t>
              </a:r>
            </a:p>
          </p:txBody>
        </p:sp>
        <p:sp>
          <p:nvSpPr>
            <p:cNvPr id="131" name="pl131"/>
            <p:cNvSpPr/>
            <p:nvPr/>
          </p:nvSpPr>
          <p:spPr>
            <a:xfrm>
              <a:off x="410140" y="626381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410140" y="558360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410140" y="490340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410140" y="422319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410140" y="354299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444934" y="6379450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2435505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4812022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7188540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tx140"/>
            <p:cNvSpPr/>
            <p:nvPr/>
          </p:nvSpPr>
          <p:spPr>
            <a:xfrm>
              <a:off x="2115532" y="6439024"/>
              <a:ext cx="639946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102750000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4492049" y="6439024"/>
              <a:ext cx="639946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103000000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6868567" y="6439024"/>
              <a:ext cx="639946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103250000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4680378" y="6607038"/>
              <a:ext cx="82674" cy="763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x</a:t>
              </a:r>
            </a:p>
          </p:txBody>
        </p:sp>
        <p:sp>
          <p:nvSpPr>
            <p:cNvPr id="144" name="tx144"/>
            <p:cNvSpPr/>
            <p:nvPr/>
          </p:nvSpPr>
          <p:spPr>
            <a:xfrm rot="-5400000">
              <a:off x="19378" y="4753364"/>
              <a:ext cx="320737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pred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2026-03-09T09:14:53Z</dcterms:modified>
  <cp:category/>
</cp:coreProperties>
</file>